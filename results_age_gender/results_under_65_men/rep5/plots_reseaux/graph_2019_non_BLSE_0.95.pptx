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03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71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99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57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60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555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180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006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224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6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60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821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030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569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400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445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759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348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72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706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76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785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223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639" y="3170392"/>
              <a:ext cx="2139" cy="167167"/>
            </a:xfrm>
            <a:custGeom>
              <a:avLst/>
              <a:pathLst>
                <a:path w="2139" h="167167">
                  <a:moveTo>
                    <a:pt x="2139" y="0"/>
                  </a:moveTo>
                  <a:lnTo>
                    <a:pt x="0" y="13"/>
                  </a:lnTo>
                  <a:lnTo>
                    <a:pt x="213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16612" y="3170406"/>
              <a:ext cx="334332" cy="334309"/>
            </a:xfrm>
            <a:custGeom>
              <a:avLst/>
              <a:pathLst>
                <a:path w="334332" h="334309">
                  <a:moveTo>
                    <a:pt x="165026" y="0"/>
                  </a:moveTo>
                  <a:lnTo>
                    <a:pt x="159725" y="151"/>
                  </a:lnTo>
                  <a:lnTo>
                    <a:pt x="154432" y="471"/>
                  </a:lnTo>
                  <a:lnTo>
                    <a:pt x="149152" y="959"/>
                  </a:lnTo>
                  <a:lnTo>
                    <a:pt x="143889" y="1614"/>
                  </a:lnTo>
                  <a:lnTo>
                    <a:pt x="138651" y="2436"/>
                  </a:lnTo>
                  <a:lnTo>
                    <a:pt x="133440" y="3423"/>
                  </a:lnTo>
                  <a:lnTo>
                    <a:pt x="128264" y="4575"/>
                  </a:lnTo>
                  <a:lnTo>
                    <a:pt x="123127" y="5891"/>
                  </a:lnTo>
                  <a:lnTo>
                    <a:pt x="118034" y="7369"/>
                  </a:lnTo>
                  <a:lnTo>
                    <a:pt x="112991" y="9008"/>
                  </a:lnTo>
                  <a:lnTo>
                    <a:pt x="108002" y="10806"/>
                  </a:lnTo>
                  <a:lnTo>
                    <a:pt x="103073" y="12761"/>
                  </a:lnTo>
                  <a:lnTo>
                    <a:pt x="98208" y="14871"/>
                  </a:lnTo>
                  <a:lnTo>
                    <a:pt x="93412" y="17135"/>
                  </a:lnTo>
                  <a:lnTo>
                    <a:pt x="88691" y="19550"/>
                  </a:lnTo>
                  <a:lnTo>
                    <a:pt x="84049" y="22113"/>
                  </a:lnTo>
                  <a:lnTo>
                    <a:pt x="79490" y="24823"/>
                  </a:lnTo>
                  <a:lnTo>
                    <a:pt x="75020" y="27675"/>
                  </a:lnTo>
                  <a:lnTo>
                    <a:pt x="70642" y="30668"/>
                  </a:lnTo>
                  <a:lnTo>
                    <a:pt x="66362" y="33798"/>
                  </a:lnTo>
                  <a:lnTo>
                    <a:pt x="62183" y="37063"/>
                  </a:lnTo>
                  <a:lnTo>
                    <a:pt x="58109" y="40458"/>
                  </a:lnTo>
                  <a:lnTo>
                    <a:pt x="54146" y="43981"/>
                  </a:lnTo>
                  <a:lnTo>
                    <a:pt x="50296" y="47628"/>
                  </a:lnTo>
                  <a:lnTo>
                    <a:pt x="46563" y="51395"/>
                  </a:lnTo>
                  <a:lnTo>
                    <a:pt x="42952" y="55278"/>
                  </a:lnTo>
                  <a:lnTo>
                    <a:pt x="39467" y="59275"/>
                  </a:lnTo>
                  <a:lnTo>
                    <a:pt x="36109" y="63379"/>
                  </a:lnTo>
                  <a:lnTo>
                    <a:pt x="32883" y="67588"/>
                  </a:lnTo>
                  <a:lnTo>
                    <a:pt x="29793" y="71898"/>
                  </a:lnTo>
                  <a:lnTo>
                    <a:pt x="26841" y="76303"/>
                  </a:lnTo>
                  <a:lnTo>
                    <a:pt x="24030" y="80799"/>
                  </a:lnTo>
                  <a:lnTo>
                    <a:pt x="21363" y="85383"/>
                  </a:lnTo>
                  <a:lnTo>
                    <a:pt x="18843" y="90049"/>
                  </a:lnTo>
                  <a:lnTo>
                    <a:pt x="16472" y="94792"/>
                  </a:lnTo>
                  <a:lnTo>
                    <a:pt x="14252" y="99608"/>
                  </a:lnTo>
                  <a:lnTo>
                    <a:pt x="12187" y="104492"/>
                  </a:lnTo>
                  <a:lnTo>
                    <a:pt x="10277" y="109439"/>
                  </a:lnTo>
                  <a:lnTo>
                    <a:pt x="8526" y="114445"/>
                  </a:lnTo>
                  <a:lnTo>
                    <a:pt x="6934" y="119503"/>
                  </a:lnTo>
                  <a:lnTo>
                    <a:pt x="5503" y="124609"/>
                  </a:lnTo>
                  <a:lnTo>
                    <a:pt x="4235" y="129758"/>
                  </a:lnTo>
                  <a:lnTo>
                    <a:pt x="3131" y="134945"/>
                  </a:lnTo>
                  <a:lnTo>
                    <a:pt x="2192" y="140164"/>
                  </a:lnTo>
                  <a:lnTo>
                    <a:pt x="1418" y="145410"/>
                  </a:lnTo>
                  <a:lnTo>
                    <a:pt x="812" y="150679"/>
                  </a:lnTo>
                  <a:lnTo>
                    <a:pt x="373" y="155963"/>
                  </a:lnTo>
                  <a:lnTo>
                    <a:pt x="102" y="161259"/>
                  </a:lnTo>
                  <a:lnTo>
                    <a:pt x="0" y="166561"/>
                  </a:lnTo>
                  <a:lnTo>
                    <a:pt x="65" y="171864"/>
                  </a:lnTo>
                  <a:lnTo>
                    <a:pt x="298" y="177162"/>
                  </a:lnTo>
                  <a:lnTo>
                    <a:pt x="700" y="182449"/>
                  </a:lnTo>
                  <a:lnTo>
                    <a:pt x="1269" y="187722"/>
                  </a:lnTo>
                  <a:lnTo>
                    <a:pt x="2005" y="192973"/>
                  </a:lnTo>
                  <a:lnTo>
                    <a:pt x="2907" y="198199"/>
                  </a:lnTo>
                  <a:lnTo>
                    <a:pt x="3974" y="203393"/>
                  </a:lnTo>
                  <a:lnTo>
                    <a:pt x="5206" y="208551"/>
                  </a:lnTo>
                  <a:lnTo>
                    <a:pt x="6600" y="213668"/>
                  </a:lnTo>
                  <a:lnTo>
                    <a:pt x="8156" y="218737"/>
                  </a:lnTo>
                  <a:lnTo>
                    <a:pt x="9872" y="223755"/>
                  </a:lnTo>
                  <a:lnTo>
                    <a:pt x="11747" y="228715"/>
                  </a:lnTo>
                  <a:lnTo>
                    <a:pt x="13778" y="233614"/>
                  </a:lnTo>
                  <a:lnTo>
                    <a:pt x="15963" y="238446"/>
                  </a:lnTo>
                  <a:lnTo>
                    <a:pt x="18300" y="243206"/>
                  </a:lnTo>
                  <a:lnTo>
                    <a:pt x="20787" y="247889"/>
                  </a:lnTo>
                  <a:lnTo>
                    <a:pt x="23422" y="252491"/>
                  </a:lnTo>
                  <a:lnTo>
                    <a:pt x="26201" y="257008"/>
                  </a:lnTo>
                  <a:lnTo>
                    <a:pt x="29122" y="261434"/>
                  </a:lnTo>
                  <a:lnTo>
                    <a:pt x="32182" y="265765"/>
                  </a:lnTo>
                  <a:lnTo>
                    <a:pt x="35377" y="269997"/>
                  </a:lnTo>
                  <a:lnTo>
                    <a:pt x="38706" y="274125"/>
                  </a:lnTo>
                  <a:lnTo>
                    <a:pt x="42163" y="278146"/>
                  </a:lnTo>
                  <a:lnTo>
                    <a:pt x="45747" y="282055"/>
                  </a:lnTo>
                  <a:lnTo>
                    <a:pt x="49452" y="285848"/>
                  </a:lnTo>
                  <a:lnTo>
                    <a:pt x="53276" y="289522"/>
                  </a:lnTo>
                  <a:lnTo>
                    <a:pt x="57215" y="293073"/>
                  </a:lnTo>
                  <a:lnTo>
                    <a:pt x="61264" y="296497"/>
                  </a:lnTo>
                  <a:lnTo>
                    <a:pt x="65420" y="299791"/>
                  </a:lnTo>
                  <a:lnTo>
                    <a:pt x="69678" y="302951"/>
                  </a:lnTo>
                  <a:lnTo>
                    <a:pt x="74035" y="305975"/>
                  </a:lnTo>
                  <a:lnTo>
                    <a:pt x="78485" y="308859"/>
                  </a:lnTo>
                  <a:lnTo>
                    <a:pt x="83024" y="311601"/>
                  </a:lnTo>
                  <a:lnTo>
                    <a:pt x="87648" y="314197"/>
                  </a:lnTo>
                  <a:lnTo>
                    <a:pt x="92352" y="316645"/>
                  </a:lnTo>
                  <a:lnTo>
                    <a:pt x="97131" y="318943"/>
                  </a:lnTo>
                  <a:lnTo>
                    <a:pt x="101981" y="321088"/>
                  </a:lnTo>
                  <a:lnTo>
                    <a:pt x="106896" y="323078"/>
                  </a:lnTo>
                  <a:lnTo>
                    <a:pt x="111872" y="324911"/>
                  </a:lnTo>
                  <a:lnTo>
                    <a:pt x="116904" y="326586"/>
                  </a:lnTo>
                  <a:lnTo>
                    <a:pt x="121986" y="328100"/>
                  </a:lnTo>
                  <a:lnTo>
                    <a:pt x="127114" y="329452"/>
                  </a:lnTo>
                  <a:lnTo>
                    <a:pt x="132282" y="330640"/>
                  </a:lnTo>
                  <a:lnTo>
                    <a:pt x="137485" y="331665"/>
                  </a:lnTo>
                  <a:lnTo>
                    <a:pt x="142718" y="332523"/>
                  </a:lnTo>
                  <a:lnTo>
                    <a:pt x="147975" y="333215"/>
                  </a:lnTo>
                  <a:lnTo>
                    <a:pt x="153252" y="333741"/>
                  </a:lnTo>
                  <a:lnTo>
                    <a:pt x="158543" y="334098"/>
                  </a:lnTo>
                  <a:lnTo>
                    <a:pt x="163842" y="334288"/>
                  </a:lnTo>
                  <a:lnTo>
                    <a:pt x="169145" y="334309"/>
                  </a:lnTo>
                  <a:lnTo>
                    <a:pt x="174446" y="334162"/>
                  </a:lnTo>
                  <a:lnTo>
                    <a:pt x="179740" y="333847"/>
                  </a:lnTo>
                  <a:lnTo>
                    <a:pt x="185021" y="333364"/>
                  </a:lnTo>
                  <a:lnTo>
                    <a:pt x="190284" y="332714"/>
                  </a:lnTo>
                  <a:lnTo>
                    <a:pt x="195523" y="331898"/>
                  </a:lnTo>
                  <a:lnTo>
                    <a:pt x="200735" y="330916"/>
                  </a:lnTo>
                  <a:lnTo>
                    <a:pt x="205912" y="329768"/>
                  </a:lnTo>
                  <a:lnTo>
                    <a:pt x="211050" y="328458"/>
                  </a:lnTo>
                  <a:lnTo>
                    <a:pt x="216144" y="326985"/>
                  </a:lnTo>
                  <a:lnTo>
                    <a:pt x="221189" y="325351"/>
                  </a:lnTo>
                  <a:lnTo>
                    <a:pt x="226180" y="323558"/>
                  </a:lnTo>
                  <a:lnTo>
                    <a:pt x="231111" y="321607"/>
                  </a:lnTo>
                  <a:lnTo>
                    <a:pt x="235978" y="319501"/>
                  </a:lnTo>
                  <a:lnTo>
                    <a:pt x="240776" y="317242"/>
                  </a:lnTo>
                  <a:lnTo>
                    <a:pt x="245499" y="314832"/>
                  </a:lnTo>
                  <a:lnTo>
                    <a:pt x="250144" y="312273"/>
                  </a:lnTo>
                  <a:lnTo>
                    <a:pt x="254705" y="309568"/>
                  </a:lnTo>
                  <a:lnTo>
                    <a:pt x="259178" y="306719"/>
                  </a:lnTo>
                  <a:lnTo>
                    <a:pt x="263559" y="303731"/>
                  </a:lnTo>
                  <a:lnTo>
                    <a:pt x="267842" y="300605"/>
                  </a:lnTo>
                  <a:lnTo>
                    <a:pt x="272024" y="297344"/>
                  </a:lnTo>
                  <a:lnTo>
                    <a:pt x="276101" y="293953"/>
                  </a:lnTo>
                  <a:lnTo>
                    <a:pt x="280068" y="290434"/>
                  </a:lnTo>
                  <a:lnTo>
                    <a:pt x="283921" y="286791"/>
                  </a:lnTo>
                  <a:lnTo>
                    <a:pt x="287657" y="283027"/>
                  </a:lnTo>
                  <a:lnTo>
                    <a:pt x="291272" y="279147"/>
                  </a:lnTo>
                  <a:lnTo>
                    <a:pt x="294762" y="275154"/>
                  </a:lnTo>
                  <a:lnTo>
                    <a:pt x="298123" y="271053"/>
                  </a:lnTo>
                  <a:lnTo>
                    <a:pt x="301353" y="266847"/>
                  </a:lnTo>
                  <a:lnTo>
                    <a:pt x="304447" y="262541"/>
                  </a:lnTo>
                  <a:lnTo>
                    <a:pt x="307404" y="258138"/>
                  </a:lnTo>
                  <a:lnTo>
                    <a:pt x="310219" y="253644"/>
                  </a:lnTo>
                  <a:lnTo>
                    <a:pt x="312891" y="249063"/>
                  </a:lnTo>
                  <a:lnTo>
                    <a:pt x="315415" y="244400"/>
                  </a:lnTo>
                  <a:lnTo>
                    <a:pt x="317791" y="239659"/>
                  </a:lnTo>
                  <a:lnTo>
                    <a:pt x="320015" y="234845"/>
                  </a:lnTo>
                  <a:lnTo>
                    <a:pt x="322085" y="229963"/>
                  </a:lnTo>
                  <a:lnTo>
                    <a:pt x="323999" y="225017"/>
                  </a:lnTo>
                  <a:lnTo>
                    <a:pt x="325756" y="220014"/>
                  </a:lnTo>
                  <a:lnTo>
                    <a:pt x="327353" y="214957"/>
                  </a:lnTo>
                  <a:lnTo>
                    <a:pt x="328788" y="209852"/>
                  </a:lnTo>
                  <a:lnTo>
                    <a:pt x="330061" y="204704"/>
                  </a:lnTo>
                  <a:lnTo>
                    <a:pt x="331170" y="199519"/>
                  </a:lnTo>
                  <a:lnTo>
                    <a:pt x="332114" y="194300"/>
                  </a:lnTo>
                  <a:lnTo>
                    <a:pt x="332892" y="189055"/>
                  </a:lnTo>
                  <a:lnTo>
                    <a:pt x="333504" y="183787"/>
                  </a:lnTo>
                  <a:lnTo>
                    <a:pt x="333948" y="178503"/>
                  </a:lnTo>
                  <a:lnTo>
                    <a:pt x="334224" y="173207"/>
                  </a:lnTo>
                  <a:lnTo>
                    <a:pt x="334332" y="167905"/>
                  </a:lnTo>
                  <a:lnTo>
                    <a:pt x="334271" y="162603"/>
                  </a:lnTo>
                  <a:lnTo>
                    <a:pt x="334043" y="157305"/>
                  </a:lnTo>
                  <a:lnTo>
                    <a:pt x="333647" y="152017"/>
                  </a:lnTo>
                  <a:lnTo>
                    <a:pt x="333083" y="146744"/>
                  </a:lnTo>
                  <a:lnTo>
                    <a:pt x="332352" y="141492"/>
                  </a:lnTo>
                  <a:lnTo>
                    <a:pt x="331455" y="136265"/>
                  </a:lnTo>
                  <a:lnTo>
                    <a:pt x="330393" y="131070"/>
                  </a:lnTo>
                  <a:lnTo>
                    <a:pt x="329166" y="125911"/>
                  </a:lnTo>
                  <a:lnTo>
                    <a:pt x="327776" y="120793"/>
                  </a:lnTo>
                  <a:lnTo>
                    <a:pt x="326225" y="115722"/>
                  </a:lnTo>
                  <a:lnTo>
                    <a:pt x="324514" y="110703"/>
                  </a:lnTo>
                  <a:lnTo>
                    <a:pt x="322644" y="105740"/>
                  </a:lnTo>
                  <a:lnTo>
                    <a:pt x="320618" y="100840"/>
                  </a:lnTo>
                  <a:lnTo>
                    <a:pt x="318437" y="96006"/>
                  </a:lnTo>
                  <a:lnTo>
                    <a:pt x="316104" y="91244"/>
                  </a:lnTo>
                  <a:lnTo>
                    <a:pt x="313622" y="86558"/>
                  </a:lnTo>
                  <a:lnTo>
                    <a:pt x="310992" y="81953"/>
                  </a:lnTo>
                  <a:lnTo>
                    <a:pt x="308217" y="77434"/>
                  </a:lnTo>
                  <a:lnTo>
                    <a:pt x="305300" y="73005"/>
                  </a:lnTo>
                  <a:lnTo>
                    <a:pt x="302245" y="68671"/>
                  </a:lnTo>
                  <a:lnTo>
                    <a:pt x="299053" y="64436"/>
                  </a:lnTo>
                  <a:lnTo>
                    <a:pt x="295729" y="60305"/>
                  </a:lnTo>
                  <a:lnTo>
                    <a:pt x="292275" y="56281"/>
                  </a:lnTo>
                  <a:lnTo>
                    <a:pt x="288695" y="52368"/>
                  </a:lnTo>
                  <a:lnTo>
                    <a:pt x="284993" y="48571"/>
                  </a:lnTo>
                  <a:lnTo>
                    <a:pt x="281173" y="44894"/>
                  </a:lnTo>
                  <a:lnTo>
                    <a:pt x="277238" y="41339"/>
                  </a:lnTo>
                  <a:lnTo>
                    <a:pt x="273192" y="37911"/>
                  </a:lnTo>
                  <a:lnTo>
                    <a:pt x="269039" y="34613"/>
                  </a:lnTo>
                  <a:lnTo>
                    <a:pt x="264784" y="31449"/>
                  </a:lnTo>
                  <a:lnTo>
                    <a:pt x="260430" y="28421"/>
                  </a:lnTo>
                  <a:lnTo>
                    <a:pt x="255983" y="25532"/>
                  </a:lnTo>
                  <a:lnTo>
                    <a:pt x="251446" y="22786"/>
                  </a:lnTo>
                  <a:lnTo>
                    <a:pt x="246825" y="20186"/>
                  </a:lnTo>
                  <a:lnTo>
                    <a:pt x="242123" y="17733"/>
                  </a:lnTo>
                  <a:lnTo>
                    <a:pt x="237346" y="15431"/>
                  </a:lnTo>
                  <a:lnTo>
                    <a:pt x="232498" y="13281"/>
                  </a:lnTo>
                  <a:lnTo>
                    <a:pt x="227585" y="11286"/>
                  </a:lnTo>
                  <a:lnTo>
                    <a:pt x="222611" y="9448"/>
                  </a:lnTo>
                  <a:lnTo>
                    <a:pt x="217581" y="7769"/>
                  </a:lnTo>
                  <a:lnTo>
                    <a:pt x="212500" y="6250"/>
                  </a:lnTo>
                  <a:lnTo>
                    <a:pt x="207374" y="4893"/>
                  </a:lnTo>
                  <a:lnTo>
                    <a:pt x="202207" y="3700"/>
                  </a:lnTo>
                  <a:lnTo>
                    <a:pt x="197005" y="2670"/>
                  </a:lnTo>
                  <a:lnTo>
                    <a:pt x="191773" y="1807"/>
                  </a:lnTo>
                  <a:lnTo>
                    <a:pt x="186516" y="1109"/>
                  </a:lnTo>
                  <a:lnTo>
                    <a:pt x="181239" y="579"/>
                  </a:lnTo>
                  <a:lnTo>
                    <a:pt x="167166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3779" y="3170392"/>
              <a:ext cx="14073" cy="167167"/>
            </a:xfrm>
            <a:custGeom>
              <a:avLst/>
              <a:pathLst>
                <a:path w="14073" h="167167">
                  <a:moveTo>
                    <a:pt x="14073" y="59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9969" y="2633064"/>
              <a:ext cx="29041" cy="167167"/>
            </a:xfrm>
            <a:custGeom>
              <a:avLst/>
              <a:pathLst>
                <a:path w="29041" h="167167">
                  <a:moveTo>
                    <a:pt x="29041" y="0"/>
                  </a:moveTo>
                  <a:lnTo>
                    <a:pt x="21746" y="159"/>
                  </a:lnTo>
                  <a:lnTo>
                    <a:pt x="14465" y="636"/>
                  </a:lnTo>
                  <a:lnTo>
                    <a:pt x="7211" y="1431"/>
                  </a:lnTo>
                  <a:lnTo>
                    <a:pt x="0" y="2541"/>
                  </a:lnTo>
                  <a:lnTo>
                    <a:pt x="2904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9969" y="2635606"/>
              <a:ext cx="29041" cy="164625"/>
            </a:xfrm>
            <a:custGeom>
              <a:avLst/>
              <a:pathLst>
                <a:path w="29041" h="164625">
                  <a:moveTo>
                    <a:pt x="0" y="0"/>
                  </a:moveTo>
                  <a:lnTo>
                    <a:pt x="29041" y="1646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1844" y="2635606"/>
              <a:ext cx="334334" cy="331772"/>
            </a:xfrm>
            <a:custGeom>
              <a:avLst/>
              <a:pathLst>
                <a:path w="334334" h="331772">
                  <a:moveTo>
                    <a:pt x="138125" y="0"/>
                  </a:moveTo>
                  <a:lnTo>
                    <a:pt x="132917" y="1004"/>
                  </a:lnTo>
                  <a:lnTo>
                    <a:pt x="127744" y="2173"/>
                  </a:lnTo>
                  <a:lnTo>
                    <a:pt x="122610" y="3505"/>
                  </a:lnTo>
                  <a:lnTo>
                    <a:pt x="117521" y="5000"/>
                  </a:lnTo>
                  <a:lnTo>
                    <a:pt x="112482" y="6655"/>
                  </a:lnTo>
                  <a:lnTo>
                    <a:pt x="107498" y="8469"/>
                  </a:lnTo>
                  <a:lnTo>
                    <a:pt x="102574" y="10441"/>
                  </a:lnTo>
                  <a:lnTo>
                    <a:pt x="97715" y="12568"/>
                  </a:lnTo>
                  <a:lnTo>
                    <a:pt x="92926" y="14848"/>
                  </a:lnTo>
                  <a:lnTo>
                    <a:pt x="88212" y="17278"/>
                  </a:lnTo>
                  <a:lnTo>
                    <a:pt x="83577" y="19857"/>
                  </a:lnTo>
                  <a:lnTo>
                    <a:pt x="79027" y="22582"/>
                  </a:lnTo>
                  <a:lnTo>
                    <a:pt x="74565" y="25450"/>
                  </a:lnTo>
                  <a:lnTo>
                    <a:pt x="70196" y="28457"/>
                  </a:lnTo>
                  <a:lnTo>
                    <a:pt x="65925" y="31602"/>
                  </a:lnTo>
                  <a:lnTo>
                    <a:pt x="61756" y="34881"/>
                  </a:lnTo>
                  <a:lnTo>
                    <a:pt x="57693" y="38290"/>
                  </a:lnTo>
                  <a:lnTo>
                    <a:pt x="53740" y="41827"/>
                  </a:lnTo>
                  <a:lnTo>
                    <a:pt x="49902" y="45487"/>
                  </a:lnTo>
                  <a:lnTo>
                    <a:pt x="46181" y="49267"/>
                  </a:lnTo>
                  <a:lnTo>
                    <a:pt x="42582" y="53164"/>
                  </a:lnTo>
                  <a:lnTo>
                    <a:pt x="39109" y="57172"/>
                  </a:lnTo>
                  <a:lnTo>
                    <a:pt x="35765" y="61289"/>
                  </a:lnTo>
                  <a:lnTo>
                    <a:pt x="32552" y="65509"/>
                  </a:lnTo>
                  <a:lnTo>
                    <a:pt x="29476" y="69830"/>
                  </a:lnTo>
                  <a:lnTo>
                    <a:pt x="26538" y="74246"/>
                  </a:lnTo>
                  <a:lnTo>
                    <a:pt x="23741" y="78753"/>
                  </a:lnTo>
                  <a:lnTo>
                    <a:pt x="21089" y="83346"/>
                  </a:lnTo>
                  <a:lnTo>
                    <a:pt x="18584" y="88021"/>
                  </a:lnTo>
                  <a:lnTo>
                    <a:pt x="16229" y="92773"/>
                  </a:lnTo>
                  <a:lnTo>
                    <a:pt x="14025" y="97598"/>
                  </a:lnTo>
                  <a:lnTo>
                    <a:pt x="11976" y="102490"/>
                  </a:lnTo>
                  <a:lnTo>
                    <a:pt x="10083" y="107445"/>
                  </a:lnTo>
                  <a:lnTo>
                    <a:pt x="8348" y="112457"/>
                  </a:lnTo>
                  <a:lnTo>
                    <a:pt x="6773" y="117522"/>
                  </a:lnTo>
                  <a:lnTo>
                    <a:pt x="5359" y="122634"/>
                  </a:lnTo>
                  <a:lnTo>
                    <a:pt x="4109" y="127788"/>
                  </a:lnTo>
                  <a:lnTo>
                    <a:pt x="3022" y="132979"/>
                  </a:lnTo>
                  <a:lnTo>
                    <a:pt x="2101" y="138203"/>
                  </a:lnTo>
                  <a:lnTo>
                    <a:pt x="1346" y="143453"/>
                  </a:lnTo>
                  <a:lnTo>
                    <a:pt x="757" y="148724"/>
                  </a:lnTo>
                  <a:lnTo>
                    <a:pt x="337" y="154011"/>
                  </a:lnTo>
                  <a:lnTo>
                    <a:pt x="84" y="159309"/>
                  </a:lnTo>
                  <a:lnTo>
                    <a:pt x="0" y="164612"/>
                  </a:lnTo>
                  <a:lnTo>
                    <a:pt x="83" y="169916"/>
                  </a:lnTo>
                  <a:lnTo>
                    <a:pt x="335" y="175214"/>
                  </a:lnTo>
                  <a:lnTo>
                    <a:pt x="755" y="180501"/>
                  </a:lnTo>
                  <a:lnTo>
                    <a:pt x="1343" y="185772"/>
                  </a:lnTo>
                  <a:lnTo>
                    <a:pt x="2097" y="191022"/>
                  </a:lnTo>
                  <a:lnTo>
                    <a:pt x="3017" y="196246"/>
                  </a:lnTo>
                  <a:lnTo>
                    <a:pt x="4103" y="201437"/>
                  </a:lnTo>
                  <a:lnTo>
                    <a:pt x="5353" y="206592"/>
                  </a:lnTo>
                  <a:lnTo>
                    <a:pt x="6766" y="211704"/>
                  </a:lnTo>
                  <a:lnTo>
                    <a:pt x="8340" y="216769"/>
                  </a:lnTo>
                  <a:lnTo>
                    <a:pt x="10074" y="221782"/>
                  </a:lnTo>
                  <a:lnTo>
                    <a:pt x="11967" y="226737"/>
                  </a:lnTo>
                  <a:lnTo>
                    <a:pt x="14015" y="231629"/>
                  </a:lnTo>
                  <a:lnTo>
                    <a:pt x="16218" y="236454"/>
                  </a:lnTo>
                  <a:lnTo>
                    <a:pt x="18573" y="241206"/>
                  </a:lnTo>
                  <a:lnTo>
                    <a:pt x="21077" y="245882"/>
                  </a:lnTo>
                  <a:lnTo>
                    <a:pt x="23728" y="250476"/>
                  </a:lnTo>
                  <a:lnTo>
                    <a:pt x="26524" y="254983"/>
                  </a:lnTo>
                  <a:lnTo>
                    <a:pt x="29462" y="259399"/>
                  </a:lnTo>
                  <a:lnTo>
                    <a:pt x="32538" y="263720"/>
                  </a:lnTo>
                  <a:lnTo>
                    <a:pt x="35749" y="267941"/>
                  </a:lnTo>
                  <a:lnTo>
                    <a:pt x="39093" y="272059"/>
                  </a:lnTo>
                  <a:lnTo>
                    <a:pt x="42566" y="276068"/>
                  </a:lnTo>
                  <a:lnTo>
                    <a:pt x="46164" y="279964"/>
                  </a:lnTo>
                  <a:lnTo>
                    <a:pt x="49884" y="283745"/>
                  </a:lnTo>
                  <a:lnTo>
                    <a:pt x="53722" y="287406"/>
                  </a:lnTo>
                  <a:lnTo>
                    <a:pt x="57674" y="290943"/>
                  </a:lnTo>
                  <a:lnTo>
                    <a:pt x="61737" y="294353"/>
                  </a:lnTo>
                  <a:lnTo>
                    <a:pt x="65905" y="297632"/>
                  </a:lnTo>
                  <a:lnTo>
                    <a:pt x="70176" y="300778"/>
                  </a:lnTo>
                  <a:lnTo>
                    <a:pt x="74544" y="303786"/>
                  </a:lnTo>
                  <a:lnTo>
                    <a:pt x="79005" y="306655"/>
                  </a:lnTo>
                  <a:lnTo>
                    <a:pt x="83555" y="309380"/>
                  </a:lnTo>
                  <a:lnTo>
                    <a:pt x="88190" y="311960"/>
                  </a:lnTo>
                  <a:lnTo>
                    <a:pt x="92904" y="314391"/>
                  </a:lnTo>
                  <a:lnTo>
                    <a:pt x="97692" y="316672"/>
                  </a:lnTo>
                  <a:lnTo>
                    <a:pt x="102551" y="318799"/>
                  </a:lnTo>
                  <a:lnTo>
                    <a:pt x="107475" y="320772"/>
                  </a:lnTo>
                  <a:lnTo>
                    <a:pt x="112458" y="322587"/>
                  </a:lnTo>
                  <a:lnTo>
                    <a:pt x="117497" y="324243"/>
                  </a:lnTo>
                  <a:lnTo>
                    <a:pt x="122586" y="325738"/>
                  </a:lnTo>
                  <a:lnTo>
                    <a:pt x="127719" y="327071"/>
                  </a:lnTo>
                  <a:lnTo>
                    <a:pt x="132893" y="328241"/>
                  </a:lnTo>
                  <a:lnTo>
                    <a:pt x="138101" y="329246"/>
                  </a:lnTo>
                  <a:lnTo>
                    <a:pt x="143338" y="330085"/>
                  </a:lnTo>
                  <a:lnTo>
                    <a:pt x="148599" y="330758"/>
                  </a:lnTo>
                  <a:lnTo>
                    <a:pt x="153879" y="331263"/>
                  </a:lnTo>
                  <a:lnTo>
                    <a:pt x="159172" y="331601"/>
                  </a:lnTo>
                  <a:lnTo>
                    <a:pt x="164473" y="331771"/>
                  </a:lnTo>
                  <a:lnTo>
                    <a:pt x="169777" y="331772"/>
                  </a:lnTo>
                  <a:lnTo>
                    <a:pt x="175078" y="331605"/>
                  </a:lnTo>
                  <a:lnTo>
                    <a:pt x="180372" y="331270"/>
                  </a:lnTo>
                  <a:lnTo>
                    <a:pt x="185652" y="330767"/>
                  </a:lnTo>
                  <a:lnTo>
                    <a:pt x="190913" y="330097"/>
                  </a:lnTo>
                  <a:lnTo>
                    <a:pt x="196151" y="329261"/>
                  </a:lnTo>
                  <a:lnTo>
                    <a:pt x="201359" y="328258"/>
                  </a:lnTo>
                  <a:lnTo>
                    <a:pt x="206533" y="327091"/>
                  </a:lnTo>
                  <a:lnTo>
                    <a:pt x="211668" y="325760"/>
                  </a:lnTo>
                  <a:lnTo>
                    <a:pt x="216757" y="324268"/>
                  </a:lnTo>
                  <a:lnTo>
                    <a:pt x="221797" y="322614"/>
                  </a:lnTo>
                  <a:lnTo>
                    <a:pt x="226781" y="320801"/>
                  </a:lnTo>
                  <a:lnTo>
                    <a:pt x="231706" y="318832"/>
                  </a:lnTo>
                  <a:lnTo>
                    <a:pt x="236566" y="316706"/>
                  </a:lnTo>
                  <a:lnTo>
                    <a:pt x="241355" y="314428"/>
                  </a:lnTo>
                  <a:lnTo>
                    <a:pt x="246070" y="311999"/>
                  </a:lnTo>
                  <a:lnTo>
                    <a:pt x="250706" y="309422"/>
                  </a:lnTo>
                  <a:lnTo>
                    <a:pt x="255258" y="306699"/>
                  </a:lnTo>
                  <a:lnTo>
                    <a:pt x="259720" y="303833"/>
                  </a:lnTo>
                  <a:lnTo>
                    <a:pt x="264090" y="300826"/>
                  </a:lnTo>
                  <a:lnTo>
                    <a:pt x="268362" y="297683"/>
                  </a:lnTo>
                  <a:lnTo>
                    <a:pt x="272533" y="294406"/>
                  </a:lnTo>
                  <a:lnTo>
                    <a:pt x="276597" y="290998"/>
                  </a:lnTo>
                  <a:lnTo>
                    <a:pt x="280551" y="287463"/>
                  </a:lnTo>
                  <a:lnTo>
                    <a:pt x="284391" y="283804"/>
                  </a:lnTo>
                  <a:lnTo>
                    <a:pt x="288112" y="280025"/>
                  </a:lnTo>
                  <a:lnTo>
                    <a:pt x="291713" y="276130"/>
                  </a:lnTo>
                  <a:lnTo>
                    <a:pt x="295187" y="272123"/>
                  </a:lnTo>
                  <a:lnTo>
                    <a:pt x="298533" y="268007"/>
                  </a:lnTo>
                  <a:lnTo>
                    <a:pt x="301747" y="263788"/>
                  </a:lnTo>
                  <a:lnTo>
                    <a:pt x="304825" y="259468"/>
                  </a:lnTo>
                  <a:lnTo>
                    <a:pt x="307764" y="255053"/>
                  </a:lnTo>
                  <a:lnTo>
                    <a:pt x="310563" y="250547"/>
                  </a:lnTo>
                  <a:lnTo>
                    <a:pt x="313216" y="245955"/>
                  </a:lnTo>
                  <a:lnTo>
                    <a:pt x="315723" y="241281"/>
                  </a:lnTo>
                  <a:lnTo>
                    <a:pt x="318080" y="236529"/>
                  </a:lnTo>
                  <a:lnTo>
                    <a:pt x="320285" y="231705"/>
                  </a:lnTo>
                  <a:lnTo>
                    <a:pt x="322336" y="226814"/>
                  </a:lnTo>
                  <a:lnTo>
                    <a:pt x="324231" y="221860"/>
                  </a:lnTo>
                  <a:lnTo>
                    <a:pt x="325968" y="216849"/>
                  </a:lnTo>
                  <a:lnTo>
                    <a:pt x="327544" y="211784"/>
                  </a:lnTo>
                  <a:lnTo>
                    <a:pt x="328960" y="206673"/>
                  </a:lnTo>
                  <a:lnTo>
                    <a:pt x="330212" y="201519"/>
                  </a:lnTo>
                  <a:lnTo>
                    <a:pt x="331301" y="196328"/>
                  </a:lnTo>
                  <a:lnTo>
                    <a:pt x="332224" y="191105"/>
                  </a:lnTo>
                  <a:lnTo>
                    <a:pt x="332981" y="185855"/>
                  </a:lnTo>
                  <a:lnTo>
                    <a:pt x="333571" y="180584"/>
                  </a:lnTo>
                  <a:lnTo>
                    <a:pt x="333993" y="175297"/>
                  </a:lnTo>
                  <a:lnTo>
                    <a:pt x="334248" y="169999"/>
                  </a:lnTo>
                  <a:lnTo>
                    <a:pt x="334334" y="164696"/>
                  </a:lnTo>
                  <a:lnTo>
                    <a:pt x="334252" y="159393"/>
                  </a:lnTo>
                  <a:lnTo>
                    <a:pt x="334002" y="154095"/>
                  </a:lnTo>
                  <a:lnTo>
                    <a:pt x="333584" y="148807"/>
                  </a:lnTo>
                  <a:lnTo>
                    <a:pt x="332999" y="143536"/>
                  </a:lnTo>
                  <a:lnTo>
                    <a:pt x="332246" y="138285"/>
                  </a:lnTo>
                  <a:lnTo>
                    <a:pt x="331328" y="133062"/>
                  </a:lnTo>
                  <a:lnTo>
                    <a:pt x="330244" y="127869"/>
                  </a:lnTo>
                  <a:lnTo>
                    <a:pt x="328995" y="122714"/>
                  </a:lnTo>
                  <a:lnTo>
                    <a:pt x="327584" y="117602"/>
                  </a:lnTo>
                  <a:lnTo>
                    <a:pt x="326012" y="112536"/>
                  </a:lnTo>
                  <a:lnTo>
                    <a:pt x="324279" y="107523"/>
                  </a:lnTo>
                  <a:lnTo>
                    <a:pt x="322389" y="102568"/>
                  </a:lnTo>
                  <a:lnTo>
                    <a:pt x="320342" y="97675"/>
                  </a:lnTo>
                  <a:lnTo>
                    <a:pt x="318141" y="92849"/>
                  </a:lnTo>
                  <a:lnTo>
                    <a:pt x="315788" y="88095"/>
                  </a:lnTo>
                  <a:lnTo>
                    <a:pt x="313285" y="83419"/>
                  </a:lnTo>
                  <a:lnTo>
                    <a:pt x="310635" y="78824"/>
                  </a:lnTo>
                  <a:lnTo>
                    <a:pt x="307841" y="74316"/>
                  </a:lnTo>
                  <a:lnTo>
                    <a:pt x="304905" y="69899"/>
                  </a:lnTo>
                  <a:lnTo>
                    <a:pt x="301831" y="65577"/>
                  </a:lnTo>
                  <a:lnTo>
                    <a:pt x="298621" y="61354"/>
                  </a:lnTo>
                  <a:lnTo>
                    <a:pt x="295279" y="57236"/>
                  </a:lnTo>
                  <a:lnTo>
                    <a:pt x="291807" y="53226"/>
                  </a:lnTo>
                  <a:lnTo>
                    <a:pt x="288210" y="49328"/>
                  </a:lnTo>
                  <a:lnTo>
                    <a:pt x="284492" y="45546"/>
                  </a:lnTo>
                  <a:lnTo>
                    <a:pt x="280655" y="41884"/>
                  </a:lnTo>
                  <a:lnTo>
                    <a:pt x="276704" y="38345"/>
                  </a:lnTo>
                  <a:lnTo>
                    <a:pt x="272643" y="34934"/>
                  </a:lnTo>
                  <a:lnTo>
                    <a:pt x="268475" y="31653"/>
                  </a:lnTo>
                  <a:lnTo>
                    <a:pt x="264206" y="28506"/>
                  </a:lnTo>
                  <a:lnTo>
                    <a:pt x="259839" y="25496"/>
                  </a:lnTo>
                  <a:lnTo>
                    <a:pt x="167167" y="164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9011" y="2633064"/>
              <a:ext cx="92671" cy="167167"/>
            </a:xfrm>
            <a:custGeom>
              <a:avLst/>
              <a:pathLst>
                <a:path w="92671" h="167167">
                  <a:moveTo>
                    <a:pt x="92671" y="28038"/>
                  </a:moveTo>
                  <a:lnTo>
                    <a:pt x="87808" y="24918"/>
                  </a:lnTo>
                  <a:lnTo>
                    <a:pt x="82840" y="21969"/>
                  </a:lnTo>
                  <a:lnTo>
                    <a:pt x="77772" y="19193"/>
                  </a:lnTo>
                  <a:lnTo>
                    <a:pt x="72612" y="16594"/>
                  </a:lnTo>
                  <a:lnTo>
                    <a:pt x="67365" y="14174"/>
                  </a:lnTo>
                  <a:lnTo>
                    <a:pt x="62038" y="11938"/>
                  </a:lnTo>
                  <a:lnTo>
                    <a:pt x="56637" y="9886"/>
                  </a:lnTo>
                  <a:lnTo>
                    <a:pt x="51168" y="8023"/>
                  </a:lnTo>
                  <a:lnTo>
                    <a:pt x="45637" y="6350"/>
                  </a:lnTo>
                  <a:lnTo>
                    <a:pt x="40053" y="4869"/>
                  </a:lnTo>
                  <a:lnTo>
                    <a:pt x="34420" y="3582"/>
                  </a:lnTo>
                  <a:lnTo>
                    <a:pt x="28746" y="2490"/>
                  </a:lnTo>
                  <a:lnTo>
                    <a:pt x="23038" y="1595"/>
                  </a:lnTo>
                  <a:lnTo>
                    <a:pt x="17303" y="897"/>
                  </a:lnTo>
                  <a:lnTo>
                    <a:pt x="11546" y="399"/>
                  </a:lnTo>
                  <a:lnTo>
                    <a:pt x="5776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1691" y="2126963"/>
              <a:ext cx="6780" cy="167167"/>
            </a:xfrm>
            <a:custGeom>
              <a:avLst/>
              <a:pathLst>
                <a:path w="6780" h="167167">
                  <a:moveTo>
                    <a:pt x="6780" y="0"/>
                  </a:moveTo>
                  <a:lnTo>
                    <a:pt x="0" y="137"/>
                  </a:lnTo>
                  <a:lnTo>
                    <a:pt x="678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691" y="2127101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561306" y="2127101"/>
              <a:ext cx="333572" cy="334182"/>
            </a:xfrm>
            <a:custGeom>
              <a:avLst/>
              <a:pathLst>
                <a:path w="333572" h="334182">
                  <a:moveTo>
                    <a:pt x="160384" y="0"/>
                  </a:moveTo>
                  <a:lnTo>
                    <a:pt x="155080" y="299"/>
                  </a:lnTo>
                  <a:lnTo>
                    <a:pt x="149788" y="767"/>
                  </a:lnTo>
                  <a:lnTo>
                    <a:pt x="144514" y="1404"/>
                  </a:lnTo>
                  <a:lnTo>
                    <a:pt x="139263" y="2207"/>
                  </a:lnTo>
                  <a:lnTo>
                    <a:pt x="134040" y="3177"/>
                  </a:lnTo>
                  <a:lnTo>
                    <a:pt x="128850" y="4312"/>
                  </a:lnTo>
                  <a:lnTo>
                    <a:pt x="123699" y="5612"/>
                  </a:lnTo>
                  <a:lnTo>
                    <a:pt x="118592" y="7074"/>
                  </a:lnTo>
                  <a:lnTo>
                    <a:pt x="113534" y="8699"/>
                  </a:lnTo>
                  <a:lnTo>
                    <a:pt x="108530" y="10483"/>
                  </a:lnTo>
                  <a:lnTo>
                    <a:pt x="103585" y="12425"/>
                  </a:lnTo>
                  <a:lnTo>
                    <a:pt x="98704" y="14523"/>
                  </a:lnTo>
                  <a:lnTo>
                    <a:pt x="93893" y="16776"/>
                  </a:lnTo>
                  <a:lnTo>
                    <a:pt x="89156" y="19180"/>
                  </a:lnTo>
                  <a:lnTo>
                    <a:pt x="84497" y="21733"/>
                  </a:lnTo>
                  <a:lnTo>
                    <a:pt x="79922" y="24433"/>
                  </a:lnTo>
                  <a:lnTo>
                    <a:pt x="75435" y="27278"/>
                  </a:lnTo>
                  <a:lnTo>
                    <a:pt x="71041" y="30263"/>
                  </a:lnTo>
                  <a:lnTo>
                    <a:pt x="66743" y="33386"/>
                  </a:lnTo>
                  <a:lnTo>
                    <a:pt x="62548" y="36645"/>
                  </a:lnTo>
                  <a:lnTo>
                    <a:pt x="58457" y="40035"/>
                  </a:lnTo>
                  <a:lnTo>
                    <a:pt x="54477" y="43553"/>
                  </a:lnTo>
                  <a:lnTo>
                    <a:pt x="50610" y="47196"/>
                  </a:lnTo>
                  <a:lnTo>
                    <a:pt x="46862" y="50960"/>
                  </a:lnTo>
                  <a:lnTo>
                    <a:pt x="43234" y="54842"/>
                  </a:lnTo>
                  <a:lnTo>
                    <a:pt x="39732" y="58836"/>
                  </a:lnTo>
                  <a:lnTo>
                    <a:pt x="36358" y="62940"/>
                  </a:lnTo>
                  <a:lnTo>
                    <a:pt x="33117" y="67149"/>
                  </a:lnTo>
                  <a:lnTo>
                    <a:pt x="30011" y="71459"/>
                  </a:lnTo>
                  <a:lnTo>
                    <a:pt x="27043" y="75865"/>
                  </a:lnTo>
                  <a:lnTo>
                    <a:pt x="24217" y="80364"/>
                  </a:lnTo>
                  <a:lnTo>
                    <a:pt x="21536" y="84950"/>
                  </a:lnTo>
                  <a:lnTo>
                    <a:pt x="19001" y="89619"/>
                  </a:lnTo>
                  <a:lnTo>
                    <a:pt x="16616" y="94366"/>
                  </a:lnTo>
                  <a:lnTo>
                    <a:pt x="14383" y="99186"/>
                  </a:lnTo>
                  <a:lnTo>
                    <a:pt x="12305" y="104075"/>
                  </a:lnTo>
                  <a:lnTo>
                    <a:pt x="10383" y="109027"/>
                  </a:lnTo>
                  <a:lnTo>
                    <a:pt x="8619" y="114039"/>
                  </a:lnTo>
                  <a:lnTo>
                    <a:pt x="7015" y="119103"/>
                  </a:lnTo>
                  <a:lnTo>
                    <a:pt x="5573" y="124216"/>
                  </a:lnTo>
                  <a:lnTo>
                    <a:pt x="4294" y="129372"/>
                  </a:lnTo>
                  <a:lnTo>
                    <a:pt x="3180" y="134567"/>
                  </a:lnTo>
                  <a:lnTo>
                    <a:pt x="2231" y="139794"/>
                  </a:lnTo>
                  <a:lnTo>
                    <a:pt x="1449" y="145048"/>
                  </a:lnTo>
                  <a:lnTo>
                    <a:pt x="834" y="150325"/>
                  </a:lnTo>
                  <a:lnTo>
                    <a:pt x="387" y="155619"/>
                  </a:lnTo>
                  <a:lnTo>
                    <a:pt x="109" y="160924"/>
                  </a:lnTo>
                  <a:lnTo>
                    <a:pt x="0" y="166235"/>
                  </a:lnTo>
                  <a:lnTo>
                    <a:pt x="59" y="171548"/>
                  </a:lnTo>
                  <a:lnTo>
                    <a:pt x="287" y="176855"/>
                  </a:lnTo>
                  <a:lnTo>
                    <a:pt x="683" y="182153"/>
                  </a:lnTo>
                  <a:lnTo>
                    <a:pt x="1248" y="187435"/>
                  </a:lnTo>
                  <a:lnTo>
                    <a:pt x="1980" y="192697"/>
                  </a:lnTo>
                  <a:lnTo>
                    <a:pt x="2879" y="197933"/>
                  </a:lnTo>
                  <a:lnTo>
                    <a:pt x="3944" y="203137"/>
                  </a:lnTo>
                  <a:lnTo>
                    <a:pt x="5174" y="208306"/>
                  </a:lnTo>
                  <a:lnTo>
                    <a:pt x="6567" y="213432"/>
                  </a:lnTo>
                  <a:lnTo>
                    <a:pt x="8123" y="218512"/>
                  </a:lnTo>
                  <a:lnTo>
                    <a:pt x="9839" y="223539"/>
                  </a:lnTo>
                  <a:lnTo>
                    <a:pt x="11714" y="228510"/>
                  </a:lnTo>
                  <a:lnTo>
                    <a:pt x="13746" y="233418"/>
                  </a:lnTo>
                  <a:lnTo>
                    <a:pt x="15933" y="238260"/>
                  </a:lnTo>
                  <a:lnTo>
                    <a:pt x="18273" y="243029"/>
                  </a:lnTo>
                  <a:lnTo>
                    <a:pt x="20763" y="247722"/>
                  </a:lnTo>
                  <a:lnTo>
                    <a:pt x="23401" y="252333"/>
                  </a:lnTo>
                  <a:lnTo>
                    <a:pt x="26184" y="256858"/>
                  </a:lnTo>
                  <a:lnTo>
                    <a:pt x="29109" y="261293"/>
                  </a:lnTo>
                  <a:lnTo>
                    <a:pt x="32174" y="265632"/>
                  </a:lnTo>
                  <a:lnTo>
                    <a:pt x="35376" y="269871"/>
                  </a:lnTo>
                  <a:lnTo>
                    <a:pt x="38710" y="274007"/>
                  </a:lnTo>
                  <a:lnTo>
                    <a:pt x="42174" y="278035"/>
                  </a:lnTo>
                  <a:lnTo>
                    <a:pt x="45764" y="281950"/>
                  </a:lnTo>
                  <a:lnTo>
                    <a:pt x="49477" y="285750"/>
                  </a:lnTo>
                  <a:lnTo>
                    <a:pt x="53309" y="289430"/>
                  </a:lnTo>
                  <a:lnTo>
                    <a:pt x="57256" y="292986"/>
                  </a:lnTo>
                  <a:lnTo>
                    <a:pt x="61314" y="296414"/>
                  </a:lnTo>
                  <a:lnTo>
                    <a:pt x="65479" y="299712"/>
                  </a:lnTo>
                  <a:lnTo>
                    <a:pt x="69746" y="302877"/>
                  </a:lnTo>
                  <a:lnTo>
                    <a:pt x="74112" y="305903"/>
                  </a:lnTo>
                  <a:lnTo>
                    <a:pt x="78571" y="308790"/>
                  </a:lnTo>
                  <a:lnTo>
                    <a:pt x="83121" y="311534"/>
                  </a:lnTo>
                  <a:lnTo>
                    <a:pt x="87755" y="314131"/>
                  </a:lnTo>
                  <a:lnTo>
                    <a:pt x="92469" y="316580"/>
                  </a:lnTo>
                  <a:lnTo>
                    <a:pt x="97259" y="318878"/>
                  </a:lnTo>
                  <a:lnTo>
                    <a:pt x="102119" y="321023"/>
                  </a:lnTo>
                  <a:lnTo>
                    <a:pt x="107045" y="323012"/>
                  </a:lnTo>
                  <a:lnTo>
                    <a:pt x="112032" y="324843"/>
                  </a:lnTo>
                  <a:lnTo>
                    <a:pt x="117074" y="326516"/>
                  </a:lnTo>
                  <a:lnTo>
                    <a:pt x="122167" y="328027"/>
                  </a:lnTo>
                  <a:lnTo>
                    <a:pt x="127306" y="329375"/>
                  </a:lnTo>
                  <a:lnTo>
                    <a:pt x="132485" y="330560"/>
                  </a:lnTo>
                  <a:lnTo>
                    <a:pt x="137698" y="331579"/>
                  </a:lnTo>
                  <a:lnTo>
                    <a:pt x="142942" y="332432"/>
                  </a:lnTo>
                  <a:lnTo>
                    <a:pt x="148210" y="333119"/>
                  </a:lnTo>
                  <a:lnTo>
                    <a:pt x="153497" y="333637"/>
                  </a:lnTo>
                  <a:lnTo>
                    <a:pt x="158798" y="333987"/>
                  </a:lnTo>
                  <a:lnTo>
                    <a:pt x="164107" y="334169"/>
                  </a:lnTo>
                  <a:lnTo>
                    <a:pt x="169420" y="334182"/>
                  </a:lnTo>
                  <a:lnTo>
                    <a:pt x="174730" y="334026"/>
                  </a:lnTo>
                  <a:lnTo>
                    <a:pt x="180032" y="333701"/>
                  </a:lnTo>
                  <a:lnTo>
                    <a:pt x="185322" y="333208"/>
                  </a:lnTo>
                  <a:lnTo>
                    <a:pt x="190593" y="332547"/>
                  </a:lnTo>
                  <a:lnTo>
                    <a:pt x="195841" y="331719"/>
                  </a:lnTo>
                  <a:lnTo>
                    <a:pt x="201059" y="330725"/>
                  </a:lnTo>
                  <a:lnTo>
                    <a:pt x="206244" y="329565"/>
                  </a:lnTo>
                  <a:lnTo>
                    <a:pt x="211389" y="328241"/>
                  </a:lnTo>
                  <a:lnTo>
                    <a:pt x="216489" y="326755"/>
                  </a:lnTo>
                  <a:lnTo>
                    <a:pt x="221539" y="325107"/>
                  </a:lnTo>
                  <a:lnTo>
                    <a:pt x="226535" y="323299"/>
                  </a:lnTo>
                  <a:lnTo>
                    <a:pt x="231470" y="321334"/>
                  </a:lnTo>
                  <a:lnTo>
                    <a:pt x="236341" y="319212"/>
                  </a:lnTo>
                  <a:lnTo>
                    <a:pt x="241142" y="316937"/>
                  </a:lnTo>
                  <a:lnTo>
                    <a:pt x="245868" y="314511"/>
                  </a:lnTo>
                  <a:lnTo>
                    <a:pt x="250514" y="311936"/>
                  </a:lnTo>
                  <a:lnTo>
                    <a:pt x="255076" y="309214"/>
                  </a:lnTo>
                  <a:lnTo>
                    <a:pt x="259550" y="306349"/>
                  </a:lnTo>
                  <a:lnTo>
                    <a:pt x="263930" y="303343"/>
                  </a:lnTo>
                  <a:lnTo>
                    <a:pt x="268213" y="300200"/>
                  </a:lnTo>
                  <a:lnTo>
                    <a:pt x="272393" y="296921"/>
                  </a:lnTo>
                  <a:lnTo>
                    <a:pt x="276468" y="293512"/>
                  </a:lnTo>
                  <a:lnTo>
                    <a:pt x="280431" y="289975"/>
                  </a:lnTo>
                  <a:lnTo>
                    <a:pt x="284281" y="286314"/>
                  </a:lnTo>
                  <a:lnTo>
                    <a:pt x="288012" y="282532"/>
                  </a:lnTo>
                  <a:lnTo>
                    <a:pt x="291621" y="278634"/>
                  </a:lnTo>
                  <a:lnTo>
                    <a:pt x="295105" y="274623"/>
                  </a:lnTo>
                  <a:lnTo>
                    <a:pt x="298459" y="270503"/>
                  </a:lnTo>
                  <a:lnTo>
                    <a:pt x="301680" y="266279"/>
                  </a:lnTo>
                  <a:lnTo>
                    <a:pt x="304766" y="261955"/>
                  </a:lnTo>
                  <a:lnTo>
                    <a:pt x="307713" y="257535"/>
                  </a:lnTo>
                  <a:lnTo>
                    <a:pt x="310518" y="253023"/>
                  </a:lnTo>
                  <a:lnTo>
                    <a:pt x="313178" y="248425"/>
                  </a:lnTo>
                  <a:lnTo>
                    <a:pt x="315691" y="243744"/>
                  </a:lnTo>
                  <a:lnTo>
                    <a:pt x="318053" y="238986"/>
                  </a:lnTo>
                  <a:lnTo>
                    <a:pt x="320264" y="234155"/>
                  </a:lnTo>
                  <a:lnTo>
                    <a:pt x="322319" y="229256"/>
                  </a:lnTo>
                  <a:lnTo>
                    <a:pt x="324218" y="224295"/>
                  </a:lnTo>
                  <a:lnTo>
                    <a:pt x="325958" y="219275"/>
                  </a:lnTo>
                  <a:lnTo>
                    <a:pt x="327538" y="214203"/>
                  </a:lnTo>
                  <a:lnTo>
                    <a:pt x="328956" y="209083"/>
                  </a:lnTo>
                  <a:lnTo>
                    <a:pt x="330211" y="203921"/>
                  </a:lnTo>
                  <a:lnTo>
                    <a:pt x="331301" y="198722"/>
                  </a:lnTo>
                  <a:lnTo>
                    <a:pt x="332225" y="193490"/>
                  </a:lnTo>
                  <a:lnTo>
                    <a:pt x="332982" y="188232"/>
                  </a:lnTo>
                  <a:lnTo>
                    <a:pt x="333572" y="182953"/>
                  </a:lnTo>
                  <a:lnTo>
                    <a:pt x="167165" y="1670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8472" y="2126963"/>
              <a:ext cx="167167" cy="183090"/>
            </a:xfrm>
            <a:custGeom>
              <a:avLst/>
              <a:pathLst>
                <a:path w="167167" h="183090">
                  <a:moveTo>
                    <a:pt x="166407" y="183090"/>
                  </a:moveTo>
                  <a:lnTo>
                    <a:pt x="166832" y="177751"/>
                  </a:lnTo>
                  <a:lnTo>
                    <a:pt x="167085" y="172401"/>
                  </a:lnTo>
                  <a:lnTo>
                    <a:pt x="167167" y="167045"/>
                  </a:lnTo>
                  <a:lnTo>
                    <a:pt x="167077" y="161690"/>
                  </a:lnTo>
                  <a:lnTo>
                    <a:pt x="166816" y="156340"/>
                  </a:lnTo>
                  <a:lnTo>
                    <a:pt x="166383" y="151001"/>
                  </a:lnTo>
                  <a:lnTo>
                    <a:pt x="165780" y="145679"/>
                  </a:lnTo>
                  <a:lnTo>
                    <a:pt x="165007" y="140379"/>
                  </a:lnTo>
                  <a:lnTo>
                    <a:pt x="164064" y="135106"/>
                  </a:lnTo>
                  <a:lnTo>
                    <a:pt x="162952" y="129867"/>
                  </a:lnTo>
                  <a:lnTo>
                    <a:pt x="161674" y="124666"/>
                  </a:lnTo>
                  <a:lnTo>
                    <a:pt x="160229" y="119508"/>
                  </a:lnTo>
                  <a:lnTo>
                    <a:pt x="158620" y="114399"/>
                  </a:lnTo>
                  <a:lnTo>
                    <a:pt x="156848" y="109344"/>
                  </a:lnTo>
                  <a:lnTo>
                    <a:pt x="154915" y="104349"/>
                  </a:lnTo>
                  <a:lnTo>
                    <a:pt x="152823" y="99418"/>
                  </a:lnTo>
                  <a:lnTo>
                    <a:pt x="150574" y="94557"/>
                  </a:lnTo>
                  <a:lnTo>
                    <a:pt x="148171" y="89771"/>
                  </a:lnTo>
                  <a:lnTo>
                    <a:pt x="145615" y="85063"/>
                  </a:lnTo>
                  <a:lnTo>
                    <a:pt x="142910" y="80441"/>
                  </a:lnTo>
                  <a:lnTo>
                    <a:pt x="140058" y="75907"/>
                  </a:lnTo>
                  <a:lnTo>
                    <a:pt x="137063" y="71466"/>
                  </a:lnTo>
                  <a:lnTo>
                    <a:pt x="133927" y="67125"/>
                  </a:lnTo>
                  <a:lnTo>
                    <a:pt x="130653" y="62885"/>
                  </a:lnTo>
                  <a:lnTo>
                    <a:pt x="127245" y="58753"/>
                  </a:lnTo>
                  <a:lnTo>
                    <a:pt x="123706" y="54732"/>
                  </a:lnTo>
                  <a:lnTo>
                    <a:pt x="120041" y="50827"/>
                  </a:lnTo>
                  <a:lnTo>
                    <a:pt x="116252" y="47041"/>
                  </a:lnTo>
                  <a:lnTo>
                    <a:pt x="112344" y="43378"/>
                  </a:lnTo>
                  <a:lnTo>
                    <a:pt x="108321" y="39842"/>
                  </a:lnTo>
                  <a:lnTo>
                    <a:pt x="104186" y="36438"/>
                  </a:lnTo>
                  <a:lnTo>
                    <a:pt x="99944" y="33167"/>
                  </a:lnTo>
                  <a:lnTo>
                    <a:pt x="95600" y="30034"/>
                  </a:lnTo>
                  <a:lnTo>
                    <a:pt x="91158" y="27041"/>
                  </a:lnTo>
                  <a:lnTo>
                    <a:pt x="86622" y="24193"/>
                  </a:lnTo>
                  <a:lnTo>
                    <a:pt x="81997" y="21491"/>
                  </a:lnTo>
                  <a:lnTo>
                    <a:pt x="77288" y="18939"/>
                  </a:lnTo>
                  <a:lnTo>
                    <a:pt x="72499" y="16539"/>
                  </a:lnTo>
                  <a:lnTo>
                    <a:pt x="67637" y="14294"/>
                  </a:lnTo>
                  <a:lnTo>
                    <a:pt x="62704" y="12205"/>
                  </a:lnTo>
                  <a:lnTo>
                    <a:pt x="57708" y="10276"/>
                  </a:lnTo>
                  <a:lnTo>
                    <a:pt x="52652" y="8508"/>
                  </a:lnTo>
                  <a:lnTo>
                    <a:pt x="47542" y="6903"/>
                  </a:lnTo>
                  <a:lnTo>
                    <a:pt x="42383" y="5462"/>
                  </a:lnTo>
                  <a:lnTo>
                    <a:pt x="37181" y="4187"/>
                  </a:lnTo>
                  <a:lnTo>
                    <a:pt x="31940" y="3079"/>
                  </a:lnTo>
                  <a:lnTo>
                    <a:pt x="26667" y="2140"/>
                  </a:lnTo>
                  <a:lnTo>
                    <a:pt x="21367" y="1371"/>
                  </a:lnTo>
                  <a:lnTo>
                    <a:pt x="16044" y="771"/>
                  </a:lnTo>
                  <a:lnTo>
                    <a:pt x="10705" y="343"/>
                  </a:lnTo>
                  <a:lnTo>
                    <a:pt x="535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1133" y="1681503"/>
              <a:ext cx="12101" cy="167167"/>
            </a:xfrm>
            <a:custGeom>
              <a:avLst/>
              <a:pathLst>
                <a:path w="12101" h="167167">
                  <a:moveTo>
                    <a:pt x="12101" y="0"/>
                  </a:moveTo>
                  <a:lnTo>
                    <a:pt x="0" y="438"/>
                  </a:lnTo>
                  <a:lnTo>
                    <a:pt x="1210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1133" y="1681941"/>
              <a:ext cx="12101" cy="166728"/>
            </a:xfrm>
            <a:custGeom>
              <a:avLst/>
              <a:pathLst>
                <a:path w="12101" h="166728">
                  <a:moveTo>
                    <a:pt x="0" y="0"/>
                  </a:moveTo>
                  <a:lnTo>
                    <a:pt x="12101" y="1667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256076" y="1681941"/>
              <a:ext cx="334308" cy="333895"/>
            </a:xfrm>
            <a:custGeom>
              <a:avLst/>
              <a:pathLst>
                <a:path w="334308" h="333895">
                  <a:moveTo>
                    <a:pt x="155057" y="0"/>
                  </a:moveTo>
                  <a:lnTo>
                    <a:pt x="149785" y="466"/>
                  </a:lnTo>
                  <a:lnTo>
                    <a:pt x="144530" y="1099"/>
                  </a:lnTo>
                  <a:lnTo>
                    <a:pt x="139298" y="1899"/>
                  </a:lnTo>
                  <a:lnTo>
                    <a:pt x="134094" y="2863"/>
                  </a:lnTo>
                  <a:lnTo>
                    <a:pt x="128923" y="3992"/>
                  </a:lnTo>
                  <a:lnTo>
                    <a:pt x="123791" y="5284"/>
                  </a:lnTo>
                  <a:lnTo>
                    <a:pt x="118701" y="6738"/>
                  </a:lnTo>
                  <a:lnTo>
                    <a:pt x="113661" y="8352"/>
                  </a:lnTo>
                  <a:lnTo>
                    <a:pt x="108674" y="10125"/>
                  </a:lnTo>
                  <a:lnTo>
                    <a:pt x="103746" y="12055"/>
                  </a:lnTo>
                  <a:lnTo>
                    <a:pt x="98881" y="14140"/>
                  </a:lnTo>
                  <a:lnTo>
                    <a:pt x="94085" y="16378"/>
                  </a:lnTo>
                  <a:lnTo>
                    <a:pt x="89362" y="18767"/>
                  </a:lnTo>
                  <a:lnTo>
                    <a:pt x="84717" y="21304"/>
                  </a:lnTo>
                  <a:lnTo>
                    <a:pt x="80154" y="23986"/>
                  </a:lnTo>
                  <a:lnTo>
                    <a:pt x="75679" y="26812"/>
                  </a:lnTo>
                  <a:lnTo>
                    <a:pt x="71296" y="29778"/>
                  </a:lnTo>
                  <a:lnTo>
                    <a:pt x="67008" y="32882"/>
                  </a:lnTo>
                  <a:lnTo>
                    <a:pt x="62821" y="36119"/>
                  </a:lnTo>
                  <a:lnTo>
                    <a:pt x="58739" y="39488"/>
                  </a:lnTo>
                  <a:lnTo>
                    <a:pt x="54765" y="42984"/>
                  </a:lnTo>
                  <a:lnTo>
                    <a:pt x="50904" y="46604"/>
                  </a:lnTo>
                  <a:lnTo>
                    <a:pt x="47159" y="50344"/>
                  </a:lnTo>
                  <a:lnTo>
                    <a:pt x="43535" y="54201"/>
                  </a:lnTo>
                  <a:lnTo>
                    <a:pt x="40035" y="58171"/>
                  </a:lnTo>
                  <a:lnTo>
                    <a:pt x="36662" y="62250"/>
                  </a:lnTo>
                  <a:lnTo>
                    <a:pt x="33420" y="66434"/>
                  </a:lnTo>
                  <a:lnTo>
                    <a:pt x="30312" y="70718"/>
                  </a:lnTo>
                  <a:lnTo>
                    <a:pt x="27341" y="75098"/>
                  </a:lnTo>
                  <a:lnTo>
                    <a:pt x="24510" y="79570"/>
                  </a:lnTo>
                  <a:lnTo>
                    <a:pt x="21823" y="84130"/>
                  </a:lnTo>
                  <a:lnTo>
                    <a:pt x="19281" y="88772"/>
                  </a:lnTo>
                  <a:lnTo>
                    <a:pt x="16887" y="93492"/>
                  </a:lnTo>
                  <a:lnTo>
                    <a:pt x="14644" y="98286"/>
                  </a:lnTo>
                  <a:lnTo>
                    <a:pt x="12554" y="103149"/>
                  </a:lnTo>
                  <a:lnTo>
                    <a:pt x="10618" y="108075"/>
                  </a:lnTo>
                  <a:lnTo>
                    <a:pt x="8840" y="113060"/>
                  </a:lnTo>
                  <a:lnTo>
                    <a:pt x="7220" y="118099"/>
                  </a:lnTo>
                  <a:lnTo>
                    <a:pt x="5761" y="123186"/>
                  </a:lnTo>
                  <a:lnTo>
                    <a:pt x="4464" y="128317"/>
                  </a:lnTo>
                  <a:lnTo>
                    <a:pt x="3329" y="133487"/>
                  </a:lnTo>
                  <a:lnTo>
                    <a:pt x="2359" y="138690"/>
                  </a:lnTo>
                  <a:lnTo>
                    <a:pt x="1554" y="143921"/>
                  </a:lnTo>
                  <a:lnTo>
                    <a:pt x="915" y="149175"/>
                  </a:lnTo>
                  <a:lnTo>
                    <a:pt x="443" y="154447"/>
                  </a:lnTo>
                  <a:lnTo>
                    <a:pt x="137" y="159731"/>
                  </a:lnTo>
                  <a:lnTo>
                    <a:pt x="0" y="165022"/>
                  </a:lnTo>
                  <a:lnTo>
                    <a:pt x="29" y="170314"/>
                  </a:lnTo>
                  <a:lnTo>
                    <a:pt x="227" y="175603"/>
                  </a:lnTo>
                  <a:lnTo>
                    <a:pt x="591" y="180883"/>
                  </a:lnTo>
                  <a:lnTo>
                    <a:pt x="1123" y="186149"/>
                  </a:lnTo>
                  <a:lnTo>
                    <a:pt x="1821" y="191396"/>
                  </a:lnTo>
                  <a:lnTo>
                    <a:pt x="2685" y="196618"/>
                  </a:lnTo>
                  <a:lnTo>
                    <a:pt x="3713" y="201809"/>
                  </a:lnTo>
                  <a:lnTo>
                    <a:pt x="4906" y="206966"/>
                  </a:lnTo>
                  <a:lnTo>
                    <a:pt x="6261" y="212082"/>
                  </a:lnTo>
                  <a:lnTo>
                    <a:pt x="7777" y="217153"/>
                  </a:lnTo>
                  <a:lnTo>
                    <a:pt x="9453" y="222173"/>
                  </a:lnTo>
                  <a:lnTo>
                    <a:pt x="11288" y="227138"/>
                  </a:lnTo>
                  <a:lnTo>
                    <a:pt x="13278" y="232042"/>
                  </a:lnTo>
                  <a:lnTo>
                    <a:pt x="15423" y="236881"/>
                  </a:lnTo>
                  <a:lnTo>
                    <a:pt x="17720" y="241649"/>
                  </a:lnTo>
                  <a:lnTo>
                    <a:pt x="20167" y="246342"/>
                  </a:lnTo>
                  <a:lnTo>
                    <a:pt x="22761" y="250956"/>
                  </a:lnTo>
                  <a:lnTo>
                    <a:pt x="25499" y="255485"/>
                  </a:lnTo>
                  <a:lnTo>
                    <a:pt x="28380" y="259925"/>
                  </a:lnTo>
                  <a:lnTo>
                    <a:pt x="31400" y="264271"/>
                  </a:lnTo>
                  <a:lnTo>
                    <a:pt x="34556" y="268520"/>
                  </a:lnTo>
                  <a:lnTo>
                    <a:pt x="37845" y="272667"/>
                  </a:lnTo>
                  <a:lnTo>
                    <a:pt x="41263" y="276708"/>
                  </a:lnTo>
                  <a:lnTo>
                    <a:pt x="44808" y="280638"/>
                  </a:lnTo>
                  <a:lnTo>
                    <a:pt x="48475" y="284454"/>
                  </a:lnTo>
                  <a:lnTo>
                    <a:pt x="52262" y="288152"/>
                  </a:lnTo>
                  <a:lnTo>
                    <a:pt x="56163" y="291729"/>
                  </a:lnTo>
                  <a:lnTo>
                    <a:pt x="60176" y="295180"/>
                  </a:lnTo>
                  <a:lnTo>
                    <a:pt x="64296" y="298502"/>
                  </a:lnTo>
                  <a:lnTo>
                    <a:pt x="68519" y="301692"/>
                  </a:lnTo>
                  <a:lnTo>
                    <a:pt x="72841" y="304747"/>
                  </a:lnTo>
                  <a:lnTo>
                    <a:pt x="77258" y="307664"/>
                  </a:lnTo>
                  <a:lnTo>
                    <a:pt x="81764" y="310439"/>
                  </a:lnTo>
                  <a:lnTo>
                    <a:pt x="86357" y="313071"/>
                  </a:lnTo>
                  <a:lnTo>
                    <a:pt x="91030" y="315555"/>
                  </a:lnTo>
                  <a:lnTo>
                    <a:pt x="95780" y="317891"/>
                  </a:lnTo>
                  <a:lnTo>
                    <a:pt x="100601" y="320075"/>
                  </a:lnTo>
                  <a:lnTo>
                    <a:pt x="105489" y="322105"/>
                  </a:lnTo>
                  <a:lnTo>
                    <a:pt x="110438" y="323979"/>
                  </a:lnTo>
                  <a:lnTo>
                    <a:pt x="115445" y="325696"/>
                  </a:lnTo>
                  <a:lnTo>
                    <a:pt x="120503" y="327253"/>
                  </a:lnTo>
                  <a:lnTo>
                    <a:pt x="125608" y="328650"/>
                  </a:lnTo>
                  <a:lnTo>
                    <a:pt x="130755" y="329884"/>
                  </a:lnTo>
                  <a:lnTo>
                    <a:pt x="135938" y="330955"/>
                  </a:lnTo>
                  <a:lnTo>
                    <a:pt x="141153" y="331861"/>
                  </a:lnTo>
                  <a:lnTo>
                    <a:pt x="146394" y="332601"/>
                  </a:lnTo>
                  <a:lnTo>
                    <a:pt x="151655" y="333175"/>
                  </a:lnTo>
                  <a:lnTo>
                    <a:pt x="156932" y="333583"/>
                  </a:lnTo>
                  <a:lnTo>
                    <a:pt x="162219" y="333823"/>
                  </a:lnTo>
                  <a:lnTo>
                    <a:pt x="167512" y="333895"/>
                  </a:lnTo>
                  <a:lnTo>
                    <a:pt x="172803" y="333800"/>
                  </a:lnTo>
                  <a:lnTo>
                    <a:pt x="178090" y="333538"/>
                  </a:lnTo>
                  <a:lnTo>
                    <a:pt x="183365" y="333108"/>
                  </a:lnTo>
                  <a:lnTo>
                    <a:pt x="188624" y="332512"/>
                  </a:lnTo>
                  <a:lnTo>
                    <a:pt x="193861" y="331749"/>
                  </a:lnTo>
                  <a:lnTo>
                    <a:pt x="199072" y="330821"/>
                  </a:lnTo>
                  <a:lnTo>
                    <a:pt x="204251" y="329729"/>
                  </a:lnTo>
                  <a:lnTo>
                    <a:pt x="209392" y="328473"/>
                  </a:lnTo>
                  <a:lnTo>
                    <a:pt x="214491" y="327055"/>
                  </a:lnTo>
                  <a:lnTo>
                    <a:pt x="219543" y="325476"/>
                  </a:lnTo>
                  <a:lnTo>
                    <a:pt x="224542" y="323738"/>
                  </a:lnTo>
                  <a:lnTo>
                    <a:pt x="229484" y="321843"/>
                  </a:lnTo>
                  <a:lnTo>
                    <a:pt x="234363" y="319792"/>
                  </a:lnTo>
                  <a:lnTo>
                    <a:pt x="239175" y="317588"/>
                  </a:lnTo>
                  <a:lnTo>
                    <a:pt x="243915" y="315232"/>
                  </a:lnTo>
                  <a:lnTo>
                    <a:pt x="248578" y="312728"/>
                  </a:lnTo>
                  <a:lnTo>
                    <a:pt x="253159" y="310077"/>
                  </a:lnTo>
                  <a:lnTo>
                    <a:pt x="257654" y="307283"/>
                  </a:lnTo>
                  <a:lnTo>
                    <a:pt x="262058" y="304348"/>
                  </a:lnTo>
                  <a:lnTo>
                    <a:pt x="266367" y="301274"/>
                  </a:lnTo>
                  <a:lnTo>
                    <a:pt x="270576" y="298066"/>
                  </a:lnTo>
                  <a:lnTo>
                    <a:pt x="274682" y="294726"/>
                  </a:lnTo>
                  <a:lnTo>
                    <a:pt x="278681" y="291258"/>
                  </a:lnTo>
                  <a:lnTo>
                    <a:pt x="282567" y="287665"/>
                  </a:lnTo>
                  <a:lnTo>
                    <a:pt x="286338" y="283951"/>
                  </a:lnTo>
                  <a:lnTo>
                    <a:pt x="289989" y="280120"/>
                  </a:lnTo>
                  <a:lnTo>
                    <a:pt x="293517" y="276174"/>
                  </a:lnTo>
                  <a:lnTo>
                    <a:pt x="296918" y="272119"/>
                  </a:lnTo>
                  <a:lnTo>
                    <a:pt x="300190" y="267959"/>
                  </a:lnTo>
                  <a:lnTo>
                    <a:pt x="303328" y="263697"/>
                  </a:lnTo>
                  <a:lnTo>
                    <a:pt x="306329" y="259337"/>
                  </a:lnTo>
                  <a:lnTo>
                    <a:pt x="309191" y="254885"/>
                  </a:lnTo>
                  <a:lnTo>
                    <a:pt x="311911" y="250345"/>
                  </a:lnTo>
                  <a:lnTo>
                    <a:pt x="314485" y="245720"/>
                  </a:lnTo>
                  <a:lnTo>
                    <a:pt x="316912" y="241017"/>
                  </a:lnTo>
                  <a:lnTo>
                    <a:pt x="319189" y="236239"/>
                  </a:lnTo>
                  <a:lnTo>
                    <a:pt x="321313" y="231391"/>
                  </a:lnTo>
                  <a:lnTo>
                    <a:pt x="323283" y="226479"/>
                  </a:lnTo>
                  <a:lnTo>
                    <a:pt x="325096" y="221506"/>
                  </a:lnTo>
                  <a:lnTo>
                    <a:pt x="326751" y="216479"/>
                  </a:lnTo>
                  <a:lnTo>
                    <a:pt x="328246" y="211402"/>
                  </a:lnTo>
                  <a:lnTo>
                    <a:pt x="329579" y="206280"/>
                  </a:lnTo>
                  <a:lnTo>
                    <a:pt x="330750" y="201118"/>
                  </a:lnTo>
                  <a:lnTo>
                    <a:pt x="331757" y="195922"/>
                  </a:lnTo>
                  <a:lnTo>
                    <a:pt x="332598" y="190697"/>
                  </a:lnTo>
                  <a:lnTo>
                    <a:pt x="333274" y="185447"/>
                  </a:lnTo>
                  <a:lnTo>
                    <a:pt x="333784" y="180179"/>
                  </a:lnTo>
                  <a:lnTo>
                    <a:pt x="334126" y="174898"/>
                  </a:lnTo>
                  <a:lnTo>
                    <a:pt x="334301" y="169608"/>
                  </a:lnTo>
                  <a:lnTo>
                    <a:pt x="334308" y="164315"/>
                  </a:lnTo>
                  <a:lnTo>
                    <a:pt x="334148" y="159025"/>
                  </a:lnTo>
                  <a:lnTo>
                    <a:pt x="333821" y="153742"/>
                  </a:lnTo>
                  <a:lnTo>
                    <a:pt x="333326" y="148473"/>
                  </a:lnTo>
                  <a:lnTo>
                    <a:pt x="332665" y="143221"/>
                  </a:lnTo>
                  <a:lnTo>
                    <a:pt x="331838" y="137994"/>
                  </a:lnTo>
                  <a:lnTo>
                    <a:pt x="330845" y="132795"/>
                  </a:lnTo>
                  <a:lnTo>
                    <a:pt x="329689" y="127630"/>
                  </a:lnTo>
                  <a:lnTo>
                    <a:pt x="328370" y="122504"/>
                  </a:lnTo>
                  <a:lnTo>
                    <a:pt x="326889" y="117423"/>
                  </a:lnTo>
                  <a:lnTo>
                    <a:pt x="325248" y="112391"/>
                  </a:lnTo>
                  <a:lnTo>
                    <a:pt x="323449" y="107414"/>
                  </a:lnTo>
                  <a:lnTo>
                    <a:pt x="321493" y="102496"/>
                  </a:lnTo>
                  <a:lnTo>
                    <a:pt x="319382" y="97642"/>
                  </a:lnTo>
                  <a:lnTo>
                    <a:pt x="317119" y="92858"/>
                  </a:lnTo>
                  <a:lnTo>
                    <a:pt x="314705" y="88148"/>
                  </a:lnTo>
                  <a:lnTo>
                    <a:pt x="312143" y="83516"/>
                  </a:lnTo>
                  <a:lnTo>
                    <a:pt x="309436" y="78968"/>
                  </a:lnTo>
                  <a:lnTo>
                    <a:pt x="306587" y="74508"/>
                  </a:lnTo>
                  <a:lnTo>
                    <a:pt x="303597" y="70140"/>
                  </a:lnTo>
                  <a:lnTo>
                    <a:pt x="300471" y="65869"/>
                  </a:lnTo>
                  <a:lnTo>
                    <a:pt x="297212" y="61699"/>
                  </a:lnTo>
                  <a:lnTo>
                    <a:pt x="293822" y="57635"/>
                  </a:lnTo>
                  <a:lnTo>
                    <a:pt x="290304" y="53680"/>
                  </a:lnTo>
                  <a:lnTo>
                    <a:pt x="286664" y="49838"/>
                  </a:lnTo>
                  <a:lnTo>
                    <a:pt x="282904" y="46113"/>
                  </a:lnTo>
                  <a:lnTo>
                    <a:pt x="279027" y="42510"/>
                  </a:lnTo>
                  <a:lnTo>
                    <a:pt x="275039" y="39031"/>
                  </a:lnTo>
                  <a:lnTo>
                    <a:pt x="270942" y="35679"/>
                  </a:lnTo>
                  <a:lnTo>
                    <a:pt x="266742" y="32460"/>
                  </a:lnTo>
                  <a:lnTo>
                    <a:pt x="262441" y="29374"/>
                  </a:lnTo>
                  <a:lnTo>
                    <a:pt x="258045" y="26427"/>
                  </a:lnTo>
                  <a:lnTo>
                    <a:pt x="253558" y="23620"/>
                  </a:lnTo>
                  <a:lnTo>
                    <a:pt x="248984" y="20956"/>
                  </a:lnTo>
                  <a:lnTo>
                    <a:pt x="244329" y="18439"/>
                  </a:lnTo>
                  <a:lnTo>
                    <a:pt x="239596" y="16070"/>
                  </a:lnTo>
                  <a:lnTo>
                    <a:pt x="234790" y="13853"/>
                  </a:lnTo>
                  <a:lnTo>
                    <a:pt x="229916" y="11788"/>
                  </a:lnTo>
                  <a:lnTo>
                    <a:pt x="224980" y="9879"/>
                  </a:lnTo>
                  <a:lnTo>
                    <a:pt x="219986" y="8128"/>
                  </a:lnTo>
                  <a:lnTo>
                    <a:pt x="214938" y="6535"/>
                  </a:lnTo>
                  <a:lnTo>
                    <a:pt x="209843" y="5102"/>
                  </a:lnTo>
                  <a:lnTo>
                    <a:pt x="204705" y="3832"/>
                  </a:lnTo>
                  <a:lnTo>
                    <a:pt x="167158" y="1667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23235" y="1681503"/>
              <a:ext cx="37546" cy="167167"/>
            </a:xfrm>
            <a:custGeom>
              <a:avLst/>
              <a:pathLst>
                <a:path w="37546" h="167167">
                  <a:moveTo>
                    <a:pt x="37546" y="4271"/>
                  </a:moveTo>
                  <a:lnTo>
                    <a:pt x="31371" y="2969"/>
                  </a:lnTo>
                  <a:lnTo>
                    <a:pt x="25150" y="1902"/>
                  </a:lnTo>
                  <a:lnTo>
                    <a:pt x="18894" y="1071"/>
                  </a:lnTo>
                  <a:lnTo>
                    <a:pt x="12611" y="476"/>
                  </a:lnTo>
                  <a:lnTo>
                    <a:pt x="6310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853873" y="1322571"/>
              <a:ext cx="167165" cy="307930"/>
            </a:xfrm>
            <a:custGeom>
              <a:avLst/>
              <a:pathLst>
                <a:path w="167165" h="307930">
                  <a:moveTo>
                    <a:pt x="167165" y="0"/>
                  </a:moveTo>
                  <a:lnTo>
                    <a:pt x="161792" y="86"/>
                  </a:lnTo>
                  <a:lnTo>
                    <a:pt x="156424" y="345"/>
                  </a:lnTo>
                  <a:lnTo>
                    <a:pt x="151068" y="776"/>
                  </a:lnTo>
                  <a:lnTo>
                    <a:pt x="145728" y="1380"/>
                  </a:lnTo>
                  <a:lnTo>
                    <a:pt x="140410" y="2154"/>
                  </a:lnTo>
                  <a:lnTo>
                    <a:pt x="135120" y="3100"/>
                  </a:lnTo>
                  <a:lnTo>
                    <a:pt x="129863" y="4215"/>
                  </a:lnTo>
                  <a:lnTo>
                    <a:pt x="124644" y="5498"/>
                  </a:lnTo>
                  <a:lnTo>
                    <a:pt x="119470" y="6948"/>
                  </a:lnTo>
                  <a:lnTo>
                    <a:pt x="114345" y="8564"/>
                  </a:lnTo>
                  <a:lnTo>
                    <a:pt x="109274" y="10344"/>
                  </a:lnTo>
                  <a:lnTo>
                    <a:pt x="104263" y="12285"/>
                  </a:lnTo>
                  <a:lnTo>
                    <a:pt x="99317" y="14387"/>
                  </a:lnTo>
                  <a:lnTo>
                    <a:pt x="94442" y="16647"/>
                  </a:lnTo>
                  <a:lnTo>
                    <a:pt x="89641" y="19062"/>
                  </a:lnTo>
                  <a:lnTo>
                    <a:pt x="84921" y="21631"/>
                  </a:lnTo>
                  <a:lnTo>
                    <a:pt x="80285" y="24350"/>
                  </a:lnTo>
                  <a:lnTo>
                    <a:pt x="75740" y="27216"/>
                  </a:lnTo>
                  <a:lnTo>
                    <a:pt x="71288" y="30227"/>
                  </a:lnTo>
                  <a:lnTo>
                    <a:pt x="66936" y="33379"/>
                  </a:lnTo>
                  <a:lnTo>
                    <a:pt x="62688" y="36670"/>
                  </a:lnTo>
                  <a:lnTo>
                    <a:pt x="58547" y="40096"/>
                  </a:lnTo>
                  <a:lnTo>
                    <a:pt x="54519" y="43653"/>
                  </a:lnTo>
                  <a:lnTo>
                    <a:pt x="50607" y="47337"/>
                  </a:lnTo>
                  <a:lnTo>
                    <a:pt x="46816" y="51146"/>
                  </a:lnTo>
                  <a:lnTo>
                    <a:pt x="43149" y="55074"/>
                  </a:lnTo>
                  <a:lnTo>
                    <a:pt x="39610" y="59118"/>
                  </a:lnTo>
                  <a:lnTo>
                    <a:pt x="36203" y="63274"/>
                  </a:lnTo>
                  <a:lnTo>
                    <a:pt x="32931" y="67537"/>
                  </a:lnTo>
                  <a:lnTo>
                    <a:pt x="29798" y="71903"/>
                  </a:lnTo>
                  <a:lnTo>
                    <a:pt x="26807" y="76368"/>
                  </a:lnTo>
                  <a:lnTo>
                    <a:pt x="23961" y="80926"/>
                  </a:lnTo>
                  <a:lnTo>
                    <a:pt x="21263" y="85574"/>
                  </a:lnTo>
                  <a:lnTo>
                    <a:pt x="18716" y="90306"/>
                  </a:lnTo>
                  <a:lnTo>
                    <a:pt x="16322" y="95117"/>
                  </a:lnTo>
                  <a:lnTo>
                    <a:pt x="14084" y="100003"/>
                  </a:lnTo>
                  <a:lnTo>
                    <a:pt x="12004" y="104958"/>
                  </a:lnTo>
                  <a:lnTo>
                    <a:pt x="10085" y="109977"/>
                  </a:lnTo>
                  <a:lnTo>
                    <a:pt x="8328" y="115056"/>
                  </a:lnTo>
                  <a:lnTo>
                    <a:pt x="6735" y="120188"/>
                  </a:lnTo>
                  <a:lnTo>
                    <a:pt x="5308" y="125369"/>
                  </a:lnTo>
                  <a:lnTo>
                    <a:pt x="4048" y="130594"/>
                  </a:lnTo>
                  <a:lnTo>
                    <a:pt x="2956" y="135855"/>
                  </a:lnTo>
                  <a:lnTo>
                    <a:pt x="2035" y="141150"/>
                  </a:lnTo>
                  <a:lnTo>
                    <a:pt x="1284" y="146471"/>
                  </a:lnTo>
                  <a:lnTo>
                    <a:pt x="704" y="151814"/>
                  </a:lnTo>
                  <a:lnTo>
                    <a:pt x="297" y="157172"/>
                  </a:lnTo>
                  <a:lnTo>
                    <a:pt x="62" y="162541"/>
                  </a:lnTo>
                  <a:lnTo>
                    <a:pt x="0" y="167914"/>
                  </a:lnTo>
                  <a:lnTo>
                    <a:pt x="110" y="173287"/>
                  </a:lnTo>
                  <a:lnTo>
                    <a:pt x="393" y="178654"/>
                  </a:lnTo>
                  <a:lnTo>
                    <a:pt x="848" y="184008"/>
                  </a:lnTo>
                  <a:lnTo>
                    <a:pt x="1476" y="189345"/>
                  </a:lnTo>
                  <a:lnTo>
                    <a:pt x="2274" y="194660"/>
                  </a:lnTo>
                  <a:lnTo>
                    <a:pt x="3243" y="199945"/>
                  </a:lnTo>
                  <a:lnTo>
                    <a:pt x="4381" y="205197"/>
                  </a:lnTo>
                  <a:lnTo>
                    <a:pt x="5688" y="210410"/>
                  </a:lnTo>
                  <a:lnTo>
                    <a:pt x="7161" y="215578"/>
                  </a:lnTo>
                  <a:lnTo>
                    <a:pt x="8800" y="220696"/>
                  </a:lnTo>
                  <a:lnTo>
                    <a:pt x="10602" y="225759"/>
                  </a:lnTo>
                  <a:lnTo>
                    <a:pt x="12567" y="230761"/>
                  </a:lnTo>
                  <a:lnTo>
                    <a:pt x="14690" y="235697"/>
                  </a:lnTo>
                  <a:lnTo>
                    <a:pt x="16972" y="240563"/>
                  </a:lnTo>
                  <a:lnTo>
                    <a:pt x="19409" y="245352"/>
                  </a:lnTo>
                  <a:lnTo>
                    <a:pt x="21998" y="250061"/>
                  </a:lnTo>
                  <a:lnTo>
                    <a:pt x="24738" y="254685"/>
                  </a:lnTo>
                  <a:lnTo>
                    <a:pt x="27624" y="259217"/>
                  </a:lnTo>
                  <a:lnTo>
                    <a:pt x="30655" y="263655"/>
                  </a:lnTo>
                  <a:lnTo>
                    <a:pt x="33827" y="267993"/>
                  </a:lnTo>
                  <a:lnTo>
                    <a:pt x="37137" y="272227"/>
                  </a:lnTo>
                  <a:lnTo>
                    <a:pt x="40581" y="276352"/>
                  </a:lnTo>
                  <a:lnTo>
                    <a:pt x="44156" y="280364"/>
                  </a:lnTo>
                  <a:lnTo>
                    <a:pt x="47858" y="284260"/>
                  </a:lnTo>
                  <a:lnTo>
                    <a:pt x="51683" y="288034"/>
                  </a:lnTo>
                  <a:lnTo>
                    <a:pt x="55628" y="291684"/>
                  </a:lnTo>
                  <a:lnTo>
                    <a:pt x="59688" y="295204"/>
                  </a:lnTo>
                  <a:lnTo>
                    <a:pt x="63859" y="298593"/>
                  </a:lnTo>
                  <a:lnTo>
                    <a:pt x="68137" y="301845"/>
                  </a:lnTo>
                  <a:lnTo>
                    <a:pt x="72517" y="304959"/>
                  </a:lnTo>
                  <a:lnTo>
                    <a:pt x="76995" y="30793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0868" y="1489739"/>
              <a:ext cx="90170" cy="140762"/>
            </a:xfrm>
            <a:custGeom>
              <a:avLst/>
              <a:pathLst>
                <a:path w="90170" h="140762">
                  <a:moveTo>
                    <a:pt x="0" y="140762"/>
                  </a:moveTo>
                  <a:lnTo>
                    <a:pt x="9017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0868" y="1350386"/>
              <a:ext cx="257337" cy="306518"/>
            </a:xfrm>
            <a:custGeom>
              <a:avLst/>
              <a:pathLst>
                <a:path w="257337" h="306518">
                  <a:moveTo>
                    <a:pt x="0" y="280115"/>
                  </a:moveTo>
                  <a:lnTo>
                    <a:pt x="4535" y="282919"/>
                  </a:lnTo>
                  <a:lnTo>
                    <a:pt x="9157" y="285577"/>
                  </a:lnTo>
                  <a:lnTo>
                    <a:pt x="13862" y="288087"/>
                  </a:lnTo>
                  <a:lnTo>
                    <a:pt x="18645" y="290445"/>
                  </a:lnTo>
                  <a:lnTo>
                    <a:pt x="23500" y="292649"/>
                  </a:lnTo>
                  <a:lnTo>
                    <a:pt x="28423" y="294698"/>
                  </a:lnTo>
                  <a:lnTo>
                    <a:pt x="33409" y="296588"/>
                  </a:lnTo>
                  <a:lnTo>
                    <a:pt x="38453" y="298318"/>
                  </a:lnTo>
                  <a:lnTo>
                    <a:pt x="43549" y="299887"/>
                  </a:lnTo>
                  <a:lnTo>
                    <a:pt x="48693" y="301292"/>
                  </a:lnTo>
                  <a:lnTo>
                    <a:pt x="53879" y="302533"/>
                  </a:lnTo>
                  <a:lnTo>
                    <a:pt x="59102" y="303607"/>
                  </a:lnTo>
                  <a:lnTo>
                    <a:pt x="64357" y="304514"/>
                  </a:lnTo>
                  <a:lnTo>
                    <a:pt x="69638" y="305254"/>
                  </a:lnTo>
                  <a:lnTo>
                    <a:pt x="74939" y="305824"/>
                  </a:lnTo>
                  <a:lnTo>
                    <a:pt x="80256" y="306225"/>
                  </a:lnTo>
                  <a:lnTo>
                    <a:pt x="85584" y="306457"/>
                  </a:lnTo>
                  <a:lnTo>
                    <a:pt x="90916" y="306518"/>
                  </a:lnTo>
                  <a:lnTo>
                    <a:pt x="96247" y="306409"/>
                  </a:lnTo>
                  <a:lnTo>
                    <a:pt x="101572" y="306130"/>
                  </a:lnTo>
                  <a:lnTo>
                    <a:pt x="106885" y="305682"/>
                  </a:lnTo>
                  <a:lnTo>
                    <a:pt x="112182" y="305064"/>
                  </a:lnTo>
                  <a:lnTo>
                    <a:pt x="117456" y="304278"/>
                  </a:lnTo>
                  <a:lnTo>
                    <a:pt x="122702" y="303323"/>
                  </a:lnTo>
                  <a:lnTo>
                    <a:pt x="127915" y="302202"/>
                  </a:lnTo>
                  <a:lnTo>
                    <a:pt x="133090" y="300916"/>
                  </a:lnTo>
                  <a:lnTo>
                    <a:pt x="138221" y="299465"/>
                  </a:lnTo>
                  <a:lnTo>
                    <a:pt x="143303" y="297851"/>
                  </a:lnTo>
                  <a:lnTo>
                    <a:pt x="148331" y="296075"/>
                  </a:lnTo>
                  <a:lnTo>
                    <a:pt x="153300" y="294141"/>
                  </a:lnTo>
                  <a:lnTo>
                    <a:pt x="158205" y="292048"/>
                  </a:lnTo>
                  <a:lnTo>
                    <a:pt x="163040" y="289801"/>
                  </a:lnTo>
                  <a:lnTo>
                    <a:pt x="167802" y="287400"/>
                  </a:lnTo>
                  <a:lnTo>
                    <a:pt x="172484" y="284849"/>
                  </a:lnTo>
                  <a:lnTo>
                    <a:pt x="177083" y="282150"/>
                  </a:lnTo>
                  <a:lnTo>
                    <a:pt x="181593" y="279305"/>
                  </a:lnTo>
                  <a:lnTo>
                    <a:pt x="186010" y="276318"/>
                  </a:lnTo>
                  <a:lnTo>
                    <a:pt x="190330" y="273192"/>
                  </a:lnTo>
                  <a:lnTo>
                    <a:pt x="194547" y="269929"/>
                  </a:lnTo>
                  <a:lnTo>
                    <a:pt x="198659" y="266534"/>
                  </a:lnTo>
                  <a:lnTo>
                    <a:pt x="202660" y="263009"/>
                  </a:lnTo>
                  <a:lnTo>
                    <a:pt x="206547" y="259358"/>
                  </a:lnTo>
                  <a:lnTo>
                    <a:pt x="210315" y="255585"/>
                  </a:lnTo>
                  <a:lnTo>
                    <a:pt x="213961" y="251694"/>
                  </a:lnTo>
                  <a:lnTo>
                    <a:pt x="217481" y="247689"/>
                  </a:lnTo>
                  <a:lnTo>
                    <a:pt x="220871" y="243573"/>
                  </a:lnTo>
                  <a:lnTo>
                    <a:pt x="224129" y="239352"/>
                  </a:lnTo>
                  <a:lnTo>
                    <a:pt x="227250" y="235028"/>
                  </a:lnTo>
                  <a:lnTo>
                    <a:pt x="230232" y="230608"/>
                  </a:lnTo>
                  <a:lnTo>
                    <a:pt x="233071" y="226094"/>
                  </a:lnTo>
                  <a:lnTo>
                    <a:pt x="235765" y="221492"/>
                  </a:lnTo>
                  <a:lnTo>
                    <a:pt x="238311" y="216807"/>
                  </a:lnTo>
                  <a:lnTo>
                    <a:pt x="240706" y="212043"/>
                  </a:lnTo>
                  <a:lnTo>
                    <a:pt x="242948" y="207205"/>
                  </a:lnTo>
                  <a:lnTo>
                    <a:pt x="245034" y="202297"/>
                  </a:lnTo>
                  <a:lnTo>
                    <a:pt x="246963" y="197326"/>
                  </a:lnTo>
                  <a:lnTo>
                    <a:pt x="248732" y="192296"/>
                  </a:lnTo>
                  <a:lnTo>
                    <a:pt x="250340" y="187212"/>
                  </a:lnTo>
                  <a:lnTo>
                    <a:pt x="251785" y="182079"/>
                  </a:lnTo>
                  <a:lnTo>
                    <a:pt x="253065" y="176903"/>
                  </a:lnTo>
                  <a:lnTo>
                    <a:pt x="254180" y="171688"/>
                  </a:lnTo>
                  <a:lnTo>
                    <a:pt x="255128" y="166441"/>
                  </a:lnTo>
                  <a:lnTo>
                    <a:pt x="255908" y="161166"/>
                  </a:lnTo>
                  <a:lnTo>
                    <a:pt x="256520" y="155869"/>
                  </a:lnTo>
                  <a:lnTo>
                    <a:pt x="256962" y="150555"/>
                  </a:lnTo>
                  <a:lnTo>
                    <a:pt x="257234" y="145230"/>
                  </a:lnTo>
                  <a:lnTo>
                    <a:pt x="257337" y="139898"/>
                  </a:lnTo>
                  <a:lnTo>
                    <a:pt x="257269" y="134566"/>
                  </a:lnTo>
                  <a:lnTo>
                    <a:pt x="257031" y="129239"/>
                  </a:lnTo>
                  <a:lnTo>
                    <a:pt x="256624" y="123923"/>
                  </a:lnTo>
                  <a:lnTo>
                    <a:pt x="256047" y="118622"/>
                  </a:lnTo>
                  <a:lnTo>
                    <a:pt x="255302" y="113342"/>
                  </a:lnTo>
                  <a:lnTo>
                    <a:pt x="254388" y="108088"/>
                  </a:lnTo>
                  <a:lnTo>
                    <a:pt x="253307" y="102867"/>
                  </a:lnTo>
                  <a:lnTo>
                    <a:pt x="252061" y="97682"/>
                  </a:lnTo>
                  <a:lnTo>
                    <a:pt x="250649" y="92540"/>
                  </a:lnTo>
                  <a:lnTo>
                    <a:pt x="249075" y="87445"/>
                  </a:lnTo>
                  <a:lnTo>
                    <a:pt x="247338" y="82404"/>
                  </a:lnTo>
                  <a:lnTo>
                    <a:pt x="245442" y="77420"/>
                  </a:lnTo>
                  <a:lnTo>
                    <a:pt x="243388" y="72499"/>
                  </a:lnTo>
                  <a:lnTo>
                    <a:pt x="241178" y="67647"/>
                  </a:lnTo>
                  <a:lnTo>
                    <a:pt x="238814" y="62867"/>
                  </a:lnTo>
                  <a:lnTo>
                    <a:pt x="236299" y="58165"/>
                  </a:lnTo>
                  <a:lnTo>
                    <a:pt x="233635" y="53546"/>
                  </a:lnTo>
                  <a:lnTo>
                    <a:pt x="230825" y="49014"/>
                  </a:lnTo>
                  <a:lnTo>
                    <a:pt x="227873" y="44573"/>
                  </a:lnTo>
                  <a:lnTo>
                    <a:pt x="224780" y="40230"/>
                  </a:lnTo>
                  <a:lnTo>
                    <a:pt x="221550" y="35987"/>
                  </a:lnTo>
                  <a:lnTo>
                    <a:pt x="218186" y="31849"/>
                  </a:lnTo>
                  <a:lnTo>
                    <a:pt x="214692" y="27821"/>
                  </a:lnTo>
                  <a:lnTo>
                    <a:pt x="211072" y="23906"/>
                  </a:lnTo>
                  <a:lnTo>
                    <a:pt x="207328" y="20109"/>
                  </a:lnTo>
                  <a:lnTo>
                    <a:pt x="203466" y="16433"/>
                  </a:lnTo>
                  <a:lnTo>
                    <a:pt x="199488" y="12882"/>
                  </a:lnTo>
                  <a:lnTo>
                    <a:pt x="195398" y="9460"/>
                  </a:lnTo>
                  <a:lnTo>
                    <a:pt x="191202" y="6170"/>
                  </a:lnTo>
                  <a:lnTo>
                    <a:pt x="186903" y="3015"/>
                  </a:lnTo>
                  <a:lnTo>
                    <a:pt x="182506" y="0"/>
                  </a:lnTo>
                  <a:lnTo>
                    <a:pt x="90170" y="1393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71"/>
              <a:ext cx="92335" cy="167167"/>
            </a:xfrm>
            <a:custGeom>
              <a:avLst/>
              <a:pathLst>
                <a:path w="92335" h="167167">
                  <a:moveTo>
                    <a:pt x="92335" y="27814"/>
                  </a:moveTo>
                  <a:lnTo>
                    <a:pt x="87484" y="24719"/>
                  </a:lnTo>
                  <a:lnTo>
                    <a:pt x="82530" y="21793"/>
                  </a:lnTo>
                  <a:lnTo>
                    <a:pt x="77478" y="19038"/>
                  </a:lnTo>
                  <a:lnTo>
                    <a:pt x="72334" y="16460"/>
                  </a:lnTo>
                  <a:lnTo>
                    <a:pt x="67105" y="14060"/>
                  </a:lnTo>
                  <a:lnTo>
                    <a:pt x="61795" y="11841"/>
                  </a:lnTo>
                  <a:lnTo>
                    <a:pt x="56413" y="9806"/>
                  </a:lnTo>
                  <a:lnTo>
                    <a:pt x="50964" y="7958"/>
                  </a:lnTo>
                  <a:lnTo>
                    <a:pt x="45455" y="6298"/>
                  </a:lnTo>
                  <a:lnTo>
                    <a:pt x="39891" y="4829"/>
                  </a:lnTo>
                  <a:lnTo>
                    <a:pt x="34281" y="3552"/>
                  </a:lnTo>
                  <a:lnTo>
                    <a:pt x="28629" y="2469"/>
                  </a:lnTo>
                  <a:lnTo>
                    <a:pt x="22944" y="1582"/>
                  </a:lnTo>
                  <a:lnTo>
                    <a:pt x="17232" y="890"/>
                  </a:lnTo>
                  <a:lnTo>
                    <a:pt x="11499" y="396"/>
                  </a:lnTo>
                  <a:lnTo>
                    <a:pt x="5753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378091" y="1071028"/>
              <a:ext cx="167167" cy="283705"/>
            </a:xfrm>
            <a:custGeom>
              <a:avLst/>
              <a:pathLst>
                <a:path w="167167" h="283705">
                  <a:moveTo>
                    <a:pt x="167167" y="0"/>
                  </a:moveTo>
                  <a:lnTo>
                    <a:pt x="161804" y="86"/>
                  </a:lnTo>
                  <a:lnTo>
                    <a:pt x="156447" y="344"/>
                  </a:lnTo>
                  <a:lnTo>
                    <a:pt x="151101" y="773"/>
                  </a:lnTo>
                  <a:lnTo>
                    <a:pt x="145772" y="1374"/>
                  </a:lnTo>
                  <a:lnTo>
                    <a:pt x="140464" y="2146"/>
                  </a:lnTo>
                  <a:lnTo>
                    <a:pt x="135184" y="3088"/>
                  </a:lnTo>
                  <a:lnTo>
                    <a:pt x="129937" y="4198"/>
                  </a:lnTo>
                  <a:lnTo>
                    <a:pt x="124728" y="5476"/>
                  </a:lnTo>
                  <a:lnTo>
                    <a:pt x="119563" y="6921"/>
                  </a:lnTo>
                  <a:lnTo>
                    <a:pt x="114447" y="8530"/>
                  </a:lnTo>
                  <a:lnTo>
                    <a:pt x="109385" y="10303"/>
                  </a:lnTo>
                  <a:lnTo>
                    <a:pt x="104383" y="12237"/>
                  </a:lnTo>
                  <a:lnTo>
                    <a:pt x="99445" y="14331"/>
                  </a:lnTo>
                  <a:lnTo>
                    <a:pt x="94577" y="16582"/>
                  </a:lnTo>
                  <a:lnTo>
                    <a:pt x="89784" y="18989"/>
                  </a:lnTo>
                  <a:lnTo>
                    <a:pt x="85070" y="21547"/>
                  </a:lnTo>
                  <a:lnTo>
                    <a:pt x="80441" y="24256"/>
                  </a:lnTo>
                  <a:lnTo>
                    <a:pt x="75901" y="27111"/>
                  </a:lnTo>
                  <a:lnTo>
                    <a:pt x="71455" y="30111"/>
                  </a:lnTo>
                  <a:lnTo>
                    <a:pt x="67108" y="33252"/>
                  </a:lnTo>
                  <a:lnTo>
                    <a:pt x="62864" y="36531"/>
                  </a:lnTo>
                  <a:lnTo>
                    <a:pt x="58727" y="39944"/>
                  </a:lnTo>
                  <a:lnTo>
                    <a:pt x="54701" y="43488"/>
                  </a:lnTo>
                  <a:lnTo>
                    <a:pt x="50792" y="47160"/>
                  </a:lnTo>
                  <a:lnTo>
                    <a:pt x="47002" y="50955"/>
                  </a:lnTo>
                  <a:lnTo>
                    <a:pt x="43336" y="54869"/>
                  </a:lnTo>
                  <a:lnTo>
                    <a:pt x="39797" y="58899"/>
                  </a:lnTo>
                  <a:lnTo>
                    <a:pt x="36389" y="63041"/>
                  </a:lnTo>
                  <a:lnTo>
                    <a:pt x="33116" y="67290"/>
                  </a:lnTo>
                  <a:lnTo>
                    <a:pt x="29981" y="71642"/>
                  </a:lnTo>
                  <a:lnTo>
                    <a:pt x="26988" y="76092"/>
                  </a:lnTo>
                  <a:lnTo>
                    <a:pt x="24138" y="80635"/>
                  </a:lnTo>
                  <a:lnTo>
                    <a:pt x="21436" y="85268"/>
                  </a:lnTo>
                  <a:lnTo>
                    <a:pt x="18884" y="89985"/>
                  </a:lnTo>
                  <a:lnTo>
                    <a:pt x="16484" y="94782"/>
                  </a:lnTo>
                  <a:lnTo>
                    <a:pt x="14239" y="99653"/>
                  </a:lnTo>
                  <a:lnTo>
                    <a:pt x="12152" y="104593"/>
                  </a:lnTo>
                  <a:lnTo>
                    <a:pt x="10225" y="109598"/>
                  </a:lnTo>
                  <a:lnTo>
                    <a:pt x="8459" y="114662"/>
                  </a:lnTo>
                  <a:lnTo>
                    <a:pt x="6856" y="119781"/>
                  </a:lnTo>
                  <a:lnTo>
                    <a:pt x="5419" y="124948"/>
                  </a:lnTo>
                  <a:lnTo>
                    <a:pt x="4147" y="130158"/>
                  </a:lnTo>
                  <a:lnTo>
                    <a:pt x="3044" y="135407"/>
                  </a:lnTo>
                  <a:lnTo>
                    <a:pt x="2110" y="140688"/>
                  </a:lnTo>
                  <a:lnTo>
                    <a:pt x="1345" y="145997"/>
                  </a:lnTo>
                  <a:lnTo>
                    <a:pt x="752" y="151327"/>
                  </a:lnTo>
                  <a:lnTo>
                    <a:pt x="329" y="156674"/>
                  </a:lnTo>
                  <a:lnTo>
                    <a:pt x="78" y="162031"/>
                  </a:lnTo>
                  <a:lnTo>
                    <a:pt x="0" y="167394"/>
                  </a:lnTo>
                  <a:lnTo>
                    <a:pt x="93" y="172756"/>
                  </a:lnTo>
                  <a:lnTo>
                    <a:pt x="358" y="178113"/>
                  </a:lnTo>
                  <a:lnTo>
                    <a:pt x="795" y="183458"/>
                  </a:lnTo>
                  <a:lnTo>
                    <a:pt x="1403" y="188787"/>
                  </a:lnTo>
                  <a:lnTo>
                    <a:pt x="2182" y="194094"/>
                  </a:lnTo>
                  <a:lnTo>
                    <a:pt x="3131" y="199372"/>
                  </a:lnTo>
                  <a:lnTo>
                    <a:pt x="4248" y="204618"/>
                  </a:lnTo>
                  <a:lnTo>
                    <a:pt x="5534" y="209825"/>
                  </a:lnTo>
                  <a:lnTo>
                    <a:pt x="6985" y="214988"/>
                  </a:lnTo>
                  <a:lnTo>
                    <a:pt x="8602" y="220102"/>
                  </a:lnTo>
                  <a:lnTo>
                    <a:pt x="10382" y="225161"/>
                  </a:lnTo>
                  <a:lnTo>
                    <a:pt x="12323" y="230161"/>
                  </a:lnTo>
                  <a:lnTo>
                    <a:pt x="14423" y="235096"/>
                  </a:lnTo>
                  <a:lnTo>
                    <a:pt x="16681" y="239961"/>
                  </a:lnTo>
                  <a:lnTo>
                    <a:pt x="19093" y="244751"/>
                  </a:lnTo>
                  <a:lnTo>
                    <a:pt x="21659" y="249461"/>
                  </a:lnTo>
                  <a:lnTo>
                    <a:pt x="24373" y="254086"/>
                  </a:lnTo>
                  <a:lnTo>
                    <a:pt x="27235" y="258622"/>
                  </a:lnTo>
                  <a:lnTo>
                    <a:pt x="30241" y="263064"/>
                  </a:lnTo>
                  <a:lnTo>
                    <a:pt x="33388" y="267407"/>
                  </a:lnTo>
                  <a:lnTo>
                    <a:pt x="36672" y="271647"/>
                  </a:lnTo>
                  <a:lnTo>
                    <a:pt x="40091" y="275780"/>
                  </a:lnTo>
                  <a:lnTo>
                    <a:pt x="43641" y="279800"/>
                  </a:lnTo>
                  <a:lnTo>
                    <a:pt x="47317" y="28370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5409" y="1238196"/>
              <a:ext cx="119849" cy="116537"/>
            </a:xfrm>
            <a:custGeom>
              <a:avLst/>
              <a:pathLst>
                <a:path w="119849" h="116537">
                  <a:moveTo>
                    <a:pt x="0" y="116537"/>
                  </a:moveTo>
                  <a:lnTo>
                    <a:pt x="11984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5409" y="1143984"/>
              <a:ext cx="287011" cy="261378"/>
            </a:xfrm>
            <a:custGeom>
              <a:avLst/>
              <a:pathLst>
                <a:path w="287011" h="261378">
                  <a:moveTo>
                    <a:pt x="0" y="210749"/>
                  </a:moveTo>
                  <a:lnTo>
                    <a:pt x="3780" y="214515"/>
                  </a:lnTo>
                  <a:lnTo>
                    <a:pt x="7679" y="218158"/>
                  </a:lnTo>
                  <a:lnTo>
                    <a:pt x="11693" y="221676"/>
                  </a:lnTo>
                  <a:lnTo>
                    <a:pt x="15816" y="225063"/>
                  </a:lnTo>
                  <a:lnTo>
                    <a:pt x="20046" y="228317"/>
                  </a:lnTo>
                  <a:lnTo>
                    <a:pt x="24377" y="231434"/>
                  </a:lnTo>
                  <a:lnTo>
                    <a:pt x="28806" y="234411"/>
                  </a:lnTo>
                  <a:lnTo>
                    <a:pt x="33327" y="237246"/>
                  </a:lnTo>
                  <a:lnTo>
                    <a:pt x="37937" y="239935"/>
                  </a:lnTo>
                  <a:lnTo>
                    <a:pt x="42629" y="242475"/>
                  </a:lnTo>
                  <a:lnTo>
                    <a:pt x="47401" y="244864"/>
                  </a:lnTo>
                  <a:lnTo>
                    <a:pt x="52247" y="247100"/>
                  </a:lnTo>
                  <a:lnTo>
                    <a:pt x="57161" y="249180"/>
                  </a:lnTo>
                  <a:lnTo>
                    <a:pt x="62139" y="251101"/>
                  </a:lnTo>
                  <a:lnTo>
                    <a:pt x="67176" y="252864"/>
                  </a:lnTo>
                  <a:lnTo>
                    <a:pt x="72267" y="254464"/>
                  </a:lnTo>
                  <a:lnTo>
                    <a:pt x="77406" y="255901"/>
                  </a:lnTo>
                  <a:lnTo>
                    <a:pt x="82589" y="257173"/>
                  </a:lnTo>
                  <a:lnTo>
                    <a:pt x="87809" y="258280"/>
                  </a:lnTo>
                  <a:lnTo>
                    <a:pt x="93063" y="259219"/>
                  </a:lnTo>
                  <a:lnTo>
                    <a:pt x="98343" y="259989"/>
                  </a:lnTo>
                  <a:lnTo>
                    <a:pt x="103645" y="260591"/>
                  </a:lnTo>
                  <a:lnTo>
                    <a:pt x="108964" y="261024"/>
                  </a:lnTo>
                  <a:lnTo>
                    <a:pt x="114294" y="261286"/>
                  </a:lnTo>
                  <a:lnTo>
                    <a:pt x="119630" y="261378"/>
                  </a:lnTo>
                  <a:lnTo>
                    <a:pt x="124965" y="261300"/>
                  </a:lnTo>
                  <a:lnTo>
                    <a:pt x="130296" y="261052"/>
                  </a:lnTo>
                  <a:lnTo>
                    <a:pt x="135616" y="260633"/>
                  </a:lnTo>
                  <a:lnTo>
                    <a:pt x="140920" y="260045"/>
                  </a:lnTo>
                  <a:lnTo>
                    <a:pt x="146202" y="259288"/>
                  </a:lnTo>
                  <a:lnTo>
                    <a:pt x="151458" y="258363"/>
                  </a:lnTo>
                  <a:lnTo>
                    <a:pt x="156681" y="257270"/>
                  </a:lnTo>
                  <a:lnTo>
                    <a:pt x="161867" y="256012"/>
                  </a:lnTo>
                  <a:lnTo>
                    <a:pt x="167010" y="254588"/>
                  </a:lnTo>
                  <a:lnTo>
                    <a:pt x="172105" y="253001"/>
                  </a:lnTo>
                  <a:lnTo>
                    <a:pt x="177147" y="251252"/>
                  </a:lnTo>
                  <a:lnTo>
                    <a:pt x="182130" y="249343"/>
                  </a:lnTo>
                  <a:lnTo>
                    <a:pt x="187050" y="247276"/>
                  </a:lnTo>
                  <a:lnTo>
                    <a:pt x="191901" y="245054"/>
                  </a:lnTo>
                  <a:lnTo>
                    <a:pt x="196679" y="242677"/>
                  </a:lnTo>
                  <a:lnTo>
                    <a:pt x="201379" y="240149"/>
                  </a:lnTo>
                  <a:lnTo>
                    <a:pt x="205995" y="237472"/>
                  </a:lnTo>
                  <a:lnTo>
                    <a:pt x="210524" y="234650"/>
                  </a:lnTo>
                  <a:lnTo>
                    <a:pt x="214960" y="231684"/>
                  </a:lnTo>
                  <a:lnTo>
                    <a:pt x="219300" y="228578"/>
                  </a:lnTo>
                  <a:lnTo>
                    <a:pt x="223538" y="225335"/>
                  </a:lnTo>
                  <a:lnTo>
                    <a:pt x="227670" y="221959"/>
                  </a:lnTo>
                  <a:lnTo>
                    <a:pt x="231693" y="218452"/>
                  </a:lnTo>
                  <a:lnTo>
                    <a:pt x="235602" y="214819"/>
                  </a:lnTo>
                  <a:lnTo>
                    <a:pt x="239392" y="211063"/>
                  </a:lnTo>
                  <a:lnTo>
                    <a:pt x="243061" y="207188"/>
                  </a:lnTo>
                  <a:lnTo>
                    <a:pt x="246604" y="203198"/>
                  </a:lnTo>
                  <a:lnTo>
                    <a:pt x="250018" y="199096"/>
                  </a:lnTo>
                  <a:lnTo>
                    <a:pt x="253300" y="194888"/>
                  </a:lnTo>
                  <a:lnTo>
                    <a:pt x="256445" y="190577"/>
                  </a:lnTo>
                  <a:lnTo>
                    <a:pt x="259451" y="186168"/>
                  </a:lnTo>
                  <a:lnTo>
                    <a:pt x="262315" y="181665"/>
                  </a:lnTo>
                  <a:lnTo>
                    <a:pt x="265034" y="177074"/>
                  </a:lnTo>
                  <a:lnTo>
                    <a:pt x="267605" y="172397"/>
                  </a:lnTo>
                  <a:lnTo>
                    <a:pt x="270025" y="167641"/>
                  </a:lnTo>
                  <a:lnTo>
                    <a:pt x="272293" y="162810"/>
                  </a:lnTo>
                  <a:lnTo>
                    <a:pt x="274405" y="157910"/>
                  </a:lnTo>
                  <a:lnTo>
                    <a:pt x="276359" y="152944"/>
                  </a:lnTo>
                  <a:lnTo>
                    <a:pt x="278154" y="147919"/>
                  </a:lnTo>
                  <a:lnTo>
                    <a:pt x="279787" y="142838"/>
                  </a:lnTo>
                  <a:lnTo>
                    <a:pt x="281258" y="137709"/>
                  </a:lnTo>
                  <a:lnTo>
                    <a:pt x="282564" y="132535"/>
                  </a:lnTo>
                  <a:lnTo>
                    <a:pt x="283704" y="127321"/>
                  </a:lnTo>
                  <a:lnTo>
                    <a:pt x="284678" y="122075"/>
                  </a:lnTo>
                  <a:lnTo>
                    <a:pt x="285483" y="116799"/>
                  </a:lnTo>
                  <a:lnTo>
                    <a:pt x="286120" y="111501"/>
                  </a:lnTo>
                  <a:lnTo>
                    <a:pt x="286587" y="106185"/>
                  </a:lnTo>
                  <a:lnTo>
                    <a:pt x="286884" y="100857"/>
                  </a:lnTo>
                  <a:lnTo>
                    <a:pt x="287011" y="95522"/>
                  </a:lnTo>
                  <a:lnTo>
                    <a:pt x="286968" y="90186"/>
                  </a:lnTo>
                  <a:lnTo>
                    <a:pt x="286754" y="84854"/>
                  </a:lnTo>
                  <a:lnTo>
                    <a:pt x="286371" y="79531"/>
                  </a:lnTo>
                  <a:lnTo>
                    <a:pt x="285817" y="74224"/>
                  </a:lnTo>
                  <a:lnTo>
                    <a:pt x="285095" y="68936"/>
                  </a:lnTo>
                  <a:lnTo>
                    <a:pt x="284204" y="63675"/>
                  </a:lnTo>
                  <a:lnTo>
                    <a:pt x="283145" y="58445"/>
                  </a:lnTo>
                  <a:lnTo>
                    <a:pt x="281920" y="53251"/>
                  </a:lnTo>
                  <a:lnTo>
                    <a:pt x="280530" y="48098"/>
                  </a:lnTo>
                  <a:lnTo>
                    <a:pt x="278977" y="42993"/>
                  </a:lnTo>
                  <a:lnTo>
                    <a:pt x="277261" y="37940"/>
                  </a:lnTo>
                  <a:lnTo>
                    <a:pt x="275385" y="32945"/>
                  </a:lnTo>
                  <a:lnTo>
                    <a:pt x="273350" y="28011"/>
                  </a:lnTo>
                  <a:lnTo>
                    <a:pt x="271159" y="23146"/>
                  </a:lnTo>
                  <a:lnTo>
                    <a:pt x="268813" y="18352"/>
                  </a:lnTo>
                  <a:lnTo>
                    <a:pt x="266316" y="13636"/>
                  </a:lnTo>
                  <a:lnTo>
                    <a:pt x="263670" y="9002"/>
                  </a:lnTo>
                  <a:lnTo>
                    <a:pt x="260877" y="4455"/>
                  </a:lnTo>
                  <a:lnTo>
                    <a:pt x="257940" y="0"/>
                  </a:lnTo>
                  <a:lnTo>
                    <a:pt x="119849" y="942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071028"/>
              <a:ext cx="138090" cy="167167"/>
            </a:xfrm>
            <a:custGeom>
              <a:avLst/>
              <a:pathLst>
                <a:path w="138090" h="167167">
                  <a:moveTo>
                    <a:pt x="138090" y="72955"/>
                  </a:moveTo>
                  <a:lnTo>
                    <a:pt x="134855" y="68380"/>
                  </a:lnTo>
                  <a:lnTo>
                    <a:pt x="131469" y="63916"/>
                  </a:lnTo>
                  <a:lnTo>
                    <a:pt x="127935" y="59568"/>
                  </a:lnTo>
                  <a:lnTo>
                    <a:pt x="124257" y="55341"/>
                  </a:lnTo>
                  <a:lnTo>
                    <a:pt x="120439" y="51239"/>
                  </a:lnTo>
                  <a:lnTo>
                    <a:pt x="116486" y="47268"/>
                  </a:lnTo>
                  <a:lnTo>
                    <a:pt x="112403" y="43432"/>
                  </a:lnTo>
                  <a:lnTo>
                    <a:pt x="108193" y="39734"/>
                  </a:lnTo>
                  <a:lnTo>
                    <a:pt x="103861" y="36180"/>
                  </a:lnTo>
                  <a:lnTo>
                    <a:pt x="99413" y="32772"/>
                  </a:lnTo>
                  <a:lnTo>
                    <a:pt x="94853" y="29516"/>
                  </a:lnTo>
                  <a:lnTo>
                    <a:pt x="90186" y="26414"/>
                  </a:lnTo>
                  <a:lnTo>
                    <a:pt x="85419" y="23471"/>
                  </a:lnTo>
                  <a:lnTo>
                    <a:pt x="80555" y="20689"/>
                  </a:lnTo>
                  <a:lnTo>
                    <a:pt x="75601" y="18072"/>
                  </a:lnTo>
                  <a:lnTo>
                    <a:pt x="70561" y="15622"/>
                  </a:lnTo>
                  <a:lnTo>
                    <a:pt x="65443" y="13342"/>
                  </a:lnTo>
                  <a:lnTo>
                    <a:pt x="60251" y="11235"/>
                  </a:lnTo>
                  <a:lnTo>
                    <a:pt x="54991" y="9303"/>
                  </a:lnTo>
                  <a:lnTo>
                    <a:pt x="49669" y="7549"/>
                  </a:lnTo>
                  <a:lnTo>
                    <a:pt x="44292" y="5974"/>
                  </a:lnTo>
                  <a:lnTo>
                    <a:pt x="38865" y="4580"/>
                  </a:lnTo>
                  <a:lnTo>
                    <a:pt x="33394" y="3369"/>
                  </a:lnTo>
                  <a:lnTo>
                    <a:pt x="27886" y="2342"/>
                  </a:lnTo>
                  <a:lnTo>
                    <a:pt x="22346" y="1500"/>
                  </a:lnTo>
                  <a:lnTo>
                    <a:pt x="16782" y="844"/>
                  </a:lnTo>
                  <a:lnTo>
                    <a:pt x="11198" y="375"/>
                  </a:lnTo>
                  <a:lnTo>
                    <a:pt x="5602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52920" y="941493"/>
              <a:ext cx="70623" cy="167167"/>
            </a:xfrm>
            <a:custGeom>
              <a:avLst/>
              <a:pathLst>
                <a:path w="70623" h="167167">
                  <a:moveTo>
                    <a:pt x="70623" y="0"/>
                  </a:moveTo>
                  <a:lnTo>
                    <a:pt x="64548" y="110"/>
                  </a:lnTo>
                  <a:lnTo>
                    <a:pt x="58482" y="441"/>
                  </a:lnTo>
                  <a:lnTo>
                    <a:pt x="52431" y="992"/>
                  </a:lnTo>
                  <a:lnTo>
                    <a:pt x="46404" y="1763"/>
                  </a:lnTo>
                  <a:lnTo>
                    <a:pt x="40409" y="2753"/>
                  </a:lnTo>
                  <a:lnTo>
                    <a:pt x="34455" y="3959"/>
                  </a:lnTo>
                  <a:lnTo>
                    <a:pt x="28548" y="5381"/>
                  </a:lnTo>
                  <a:lnTo>
                    <a:pt x="22696" y="7017"/>
                  </a:lnTo>
                  <a:lnTo>
                    <a:pt x="16908" y="8865"/>
                  </a:lnTo>
                  <a:lnTo>
                    <a:pt x="11191" y="10921"/>
                  </a:lnTo>
                  <a:lnTo>
                    <a:pt x="5552" y="13184"/>
                  </a:lnTo>
                  <a:lnTo>
                    <a:pt x="0" y="15650"/>
                  </a:lnTo>
                  <a:lnTo>
                    <a:pt x="7062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52920" y="957144"/>
              <a:ext cx="70623" cy="151516"/>
            </a:xfrm>
            <a:custGeom>
              <a:avLst/>
              <a:pathLst>
                <a:path w="70623" h="151516">
                  <a:moveTo>
                    <a:pt x="0" y="0"/>
                  </a:moveTo>
                  <a:lnTo>
                    <a:pt x="70623" y="1515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856378" y="957144"/>
              <a:ext cx="334330" cy="318665"/>
            </a:xfrm>
            <a:custGeom>
              <a:avLst/>
              <a:pathLst>
                <a:path w="334330" h="318665">
                  <a:moveTo>
                    <a:pt x="96542" y="0"/>
                  </a:moveTo>
                  <a:lnTo>
                    <a:pt x="91786" y="2309"/>
                  </a:lnTo>
                  <a:lnTo>
                    <a:pt x="87105" y="4767"/>
                  </a:lnTo>
                  <a:lnTo>
                    <a:pt x="82504" y="7372"/>
                  </a:lnTo>
                  <a:lnTo>
                    <a:pt x="77988" y="10122"/>
                  </a:lnTo>
                  <a:lnTo>
                    <a:pt x="73561" y="13013"/>
                  </a:lnTo>
                  <a:lnTo>
                    <a:pt x="69228" y="16042"/>
                  </a:lnTo>
                  <a:lnTo>
                    <a:pt x="64993" y="19207"/>
                  </a:lnTo>
                  <a:lnTo>
                    <a:pt x="60860" y="22504"/>
                  </a:lnTo>
                  <a:lnTo>
                    <a:pt x="56833" y="25931"/>
                  </a:lnTo>
                  <a:lnTo>
                    <a:pt x="52917" y="29483"/>
                  </a:lnTo>
                  <a:lnTo>
                    <a:pt x="49115" y="33157"/>
                  </a:lnTo>
                  <a:lnTo>
                    <a:pt x="45431" y="36949"/>
                  </a:lnTo>
                  <a:lnTo>
                    <a:pt x="41869" y="40856"/>
                  </a:lnTo>
                  <a:lnTo>
                    <a:pt x="38432" y="44874"/>
                  </a:lnTo>
                  <a:lnTo>
                    <a:pt x="35124" y="48998"/>
                  </a:lnTo>
                  <a:lnTo>
                    <a:pt x="31948" y="53225"/>
                  </a:lnTo>
                  <a:lnTo>
                    <a:pt x="28907" y="57550"/>
                  </a:lnTo>
                  <a:lnTo>
                    <a:pt x="26005" y="61970"/>
                  </a:lnTo>
                  <a:lnTo>
                    <a:pt x="23243" y="66479"/>
                  </a:lnTo>
                  <a:lnTo>
                    <a:pt x="20626" y="71073"/>
                  </a:lnTo>
                  <a:lnTo>
                    <a:pt x="18156" y="75747"/>
                  </a:lnTo>
                  <a:lnTo>
                    <a:pt x="15834" y="80497"/>
                  </a:lnTo>
                  <a:lnTo>
                    <a:pt x="13664" y="85318"/>
                  </a:lnTo>
                  <a:lnTo>
                    <a:pt x="11647" y="90206"/>
                  </a:lnTo>
                  <a:lnTo>
                    <a:pt x="9786" y="95155"/>
                  </a:lnTo>
                  <a:lnTo>
                    <a:pt x="8082" y="100160"/>
                  </a:lnTo>
                  <a:lnTo>
                    <a:pt x="6538" y="105216"/>
                  </a:lnTo>
                  <a:lnTo>
                    <a:pt x="5154" y="110319"/>
                  </a:lnTo>
                  <a:lnTo>
                    <a:pt x="3932" y="115463"/>
                  </a:lnTo>
                  <a:lnTo>
                    <a:pt x="2874" y="120643"/>
                  </a:lnTo>
                  <a:lnTo>
                    <a:pt x="1980" y="125854"/>
                  </a:lnTo>
                  <a:lnTo>
                    <a:pt x="1251" y="131091"/>
                  </a:lnTo>
                  <a:lnTo>
                    <a:pt x="688" y="136348"/>
                  </a:lnTo>
                  <a:lnTo>
                    <a:pt x="291" y="141620"/>
                  </a:lnTo>
                  <a:lnTo>
                    <a:pt x="62" y="146902"/>
                  </a:lnTo>
                  <a:lnTo>
                    <a:pt x="0" y="152189"/>
                  </a:lnTo>
                  <a:lnTo>
                    <a:pt x="104" y="157475"/>
                  </a:lnTo>
                  <a:lnTo>
                    <a:pt x="376" y="162756"/>
                  </a:lnTo>
                  <a:lnTo>
                    <a:pt x="815" y="168024"/>
                  </a:lnTo>
                  <a:lnTo>
                    <a:pt x="1421" y="173277"/>
                  </a:lnTo>
                  <a:lnTo>
                    <a:pt x="2192" y="178507"/>
                  </a:lnTo>
                  <a:lnTo>
                    <a:pt x="3128" y="183711"/>
                  </a:lnTo>
                  <a:lnTo>
                    <a:pt x="4228" y="188883"/>
                  </a:lnTo>
                  <a:lnTo>
                    <a:pt x="5491" y="194017"/>
                  </a:lnTo>
                  <a:lnTo>
                    <a:pt x="6916" y="199108"/>
                  </a:lnTo>
                  <a:lnTo>
                    <a:pt x="8501" y="204152"/>
                  </a:lnTo>
                  <a:lnTo>
                    <a:pt x="10245" y="209143"/>
                  </a:lnTo>
                  <a:lnTo>
                    <a:pt x="12146" y="214077"/>
                  </a:lnTo>
                  <a:lnTo>
                    <a:pt x="14202" y="218948"/>
                  </a:lnTo>
                  <a:lnTo>
                    <a:pt x="16411" y="223752"/>
                  </a:lnTo>
                  <a:lnTo>
                    <a:pt x="18771" y="228483"/>
                  </a:lnTo>
                  <a:lnTo>
                    <a:pt x="21279" y="233137"/>
                  </a:lnTo>
                  <a:lnTo>
                    <a:pt x="23933" y="237710"/>
                  </a:lnTo>
                  <a:lnTo>
                    <a:pt x="26730" y="242196"/>
                  </a:lnTo>
                  <a:lnTo>
                    <a:pt x="29668" y="246592"/>
                  </a:lnTo>
                  <a:lnTo>
                    <a:pt x="32744" y="250893"/>
                  </a:lnTo>
                  <a:lnTo>
                    <a:pt x="35954" y="255094"/>
                  </a:lnTo>
                  <a:lnTo>
                    <a:pt x="39295" y="259192"/>
                  </a:lnTo>
                  <a:lnTo>
                    <a:pt x="42764" y="263182"/>
                  </a:lnTo>
                  <a:lnTo>
                    <a:pt x="46358" y="267060"/>
                  </a:lnTo>
                  <a:lnTo>
                    <a:pt x="50072" y="270822"/>
                  </a:lnTo>
                  <a:lnTo>
                    <a:pt x="53903" y="274466"/>
                  </a:lnTo>
                  <a:lnTo>
                    <a:pt x="57848" y="277986"/>
                  </a:lnTo>
                  <a:lnTo>
                    <a:pt x="61902" y="281380"/>
                  </a:lnTo>
                  <a:lnTo>
                    <a:pt x="66062" y="284644"/>
                  </a:lnTo>
                  <a:lnTo>
                    <a:pt x="70322" y="287774"/>
                  </a:lnTo>
                  <a:lnTo>
                    <a:pt x="74680" y="290769"/>
                  </a:lnTo>
                  <a:lnTo>
                    <a:pt x="79130" y="293624"/>
                  </a:lnTo>
                  <a:lnTo>
                    <a:pt x="83668" y="296337"/>
                  </a:lnTo>
                  <a:lnTo>
                    <a:pt x="88289" y="298905"/>
                  </a:lnTo>
                  <a:lnTo>
                    <a:pt x="92990" y="301326"/>
                  </a:lnTo>
                  <a:lnTo>
                    <a:pt x="97765" y="303596"/>
                  </a:lnTo>
                  <a:lnTo>
                    <a:pt x="102609" y="305715"/>
                  </a:lnTo>
                  <a:lnTo>
                    <a:pt x="107517" y="307680"/>
                  </a:lnTo>
                  <a:lnTo>
                    <a:pt x="112486" y="309488"/>
                  </a:lnTo>
                  <a:lnTo>
                    <a:pt x="117509" y="311138"/>
                  </a:lnTo>
                  <a:lnTo>
                    <a:pt x="122581" y="312628"/>
                  </a:lnTo>
                  <a:lnTo>
                    <a:pt x="127699" y="313958"/>
                  </a:lnTo>
                  <a:lnTo>
                    <a:pt x="132856" y="315125"/>
                  </a:lnTo>
                  <a:lnTo>
                    <a:pt x="138047" y="316128"/>
                  </a:lnTo>
                  <a:lnTo>
                    <a:pt x="143267" y="316966"/>
                  </a:lnTo>
                  <a:lnTo>
                    <a:pt x="148511" y="317639"/>
                  </a:lnTo>
                  <a:lnTo>
                    <a:pt x="153774" y="318146"/>
                  </a:lnTo>
                  <a:lnTo>
                    <a:pt x="159050" y="318486"/>
                  </a:lnTo>
                  <a:lnTo>
                    <a:pt x="164334" y="318659"/>
                  </a:lnTo>
                  <a:lnTo>
                    <a:pt x="169622" y="318665"/>
                  </a:lnTo>
                  <a:lnTo>
                    <a:pt x="174906" y="318504"/>
                  </a:lnTo>
                  <a:lnTo>
                    <a:pt x="180183" y="318176"/>
                  </a:lnTo>
                  <a:lnTo>
                    <a:pt x="185447" y="317681"/>
                  </a:lnTo>
                  <a:lnTo>
                    <a:pt x="190693" y="317020"/>
                  </a:lnTo>
                  <a:lnTo>
                    <a:pt x="195915" y="316193"/>
                  </a:lnTo>
                  <a:lnTo>
                    <a:pt x="201108" y="315201"/>
                  </a:lnTo>
                  <a:lnTo>
                    <a:pt x="206268" y="314046"/>
                  </a:lnTo>
                  <a:lnTo>
                    <a:pt x="211388" y="312728"/>
                  </a:lnTo>
                  <a:lnTo>
                    <a:pt x="216464" y="311249"/>
                  </a:lnTo>
                  <a:lnTo>
                    <a:pt x="221491" y="309610"/>
                  </a:lnTo>
                  <a:lnTo>
                    <a:pt x="226463" y="307813"/>
                  </a:lnTo>
                  <a:lnTo>
                    <a:pt x="231376" y="305860"/>
                  </a:lnTo>
                  <a:lnTo>
                    <a:pt x="236225" y="303752"/>
                  </a:lnTo>
                  <a:lnTo>
                    <a:pt x="241005" y="301492"/>
                  </a:lnTo>
                  <a:lnTo>
                    <a:pt x="245711" y="299082"/>
                  </a:lnTo>
                  <a:lnTo>
                    <a:pt x="250338" y="296524"/>
                  </a:lnTo>
                  <a:lnTo>
                    <a:pt x="254882" y="293821"/>
                  </a:lnTo>
                  <a:lnTo>
                    <a:pt x="259338" y="290976"/>
                  </a:lnTo>
                  <a:lnTo>
                    <a:pt x="263703" y="287991"/>
                  </a:lnTo>
                  <a:lnTo>
                    <a:pt x="267970" y="284870"/>
                  </a:lnTo>
                  <a:lnTo>
                    <a:pt x="272137" y="281616"/>
                  </a:lnTo>
                  <a:lnTo>
                    <a:pt x="276199" y="278231"/>
                  </a:lnTo>
                  <a:lnTo>
                    <a:pt x="280152" y="274720"/>
                  </a:lnTo>
                  <a:lnTo>
                    <a:pt x="283991" y="271085"/>
                  </a:lnTo>
                  <a:lnTo>
                    <a:pt x="287714" y="267331"/>
                  </a:lnTo>
                  <a:lnTo>
                    <a:pt x="291316" y="263461"/>
                  </a:lnTo>
                  <a:lnTo>
                    <a:pt x="294794" y="259478"/>
                  </a:lnTo>
                  <a:lnTo>
                    <a:pt x="298145" y="255388"/>
                  </a:lnTo>
                  <a:lnTo>
                    <a:pt x="301364" y="251194"/>
                  </a:lnTo>
                  <a:lnTo>
                    <a:pt x="304449" y="246901"/>
                  </a:lnTo>
                  <a:lnTo>
                    <a:pt x="307397" y="242511"/>
                  </a:lnTo>
                  <a:lnTo>
                    <a:pt x="310204" y="238031"/>
                  </a:lnTo>
                  <a:lnTo>
                    <a:pt x="312869" y="233464"/>
                  </a:lnTo>
                  <a:lnTo>
                    <a:pt x="315387" y="228816"/>
                  </a:lnTo>
                  <a:lnTo>
                    <a:pt x="317758" y="224090"/>
                  </a:lnTo>
                  <a:lnTo>
                    <a:pt x="319978" y="219291"/>
                  </a:lnTo>
                  <a:lnTo>
                    <a:pt x="322044" y="214425"/>
                  </a:lnTo>
                  <a:lnTo>
                    <a:pt x="323956" y="209495"/>
                  </a:lnTo>
                  <a:lnTo>
                    <a:pt x="325711" y="204508"/>
                  </a:lnTo>
                  <a:lnTo>
                    <a:pt x="327308" y="199468"/>
                  </a:lnTo>
                  <a:lnTo>
                    <a:pt x="328744" y="194379"/>
                  </a:lnTo>
                  <a:lnTo>
                    <a:pt x="330019" y="189248"/>
                  </a:lnTo>
                  <a:lnTo>
                    <a:pt x="331131" y="184079"/>
                  </a:lnTo>
                  <a:lnTo>
                    <a:pt x="332079" y="178878"/>
                  </a:lnTo>
                  <a:lnTo>
                    <a:pt x="332861" y="173649"/>
                  </a:lnTo>
                  <a:lnTo>
                    <a:pt x="333478" y="168398"/>
                  </a:lnTo>
                  <a:lnTo>
                    <a:pt x="333929" y="163130"/>
                  </a:lnTo>
                  <a:lnTo>
                    <a:pt x="334213" y="157850"/>
                  </a:lnTo>
                  <a:lnTo>
                    <a:pt x="334330" y="152564"/>
                  </a:lnTo>
                  <a:lnTo>
                    <a:pt x="334279" y="147278"/>
                  </a:lnTo>
                  <a:lnTo>
                    <a:pt x="334062" y="141995"/>
                  </a:lnTo>
                  <a:lnTo>
                    <a:pt x="333677" y="136722"/>
                  </a:lnTo>
                  <a:lnTo>
                    <a:pt x="333126" y="131463"/>
                  </a:lnTo>
                  <a:lnTo>
                    <a:pt x="332409" y="126225"/>
                  </a:lnTo>
                  <a:lnTo>
                    <a:pt x="331526" y="121012"/>
                  </a:lnTo>
                  <a:lnTo>
                    <a:pt x="330479" y="115830"/>
                  </a:lnTo>
                  <a:lnTo>
                    <a:pt x="329269" y="110683"/>
                  </a:lnTo>
                  <a:lnTo>
                    <a:pt x="327897" y="105577"/>
                  </a:lnTo>
                  <a:lnTo>
                    <a:pt x="326364" y="100517"/>
                  </a:lnTo>
                  <a:lnTo>
                    <a:pt x="324671" y="95508"/>
                  </a:lnTo>
                  <a:lnTo>
                    <a:pt x="322821" y="90555"/>
                  </a:lnTo>
                  <a:lnTo>
                    <a:pt x="320816" y="85663"/>
                  </a:lnTo>
                  <a:lnTo>
                    <a:pt x="318656" y="80837"/>
                  </a:lnTo>
                  <a:lnTo>
                    <a:pt x="316345" y="76082"/>
                  </a:lnTo>
                  <a:lnTo>
                    <a:pt x="313885" y="71402"/>
                  </a:lnTo>
                  <a:lnTo>
                    <a:pt x="311278" y="66802"/>
                  </a:lnTo>
                  <a:lnTo>
                    <a:pt x="308527" y="62287"/>
                  </a:lnTo>
                  <a:lnTo>
                    <a:pt x="305635" y="57861"/>
                  </a:lnTo>
                  <a:lnTo>
                    <a:pt x="302604" y="53529"/>
                  </a:lnTo>
                  <a:lnTo>
                    <a:pt x="299437" y="49295"/>
                  </a:lnTo>
                  <a:lnTo>
                    <a:pt x="296138" y="45163"/>
                  </a:lnTo>
                  <a:lnTo>
                    <a:pt x="292711" y="41138"/>
                  </a:lnTo>
                  <a:lnTo>
                    <a:pt x="289157" y="37223"/>
                  </a:lnTo>
                  <a:lnTo>
                    <a:pt x="285482" y="33422"/>
                  </a:lnTo>
                  <a:lnTo>
                    <a:pt x="281688" y="29739"/>
                  </a:lnTo>
                  <a:lnTo>
                    <a:pt x="277780" y="26179"/>
                  </a:lnTo>
                  <a:lnTo>
                    <a:pt x="273761" y="22743"/>
                  </a:lnTo>
                  <a:lnTo>
                    <a:pt x="167166" y="1515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23544" y="941493"/>
              <a:ext cx="106595" cy="167167"/>
            </a:xfrm>
            <a:custGeom>
              <a:avLst/>
              <a:pathLst>
                <a:path w="106595" h="167167">
                  <a:moveTo>
                    <a:pt x="106595" y="38394"/>
                  </a:moveTo>
                  <a:lnTo>
                    <a:pt x="102298" y="34955"/>
                  </a:lnTo>
                  <a:lnTo>
                    <a:pt x="97890" y="31659"/>
                  </a:lnTo>
                  <a:lnTo>
                    <a:pt x="93376" y="28510"/>
                  </a:lnTo>
                  <a:lnTo>
                    <a:pt x="88760" y="25511"/>
                  </a:lnTo>
                  <a:lnTo>
                    <a:pt x="84049" y="22666"/>
                  </a:lnTo>
                  <a:lnTo>
                    <a:pt x="79246" y="19977"/>
                  </a:lnTo>
                  <a:lnTo>
                    <a:pt x="74358" y="17448"/>
                  </a:lnTo>
                  <a:lnTo>
                    <a:pt x="69389" y="15081"/>
                  </a:lnTo>
                  <a:lnTo>
                    <a:pt x="64345" y="12879"/>
                  </a:lnTo>
                  <a:lnTo>
                    <a:pt x="59230" y="10845"/>
                  </a:lnTo>
                  <a:lnTo>
                    <a:pt x="54052" y="8980"/>
                  </a:lnTo>
                  <a:lnTo>
                    <a:pt x="48815" y="7286"/>
                  </a:lnTo>
                  <a:lnTo>
                    <a:pt x="43526" y="5765"/>
                  </a:lnTo>
                  <a:lnTo>
                    <a:pt x="38189" y="4420"/>
                  </a:lnTo>
                  <a:lnTo>
                    <a:pt x="32810" y="3251"/>
                  </a:lnTo>
                  <a:lnTo>
                    <a:pt x="27396" y="2260"/>
                  </a:lnTo>
                  <a:lnTo>
                    <a:pt x="21953" y="1447"/>
                  </a:lnTo>
                  <a:lnTo>
                    <a:pt x="16485" y="814"/>
                  </a:lnTo>
                  <a:lnTo>
                    <a:pt x="11000" y="362"/>
                  </a:lnTo>
                  <a:lnTo>
                    <a:pt x="5503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8590" y="941493"/>
              <a:ext cx="37625" cy="167167"/>
            </a:xfrm>
            <a:custGeom>
              <a:avLst/>
              <a:pathLst>
                <a:path w="37625" h="167167">
                  <a:moveTo>
                    <a:pt x="37625" y="0"/>
                  </a:moveTo>
                  <a:lnTo>
                    <a:pt x="31301" y="119"/>
                  </a:lnTo>
                  <a:lnTo>
                    <a:pt x="24987" y="478"/>
                  </a:lnTo>
                  <a:lnTo>
                    <a:pt x="18690" y="1075"/>
                  </a:lnTo>
                  <a:lnTo>
                    <a:pt x="12421" y="1910"/>
                  </a:lnTo>
                  <a:lnTo>
                    <a:pt x="6188" y="2982"/>
                  </a:lnTo>
                  <a:lnTo>
                    <a:pt x="0" y="4289"/>
                  </a:lnTo>
                  <a:lnTo>
                    <a:pt x="3762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49" y="945782"/>
              <a:ext cx="167166" cy="322711"/>
            </a:xfrm>
            <a:custGeom>
              <a:avLst/>
              <a:pathLst>
                <a:path w="167166" h="322711">
                  <a:moveTo>
                    <a:pt x="129541" y="0"/>
                  </a:moveTo>
                  <a:lnTo>
                    <a:pt x="124362" y="1283"/>
                  </a:lnTo>
                  <a:lnTo>
                    <a:pt x="119227" y="2731"/>
                  </a:lnTo>
                  <a:lnTo>
                    <a:pt x="114141" y="4343"/>
                  </a:lnTo>
                  <a:lnTo>
                    <a:pt x="109108" y="6116"/>
                  </a:lnTo>
                  <a:lnTo>
                    <a:pt x="104135" y="8048"/>
                  </a:lnTo>
                  <a:lnTo>
                    <a:pt x="99226" y="10139"/>
                  </a:lnTo>
                  <a:lnTo>
                    <a:pt x="94387" y="12385"/>
                  </a:lnTo>
                  <a:lnTo>
                    <a:pt x="89621" y="14784"/>
                  </a:lnTo>
                  <a:lnTo>
                    <a:pt x="84935" y="17334"/>
                  </a:lnTo>
                  <a:lnTo>
                    <a:pt x="80332" y="20032"/>
                  </a:lnTo>
                  <a:lnTo>
                    <a:pt x="75818" y="22876"/>
                  </a:lnTo>
                  <a:lnTo>
                    <a:pt x="71396" y="25863"/>
                  </a:lnTo>
                  <a:lnTo>
                    <a:pt x="67073" y="28989"/>
                  </a:lnTo>
                  <a:lnTo>
                    <a:pt x="62851" y="32251"/>
                  </a:lnTo>
                  <a:lnTo>
                    <a:pt x="58735" y="35647"/>
                  </a:lnTo>
                  <a:lnTo>
                    <a:pt x="54730" y="39172"/>
                  </a:lnTo>
                  <a:lnTo>
                    <a:pt x="50840" y="42823"/>
                  </a:lnTo>
                  <a:lnTo>
                    <a:pt x="47068" y="46596"/>
                  </a:lnTo>
                  <a:lnTo>
                    <a:pt x="43418" y="50488"/>
                  </a:lnTo>
                  <a:lnTo>
                    <a:pt x="39895" y="54494"/>
                  </a:lnTo>
                  <a:lnTo>
                    <a:pt x="36501" y="58611"/>
                  </a:lnTo>
                  <a:lnTo>
                    <a:pt x="33240" y="62834"/>
                  </a:lnTo>
                  <a:lnTo>
                    <a:pt x="30115" y="67159"/>
                  </a:lnTo>
                  <a:lnTo>
                    <a:pt x="27130" y="71581"/>
                  </a:lnTo>
                  <a:lnTo>
                    <a:pt x="24288" y="76097"/>
                  </a:lnTo>
                  <a:lnTo>
                    <a:pt x="21592" y="80701"/>
                  </a:lnTo>
                  <a:lnTo>
                    <a:pt x="19043" y="85388"/>
                  </a:lnTo>
                  <a:lnTo>
                    <a:pt x="16646" y="90155"/>
                  </a:lnTo>
                  <a:lnTo>
                    <a:pt x="14402" y="94995"/>
                  </a:lnTo>
                  <a:lnTo>
                    <a:pt x="12313" y="99905"/>
                  </a:lnTo>
                  <a:lnTo>
                    <a:pt x="10383" y="104879"/>
                  </a:lnTo>
                  <a:lnTo>
                    <a:pt x="8612" y="109911"/>
                  </a:lnTo>
                  <a:lnTo>
                    <a:pt x="7002" y="114998"/>
                  </a:lnTo>
                  <a:lnTo>
                    <a:pt x="5556" y="120134"/>
                  </a:lnTo>
                  <a:lnTo>
                    <a:pt x="4274" y="125313"/>
                  </a:lnTo>
                  <a:lnTo>
                    <a:pt x="3158" y="130530"/>
                  </a:lnTo>
                  <a:lnTo>
                    <a:pt x="2209" y="135781"/>
                  </a:lnTo>
                  <a:lnTo>
                    <a:pt x="1429" y="141059"/>
                  </a:lnTo>
                  <a:lnTo>
                    <a:pt x="817" y="146359"/>
                  </a:lnTo>
                  <a:lnTo>
                    <a:pt x="374" y="151676"/>
                  </a:lnTo>
                  <a:lnTo>
                    <a:pt x="102" y="157005"/>
                  </a:lnTo>
                  <a:lnTo>
                    <a:pt x="0" y="162339"/>
                  </a:lnTo>
                  <a:lnTo>
                    <a:pt x="67" y="167674"/>
                  </a:lnTo>
                  <a:lnTo>
                    <a:pt x="306" y="173004"/>
                  </a:lnTo>
                  <a:lnTo>
                    <a:pt x="714" y="178324"/>
                  </a:lnTo>
                  <a:lnTo>
                    <a:pt x="1291" y="183628"/>
                  </a:lnTo>
                  <a:lnTo>
                    <a:pt x="2038" y="188911"/>
                  </a:lnTo>
                  <a:lnTo>
                    <a:pt x="2953" y="194167"/>
                  </a:lnTo>
                  <a:lnTo>
                    <a:pt x="4035" y="199392"/>
                  </a:lnTo>
                  <a:lnTo>
                    <a:pt x="5284" y="204579"/>
                  </a:lnTo>
                  <a:lnTo>
                    <a:pt x="6697" y="209724"/>
                  </a:lnTo>
                  <a:lnTo>
                    <a:pt x="8274" y="214821"/>
                  </a:lnTo>
                  <a:lnTo>
                    <a:pt x="10012" y="219865"/>
                  </a:lnTo>
                  <a:lnTo>
                    <a:pt x="11911" y="224851"/>
                  </a:lnTo>
                  <a:lnTo>
                    <a:pt x="13968" y="229774"/>
                  </a:lnTo>
                  <a:lnTo>
                    <a:pt x="16180" y="234629"/>
                  </a:lnTo>
                  <a:lnTo>
                    <a:pt x="18547" y="239411"/>
                  </a:lnTo>
                  <a:lnTo>
                    <a:pt x="21065" y="244115"/>
                  </a:lnTo>
                  <a:lnTo>
                    <a:pt x="23732" y="248736"/>
                  </a:lnTo>
                  <a:lnTo>
                    <a:pt x="26545" y="253269"/>
                  </a:lnTo>
                  <a:lnTo>
                    <a:pt x="29501" y="257711"/>
                  </a:lnTo>
                  <a:lnTo>
                    <a:pt x="32598" y="262056"/>
                  </a:lnTo>
                  <a:lnTo>
                    <a:pt x="35831" y="266300"/>
                  </a:lnTo>
                  <a:lnTo>
                    <a:pt x="39199" y="270438"/>
                  </a:lnTo>
                  <a:lnTo>
                    <a:pt x="42696" y="274467"/>
                  </a:lnTo>
                  <a:lnTo>
                    <a:pt x="46321" y="278383"/>
                  </a:lnTo>
                  <a:lnTo>
                    <a:pt x="50069" y="282180"/>
                  </a:lnTo>
                  <a:lnTo>
                    <a:pt x="53935" y="285856"/>
                  </a:lnTo>
                  <a:lnTo>
                    <a:pt x="57918" y="289407"/>
                  </a:lnTo>
                  <a:lnTo>
                    <a:pt x="62011" y="292829"/>
                  </a:lnTo>
                  <a:lnTo>
                    <a:pt x="66212" y="296119"/>
                  </a:lnTo>
                  <a:lnTo>
                    <a:pt x="70515" y="299273"/>
                  </a:lnTo>
                  <a:lnTo>
                    <a:pt x="74917" y="302287"/>
                  </a:lnTo>
                  <a:lnTo>
                    <a:pt x="79413" y="305160"/>
                  </a:lnTo>
                  <a:lnTo>
                    <a:pt x="83998" y="307888"/>
                  </a:lnTo>
                  <a:lnTo>
                    <a:pt x="88668" y="310469"/>
                  </a:lnTo>
                  <a:lnTo>
                    <a:pt x="93418" y="312898"/>
                  </a:lnTo>
                  <a:lnTo>
                    <a:pt x="98244" y="315175"/>
                  </a:lnTo>
                  <a:lnTo>
                    <a:pt x="103139" y="317297"/>
                  </a:lnTo>
                  <a:lnTo>
                    <a:pt x="108099" y="319262"/>
                  </a:lnTo>
                  <a:lnTo>
                    <a:pt x="113120" y="321067"/>
                  </a:lnTo>
                  <a:lnTo>
                    <a:pt x="118196" y="322711"/>
                  </a:lnTo>
                  <a:lnTo>
                    <a:pt x="167166" y="1628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7245" y="941493"/>
              <a:ext cx="216128" cy="334325"/>
            </a:xfrm>
            <a:custGeom>
              <a:avLst/>
              <a:pathLst>
                <a:path w="216128" h="334325">
                  <a:moveTo>
                    <a:pt x="0" y="327001"/>
                  </a:moveTo>
                  <a:lnTo>
                    <a:pt x="5113" y="328479"/>
                  </a:lnTo>
                  <a:lnTo>
                    <a:pt x="10271" y="329793"/>
                  </a:lnTo>
                  <a:lnTo>
                    <a:pt x="15468" y="330943"/>
                  </a:lnTo>
                  <a:lnTo>
                    <a:pt x="20699" y="331926"/>
                  </a:lnTo>
                  <a:lnTo>
                    <a:pt x="25958" y="332743"/>
                  </a:lnTo>
                  <a:lnTo>
                    <a:pt x="31241" y="333392"/>
                  </a:lnTo>
                  <a:lnTo>
                    <a:pt x="36542" y="333872"/>
                  </a:lnTo>
                  <a:lnTo>
                    <a:pt x="41856" y="334183"/>
                  </a:lnTo>
                  <a:lnTo>
                    <a:pt x="47177" y="334325"/>
                  </a:lnTo>
                  <a:lnTo>
                    <a:pt x="52499" y="334297"/>
                  </a:lnTo>
                  <a:lnTo>
                    <a:pt x="57818" y="334100"/>
                  </a:lnTo>
                  <a:lnTo>
                    <a:pt x="63128" y="333734"/>
                  </a:lnTo>
                  <a:lnTo>
                    <a:pt x="68424" y="333199"/>
                  </a:lnTo>
                  <a:lnTo>
                    <a:pt x="73700" y="332495"/>
                  </a:lnTo>
                  <a:lnTo>
                    <a:pt x="78951" y="331624"/>
                  </a:lnTo>
                  <a:lnTo>
                    <a:pt x="84171" y="330586"/>
                  </a:lnTo>
                  <a:lnTo>
                    <a:pt x="89356" y="329383"/>
                  </a:lnTo>
                  <a:lnTo>
                    <a:pt x="94500" y="328015"/>
                  </a:lnTo>
                  <a:lnTo>
                    <a:pt x="99598" y="326484"/>
                  </a:lnTo>
                  <a:lnTo>
                    <a:pt x="104644" y="324791"/>
                  </a:lnTo>
                  <a:lnTo>
                    <a:pt x="109634" y="322939"/>
                  </a:lnTo>
                  <a:lnTo>
                    <a:pt x="114562" y="320928"/>
                  </a:lnTo>
                  <a:lnTo>
                    <a:pt x="119424" y="318762"/>
                  </a:lnTo>
                  <a:lnTo>
                    <a:pt x="124215" y="316442"/>
                  </a:lnTo>
                  <a:lnTo>
                    <a:pt x="128929" y="313971"/>
                  </a:lnTo>
                  <a:lnTo>
                    <a:pt x="133562" y="311351"/>
                  </a:lnTo>
                  <a:lnTo>
                    <a:pt x="138110" y="308585"/>
                  </a:lnTo>
                  <a:lnTo>
                    <a:pt x="142567" y="305675"/>
                  </a:lnTo>
                  <a:lnTo>
                    <a:pt x="146929" y="302625"/>
                  </a:lnTo>
                  <a:lnTo>
                    <a:pt x="151192" y="299438"/>
                  </a:lnTo>
                  <a:lnTo>
                    <a:pt x="155351" y="296117"/>
                  </a:lnTo>
                  <a:lnTo>
                    <a:pt x="159402" y="292665"/>
                  </a:lnTo>
                  <a:lnTo>
                    <a:pt x="163342" y="289085"/>
                  </a:lnTo>
                  <a:lnTo>
                    <a:pt x="167165" y="285382"/>
                  </a:lnTo>
                  <a:lnTo>
                    <a:pt x="170869" y="281559"/>
                  </a:lnTo>
                  <a:lnTo>
                    <a:pt x="174449" y="277621"/>
                  </a:lnTo>
                  <a:lnTo>
                    <a:pt x="177901" y="273570"/>
                  </a:lnTo>
                  <a:lnTo>
                    <a:pt x="181224" y="269411"/>
                  </a:lnTo>
                  <a:lnTo>
                    <a:pt x="184412" y="265149"/>
                  </a:lnTo>
                  <a:lnTo>
                    <a:pt x="187462" y="260787"/>
                  </a:lnTo>
                  <a:lnTo>
                    <a:pt x="190373" y="256331"/>
                  </a:lnTo>
                  <a:lnTo>
                    <a:pt x="193140" y="251784"/>
                  </a:lnTo>
                  <a:lnTo>
                    <a:pt x="195760" y="247151"/>
                  </a:lnTo>
                  <a:lnTo>
                    <a:pt x="198232" y="242437"/>
                  </a:lnTo>
                  <a:lnTo>
                    <a:pt x="200553" y="237647"/>
                  </a:lnTo>
                  <a:lnTo>
                    <a:pt x="202720" y="232786"/>
                  </a:lnTo>
                  <a:lnTo>
                    <a:pt x="204731" y="227858"/>
                  </a:lnTo>
                  <a:lnTo>
                    <a:pt x="206584" y="222868"/>
                  </a:lnTo>
                  <a:lnTo>
                    <a:pt x="208278" y="217822"/>
                  </a:lnTo>
                  <a:lnTo>
                    <a:pt x="209810" y="212724"/>
                  </a:lnTo>
                  <a:lnTo>
                    <a:pt x="211178" y="207581"/>
                  </a:lnTo>
                  <a:lnTo>
                    <a:pt x="212383" y="202396"/>
                  </a:lnTo>
                  <a:lnTo>
                    <a:pt x="213422" y="197176"/>
                  </a:lnTo>
                  <a:lnTo>
                    <a:pt x="214294" y="191925"/>
                  </a:lnTo>
                  <a:lnTo>
                    <a:pt x="214998" y="186649"/>
                  </a:lnTo>
                  <a:lnTo>
                    <a:pt x="215534" y="181354"/>
                  </a:lnTo>
                  <a:lnTo>
                    <a:pt x="215901" y="176044"/>
                  </a:lnTo>
                  <a:lnTo>
                    <a:pt x="216099" y="170725"/>
                  </a:lnTo>
                  <a:lnTo>
                    <a:pt x="216128" y="165402"/>
                  </a:lnTo>
                  <a:lnTo>
                    <a:pt x="215987" y="160081"/>
                  </a:lnTo>
                  <a:lnTo>
                    <a:pt x="215677" y="154768"/>
                  </a:lnTo>
                  <a:lnTo>
                    <a:pt x="215197" y="149467"/>
                  </a:lnTo>
                  <a:lnTo>
                    <a:pt x="214550" y="144184"/>
                  </a:lnTo>
                  <a:lnTo>
                    <a:pt x="213734" y="138924"/>
                  </a:lnTo>
                  <a:lnTo>
                    <a:pt x="212751" y="133693"/>
                  </a:lnTo>
                  <a:lnTo>
                    <a:pt x="211603" y="128495"/>
                  </a:lnTo>
                  <a:lnTo>
                    <a:pt x="210289" y="123337"/>
                  </a:lnTo>
                  <a:lnTo>
                    <a:pt x="208812" y="118224"/>
                  </a:lnTo>
                  <a:lnTo>
                    <a:pt x="207173" y="113160"/>
                  </a:lnTo>
                  <a:lnTo>
                    <a:pt x="205373" y="108151"/>
                  </a:lnTo>
                  <a:lnTo>
                    <a:pt x="203415" y="103201"/>
                  </a:lnTo>
                  <a:lnTo>
                    <a:pt x="201300" y="98317"/>
                  </a:lnTo>
                  <a:lnTo>
                    <a:pt x="199031" y="93502"/>
                  </a:lnTo>
                  <a:lnTo>
                    <a:pt x="196610" y="88762"/>
                  </a:lnTo>
                  <a:lnTo>
                    <a:pt x="194039" y="84101"/>
                  </a:lnTo>
                  <a:lnTo>
                    <a:pt x="191321" y="79525"/>
                  </a:lnTo>
                  <a:lnTo>
                    <a:pt x="188459" y="75038"/>
                  </a:lnTo>
                  <a:lnTo>
                    <a:pt x="185455" y="70643"/>
                  </a:lnTo>
                  <a:lnTo>
                    <a:pt x="182313" y="66347"/>
                  </a:lnTo>
                  <a:lnTo>
                    <a:pt x="179035" y="62153"/>
                  </a:lnTo>
                  <a:lnTo>
                    <a:pt x="175626" y="58066"/>
                  </a:lnTo>
                  <a:lnTo>
                    <a:pt x="172089" y="54089"/>
                  </a:lnTo>
                  <a:lnTo>
                    <a:pt x="168426" y="50226"/>
                  </a:lnTo>
                  <a:lnTo>
                    <a:pt x="164643" y="46483"/>
                  </a:lnTo>
                  <a:lnTo>
                    <a:pt x="160742" y="42861"/>
                  </a:lnTo>
                  <a:lnTo>
                    <a:pt x="156728" y="39366"/>
                  </a:lnTo>
                  <a:lnTo>
                    <a:pt x="152605" y="36000"/>
                  </a:lnTo>
                  <a:lnTo>
                    <a:pt x="148376" y="32767"/>
                  </a:lnTo>
                  <a:lnTo>
                    <a:pt x="144047" y="29670"/>
                  </a:lnTo>
                  <a:lnTo>
                    <a:pt x="139621" y="26713"/>
                  </a:lnTo>
                  <a:lnTo>
                    <a:pt x="135104" y="23898"/>
                  </a:lnTo>
                  <a:lnTo>
                    <a:pt x="130499" y="21229"/>
                  </a:lnTo>
                  <a:lnTo>
                    <a:pt x="125812" y="18707"/>
                  </a:lnTo>
                  <a:lnTo>
                    <a:pt x="121046" y="16336"/>
                  </a:lnTo>
                  <a:lnTo>
                    <a:pt x="116208" y="14118"/>
                  </a:lnTo>
                  <a:lnTo>
                    <a:pt x="111301" y="12055"/>
                  </a:lnTo>
                  <a:lnTo>
                    <a:pt x="106332" y="10149"/>
                  </a:lnTo>
                  <a:lnTo>
                    <a:pt x="101304" y="8403"/>
                  </a:lnTo>
                  <a:lnTo>
                    <a:pt x="96223" y="6817"/>
                  </a:lnTo>
                  <a:lnTo>
                    <a:pt x="91094" y="5394"/>
                  </a:lnTo>
                  <a:lnTo>
                    <a:pt x="85922" y="4135"/>
                  </a:lnTo>
                  <a:lnTo>
                    <a:pt x="80713" y="3041"/>
                  </a:lnTo>
                  <a:lnTo>
                    <a:pt x="75472" y="2114"/>
                  </a:lnTo>
                  <a:lnTo>
                    <a:pt x="70204" y="1354"/>
                  </a:lnTo>
                  <a:lnTo>
                    <a:pt x="64914" y="762"/>
                  </a:lnTo>
                  <a:lnTo>
                    <a:pt x="59608" y="338"/>
                  </a:lnTo>
                  <a:lnTo>
                    <a:pt x="54292" y="84"/>
                  </a:lnTo>
                  <a:lnTo>
                    <a:pt x="48970" y="0"/>
                  </a:lnTo>
                  <a:lnTo>
                    <a:pt x="4897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814" y="1071028"/>
              <a:ext cx="166686" cy="167167"/>
            </a:xfrm>
            <a:custGeom>
              <a:avLst/>
              <a:pathLst>
                <a:path w="166686" h="167167">
                  <a:moveTo>
                    <a:pt x="166686" y="0"/>
                  </a:moveTo>
                  <a:lnTo>
                    <a:pt x="161255" y="88"/>
                  </a:lnTo>
                  <a:lnTo>
                    <a:pt x="155829" y="352"/>
                  </a:lnTo>
                  <a:lnTo>
                    <a:pt x="150414" y="793"/>
                  </a:lnTo>
                  <a:lnTo>
                    <a:pt x="145016" y="1410"/>
                  </a:lnTo>
                  <a:lnTo>
                    <a:pt x="139642" y="2202"/>
                  </a:lnTo>
                  <a:lnTo>
                    <a:pt x="134296" y="3168"/>
                  </a:lnTo>
                  <a:lnTo>
                    <a:pt x="128984" y="4307"/>
                  </a:lnTo>
                  <a:lnTo>
                    <a:pt x="123712" y="5618"/>
                  </a:lnTo>
                  <a:lnTo>
                    <a:pt x="118485" y="7099"/>
                  </a:lnTo>
                  <a:lnTo>
                    <a:pt x="113310" y="8750"/>
                  </a:lnTo>
                  <a:lnTo>
                    <a:pt x="108190" y="10568"/>
                  </a:lnTo>
                  <a:lnTo>
                    <a:pt x="103133" y="12552"/>
                  </a:lnTo>
                  <a:lnTo>
                    <a:pt x="98142" y="14698"/>
                  </a:lnTo>
                  <a:lnTo>
                    <a:pt x="93224" y="17006"/>
                  </a:lnTo>
                  <a:lnTo>
                    <a:pt x="88384" y="19472"/>
                  </a:lnTo>
                  <a:lnTo>
                    <a:pt x="83626" y="22095"/>
                  </a:lnTo>
                  <a:lnTo>
                    <a:pt x="78956" y="24870"/>
                  </a:lnTo>
                  <a:lnTo>
                    <a:pt x="74379" y="27796"/>
                  </a:lnTo>
                  <a:lnTo>
                    <a:pt x="69899" y="30869"/>
                  </a:lnTo>
                  <a:lnTo>
                    <a:pt x="65521" y="34086"/>
                  </a:lnTo>
                  <a:lnTo>
                    <a:pt x="61250" y="37443"/>
                  </a:lnTo>
                  <a:lnTo>
                    <a:pt x="57091" y="40938"/>
                  </a:lnTo>
                  <a:lnTo>
                    <a:pt x="53047" y="44566"/>
                  </a:lnTo>
                  <a:lnTo>
                    <a:pt x="49123" y="48323"/>
                  </a:lnTo>
                  <a:lnTo>
                    <a:pt x="45324" y="52206"/>
                  </a:lnTo>
                  <a:lnTo>
                    <a:pt x="41652" y="56210"/>
                  </a:lnTo>
                  <a:lnTo>
                    <a:pt x="38113" y="60331"/>
                  </a:lnTo>
                  <a:lnTo>
                    <a:pt x="34710" y="64566"/>
                  </a:lnTo>
                  <a:lnTo>
                    <a:pt x="31445" y="68908"/>
                  </a:lnTo>
                  <a:lnTo>
                    <a:pt x="28324" y="73354"/>
                  </a:lnTo>
                  <a:lnTo>
                    <a:pt x="25349" y="77900"/>
                  </a:lnTo>
                  <a:lnTo>
                    <a:pt x="22523" y="82540"/>
                  </a:lnTo>
                  <a:lnTo>
                    <a:pt x="19849" y="87269"/>
                  </a:lnTo>
                  <a:lnTo>
                    <a:pt x="17331" y="92082"/>
                  </a:lnTo>
                  <a:lnTo>
                    <a:pt x="14970" y="96975"/>
                  </a:lnTo>
                  <a:lnTo>
                    <a:pt x="12769" y="101942"/>
                  </a:lnTo>
                  <a:lnTo>
                    <a:pt x="10731" y="106977"/>
                  </a:lnTo>
                  <a:lnTo>
                    <a:pt x="8857" y="112077"/>
                  </a:lnTo>
                  <a:lnTo>
                    <a:pt x="7151" y="117234"/>
                  </a:lnTo>
                  <a:lnTo>
                    <a:pt x="5612" y="122444"/>
                  </a:lnTo>
                  <a:lnTo>
                    <a:pt x="4244" y="127702"/>
                  </a:lnTo>
                  <a:lnTo>
                    <a:pt x="3048" y="133001"/>
                  </a:lnTo>
                  <a:lnTo>
                    <a:pt x="2024" y="138336"/>
                  </a:lnTo>
                  <a:lnTo>
                    <a:pt x="1174" y="143702"/>
                  </a:lnTo>
                  <a:lnTo>
                    <a:pt x="499" y="149092"/>
                  </a:lnTo>
                  <a:lnTo>
                    <a:pt x="0" y="154502"/>
                  </a:lnTo>
                  <a:lnTo>
                    <a:pt x="16668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814" y="1225531"/>
              <a:ext cx="166686" cy="12664"/>
            </a:xfrm>
            <a:custGeom>
              <a:avLst/>
              <a:pathLst>
                <a:path w="166686" h="12664">
                  <a:moveTo>
                    <a:pt x="0" y="0"/>
                  </a:moveTo>
                  <a:lnTo>
                    <a:pt x="166686" y="126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46" y="1072179"/>
              <a:ext cx="334316" cy="333182"/>
            </a:xfrm>
            <a:custGeom>
              <a:avLst/>
              <a:pathLst>
                <a:path w="334316" h="333182">
                  <a:moveTo>
                    <a:pt x="467" y="153352"/>
                  </a:moveTo>
                  <a:lnTo>
                    <a:pt x="149" y="158654"/>
                  </a:lnTo>
                  <a:lnTo>
                    <a:pt x="0" y="163963"/>
                  </a:lnTo>
                  <a:lnTo>
                    <a:pt x="19" y="169274"/>
                  </a:lnTo>
                  <a:lnTo>
                    <a:pt x="206" y="174582"/>
                  </a:lnTo>
                  <a:lnTo>
                    <a:pt x="563" y="179882"/>
                  </a:lnTo>
                  <a:lnTo>
                    <a:pt x="1087" y="185167"/>
                  </a:lnTo>
                  <a:lnTo>
                    <a:pt x="1780" y="190434"/>
                  </a:lnTo>
                  <a:lnTo>
                    <a:pt x="2639" y="195675"/>
                  </a:lnTo>
                  <a:lnTo>
                    <a:pt x="3664" y="200887"/>
                  </a:lnTo>
                  <a:lnTo>
                    <a:pt x="4854" y="206063"/>
                  </a:lnTo>
                  <a:lnTo>
                    <a:pt x="6209" y="211199"/>
                  </a:lnTo>
                  <a:lnTo>
                    <a:pt x="7725" y="216289"/>
                  </a:lnTo>
                  <a:lnTo>
                    <a:pt x="9403" y="221329"/>
                  </a:lnTo>
                  <a:lnTo>
                    <a:pt x="11240" y="226312"/>
                  </a:lnTo>
                  <a:lnTo>
                    <a:pt x="13234" y="231235"/>
                  </a:lnTo>
                  <a:lnTo>
                    <a:pt x="15384" y="236092"/>
                  </a:lnTo>
                  <a:lnTo>
                    <a:pt x="17686" y="240879"/>
                  </a:lnTo>
                  <a:lnTo>
                    <a:pt x="20140" y="245589"/>
                  </a:lnTo>
                  <a:lnTo>
                    <a:pt x="22742" y="250220"/>
                  </a:lnTo>
                  <a:lnTo>
                    <a:pt x="25490" y="254765"/>
                  </a:lnTo>
                  <a:lnTo>
                    <a:pt x="28381" y="259221"/>
                  </a:lnTo>
                  <a:lnTo>
                    <a:pt x="31412" y="263582"/>
                  </a:lnTo>
                  <a:lnTo>
                    <a:pt x="34580" y="267845"/>
                  </a:lnTo>
                  <a:lnTo>
                    <a:pt x="37882" y="272006"/>
                  </a:lnTo>
                  <a:lnTo>
                    <a:pt x="41315" y="276059"/>
                  </a:lnTo>
                  <a:lnTo>
                    <a:pt x="44874" y="280001"/>
                  </a:lnTo>
                  <a:lnTo>
                    <a:pt x="48557" y="283829"/>
                  </a:lnTo>
                  <a:lnTo>
                    <a:pt x="52360" y="287537"/>
                  </a:lnTo>
                  <a:lnTo>
                    <a:pt x="56278" y="291122"/>
                  </a:lnTo>
                  <a:lnTo>
                    <a:pt x="60309" y="294582"/>
                  </a:lnTo>
                  <a:lnTo>
                    <a:pt x="64447" y="297911"/>
                  </a:lnTo>
                  <a:lnTo>
                    <a:pt x="68689" y="301108"/>
                  </a:lnTo>
                  <a:lnTo>
                    <a:pt x="73030" y="304168"/>
                  </a:lnTo>
                  <a:lnTo>
                    <a:pt x="77467" y="307088"/>
                  </a:lnTo>
                  <a:lnTo>
                    <a:pt x="81994" y="309866"/>
                  </a:lnTo>
                  <a:lnTo>
                    <a:pt x="86607" y="312499"/>
                  </a:lnTo>
                  <a:lnTo>
                    <a:pt x="91301" y="314984"/>
                  </a:lnTo>
                  <a:lnTo>
                    <a:pt x="96072" y="317319"/>
                  </a:lnTo>
                  <a:lnTo>
                    <a:pt x="100915" y="319500"/>
                  </a:lnTo>
                  <a:lnTo>
                    <a:pt x="105824" y="321527"/>
                  </a:lnTo>
                  <a:lnTo>
                    <a:pt x="110795" y="323397"/>
                  </a:lnTo>
                  <a:lnTo>
                    <a:pt x="115824" y="325108"/>
                  </a:lnTo>
                  <a:lnTo>
                    <a:pt x="120904" y="326659"/>
                  </a:lnTo>
                  <a:lnTo>
                    <a:pt x="126031" y="328047"/>
                  </a:lnTo>
                  <a:lnTo>
                    <a:pt x="131199" y="329272"/>
                  </a:lnTo>
                  <a:lnTo>
                    <a:pt x="136404" y="330332"/>
                  </a:lnTo>
                  <a:lnTo>
                    <a:pt x="141639" y="331226"/>
                  </a:lnTo>
                  <a:lnTo>
                    <a:pt x="146901" y="331953"/>
                  </a:lnTo>
                  <a:lnTo>
                    <a:pt x="152183" y="332512"/>
                  </a:lnTo>
                  <a:lnTo>
                    <a:pt x="157480" y="332904"/>
                  </a:lnTo>
                  <a:lnTo>
                    <a:pt x="162786" y="333127"/>
                  </a:lnTo>
                  <a:lnTo>
                    <a:pt x="168097" y="333182"/>
                  </a:lnTo>
                  <a:lnTo>
                    <a:pt x="173408" y="333067"/>
                  </a:lnTo>
                  <a:lnTo>
                    <a:pt x="178712" y="332784"/>
                  </a:lnTo>
                  <a:lnTo>
                    <a:pt x="184004" y="332333"/>
                  </a:lnTo>
                  <a:lnTo>
                    <a:pt x="189279" y="331714"/>
                  </a:lnTo>
                  <a:lnTo>
                    <a:pt x="194532" y="330927"/>
                  </a:lnTo>
                  <a:lnTo>
                    <a:pt x="199757" y="329974"/>
                  </a:lnTo>
                  <a:lnTo>
                    <a:pt x="204949" y="328856"/>
                  </a:lnTo>
                  <a:lnTo>
                    <a:pt x="210104" y="327573"/>
                  </a:lnTo>
                  <a:lnTo>
                    <a:pt x="215214" y="326127"/>
                  </a:lnTo>
                  <a:lnTo>
                    <a:pt x="220277" y="324519"/>
                  </a:lnTo>
                  <a:lnTo>
                    <a:pt x="225285" y="322751"/>
                  </a:lnTo>
                  <a:lnTo>
                    <a:pt x="230235" y="320825"/>
                  </a:lnTo>
                  <a:lnTo>
                    <a:pt x="235122" y="318743"/>
                  </a:lnTo>
                  <a:lnTo>
                    <a:pt x="239939" y="316507"/>
                  </a:lnTo>
                  <a:lnTo>
                    <a:pt x="244684" y="314119"/>
                  </a:lnTo>
                  <a:lnTo>
                    <a:pt x="249349" y="311581"/>
                  </a:lnTo>
                  <a:lnTo>
                    <a:pt x="253932" y="308896"/>
                  </a:lnTo>
                  <a:lnTo>
                    <a:pt x="258428" y="306067"/>
                  </a:lnTo>
                  <a:lnTo>
                    <a:pt x="262831" y="303097"/>
                  </a:lnTo>
                  <a:lnTo>
                    <a:pt x="267138" y="299988"/>
                  </a:lnTo>
                  <a:lnTo>
                    <a:pt x="271343" y="296744"/>
                  </a:lnTo>
                  <a:lnTo>
                    <a:pt x="275444" y="293368"/>
                  </a:lnTo>
                  <a:lnTo>
                    <a:pt x="279435" y="289863"/>
                  </a:lnTo>
                  <a:lnTo>
                    <a:pt x="283313" y="286234"/>
                  </a:lnTo>
                  <a:lnTo>
                    <a:pt x="287073" y="282483"/>
                  </a:lnTo>
                  <a:lnTo>
                    <a:pt x="290713" y="278614"/>
                  </a:lnTo>
                  <a:lnTo>
                    <a:pt x="294228" y="274632"/>
                  </a:lnTo>
                  <a:lnTo>
                    <a:pt x="297614" y="270540"/>
                  </a:lnTo>
                  <a:lnTo>
                    <a:pt x="300869" y="266343"/>
                  </a:lnTo>
                  <a:lnTo>
                    <a:pt x="303989" y="262044"/>
                  </a:lnTo>
                  <a:lnTo>
                    <a:pt x="306970" y="257649"/>
                  </a:lnTo>
                  <a:lnTo>
                    <a:pt x="309811" y="253161"/>
                  </a:lnTo>
                  <a:lnTo>
                    <a:pt x="312507" y="248585"/>
                  </a:lnTo>
                  <a:lnTo>
                    <a:pt x="315057" y="243925"/>
                  </a:lnTo>
                  <a:lnTo>
                    <a:pt x="317457" y="239187"/>
                  </a:lnTo>
                  <a:lnTo>
                    <a:pt x="319706" y="234375"/>
                  </a:lnTo>
                  <a:lnTo>
                    <a:pt x="321801" y="229494"/>
                  </a:lnTo>
                  <a:lnTo>
                    <a:pt x="323739" y="224549"/>
                  </a:lnTo>
                  <a:lnTo>
                    <a:pt x="325520" y="219545"/>
                  </a:lnTo>
                  <a:lnTo>
                    <a:pt x="327141" y="214487"/>
                  </a:lnTo>
                  <a:lnTo>
                    <a:pt x="328600" y="209380"/>
                  </a:lnTo>
                  <a:lnTo>
                    <a:pt x="329896" y="204229"/>
                  </a:lnTo>
                  <a:lnTo>
                    <a:pt x="331028" y="199040"/>
                  </a:lnTo>
                  <a:lnTo>
                    <a:pt x="331994" y="193817"/>
                  </a:lnTo>
                  <a:lnTo>
                    <a:pt x="332794" y="188566"/>
                  </a:lnTo>
                  <a:lnTo>
                    <a:pt x="333427" y="183292"/>
                  </a:lnTo>
                  <a:lnTo>
                    <a:pt x="333892" y="178001"/>
                  </a:lnTo>
                  <a:lnTo>
                    <a:pt x="334188" y="172698"/>
                  </a:lnTo>
                  <a:lnTo>
                    <a:pt x="334316" y="167388"/>
                  </a:lnTo>
                  <a:lnTo>
                    <a:pt x="334275" y="162077"/>
                  </a:lnTo>
                  <a:lnTo>
                    <a:pt x="334066" y="156770"/>
                  </a:lnTo>
                  <a:lnTo>
                    <a:pt x="333688" y="151472"/>
                  </a:lnTo>
                  <a:lnTo>
                    <a:pt x="333142" y="146188"/>
                  </a:lnTo>
                  <a:lnTo>
                    <a:pt x="332428" y="140925"/>
                  </a:lnTo>
                  <a:lnTo>
                    <a:pt x="331547" y="135687"/>
                  </a:lnTo>
                  <a:lnTo>
                    <a:pt x="330501" y="130480"/>
                  </a:lnTo>
                  <a:lnTo>
                    <a:pt x="329289" y="125309"/>
                  </a:lnTo>
                  <a:lnTo>
                    <a:pt x="327914" y="120178"/>
                  </a:lnTo>
                  <a:lnTo>
                    <a:pt x="326377" y="115094"/>
                  </a:lnTo>
                  <a:lnTo>
                    <a:pt x="324679" y="110061"/>
                  </a:lnTo>
                  <a:lnTo>
                    <a:pt x="322822" y="105085"/>
                  </a:lnTo>
                  <a:lnTo>
                    <a:pt x="320807" y="100171"/>
                  </a:lnTo>
                  <a:lnTo>
                    <a:pt x="318638" y="95322"/>
                  </a:lnTo>
                  <a:lnTo>
                    <a:pt x="316316" y="90546"/>
                  </a:lnTo>
                  <a:lnTo>
                    <a:pt x="313843" y="85845"/>
                  </a:lnTo>
                  <a:lnTo>
                    <a:pt x="311222" y="81225"/>
                  </a:lnTo>
                  <a:lnTo>
                    <a:pt x="308455" y="76691"/>
                  </a:lnTo>
                  <a:lnTo>
                    <a:pt x="305546" y="72247"/>
                  </a:lnTo>
                  <a:lnTo>
                    <a:pt x="302497" y="67898"/>
                  </a:lnTo>
                  <a:lnTo>
                    <a:pt x="299312" y="63648"/>
                  </a:lnTo>
                  <a:lnTo>
                    <a:pt x="295993" y="59501"/>
                  </a:lnTo>
                  <a:lnTo>
                    <a:pt x="292544" y="55462"/>
                  </a:lnTo>
                  <a:lnTo>
                    <a:pt x="288968" y="51534"/>
                  </a:lnTo>
                  <a:lnTo>
                    <a:pt x="285270" y="47722"/>
                  </a:lnTo>
                  <a:lnTo>
                    <a:pt x="281452" y="44029"/>
                  </a:lnTo>
                  <a:lnTo>
                    <a:pt x="277519" y="40460"/>
                  </a:lnTo>
                  <a:lnTo>
                    <a:pt x="273474" y="37017"/>
                  </a:lnTo>
                  <a:lnTo>
                    <a:pt x="269322" y="33704"/>
                  </a:lnTo>
                  <a:lnTo>
                    <a:pt x="265067" y="30525"/>
                  </a:lnTo>
                  <a:lnTo>
                    <a:pt x="260714" y="27483"/>
                  </a:lnTo>
                  <a:lnTo>
                    <a:pt x="256265" y="24581"/>
                  </a:lnTo>
                  <a:lnTo>
                    <a:pt x="251727" y="21821"/>
                  </a:lnTo>
                  <a:lnTo>
                    <a:pt x="247103" y="19207"/>
                  </a:lnTo>
                  <a:lnTo>
                    <a:pt x="242399" y="16741"/>
                  </a:lnTo>
                  <a:lnTo>
                    <a:pt x="237619" y="14426"/>
                  </a:lnTo>
                  <a:lnTo>
                    <a:pt x="232767" y="12264"/>
                  </a:lnTo>
                  <a:lnTo>
                    <a:pt x="227849" y="10257"/>
                  </a:lnTo>
                  <a:lnTo>
                    <a:pt x="222870" y="8408"/>
                  </a:lnTo>
                  <a:lnTo>
                    <a:pt x="217835" y="6717"/>
                  </a:lnTo>
                  <a:lnTo>
                    <a:pt x="212749" y="5187"/>
                  </a:lnTo>
                  <a:lnTo>
                    <a:pt x="207616" y="3820"/>
                  </a:lnTo>
                  <a:lnTo>
                    <a:pt x="202443" y="2616"/>
                  </a:lnTo>
                  <a:lnTo>
                    <a:pt x="197234" y="1578"/>
                  </a:lnTo>
                  <a:lnTo>
                    <a:pt x="191995" y="705"/>
                  </a:lnTo>
                  <a:lnTo>
                    <a:pt x="186731" y="0"/>
                  </a:lnTo>
                  <a:lnTo>
                    <a:pt x="167154" y="1660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071028"/>
              <a:ext cx="19576" cy="167167"/>
            </a:xfrm>
            <a:custGeom>
              <a:avLst/>
              <a:pathLst>
                <a:path w="19576" h="167167">
                  <a:moveTo>
                    <a:pt x="19576" y="1150"/>
                  </a:moveTo>
                  <a:lnTo>
                    <a:pt x="9805" y="2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7362" y="1322571"/>
              <a:ext cx="51357" cy="167167"/>
            </a:xfrm>
            <a:custGeom>
              <a:avLst/>
              <a:pathLst>
                <a:path w="51357" h="167167">
                  <a:moveTo>
                    <a:pt x="51357" y="0"/>
                  </a:moveTo>
                  <a:lnTo>
                    <a:pt x="44834" y="127"/>
                  </a:lnTo>
                  <a:lnTo>
                    <a:pt x="38320" y="509"/>
                  </a:lnTo>
                  <a:lnTo>
                    <a:pt x="31826" y="1144"/>
                  </a:lnTo>
                  <a:lnTo>
                    <a:pt x="25362" y="2033"/>
                  </a:lnTo>
                  <a:lnTo>
                    <a:pt x="18938" y="3173"/>
                  </a:lnTo>
                  <a:lnTo>
                    <a:pt x="12563" y="4563"/>
                  </a:lnTo>
                  <a:lnTo>
                    <a:pt x="6247" y="6201"/>
                  </a:lnTo>
                  <a:lnTo>
                    <a:pt x="0" y="8084"/>
                  </a:lnTo>
                  <a:lnTo>
                    <a:pt x="5135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7362" y="1330656"/>
              <a:ext cx="51357" cy="159082"/>
            </a:xfrm>
            <a:custGeom>
              <a:avLst/>
              <a:pathLst>
                <a:path w="51357" h="159082">
                  <a:moveTo>
                    <a:pt x="0" y="0"/>
                  </a:moveTo>
                  <a:lnTo>
                    <a:pt x="51357" y="159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7362" y="1330656"/>
              <a:ext cx="51357" cy="159082"/>
            </a:xfrm>
            <a:custGeom>
              <a:avLst/>
              <a:pathLst>
                <a:path w="51357" h="159082">
                  <a:moveTo>
                    <a:pt x="0" y="0"/>
                  </a:moveTo>
                  <a:lnTo>
                    <a:pt x="51357" y="159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7362" y="1330656"/>
              <a:ext cx="51357" cy="159082"/>
            </a:xfrm>
            <a:custGeom>
              <a:avLst/>
              <a:pathLst>
                <a:path w="51357" h="159082">
                  <a:moveTo>
                    <a:pt x="0" y="0"/>
                  </a:moveTo>
                  <a:lnTo>
                    <a:pt x="51357" y="159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7362" y="1330656"/>
              <a:ext cx="51357" cy="159082"/>
            </a:xfrm>
            <a:custGeom>
              <a:avLst/>
              <a:pathLst>
                <a:path w="51357" h="159082">
                  <a:moveTo>
                    <a:pt x="0" y="0"/>
                  </a:moveTo>
                  <a:lnTo>
                    <a:pt x="51357" y="159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7362" y="1330656"/>
              <a:ext cx="51357" cy="159082"/>
            </a:xfrm>
            <a:custGeom>
              <a:avLst/>
              <a:pathLst>
                <a:path w="51357" h="159082">
                  <a:moveTo>
                    <a:pt x="0" y="0"/>
                  </a:moveTo>
                  <a:lnTo>
                    <a:pt x="51357" y="159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7362" y="1330656"/>
              <a:ext cx="51357" cy="159082"/>
            </a:xfrm>
            <a:custGeom>
              <a:avLst/>
              <a:pathLst>
                <a:path w="51357" h="159082">
                  <a:moveTo>
                    <a:pt x="0" y="0"/>
                  </a:moveTo>
                  <a:lnTo>
                    <a:pt x="51357" y="159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7362" y="1330656"/>
              <a:ext cx="51357" cy="159082"/>
            </a:xfrm>
            <a:custGeom>
              <a:avLst/>
              <a:pathLst>
                <a:path w="51357" h="159082">
                  <a:moveTo>
                    <a:pt x="0" y="0"/>
                  </a:moveTo>
                  <a:lnTo>
                    <a:pt x="51357" y="159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7362" y="1330656"/>
              <a:ext cx="51357" cy="159082"/>
            </a:xfrm>
            <a:custGeom>
              <a:avLst/>
              <a:pathLst>
                <a:path w="51357" h="159082">
                  <a:moveTo>
                    <a:pt x="0" y="0"/>
                  </a:moveTo>
                  <a:lnTo>
                    <a:pt x="51357" y="159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7362" y="1330656"/>
              <a:ext cx="51357" cy="159082"/>
            </a:xfrm>
            <a:custGeom>
              <a:avLst/>
              <a:pathLst>
                <a:path w="51357" h="159082">
                  <a:moveTo>
                    <a:pt x="0" y="0"/>
                  </a:moveTo>
                  <a:lnTo>
                    <a:pt x="51357" y="159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7362" y="1330656"/>
              <a:ext cx="51357" cy="159082"/>
            </a:xfrm>
            <a:custGeom>
              <a:avLst/>
              <a:pathLst>
                <a:path w="51357" h="159082">
                  <a:moveTo>
                    <a:pt x="0" y="0"/>
                  </a:moveTo>
                  <a:lnTo>
                    <a:pt x="51357" y="159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7362" y="1330656"/>
              <a:ext cx="51357" cy="159082"/>
            </a:xfrm>
            <a:custGeom>
              <a:avLst/>
              <a:pathLst>
                <a:path w="51357" h="159082">
                  <a:moveTo>
                    <a:pt x="0" y="0"/>
                  </a:moveTo>
                  <a:lnTo>
                    <a:pt x="51357" y="159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7362" y="1330656"/>
              <a:ext cx="51357" cy="159082"/>
            </a:xfrm>
            <a:custGeom>
              <a:avLst/>
              <a:pathLst>
                <a:path w="51357" h="159082">
                  <a:moveTo>
                    <a:pt x="0" y="0"/>
                  </a:moveTo>
                  <a:lnTo>
                    <a:pt x="51357" y="159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7362" y="1330656"/>
              <a:ext cx="51357" cy="159082"/>
            </a:xfrm>
            <a:custGeom>
              <a:avLst/>
              <a:pathLst>
                <a:path w="51357" h="159082">
                  <a:moveTo>
                    <a:pt x="0" y="0"/>
                  </a:moveTo>
                  <a:lnTo>
                    <a:pt x="51357" y="159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7362" y="1330656"/>
              <a:ext cx="51357" cy="159082"/>
            </a:xfrm>
            <a:custGeom>
              <a:avLst/>
              <a:pathLst>
                <a:path w="51357" h="159082">
                  <a:moveTo>
                    <a:pt x="0" y="0"/>
                  </a:moveTo>
                  <a:lnTo>
                    <a:pt x="51357" y="159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7362" y="1330656"/>
              <a:ext cx="51357" cy="159082"/>
            </a:xfrm>
            <a:custGeom>
              <a:avLst/>
              <a:pathLst>
                <a:path w="51357" h="159082">
                  <a:moveTo>
                    <a:pt x="0" y="0"/>
                  </a:moveTo>
                  <a:lnTo>
                    <a:pt x="51357" y="159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7362" y="1330656"/>
              <a:ext cx="51357" cy="159082"/>
            </a:xfrm>
            <a:custGeom>
              <a:avLst/>
              <a:pathLst>
                <a:path w="51357" h="159082">
                  <a:moveTo>
                    <a:pt x="0" y="0"/>
                  </a:moveTo>
                  <a:lnTo>
                    <a:pt x="51357" y="159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321557" y="1330656"/>
              <a:ext cx="334330" cy="326236"/>
            </a:xfrm>
            <a:custGeom>
              <a:avLst/>
              <a:pathLst>
                <a:path w="334330" h="326236">
                  <a:moveTo>
                    <a:pt x="115805" y="0"/>
                  </a:moveTo>
                  <a:lnTo>
                    <a:pt x="110797" y="1704"/>
                  </a:lnTo>
                  <a:lnTo>
                    <a:pt x="105846" y="3566"/>
                  </a:lnTo>
                  <a:lnTo>
                    <a:pt x="100957" y="5584"/>
                  </a:lnTo>
                  <a:lnTo>
                    <a:pt x="96133" y="7755"/>
                  </a:lnTo>
                  <a:lnTo>
                    <a:pt x="91381" y="10079"/>
                  </a:lnTo>
                  <a:lnTo>
                    <a:pt x="86705" y="12551"/>
                  </a:lnTo>
                  <a:lnTo>
                    <a:pt x="82109" y="15170"/>
                  </a:lnTo>
                  <a:lnTo>
                    <a:pt x="77598" y="17933"/>
                  </a:lnTo>
                  <a:lnTo>
                    <a:pt x="73177" y="20837"/>
                  </a:lnTo>
                  <a:lnTo>
                    <a:pt x="68851" y="23880"/>
                  </a:lnTo>
                  <a:lnTo>
                    <a:pt x="64622" y="27058"/>
                  </a:lnTo>
                  <a:lnTo>
                    <a:pt x="60496" y="30368"/>
                  </a:lnTo>
                  <a:lnTo>
                    <a:pt x="56477" y="33807"/>
                  </a:lnTo>
                  <a:lnTo>
                    <a:pt x="52569" y="37372"/>
                  </a:lnTo>
                  <a:lnTo>
                    <a:pt x="48776" y="41059"/>
                  </a:lnTo>
                  <a:lnTo>
                    <a:pt x="45101" y="44863"/>
                  </a:lnTo>
                  <a:lnTo>
                    <a:pt x="41549" y="48782"/>
                  </a:lnTo>
                  <a:lnTo>
                    <a:pt x="38122" y="52812"/>
                  </a:lnTo>
                  <a:lnTo>
                    <a:pt x="34824" y="56948"/>
                  </a:lnTo>
                  <a:lnTo>
                    <a:pt x="31659" y="61186"/>
                  </a:lnTo>
                  <a:lnTo>
                    <a:pt x="28629" y="65522"/>
                  </a:lnTo>
                  <a:lnTo>
                    <a:pt x="25739" y="69952"/>
                  </a:lnTo>
                  <a:lnTo>
                    <a:pt x="22990" y="74471"/>
                  </a:lnTo>
                  <a:lnTo>
                    <a:pt x="20385" y="79075"/>
                  </a:lnTo>
                  <a:lnTo>
                    <a:pt x="17927" y="83759"/>
                  </a:lnTo>
                  <a:lnTo>
                    <a:pt x="15618" y="88518"/>
                  </a:lnTo>
                  <a:lnTo>
                    <a:pt x="13462" y="93348"/>
                  </a:lnTo>
                  <a:lnTo>
                    <a:pt x="11459" y="98244"/>
                  </a:lnTo>
                  <a:lnTo>
                    <a:pt x="9612" y="103200"/>
                  </a:lnTo>
                  <a:lnTo>
                    <a:pt x="7923" y="108213"/>
                  </a:lnTo>
                  <a:lnTo>
                    <a:pt x="6393" y="113277"/>
                  </a:lnTo>
                  <a:lnTo>
                    <a:pt x="5024" y="118386"/>
                  </a:lnTo>
                  <a:lnTo>
                    <a:pt x="3818" y="123536"/>
                  </a:lnTo>
                  <a:lnTo>
                    <a:pt x="2775" y="128722"/>
                  </a:lnTo>
                  <a:lnTo>
                    <a:pt x="1897" y="133938"/>
                  </a:lnTo>
                  <a:lnTo>
                    <a:pt x="1184" y="139180"/>
                  </a:lnTo>
                  <a:lnTo>
                    <a:pt x="638" y="144441"/>
                  </a:lnTo>
                  <a:lnTo>
                    <a:pt x="258" y="149717"/>
                  </a:lnTo>
                  <a:lnTo>
                    <a:pt x="45" y="155002"/>
                  </a:lnTo>
                  <a:lnTo>
                    <a:pt x="0" y="160291"/>
                  </a:lnTo>
                  <a:lnTo>
                    <a:pt x="121" y="165580"/>
                  </a:lnTo>
                  <a:lnTo>
                    <a:pt x="411" y="170861"/>
                  </a:lnTo>
                  <a:lnTo>
                    <a:pt x="867" y="176131"/>
                  </a:lnTo>
                  <a:lnTo>
                    <a:pt x="1489" y="181384"/>
                  </a:lnTo>
                  <a:lnTo>
                    <a:pt x="2278" y="186615"/>
                  </a:lnTo>
                  <a:lnTo>
                    <a:pt x="3232" y="191818"/>
                  </a:lnTo>
                  <a:lnTo>
                    <a:pt x="4349" y="196988"/>
                  </a:lnTo>
                  <a:lnTo>
                    <a:pt x="5630" y="202120"/>
                  </a:lnTo>
                  <a:lnTo>
                    <a:pt x="7073" y="207209"/>
                  </a:lnTo>
                  <a:lnTo>
                    <a:pt x="8676" y="212250"/>
                  </a:lnTo>
                  <a:lnTo>
                    <a:pt x="10437" y="217238"/>
                  </a:lnTo>
                  <a:lnTo>
                    <a:pt x="12355" y="222167"/>
                  </a:lnTo>
                  <a:lnTo>
                    <a:pt x="14429" y="227033"/>
                  </a:lnTo>
                  <a:lnTo>
                    <a:pt x="16655" y="231832"/>
                  </a:lnTo>
                  <a:lnTo>
                    <a:pt x="19032" y="236557"/>
                  </a:lnTo>
                  <a:lnTo>
                    <a:pt x="21558" y="241205"/>
                  </a:lnTo>
                  <a:lnTo>
                    <a:pt x="24229" y="245771"/>
                  </a:lnTo>
                  <a:lnTo>
                    <a:pt x="27043" y="250249"/>
                  </a:lnTo>
                  <a:lnTo>
                    <a:pt x="29997" y="254637"/>
                  </a:lnTo>
                  <a:lnTo>
                    <a:pt x="33089" y="258929"/>
                  </a:lnTo>
                  <a:lnTo>
                    <a:pt x="36316" y="263121"/>
                  </a:lnTo>
                  <a:lnTo>
                    <a:pt x="39673" y="267208"/>
                  </a:lnTo>
                  <a:lnTo>
                    <a:pt x="43157" y="271188"/>
                  </a:lnTo>
                  <a:lnTo>
                    <a:pt x="46766" y="275055"/>
                  </a:lnTo>
                  <a:lnTo>
                    <a:pt x="50496" y="278806"/>
                  </a:lnTo>
                  <a:lnTo>
                    <a:pt x="54342" y="282437"/>
                  </a:lnTo>
                  <a:lnTo>
                    <a:pt x="58301" y="285945"/>
                  </a:lnTo>
                  <a:lnTo>
                    <a:pt x="62370" y="289326"/>
                  </a:lnTo>
                  <a:lnTo>
                    <a:pt x="66543" y="292576"/>
                  </a:lnTo>
                  <a:lnTo>
                    <a:pt x="70817" y="295693"/>
                  </a:lnTo>
                  <a:lnTo>
                    <a:pt x="75187" y="298673"/>
                  </a:lnTo>
                  <a:lnTo>
                    <a:pt x="79650" y="301513"/>
                  </a:lnTo>
                  <a:lnTo>
                    <a:pt x="84200" y="304210"/>
                  </a:lnTo>
                  <a:lnTo>
                    <a:pt x="88833" y="306762"/>
                  </a:lnTo>
                  <a:lnTo>
                    <a:pt x="93545" y="309167"/>
                  </a:lnTo>
                  <a:lnTo>
                    <a:pt x="98330" y="311421"/>
                  </a:lnTo>
                  <a:lnTo>
                    <a:pt x="103184" y="313522"/>
                  </a:lnTo>
                  <a:lnTo>
                    <a:pt x="108102" y="315469"/>
                  </a:lnTo>
                  <a:lnTo>
                    <a:pt x="113080" y="317259"/>
                  </a:lnTo>
                  <a:lnTo>
                    <a:pt x="118111" y="318891"/>
                  </a:lnTo>
                  <a:lnTo>
                    <a:pt x="123192" y="320363"/>
                  </a:lnTo>
                  <a:lnTo>
                    <a:pt x="128317" y="321674"/>
                  </a:lnTo>
                  <a:lnTo>
                    <a:pt x="133480" y="322821"/>
                  </a:lnTo>
                  <a:lnTo>
                    <a:pt x="138678" y="323805"/>
                  </a:lnTo>
                  <a:lnTo>
                    <a:pt x="143904" y="324624"/>
                  </a:lnTo>
                  <a:lnTo>
                    <a:pt x="149153" y="325277"/>
                  </a:lnTo>
                  <a:lnTo>
                    <a:pt x="154420" y="325763"/>
                  </a:lnTo>
                  <a:lnTo>
                    <a:pt x="159700" y="326083"/>
                  </a:lnTo>
                  <a:lnTo>
                    <a:pt x="164987" y="326236"/>
                  </a:lnTo>
                  <a:lnTo>
                    <a:pt x="170277" y="326221"/>
                  </a:lnTo>
                  <a:lnTo>
                    <a:pt x="175563" y="326038"/>
                  </a:lnTo>
                  <a:lnTo>
                    <a:pt x="180841" y="325689"/>
                  </a:lnTo>
                  <a:lnTo>
                    <a:pt x="186106" y="325173"/>
                  </a:lnTo>
                  <a:lnTo>
                    <a:pt x="191351" y="324490"/>
                  </a:lnTo>
                  <a:lnTo>
                    <a:pt x="196572" y="323642"/>
                  </a:lnTo>
                  <a:lnTo>
                    <a:pt x="201764" y="322629"/>
                  </a:lnTo>
                  <a:lnTo>
                    <a:pt x="206921" y="321453"/>
                  </a:lnTo>
                  <a:lnTo>
                    <a:pt x="212038" y="320114"/>
                  </a:lnTo>
                  <a:lnTo>
                    <a:pt x="217111" y="318613"/>
                  </a:lnTo>
                  <a:lnTo>
                    <a:pt x="222133" y="316953"/>
                  </a:lnTo>
                  <a:lnTo>
                    <a:pt x="227100" y="315135"/>
                  </a:lnTo>
                  <a:lnTo>
                    <a:pt x="232008" y="313160"/>
                  </a:lnTo>
                  <a:lnTo>
                    <a:pt x="236850" y="311032"/>
                  </a:lnTo>
                  <a:lnTo>
                    <a:pt x="241623" y="308751"/>
                  </a:lnTo>
                  <a:lnTo>
                    <a:pt x="246321" y="306320"/>
                  </a:lnTo>
                  <a:lnTo>
                    <a:pt x="250939" y="303742"/>
                  </a:lnTo>
                  <a:lnTo>
                    <a:pt x="255474" y="301019"/>
                  </a:lnTo>
                  <a:lnTo>
                    <a:pt x="259921" y="298154"/>
                  </a:lnTo>
                  <a:lnTo>
                    <a:pt x="264274" y="295149"/>
                  </a:lnTo>
                  <a:lnTo>
                    <a:pt x="268531" y="292009"/>
                  </a:lnTo>
                  <a:lnTo>
                    <a:pt x="272686" y="288735"/>
                  </a:lnTo>
                  <a:lnTo>
                    <a:pt x="276735" y="285332"/>
                  </a:lnTo>
                  <a:lnTo>
                    <a:pt x="280674" y="281802"/>
                  </a:lnTo>
                  <a:lnTo>
                    <a:pt x="284500" y="278149"/>
                  </a:lnTo>
                  <a:lnTo>
                    <a:pt x="288208" y="274377"/>
                  </a:lnTo>
                  <a:lnTo>
                    <a:pt x="291796" y="270489"/>
                  </a:lnTo>
                  <a:lnTo>
                    <a:pt x="295258" y="266490"/>
                  </a:lnTo>
                  <a:lnTo>
                    <a:pt x="298592" y="262384"/>
                  </a:lnTo>
                  <a:lnTo>
                    <a:pt x="301795" y="258174"/>
                  </a:lnTo>
                  <a:lnTo>
                    <a:pt x="304862" y="253865"/>
                  </a:lnTo>
                  <a:lnTo>
                    <a:pt x="307792" y="249461"/>
                  </a:lnTo>
                  <a:lnTo>
                    <a:pt x="310581" y="244966"/>
                  </a:lnTo>
                  <a:lnTo>
                    <a:pt x="313227" y="240386"/>
                  </a:lnTo>
                  <a:lnTo>
                    <a:pt x="315726" y="235724"/>
                  </a:lnTo>
                  <a:lnTo>
                    <a:pt x="318076" y="230985"/>
                  </a:lnTo>
                  <a:lnTo>
                    <a:pt x="320276" y="226174"/>
                  </a:lnTo>
                  <a:lnTo>
                    <a:pt x="322322" y="221296"/>
                  </a:lnTo>
                  <a:lnTo>
                    <a:pt x="324212" y="216356"/>
                  </a:lnTo>
                  <a:lnTo>
                    <a:pt x="325946" y="211359"/>
                  </a:lnTo>
                  <a:lnTo>
                    <a:pt x="327520" y="206309"/>
                  </a:lnTo>
                  <a:lnTo>
                    <a:pt x="328934" y="201212"/>
                  </a:lnTo>
                  <a:lnTo>
                    <a:pt x="330186" y="196072"/>
                  </a:lnTo>
                  <a:lnTo>
                    <a:pt x="331275" y="190896"/>
                  </a:lnTo>
                  <a:lnTo>
                    <a:pt x="332199" y="185688"/>
                  </a:lnTo>
                  <a:lnTo>
                    <a:pt x="332958" y="180453"/>
                  </a:lnTo>
                  <a:lnTo>
                    <a:pt x="333551" y="175197"/>
                  </a:lnTo>
                  <a:lnTo>
                    <a:pt x="333978" y="169924"/>
                  </a:lnTo>
                  <a:lnTo>
                    <a:pt x="334238" y="164641"/>
                  </a:lnTo>
                  <a:lnTo>
                    <a:pt x="334330" y="159352"/>
                  </a:lnTo>
                  <a:lnTo>
                    <a:pt x="334255" y="154063"/>
                  </a:lnTo>
                  <a:lnTo>
                    <a:pt x="334012" y="148779"/>
                  </a:lnTo>
                  <a:lnTo>
                    <a:pt x="333603" y="143505"/>
                  </a:lnTo>
                  <a:lnTo>
                    <a:pt x="333027" y="138247"/>
                  </a:lnTo>
                  <a:lnTo>
                    <a:pt x="332284" y="133010"/>
                  </a:lnTo>
                  <a:lnTo>
                    <a:pt x="331377" y="127799"/>
                  </a:lnTo>
                  <a:lnTo>
                    <a:pt x="330305" y="122619"/>
                  </a:lnTo>
                  <a:lnTo>
                    <a:pt x="329069" y="117476"/>
                  </a:lnTo>
                  <a:lnTo>
                    <a:pt x="327672" y="112374"/>
                  </a:lnTo>
                  <a:lnTo>
                    <a:pt x="326114" y="107319"/>
                  </a:lnTo>
                  <a:lnTo>
                    <a:pt x="324397" y="102316"/>
                  </a:lnTo>
                  <a:lnTo>
                    <a:pt x="322522" y="97370"/>
                  </a:lnTo>
                  <a:lnTo>
                    <a:pt x="320492" y="92485"/>
                  </a:lnTo>
                  <a:lnTo>
                    <a:pt x="318308" y="87668"/>
                  </a:lnTo>
                  <a:lnTo>
                    <a:pt x="315973" y="82921"/>
                  </a:lnTo>
                  <a:lnTo>
                    <a:pt x="313489" y="78251"/>
                  </a:lnTo>
                  <a:lnTo>
                    <a:pt x="310858" y="73662"/>
                  </a:lnTo>
                  <a:lnTo>
                    <a:pt x="308083" y="69159"/>
                  </a:lnTo>
                  <a:lnTo>
                    <a:pt x="305168" y="64745"/>
                  </a:lnTo>
                  <a:lnTo>
                    <a:pt x="302114" y="60426"/>
                  </a:lnTo>
                  <a:lnTo>
                    <a:pt x="298925" y="56206"/>
                  </a:lnTo>
                  <a:lnTo>
                    <a:pt x="295604" y="52089"/>
                  </a:lnTo>
                  <a:lnTo>
                    <a:pt x="292155" y="48078"/>
                  </a:lnTo>
                  <a:lnTo>
                    <a:pt x="288580" y="44179"/>
                  </a:lnTo>
                  <a:lnTo>
                    <a:pt x="284884" y="40395"/>
                  </a:lnTo>
                  <a:lnTo>
                    <a:pt x="281070" y="36730"/>
                  </a:lnTo>
                  <a:lnTo>
                    <a:pt x="277142" y="33188"/>
                  </a:lnTo>
                  <a:lnTo>
                    <a:pt x="273104" y="29771"/>
                  </a:lnTo>
                  <a:lnTo>
                    <a:pt x="268960" y="26484"/>
                  </a:lnTo>
                  <a:lnTo>
                    <a:pt x="167163" y="159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88720" y="1322571"/>
              <a:ext cx="101797" cy="167167"/>
            </a:xfrm>
            <a:custGeom>
              <a:avLst/>
              <a:pathLst>
                <a:path w="101797" h="167167">
                  <a:moveTo>
                    <a:pt x="101797" y="34569"/>
                  </a:moveTo>
                  <a:lnTo>
                    <a:pt x="97168" y="31140"/>
                  </a:lnTo>
                  <a:lnTo>
                    <a:pt x="92424" y="27873"/>
                  </a:lnTo>
                  <a:lnTo>
                    <a:pt x="87570" y="24772"/>
                  </a:lnTo>
                  <a:lnTo>
                    <a:pt x="82612" y="21839"/>
                  </a:lnTo>
                  <a:lnTo>
                    <a:pt x="77556" y="19079"/>
                  </a:lnTo>
                  <a:lnTo>
                    <a:pt x="72407" y="16495"/>
                  </a:lnTo>
                  <a:lnTo>
                    <a:pt x="67173" y="14090"/>
                  </a:lnTo>
                  <a:lnTo>
                    <a:pt x="61859" y="11866"/>
                  </a:lnTo>
                  <a:lnTo>
                    <a:pt x="56472" y="9827"/>
                  </a:lnTo>
                  <a:lnTo>
                    <a:pt x="51018" y="7975"/>
                  </a:lnTo>
                  <a:lnTo>
                    <a:pt x="45503" y="6312"/>
                  </a:lnTo>
                  <a:lnTo>
                    <a:pt x="39934" y="4839"/>
                  </a:lnTo>
                  <a:lnTo>
                    <a:pt x="34317" y="3560"/>
                  </a:lnTo>
                  <a:lnTo>
                    <a:pt x="28660" y="2475"/>
                  </a:lnTo>
                  <a:lnTo>
                    <a:pt x="22969" y="1585"/>
                  </a:lnTo>
                  <a:lnTo>
                    <a:pt x="17251" y="892"/>
                  </a:lnTo>
                  <a:lnTo>
                    <a:pt x="11512" y="396"/>
                  </a:lnTo>
                  <a:lnTo>
                    <a:pt x="5759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4667" y="1681503"/>
              <a:ext cx="1857" cy="167167"/>
            </a:xfrm>
            <a:custGeom>
              <a:avLst/>
              <a:pathLst>
                <a:path w="1857" h="167167">
                  <a:moveTo>
                    <a:pt x="1857" y="0"/>
                  </a:moveTo>
                  <a:lnTo>
                    <a:pt x="0" y="10"/>
                  </a:lnTo>
                  <a:lnTo>
                    <a:pt x="185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4667" y="1681513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4667" y="1681513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4667" y="1681513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4667" y="1681513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4667" y="1681513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4667" y="1681513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4667" y="1681513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4667" y="1681513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4667" y="1681513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4667" y="1681513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4667" y="1681513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4667" y="1681513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4667" y="1681513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4667" y="1681513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4667" y="1681513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70305" y="1681513"/>
              <a:ext cx="116219" cy="167157"/>
            </a:xfrm>
            <a:custGeom>
              <a:avLst/>
              <a:pathLst>
                <a:path w="116219" h="167157">
                  <a:moveTo>
                    <a:pt x="114361" y="0"/>
                  </a:moveTo>
                  <a:lnTo>
                    <a:pt x="108857" y="151"/>
                  </a:lnTo>
                  <a:lnTo>
                    <a:pt x="103361" y="484"/>
                  </a:lnTo>
                  <a:lnTo>
                    <a:pt x="97879" y="998"/>
                  </a:lnTo>
                  <a:lnTo>
                    <a:pt x="92417" y="1692"/>
                  </a:lnTo>
                  <a:lnTo>
                    <a:pt x="86980" y="2566"/>
                  </a:lnTo>
                  <a:lnTo>
                    <a:pt x="81575" y="3618"/>
                  </a:lnTo>
                  <a:lnTo>
                    <a:pt x="76208" y="4848"/>
                  </a:lnTo>
                  <a:lnTo>
                    <a:pt x="70884" y="6254"/>
                  </a:lnTo>
                  <a:lnTo>
                    <a:pt x="65610" y="7834"/>
                  </a:lnTo>
                  <a:lnTo>
                    <a:pt x="60390" y="9587"/>
                  </a:lnTo>
                  <a:lnTo>
                    <a:pt x="55231" y="11511"/>
                  </a:lnTo>
                  <a:lnTo>
                    <a:pt x="50138" y="13604"/>
                  </a:lnTo>
                  <a:lnTo>
                    <a:pt x="45116" y="15864"/>
                  </a:lnTo>
                  <a:lnTo>
                    <a:pt x="40172" y="18288"/>
                  </a:lnTo>
                  <a:lnTo>
                    <a:pt x="35311" y="20873"/>
                  </a:lnTo>
                  <a:lnTo>
                    <a:pt x="30537" y="23617"/>
                  </a:lnTo>
                  <a:lnTo>
                    <a:pt x="25856" y="26517"/>
                  </a:lnTo>
                  <a:lnTo>
                    <a:pt x="21273" y="29569"/>
                  </a:lnTo>
                  <a:lnTo>
                    <a:pt x="16793" y="32771"/>
                  </a:lnTo>
                  <a:lnTo>
                    <a:pt x="12421" y="36118"/>
                  </a:lnTo>
                  <a:lnTo>
                    <a:pt x="8162" y="39608"/>
                  </a:lnTo>
                  <a:lnTo>
                    <a:pt x="4020" y="43236"/>
                  </a:lnTo>
                  <a:lnTo>
                    <a:pt x="0" y="46998"/>
                  </a:lnTo>
                  <a:lnTo>
                    <a:pt x="116219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9365" y="1681503"/>
              <a:ext cx="334310" cy="334333"/>
            </a:xfrm>
            <a:custGeom>
              <a:avLst/>
              <a:pathLst>
                <a:path w="334310" h="334333">
                  <a:moveTo>
                    <a:pt x="50940" y="47008"/>
                  </a:moveTo>
                  <a:lnTo>
                    <a:pt x="47191" y="50751"/>
                  </a:lnTo>
                  <a:lnTo>
                    <a:pt x="43562" y="54611"/>
                  </a:lnTo>
                  <a:lnTo>
                    <a:pt x="40058" y="58584"/>
                  </a:lnTo>
                  <a:lnTo>
                    <a:pt x="36681" y="62666"/>
                  </a:lnTo>
                  <a:lnTo>
                    <a:pt x="33435" y="66853"/>
                  </a:lnTo>
                  <a:lnTo>
                    <a:pt x="30324" y="71141"/>
                  </a:lnTo>
                  <a:lnTo>
                    <a:pt x="27350" y="75525"/>
                  </a:lnTo>
                  <a:lnTo>
                    <a:pt x="24516" y="80001"/>
                  </a:lnTo>
                  <a:lnTo>
                    <a:pt x="21825" y="84565"/>
                  </a:lnTo>
                  <a:lnTo>
                    <a:pt x="19281" y="89211"/>
                  </a:lnTo>
                  <a:lnTo>
                    <a:pt x="16885" y="93936"/>
                  </a:lnTo>
                  <a:lnTo>
                    <a:pt x="14640" y="98735"/>
                  </a:lnTo>
                  <a:lnTo>
                    <a:pt x="12548" y="103602"/>
                  </a:lnTo>
                  <a:lnTo>
                    <a:pt x="10612" y="108533"/>
                  </a:lnTo>
                  <a:lnTo>
                    <a:pt x="8832" y="113523"/>
                  </a:lnTo>
                  <a:lnTo>
                    <a:pt x="7212" y="118567"/>
                  </a:lnTo>
                  <a:lnTo>
                    <a:pt x="5752" y="123659"/>
                  </a:lnTo>
                  <a:lnTo>
                    <a:pt x="4455" y="128796"/>
                  </a:lnTo>
                  <a:lnTo>
                    <a:pt x="3321" y="133971"/>
                  </a:lnTo>
                  <a:lnTo>
                    <a:pt x="2351" y="139179"/>
                  </a:lnTo>
                  <a:lnTo>
                    <a:pt x="1547" y="144415"/>
                  </a:lnTo>
                  <a:lnTo>
                    <a:pt x="909" y="149674"/>
                  </a:lnTo>
                  <a:lnTo>
                    <a:pt x="438" y="154951"/>
                  </a:lnTo>
                  <a:lnTo>
                    <a:pt x="135" y="160240"/>
                  </a:lnTo>
                  <a:lnTo>
                    <a:pt x="0" y="165536"/>
                  </a:lnTo>
                  <a:lnTo>
                    <a:pt x="32" y="170834"/>
                  </a:lnTo>
                  <a:lnTo>
                    <a:pt x="232" y="176128"/>
                  </a:lnTo>
                  <a:lnTo>
                    <a:pt x="600" y="181412"/>
                  </a:lnTo>
                  <a:lnTo>
                    <a:pt x="1135" y="186683"/>
                  </a:lnTo>
                  <a:lnTo>
                    <a:pt x="1836" y="191934"/>
                  </a:lnTo>
                  <a:lnTo>
                    <a:pt x="2704" y="197160"/>
                  </a:lnTo>
                  <a:lnTo>
                    <a:pt x="3737" y="202356"/>
                  </a:lnTo>
                  <a:lnTo>
                    <a:pt x="4934" y="207517"/>
                  </a:lnTo>
                  <a:lnTo>
                    <a:pt x="6294" y="212637"/>
                  </a:lnTo>
                  <a:lnTo>
                    <a:pt x="7816" y="217711"/>
                  </a:lnTo>
                  <a:lnTo>
                    <a:pt x="9498" y="222735"/>
                  </a:lnTo>
                  <a:lnTo>
                    <a:pt x="11338" y="227703"/>
                  </a:lnTo>
                  <a:lnTo>
                    <a:pt x="13334" y="232610"/>
                  </a:lnTo>
                  <a:lnTo>
                    <a:pt x="15485" y="237452"/>
                  </a:lnTo>
                  <a:lnTo>
                    <a:pt x="17788" y="242222"/>
                  </a:lnTo>
                  <a:lnTo>
                    <a:pt x="20241" y="246918"/>
                  </a:lnTo>
                  <a:lnTo>
                    <a:pt x="22842" y="251533"/>
                  </a:lnTo>
                  <a:lnTo>
                    <a:pt x="25588" y="256064"/>
                  </a:lnTo>
                  <a:lnTo>
                    <a:pt x="28476" y="260505"/>
                  </a:lnTo>
                  <a:lnTo>
                    <a:pt x="31503" y="264853"/>
                  </a:lnTo>
                  <a:lnTo>
                    <a:pt x="34667" y="269102"/>
                  </a:lnTo>
                  <a:lnTo>
                    <a:pt x="37963" y="273249"/>
                  </a:lnTo>
                  <a:lnTo>
                    <a:pt x="41390" y="277290"/>
                  </a:lnTo>
                  <a:lnTo>
                    <a:pt x="44942" y="281220"/>
                  </a:lnTo>
                  <a:lnTo>
                    <a:pt x="48618" y="285035"/>
                  </a:lnTo>
                  <a:lnTo>
                    <a:pt x="52412" y="288732"/>
                  </a:lnTo>
                  <a:lnTo>
                    <a:pt x="56322" y="292307"/>
                  </a:lnTo>
                  <a:lnTo>
                    <a:pt x="60343" y="295756"/>
                  </a:lnTo>
                  <a:lnTo>
                    <a:pt x="64471" y="299076"/>
                  </a:lnTo>
                  <a:lnTo>
                    <a:pt x="68702" y="302264"/>
                  </a:lnTo>
                  <a:lnTo>
                    <a:pt x="73032" y="305316"/>
                  </a:lnTo>
                  <a:lnTo>
                    <a:pt x="77457" y="308229"/>
                  </a:lnTo>
                  <a:lnTo>
                    <a:pt x="81972" y="311001"/>
                  </a:lnTo>
                  <a:lnTo>
                    <a:pt x="86573" y="313628"/>
                  </a:lnTo>
                  <a:lnTo>
                    <a:pt x="91254" y="316108"/>
                  </a:lnTo>
                  <a:lnTo>
                    <a:pt x="96011" y="318438"/>
                  </a:lnTo>
                  <a:lnTo>
                    <a:pt x="100841" y="320617"/>
                  </a:lnTo>
                  <a:lnTo>
                    <a:pt x="105736" y="322641"/>
                  </a:lnTo>
                  <a:lnTo>
                    <a:pt x="110694" y="324509"/>
                  </a:lnTo>
                  <a:lnTo>
                    <a:pt x="115708" y="326219"/>
                  </a:lnTo>
                  <a:lnTo>
                    <a:pt x="120773" y="327770"/>
                  </a:lnTo>
                  <a:lnTo>
                    <a:pt x="125886" y="329159"/>
                  </a:lnTo>
                  <a:lnTo>
                    <a:pt x="131039" y="330386"/>
                  </a:lnTo>
                  <a:lnTo>
                    <a:pt x="136229" y="331448"/>
                  </a:lnTo>
                  <a:lnTo>
                    <a:pt x="141451" y="332346"/>
                  </a:lnTo>
                  <a:lnTo>
                    <a:pt x="146697" y="333077"/>
                  </a:lnTo>
                  <a:lnTo>
                    <a:pt x="151965" y="333642"/>
                  </a:lnTo>
                  <a:lnTo>
                    <a:pt x="157248" y="334040"/>
                  </a:lnTo>
                  <a:lnTo>
                    <a:pt x="162540" y="334271"/>
                  </a:lnTo>
                  <a:lnTo>
                    <a:pt x="167838" y="334333"/>
                  </a:lnTo>
                  <a:lnTo>
                    <a:pt x="173134" y="334228"/>
                  </a:lnTo>
                  <a:lnTo>
                    <a:pt x="178425" y="333954"/>
                  </a:lnTo>
                  <a:lnTo>
                    <a:pt x="183704" y="333514"/>
                  </a:lnTo>
                  <a:lnTo>
                    <a:pt x="188967" y="332906"/>
                  </a:lnTo>
                  <a:lnTo>
                    <a:pt x="194208" y="332132"/>
                  </a:lnTo>
                  <a:lnTo>
                    <a:pt x="199421" y="331192"/>
                  </a:lnTo>
                  <a:lnTo>
                    <a:pt x="204603" y="330087"/>
                  </a:lnTo>
                  <a:lnTo>
                    <a:pt x="209746" y="328819"/>
                  </a:lnTo>
                  <a:lnTo>
                    <a:pt x="214847" y="327388"/>
                  </a:lnTo>
                  <a:lnTo>
                    <a:pt x="219900" y="325796"/>
                  </a:lnTo>
                  <a:lnTo>
                    <a:pt x="224900" y="324046"/>
                  </a:lnTo>
                  <a:lnTo>
                    <a:pt x="229842" y="322137"/>
                  </a:lnTo>
                  <a:lnTo>
                    <a:pt x="234721" y="320073"/>
                  </a:lnTo>
                  <a:lnTo>
                    <a:pt x="239532" y="317855"/>
                  </a:lnTo>
                  <a:lnTo>
                    <a:pt x="244271" y="315487"/>
                  </a:lnTo>
                  <a:lnTo>
                    <a:pt x="248932" y="312969"/>
                  </a:lnTo>
                  <a:lnTo>
                    <a:pt x="253511" y="310304"/>
                  </a:lnTo>
                  <a:lnTo>
                    <a:pt x="258003" y="307496"/>
                  </a:lnTo>
                  <a:lnTo>
                    <a:pt x="262404" y="304547"/>
                  </a:lnTo>
                  <a:lnTo>
                    <a:pt x="266709" y="301460"/>
                  </a:lnTo>
                  <a:lnTo>
                    <a:pt x="270915" y="298238"/>
                  </a:lnTo>
                  <a:lnTo>
                    <a:pt x="275016" y="294885"/>
                  </a:lnTo>
                  <a:lnTo>
                    <a:pt x="279009" y="291403"/>
                  </a:lnTo>
                  <a:lnTo>
                    <a:pt x="282889" y="287796"/>
                  </a:lnTo>
                  <a:lnTo>
                    <a:pt x="286654" y="284069"/>
                  </a:lnTo>
                  <a:lnTo>
                    <a:pt x="290298" y="280223"/>
                  </a:lnTo>
                  <a:lnTo>
                    <a:pt x="293818" y="276265"/>
                  </a:lnTo>
                  <a:lnTo>
                    <a:pt x="297212" y="272197"/>
                  </a:lnTo>
                  <a:lnTo>
                    <a:pt x="300475" y="268023"/>
                  </a:lnTo>
                  <a:lnTo>
                    <a:pt x="303603" y="263748"/>
                  </a:lnTo>
                  <a:lnTo>
                    <a:pt x="306595" y="259376"/>
                  </a:lnTo>
                  <a:lnTo>
                    <a:pt x="309447" y="254911"/>
                  </a:lnTo>
                  <a:lnTo>
                    <a:pt x="312156" y="250359"/>
                  </a:lnTo>
                  <a:lnTo>
                    <a:pt x="314719" y="245722"/>
                  </a:lnTo>
                  <a:lnTo>
                    <a:pt x="317134" y="241007"/>
                  </a:lnTo>
                  <a:lnTo>
                    <a:pt x="319399" y="236218"/>
                  </a:lnTo>
                  <a:lnTo>
                    <a:pt x="321510" y="231359"/>
                  </a:lnTo>
                  <a:lnTo>
                    <a:pt x="323467" y="226436"/>
                  </a:lnTo>
                  <a:lnTo>
                    <a:pt x="325266" y="221453"/>
                  </a:lnTo>
                  <a:lnTo>
                    <a:pt x="326907" y="216416"/>
                  </a:lnTo>
                  <a:lnTo>
                    <a:pt x="328388" y="211329"/>
                  </a:lnTo>
                  <a:lnTo>
                    <a:pt x="329706" y="206198"/>
                  </a:lnTo>
                  <a:lnTo>
                    <a:pt x="330861" y="201028"/>
                  </a:lnTo>
                  <a:lnTo>
                    <a:pt x="331852" y="195824"/>
                  </a:lnTo>
                  <a:lnTo>
                    <a:pt x="332677" y="190591"/>
                  </a:lnTo>
                  <a:lnTo>
                    <a:pt x="333336" y="185334"/>
                  </a:lnTo>
                  <a:lnTo>
                    <a:pt x="333829" y="180060"/>
                  </a:lnTo>
                  <a:lnTo>
                    <a:pt x="334153" y="174772"/>
                  </a:lnTo>
                  <a:lnTo>
                    <a:pt x="334310" y="169476"/>
                  </a:lnTo>
                  <a:lnTo>
                    <a:pt x="334300" y="164179"/>
                  </a:lnTo>
                  <a:lnTo>
                    <a:pt x="334121" y="158884"/>
                  </a:lnTo>
                  <a:lnTo>
                    <a:pt x="333775" y="153598"/>
                  </a:lnTo>
                  <a:lnTo>
                    <a:pt x="333261" y="148325"/>
                  </a:lnTo>
                  <a:lnTo>
                    <a:pt x="332581" y="143071"/>
                  </a:lnTo>
                  <a:lnTo>
                    <a:pt x="331734" y="137842"/>
                  </a:lnTo>
                  <a:lnTo>
                    <a:pt x="330722" y="132641"/>
                  </a:lnTo>
                  <a:lnTo>
                    <a:pt x="329546" y="127476"/>
                  </a:lnTo>
                  <a:lnTo>
                    <a:pt x="328207" y="122350"/>
                  </a:lnTo>
                  <a:lnTo>
                    <a:pt x="326706" y="117270"/>
                  </a:lnTo>
                  <a:lnTo>
                    <a:pt x="325045" y="112239"/>
                  </a:lnTo>
                  <a:lnTo>
                    <a:pt x="323225" y="107264"/>
                  </a:lnTo>
                  <a:lnTo>
                    <a:pt x="321248" y="102349"/>
                  </a:lnTo>
                  <a:lnTo>
                    <a:pt x="319117" y="97499"/>
                  </a:lnTo>
                  <a:lnTo>
                    <a:pt x="316833" y="92719"/>
                  </a:lnTo>
                  <a:lnTo>
                    <a:pt x="314399" y="88013"/>
                  </a:lnTo>
                  <a:lnTo>
                    <a:pt x="311817" y="83387"/>
                  </a:lnTo>
                  <a:lnTo>
                    <a:pt x="309090" y="78846"/>
                  </a:lnTo>
                  <a:lnTo>
                    <a:pt x="306220" y="74393"/>
                  </a:lnTo>
                  <a:lnTo>
                    <a:pt x="303210" y="70033"/>
                  </a:lnTo>
                  <a:lnTo>
                    <a:pt x="300064" y="65771"/>
                  </a:lnTo>
                  <a:lnTo>
                    <a:pt x="296784" y="61610"/>
                  </a:lnTo>
                  <a:lnTo>
                    <a:pt x="293374" y="57556"/>
                  </a:lnTo>
                  <a:lnTo>
                    <a:pt x="289838" y="53611"/>
                  </a:lnTo>
                  <a:lnTo>
                    <a:pt x="286178" y="49781"/>
                  </a:lnTo>
                  <a:lnTo>
                    <a:pt x="282399" y="46069"/>
                  </a:lnTo>
                  <a:lnTo>
                    <a:pt x="278503" y="42478"/>
                  </a:lnTo>
                  <a:lnTo>
                    <a:pt x="274497" y="39012"/>
                  </a:lnTo>
                  <a:lnTo>
                    <a:pt x="270382" y="35676"/>
                  </a:lnTo>
                  <a:lnTo>
                    <a:pt x="266163" y="32471"/>
                  </a:lnTo>
                  <a:lnTo>
                    <a:pt x="261846" y="29401"/>
                  </a:lnTo>
                  <a:lnTo>
                    <a:pt x="257433" y="26470"/>
                  </a:lnTo>
                  <a:lnTo>
                    <a:pt x="252929" y="23680"/>
                  </a:lnTo>
                  <a:lnTo>
                    <a:pt x="248339" y="21034"/>
                  </a:lnTo>
                  <a:lnTo>
                    <a:pt x="243668" y="18536"/>
                  </a:lnTo>
                  <a:lnTo>
                    <a:pt x="238920" y="16186"/>
                  </a:lnTo>
                  <a:lnTo>
                    <a:pt x="234100" y="13988"/>
                  </a:lnTo>
                  <a:lnTo>
                    <a:pt x="229212" y="11943"/>
                  </a:lnTo>
                  <a:lnTo>
                    <a:pt x="224263" y="10055"/>
                  </a:lnTo>
                  <a:lnTo>
                    <a:pt x="219256" y="8325"/>
                  </a:lnTo>
                  <a:lnTo>
                    <a:pt x="214196" y="6754"/>
                  </a:lnTo>
                  <a:lnTo>
                    <a:pt x="209090" y="5344"/>
                  </a:lnTo>
                  <a:lnTo>
                    <a:pt x="203941" y="4096"/>
                  </a:lnTo>
                  <a:lnTo>
                    <a:pt x="198755" y="3013"/>
                  </a:lnTo>
                  <a:lnTo>
                    <a:pt x="193538" y="2094"/>
                  </a:lnTo>
                  <a:lnTo>
                    <a:pt x="188294" y="1341"/>
                  </a:lnTo>
                  <a:lnTo>
                    <a:pt x="183029" y="754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0148" y="2126963"/>
              <a:ext cx="21139" cy="167167"/>
            </a:xfrm>
            <a:custGeom>
              <a:avLst/>
              <a:pathLst>
                <a:path w="21139" h="167167">
                  <a:moveTo>
                    <a:pt x="21139" y="0"/>
                  </a:moveTo>
                  <a:lnTo>
                    <a:pt x="14075" y="149"/>
                  </a:lnTo>
                  <a:lnTo>
                    <a:pt x="7025" y="596"/>
                  </a:lnTo>
                  <a:lnTo>
                    <a:pt x="0" y="1341"/>
                  </a:lnTo>
                  <a:lnTo>
                    <a:pt x="2113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0148" y="2128305"/>
              <a:ext cx="21139" cy="165825"/>
            </a:xfrm>
            <a:custGeom>
              <a:avLst/>
              <a:pathLst>
                <a:path w="21139" h="165825">
                  <a:moveTo>
                    <a:pt x="0" y="0"/>
                  </a:moveTo>
                  <a:lnTo>
                    <a:pt x="21139" y="1658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0148" y="2128305"/>
              <a:ext cx="21139" cy="165825"/>
            </a:xfrm>
            <a:custGeom>
              <a:avLst/>
              <a:pathLst>
                <a:path w="21139" h="165825">
                  <a:moveTo>
                    <a:pt x="0" y="0"/>
                  </a:moveTo>
                  <a:lnTo>
                    <a:pt x="21139" y="1658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0148" y="2128305"/>
              <a:ext cx="21139" cy="165825"/>
            </a:xfrm>
            <a:custGeom>
              <a:avLst/>
              <a:pathLst>
                <a:path w="21139" h="165825">
                  <a:moveTo>
                    <a:pt x="0" y="0"/>
                  </a:moveTo>
                  <a:lnTo>
                    <a:pt x="21139" y="1658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0148" y="2128305"/>
              <a:ext cx="21139" cy="165825"/>
            </a:xfrm>
            <a:custGeom>
              <a:avLst/>
              <a:pathLst>
                <a:path w="21139" h="165825">
                  <a:moveTo>
                    <a:pt x="0" y="0"/>
                  </a:moveTo>
                  <a:lnTo>
                    <a:pt x="21139" y="1658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0148" y="2128305"/>
              <a:ext cx="21139" cy="165825"/>
            </a:xfrm>
            <a:custGeom>
              <a:avLst/>
              <a:pathLst>
                <a:path w="21139" h="165825">
                  <a:moveTo>
                    <a:pt x="0" y="0"/>
                  </a:moveTo>
                  <a:lnTo>
                    <a:pt x="21139" y="1658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0148" y="2128305"/>
              <a:ext cx="21139" cy="165825"/>
            </a:xfrm>
            <a:custGeom>
              <a:avLst/>
              <a:pathLst>
                <a:path w="21139" h="165825">
                  <a:moveTo>
                    <a:pt x="0" y="0"/>
                  </a:moveTo>
                  <a:lnTo>
                    <a:pt x="21139" y="1658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0148" y="2128305"/>
              <a:ext cx="21139" cy="165825"/>
            </a:xfrm>
            <a:custGeom>
              <a:avLst/>
              <a:pathLst>
                <a:path w="21139" h="165825">
                  <a:moveTo>
                    <a:pt x="0" y="0"/>
                  </a:moveTo>
                  <a:lnTo>
                    <a:pt x="21139" y="1658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0148" y="2128305"/>
              <a:ext cx="21139" cy="165825"/>
            </a:xfrm>
            <a:custGeom>
              <a:avLst/>
              <a:pathLst>
                <a:path w="21139" h="165825">
                  <a:moveTo>
                    <a:pt x="0" y="0"/>
                  </a:moveTo>
                  <a:lnTo>
                    <a:pt x="21139" y="1658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0148" y="2128305"/>
              <a:ext cx="21139" cy="165825"/>
            </a:xfrm>
            <a:custGeom>
              <a:avLst/>
              <a:pathLst>
                <a:path w="21139" h="165825">
                  <a:moveTo>
                    <a:pt x="0" y="0"/>
                  </a:moveTo>
                  <a:lnTo>
                    <a:pt x="21139" y="1658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0148" y="2128305"/>
              <a:ext cx="21139" cy="165825"/>
            </a:xfrm>
            <a:custGeom>
              <a:avLst/>
              <a:pathLst>
                <a:path w="21139" h="165825">
                  <a:moveTo>
                    <a:pt x="0" y="0"/>
                  </a:moveTo>
                  <a:lnTo>
                    <a:pt x="21139" y="1658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0148" y="2128305"/>
              <a:ext cx="21139" cy="165825"/>
            </a:xfrm>
            <a:custGeom>
              <a:avLst/>
              <a:pathLst>
                <a:path w="21139" h="165825">
                  <a:moveTo>
                    <a:pt x="0" y="0"/>
                  </a:moveTo>
                  <a:lnTo>
                    <a:pt x="21139" y="1658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0148" y="2128305"/>
              <a:ext cx="21139" cy="165825"/>
            </a:xfrm>
            <a:custGeom>
              <a:avLst/>
              <a:pathLst>
                <a:path w="21139" h="165825">
                  <a:moveTo>
                    <a:pt x="0" y="0"/>
                  </a:moveTo>
                  <a:lnTo>
                    <a:pt x="21139" y="1658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0148" y="2128305"/>
              <a:ext cx="21139" cy="165825"/>
            </a:xfrm>
            <a:custGeom>
              <a:avLst/>
              <a:pathLst>
                <a:path w="21139" h="165825">
                  <a:moveTo>
                    <a:pt x="0" y="0"/>
                  </a:moveTo>
                  <a:lnTo>
                    <a:pt x="21139" y="1658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60148" y="2128305"/>
              <a:ext cx="21139" cy="165825"/>
            </a:xfrm>
            <a:custGeom>
              <a:avLst/>
              <a:pathLst>
                <a:path w="21139" h="165825">
                  <a:moveTo>
                    <a:pt x="0" y="0"/>
                  </a:moveTo>
                  <a:lnTo>
                    <a:pt x="21139" y="1658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14132" y="2128305"/>
              <a:ext cx="334320" cy="332988"/>
            </a:xfrm>
            <a:custGeom>
              <a:avLst/>
              <a:pathLst>
                <a:path w="334320" h="332988">
                  <a:moveTo>
                    <a:pt x="146015" y="0"/>
                  </a:moveTo>
                  <a:lnTo>
                    <a:pt x="140778" y="752"/>
                  </a:lnTo>
                  <a:lnTo>
                    <a:pt x="135566" y="1669"/>
                  </a:lnTo>
                  <a:lnTo>
                    <a:pt x="130386" y="2751"/>
                  </a:lnTo>
                  <a:lnTo>
                    <a:pt x="125243" y="3997"/>
                  </a:lnTo>
                  <a:lnTo>
                    <a:pt x="120142" y="5404"/>
                  </a:lnTo>
                  <a:lnTo>
                    <a:pt x="115088" y="6973"/>
                  </a:lnTo>
                  <a:lnTo>
                    <a:pt x="110087" y="8700"/>
                  </a:lnTo>
                  <a:lnTo>
                    <a:pt x="105142" y="10585"/>
                  </a:lnTo>
                  <a:lnTo>
                    <a:pt x="100260" y="12626"/>
                  </a:lnTo>
                  <a:lnTo>
                    <a:pt x="95444" y="14820"/>
                  </a:lnTo>
                  <a:lnTo>
                    <a:pt x="90701" y="17165"/>
                  </a:lnTo>
                  <a:lnTo>
                    <a:pt x="86034" y="19659"/>
                  </a:lnTo>
                  <a:lnTo>
                    <a:pt x="81448" y="22300"/>
                  </a:lnTo>
                  <a:lnTo>
                    <a:pt x="76949" y="25085"/>
                  </a:lnTo>
                  <a:lnTo>
                    <a:pt x="72539" y="28010"/>
                  </a:lnTo>
                  <a:lnTo>
                    <a:pt x="68225" y="31074"/>
                  </a:lnTo>
                  <a:lnTo>
                    <a:pt x="64009" y="34273"/>
                  </a:lnTo>
                  <a:lnTo>
                    <a:pt x="59897" y="37603"/>
                  </a:lnTo>
                  <a:lnTo>
                    <a:pt x="55893" y="41062"/>
                  </a:lnTo>
                  <a:lnTo>
                    <a:pt x="51999" y="44646"/>
                  </a:lnTo>
                  <a:lnTo>
                    <a:pt x="48222" y="48352"/>
                  </a:lnTo>
                  <a:lnTo>
                    <a:pt x="44563" y="52175"/>
                  </a:lnTo>
                  <a:lnTo>
                    <a:pt x="41028" y="56112"/>
                  </a:lnTo>
                  <a:lnTo>
                    <a:pt x="37618" y="60159"/>
                  </a:lnTo>
                  <a:lnTo>
                    <a:pt x="34339" y="64312"/>
                  </a:lnTo>
                  <a:lnTo>
                    <a:pt x="31192" y="68566"/>
                  </a:lnTo>
                  <a:lnTo>
                    <a:pt x="28182" y="72919"/>
                  </a:lnTo>
                  <a:lnTo>
                    <a:pt x="25311" y="77364"/>
                  </a:lnTo>
                  <a:lnTo>
                    <a:pt x="22582" y="81897"/>
                  </a:lnTo>
                  <a:lnTo>
                    <a:pt x="19998" y="86515"/>
                  </a:lnTo>
                  <a:lnTo>
                    <a:pt x="17562" y="91213"/>
                  </a:lnTo>
                  <a:lnTo>
                    <a:pt x="15275" y="95985"/>
                  </a:lnTo>
                  <a:lnTo>
                    <a:pt x="13141" y="100827"/>
                  </a:lnTo>
                  <a:lnTo>
                    <a:pt x="11161" y="105734"/>
                  </a:lnTo>
                  <a:lnTo>
                    <a:pt x="9337" y="110702"/>
                  </a:lnTo>
                  <a:lnTo>
                    <a:pt x="7671" y="115724"/>
                  </a:lnTo>
                  <a:lnTo>
                    <a:pt x="6166" y="120797"/>
                  </a:lnTo>
                  <a:lnTo>
                    <a:pt x="4821" y="125915"/>
                  </a:lnTo>
                  <a:lnTo>
                    <a:pt x="3639" y="131073"/>
                  </a:lnTo>
                  <a:lnTo>
                    <a:pt x="2621" y="136266"/>
                  </a:lnTo>
                  <a:lnTo>
                    <a:pt x="1768" y="141488"/>
                  </a:lnTo>
                  <a:lnTo>
                    <a:pt x="1081" y="146735"/>
                  </a:lnTo>
                  <a:lnTo>
                    <a:pt x="560" y="152001"/>
                  </a:lnTo>
                  <a:lnTo>
                    <a:pt x="206" y="157281"/>
                  </a:lnTo>
                  <a:lnTo>
                    <a:pt x="19" y="162569"/>
                  </a:lnTo>
                  <a:lnTo>
                    <a:pt x="0" y="167861"/>
                  </a:lnTo>
                  <a:lnTo>
                    <a:pt x="148" y="173150"/>
                  </a:lnTo>
                  <a:lnTo>
                    <a:pt x="463" y="178433"/>
                  </a:lnTo>
                  <a:lnTo>
                    <a:pt x="946" y="183702"/>
                  </a:lnTo>
                  <a:lnTo>
                    <a:pt x="1595" y="188954"/>
                  </a:lnTo>
                  <a:lnTo>
                    <a:pt x="2410" y="194182"/>
                  </a:lnTo>
                  <a:lnTo>
                    <a:pt x="3390" y="199382"/>
                  </a:lnTo>
                  <a:lnTo>
                    <a:pt x="4534" y="204549"/>
                  </a:lnTo>
                  <a:lnTo>
                    <a:pt x="5841" y="209677"/>
                  </a:lnTo>
                  <a:lnTo>
                    <a:pt x="7310" y="214760"/>
                  </a:lnTo>
                  <a:lnTo>
                    <a:pt x="8939" y="219795"/>
                  </a:lnTo>
                  <a:lnTo>
                    <a:pt x="10726" y="224776"/>
                  </a:lnTo>
                  <a:lnTo>
                    <a:pt x="12671" y="229697"/>
                  </a:lnTo>
                  <a:lnTo>
                    <a:pt x="14770" y="234555"/>
                  </a:lnTo>
                  <a:lnTo>
                    <a:pt x="17021" y="239343"/>
                  </a:lnTo>
                  <a:lnTo>
                    <a:pt x="19423" y="244058"/>
                  </a:lnTo>
                  <a:lnTo>
                    <a:pt x="21974" y="248695"/>
                  </a:lnTo>
                  <a:lnTo>
                    <a:pt x="24669" y="253249"/>
                  </a:lnTo>
                  <a:lnTo>
                    <a:pt x="27508" y="257715"/>
                  </a:lnTo>
                  <a:lnTo>
                    <a:pt x="30486" y="262088"/>
                  </a:lnTo>
                  <a:lnTo>
                    <a:pt x="33601" y="266366"/>
                  </a:lnTo>
                  <a:lnTo>
                    <a:pt x="36850" y="270543"/>
                  </a:lnTo>
                  <a:lnTo>
                    <a:pt x="40230" y="274614"/>
                  </a:lnTo>
                  <a:lnTo>
                    <a:pt x="43737" y="278577"/>
                  </a:lnTo>
                  <a:lnTo>
                    <a:pt x="47367" y="282427"/>
                  </a:lnTo>
                  <a:lnTo>
                    <a:pt x="51118" y="286160"/>
                  </a:lnTo>
                  <a:lnTo>
                    <a:pt x="54985" y="289772"/>
                  </a:lnTo>
                  <a:lnTo>
                    <a:pt x="58964" y="293260"/>
                  </a:lnTo>
                  <a:lnTo>
                    <a:pt x="63052" y="296621"/>
                  </a:lnTo>
                  <a:lnTo>
                    <a:pt x="67244" y="299850"/>
                  </a:lnTo>
                  <a:lnTo>
                    <a:pt x="71536" y="302945"/>
                  </a:lnTo>
                  <a:lnTo>
                    <a:pt x="75924" y="305903"/>
                  </a:lnTo>
                  <a:lnTo>
                    <a:pt x="80403" y="308720"/>
                  </a:lnTo>
                  <a:lnTo>
                    <a:pt x="84969" y="311395"/>
                  </a:lnTo>
                  <a:lnTo>
                    <a:pt x="89618" y="313923"/>
                  </a:lnTo>
                  <a:lnTo>
                    <a:pt x="94344" y="316303"/>
                  </a:lnTo>
                  <a:lnTo>
                    <a:pt x="99143" y="318532"/>
                  </a:lnTo>
                  <a:lnTo>
                    <a:pt x="104011" y="320608"/>
                  </a:lnTo>
                  <a:lnTo>
                    <a:pt x="108941" y="322529"/>
                  </a:lnTo>
                  <a:lnTo>
                    <a:pt x="113930" y="324293"/>
                  </a:lnTo>
                  <a:lnTo>
                    <a:pt x="118973" y="325898"/>
                  </a:lnTo>
                  <a:lnTo>
                    <a:pt x="124063" y="327343"/>
                  </a:lnTo>
                  <a:lnTo>
                    <a:pt x="129197" y="328626"/>
                  </a:lnTo>
                  <a:lnTo>
                    <a:pt x="134369" y="329746"/>
                  </a:lnTo>
                  <a:lnTo>
                    <a:pt x="139573" y="330701"/>
                  </a:lnTo>
                  <a:lnTo>
                    <a:pt x="144806" y="331492"/>
                  </a:lnTo>
                  <a:lnTo>
                    <a:pt x="150060" y="332116"/>
                  </a:lnTo>
                  <a:lnTo>
                    <a:pt x="155332" y="332574"/>
                  </a:lnTo>
                  <a:lnTo>
                    <a:pt x="160616" y="332865"/>
                  </a:lnTo>
                  <a:lnTo>
                    <a:pt x="165906" y="332988"/>
                  </a:lnTo>
                  <a:lnTo>
                    <a:pt x="171197" y="332944"/>
                  </a:lnTo>
                  <a:lnTo>
                    <a:pt x="176485" y="332732"/>
                  </a:lnTo>
                  <a:lnTo>
                    <a:pt x="181763" y="332353"/>
                  </a:lnTo>
                  <a:lnTo>
                    <a:pt x="187026" y="331807"/>
                  </a:lnTo>
                  <a:lnTo>
                    <a:pt x="192270" y="331095"/>
                  </a:lnTo>
                  <a:lnTo>
                    <a:pt x="197488" y="330217"/>
                  </a:lnTo>
                  <a:lnTo>
                    <a:pt x="202676" y="329175"/>
                  </a:lnTo>
                  <a:lnTo>
                    <a:pt x="207829" y="327969"/>
                  </a:lnTo>
                  <a:lnTo>
                    <a:pt x="212940" y="326600"/>
                  </a:lnTo>
                  <a:lnTo>
                    <a:pt x="218006" y="325070"/>
                  </a:lnTo>
                  <a:lnTo>
                    <a:pt x="223021" y="323381"/>
                  </a:lnTo>
                  <a:lnTo>
                    <a:pt x="227979" y="321534"/>
                  </a:lnTo>
                  <a:lnTo>
                    <a:pt x="232877" y="319531"/>
                  </a:lnTo>
                  <a:lnTo>
                    <a:pt x="237709" y="317374"/>
                  </a:lnTo>
                  <a:lnTo>
                    <a:pt x="242471" y="315065"/>
                  </a:lnTo>
                  <a:lnTo>
                    <a:pt x="247156" y="312606"/>
                  </a:lnTo>
                  <a:lnTo>
                    <a:pt x="251762" y="310000"/>
                  </a:lnTo>
                  <a:lnTo>
                    <a:pt x="256283" y="307250"/>
                  </a:lnTo>
                  <a:lnTo>
                    <a:pt x="260714" y="304358"/>
                  </a:lnTo>
                  <a:lnTo>
                    <a:pt x="265052" y="301328"/>
                  </a:lnTo>
                  <a:lnTo>
                    <a:pt x="269292" y="298161"/>
                  </a:lnTo>
                  <a:lnTo>
                    <a:pt x="273429" y="294862"/>
                  </a:lnTo>
                  <a:lnTo>
                    <a:pt x="277460" y="291434"/>
                  </a:lnTo>
                  <a:lnTo>
                    <a:pt x="281381" y="287880"/>
                  </a:lnTo>
                  <a:lnTo>
                    <a:pt x="285187" y="284203"/>
                  </a:lnTo>
                  <a:lnTo>
                    <a:pt x="288874" y="280408"/>
                  </a:lnTo>
                  <a:lnTo>
                    <a:pt x="292440" y="276498"/>
                  </a:lnTo>
                  <a:lnTo>
                    <a:pt x="295880" y="272477"/>
                  </a:lnTo>
                  <a:lnTo>
                    <a:pt x="299191" y="268350"/>
                  </a:lnTo>
                  <a:lnTo>
                    <a:pt x="302370" y="264119"/>
                  </a:lnTo>
                  <a:lnTo>
                    <a:pt x="305413" y="259790"/>
                  </a:lnTo>
                  <a:lnTo>
                    <a:pt x="308318" y="255367"/>
                  </a:lnTo>
                  <a:lnTo>
                    <a:pt x="311081" y="250854"/>
                  </a:lnTo>
                  <a:lnTo>
                    <a:pt x="313701" y="246256"/>
                  </a:lnTo>
                  <a:lnTo>
                    <a:pt x="316173" y="241578"/>
                  </a:lnTo>
                  <a:lnTo>
                    <a:pt x="318496" y="236823"/>
                  </a:lnTo>
                  <a:lnTo>
                    <a:pt x="320667" y="231998"/>
                  </a:lnTo>
                  <a:lnTo>
                    <a:pt x="322685" y="227106"/>
                  </a:lnTo>
                  <a:lnTo>
                    <a:pt x="324546" y="222152"/>
                  </a:lnTo>
                  <a:lnTo>
                    <a:pt x="326250" y="217143"/>
                  </a:lnTo>
                  <a:lnTo>
                    <a:pt x="327795" y="212081"/>
                  </a:lnTo>
                  <a:lnTo>
                    <a:pt x="329178" y="206974"/>
                  </a:lnTo>
                  <a:lnTo>
                    <a:pt x="330400" y="201825"/>
                  </a:lnTo>
                  <a:lnTo>
                    <a:pt x="331457" y="196640"/>
                  </a:lnTo>
                  <a:lnTo>
                    <a:pt x="332350" y="191424"/>
                  </a:lnTo>
                  <a:lnTo>
                    <a:pt x="333078" y="186183"/>
                  </a:lnTo>
                  <a:lnTo>
                    <a:pt x="333639" y="180921"/>
                  </a:lnTo>
                  <a:lnTo>
                    <a:pt x="334033" y="175644"/>
                  </a:lnTo>
                  <a:lnTo>
                    <a:pt x="334261" y="170357"/>
                  </a:lnTo>
                  <a:lnTo>
                    <a:pt x="334320" y="165066"/>
                  </a:lnTo>
                  <a:lnTo>
                    <a:pt x="334212" y="159776"/>
                  </a:lnTo>
                  <a:lnTo>
                    <a:pt x="333937" y="154491"/>
                  </a:lnTo>
                  <a:lnTo>
                    <a:pt x="333495" y="149218"/>
                  </a:lnTo>
                  <a:lnTo>
                    <a:pt x="332886" y="143961"/>
                  </a:lnTo>
                  <a:lnTo>
                    <a:pt x="332111" y="138727"/>
                  </a:lnTo>
                  <a:lnTo>
                    <a:pt x="331171" y="133519"/>
                  </a:lnTo>
                  <a:lnTo>
                    <a:pt x="330066" y="128344"/>
                  </a:lnTo>
                  <a:lnTo>
                    <a:pt x="328798" y="123207"/>
                  </a:lnTo>
                  <a:lnTo>
                    <a:pt x="327368" y="118112"/>
                  </a:lnTo>
                  <a:lnTo>
                    <a:pt x="325778" y="113065"/>
                  </a:lnTo>
                  <a:lnTo>
                    <a:pt x="324028" y="108071"/>
                  </a:lnTo>
                  <a:lnTo>
                    <a:pt x="322122" y="103135"/>
                  </a:lnTo>
                  <a:lnTo>
                    <a:pt x="320060" y="98261"/>
                  </a:lnTo>
                  <a:lnTo>
                    <a:pt x="317845" y="93455"/>
                  </a:lnTo>
                  <a:lnTo>
                    <a:pt x="315479" y="88722"/>
                  </a:lnTo>
                  <a:lnTo>
                    <a:pt x="312964" y="84066"/>
                  </a:lnTo>
                  <a:lnTo>
                    <a:pt x="310303" y="79492"/>
                  </a:lnTo>
                  <a:lnTo>
                    <a:pt x="307499" y="75005"/>
                  </a:lnTo>
                  <a:lnTo>
                    <a:pt x="304554" y="70608"/>
                  </a:lnTo>
                  <a:lnTo>
                    <a:pt x="301472" y="66307"/>
                  </a:lnTo>
                  <a:lnTo>
                    <a:pt x="298255" y="62106"/>
                  </a:lnTo>
                  <a:lnTo>
                    <a:pt x="294906" y="58008"/>
                  </a:lnTo>
                  <a:lnTo>
                    <a:pt x="291430" y="54019"/>
                  </a:lnTo>
                  <a:lnTo>
                    <a:pt x="287829" y="50141"/>
                  </a:lnTo>
                  <a:lnTo>
                    <a:pt x="284107" y="46380"/>
                  </a:lnTo>
                  <a:lnTo>
                    <a:pt x="280268" y="42738"/>
                  </a:lnTo>
                  <a:lnTo>
                    <a:pt x="276315" y="39220"/>
                  </a:lnTo>
                  <a:lnTo>
                    <a:pt x="272253" y="35828"/>
                  </a:lnTo>
                  <a:lnTo>
                    <a:pt x="268086" y="32567"/>
                  </a:lnTo>
                  <a:lnTo>
                    <a:pt x="263818" y="29439"/>
                  </a:lnTo>
                  <a:lnTo>
                    <a:pt x="259453" y="26448"/>
                  </a:lnTo>
                  <a:lnTo>
                    <a:pt x="254995" y="23596"/>
                  </a:lnTo>
                  <a:lnTo>
                    <a:pt x="250449" y="20887"/>
                  </a:lnTo>
                  <a:lnTo>
                    <a:pt x="245820" y="18324"/>
                  </a:lnTo>
                  <a:lnTo>
                    <a:pt x="241112" y="15908"/>
                  </a:lnTo>
                  <a:lnTo>
                    <a:pt x="236330" y="13642"/>
                  </a:lnTo>
                  <a:lnTo>
                    <a:pt x="231479" y="11529"/>
                  </a:lnTo>
                  <a:lnTo>
                    <a:pt x="226563" y="9570"/>
                  </a:lnTo>
                  <a:lnTo>
                    <a:pt x="221588" y="7768"/>
                  </a:lnTo>
                  <a:lnTo>
                    <a:pt x="216558" y="6124"/>
                  </a:lnTo>
                  <a:lnTo>
                    <a:pt x="211478" y="4641"/>
                  </a:lnTo>
                  <a:lnTo>
                    <a:pt x="206355" y="3319"/>
                  </a:lnTo>
                  <a:lnTo>
                    <a:pt x="201192" y="2159"/>
                  </a:lnTo>
                  <a:lnTo>
                    <a:pt x="167155" y="1658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81287" y="2126963"/>
              <a:ext cx="34037" cy="167167"/>
            </a:xfrm>
            <a:custGeom>
              <a:avLst/>
              <a:pathLst>
                <a:path w="34037" h="167167">
                  <a:moveTo>
                    <a:pt x="34037" y="3501"/>
                  </a:moveTo>
                  <a:lnTo>
                    <a:pt x="27298" y="2243"/>
                  </a:lnTo>
                  <a:lnTo>
                    <a:pt x="20514" y="1263"/>
                  </a:lnTo>
                  <a:lnTo>
                    <a:pt x="13695" y="561"/>
                  </a:lnTo>
                  <a:lnTo>
                    <a:pt x="6853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155" y="2633064"/>
              <a:ext cx="3592" cy="167167"/>
            </a:xfrm>
            <a:custGeom>
              <a:avLst/>
              <a:pathLst>
                <a:path w="3592" h="167167">
                  <a:moveTo>
                    <a:pt x="3592" y="0"/>
                  </a:moveTo>
                  <a:lnTo>
                    <a:pt x="0" y="38"/>
                  </a:lnTo>
                  <a:lnTo>
                    <a:pt x="35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155" y="2633102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155" y="2633102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155" y="2633102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155" y="2633102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155" y="2633102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155" y="2633102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155" y="2633102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155" y="2633102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155" y="2633102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155" y="2633102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155" y="2633102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7155" y="2633102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7155" y="2633102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423584" y="2633102"/>
              <a:ext cx="334324" cy="334291"/>
            </a:xfrm>
            <a:custGeom>
              <a:avLst/>
              <a:pathLst>
                <a:path w="334324" h="334291">
                  <a:moveTo>
                    <a:pt x="163570" y="0"/>
                  </a:moveTo>
                  <a:lnTo>
                    <a:pt x="158265" y="198"/>
                  </a:lnTo>
                  <a:lnTo>
                    <a:pt x="152970" y="565"/>
                  </a:lnTo>
                  <a:lnTo>
                    <a:pt x="147688" y="1099"/>
                  </a:lnTo>
                  <a:lnTo>
                    <a:pt x="142426" y="1801"/>
                  </a:lnTo>
                  <a:lnTo>
                    <a:pt x="137189" y="2670"/>
                  </a:lnTo>
                  <a:lnTo>
                    <a:pt x="131983" y="3705"/>
                  </a:lnTo>
                  <a:lnTo>
                    <a:pt x="126811" y="4904"/>
                  </a:lnTo>
                  <a:lnTo>
                    <a:pt x="121681" y="6267"/>
                  </a:lnTo>
                  <a:lnTo>
                    <a:pt x="116596" y="7792"/>
                  </a:lnTo>
                  <a:lnTo>
                    <a:pt x="111563" y="9478"/>
                  </a:lnTo>
                  <a:lnTo>
                    <a:pt x="106585" y="11323"/>
                  </a:lnTo>
                  <a:lnTo>
                    <a:pt x="101668" y="13325"/>
                  </a:lnTo>
                  <a:lnTo>
                    <a:pt x="96818" y="15482"/>
                  </a:lnTo>
                  <a:lnTo>
                    <a:pt x="92038" y="17792"/>
                  </a:lnTo>
                  <a:lnTo>
                    <a:pt x="87335" y="20253"/>
                  </a:lnTo>
                  <a:lnTo>
                    <a:pt x="82711" y="22862"/>
                  </a:lnTo>
                  <a:lnTo>
                    <a:pt x="78173" y="25616"/>
                  </a:lnTo>
                  <a:lnTo>
                    <a:pt x="73725" y="28513"/>
                  </a:lnTo>
                  <a:lnTo>
                    <a:pt x="69371" y="31549"/>
                  </a:lnTo>
                  <a:lnTo>
                    <a:pt x="65115" y="34723"/>
                  </a:lnTo>
                  <a:lnTo>
                    <a:pt x="60963" y="38030"/>
                  </a:lnTo>
                  <a:lnTo>
                    <a:pt x="56917" y="41467"/>
                  </a:lnTo>
                  <a:lnTo>
                    <a:pt x="52983" y="45031"/>
                  </a:lnTo>
                  <a:lnTo>
                    <a:pt x="49164" y="48718"/>
                  </a:lnTo>
                  <a:lnTo>
                    <a:pt x="45463" y="52524"/>
                  </a:lnTo>
                  <a:lnTo>
                    <a:pt x="41886" y="56446"/>
                  </a:lnTo>
                  <a:lnTo>
                    <a:pt x="38435" y="60480"/>
                  </a:lnTo>
                  <a:lnTo>
                    <a:pt x="35113" y="64621"/>
                  </a:lnTo>
                  <a:lnTo>
                    <a:pt x="31925" y="68865"/>
                  </a:lnTo>
                  <a:lnTo>
                    <a:pt x="28873" y="73209"/>
                  </a:lnTo>
                  <a:lnTo>
                    <a:pt x="25961" y="77647"/>
                  </a:lnTo>
                  <a:lnTo>
                    <a:pt x="23191" y="82176"/>
                  </a:lnTo>
                  <a:lnTo>
                    <a:pt x="20566" y="86790"/>
                  </a:lnTo>
                  <a:lnTo>
                    <a:pt x="18089" y="91485"/>
                  </a:lnTo>
                  <a:lnTo>
                    <a:pt x="15763" y="96256"/>
                  </a:lnTo>
                  <a:lnTo>
                    <a:pt x="13589" y="101099"/>
                  </a:lnTo>
                  <a:lnTo>
                    <a:pt x="11570" y="106009"/>
                  </a:lnTo>
                  <a:lnTo>
                    <a:pt x="9707" y="110980"/>
                  </a:lnTo>
                  <a:lnTo>
                    <a:pt x="8004" y="116008"/>
                  </a:lnTo>
                  <a:lnTo>
                    <a:pt x="6461" y="121087"/>
                  </a:lnTo>
                  <a:lnTo>
                    <a:pt x="5080" y="126213"/>
                  </a:lnTo>
                  <a:lnTo>
                    <a:pt x="3863" y="131380"/>
                  </a:lnTo>
                  <a:lnTo>
                    <a:pt x="2810" y="136583"/>
                  </a:lnTo>
                  <a:lnTo>
                    <a:pt x="1923" y="141817"/>
                  </a:lnTo>
                  <a:lnTo>
                    <a:pt x="1203" y="147076"/>
                  </a:lnTo>
                  <a:lnTo>
                    <a:pt x="650" y="152356"/>
                  </a:lnTo>
                  <a:lnTo>
                    <a:pt x="265" y="157650"/>
                  </a:lnTo>
                  <a:lnTo>
                    <a:pt x="48" y="162954"/>
                  </a:lnTo>
                  <a:lnTo>
                    <a:pt x="0" y="168263"/>
                  </a:lnTo>
                  <a:lnTo>
                    <a:pt x="120" y="173570"/>
                  </a:lnTo>
                  <a:lnTo>
                    <a:pt x="409" y="178870"/>
                  </a:lnTo>
                  <a:lnTo>
                    <a:pt x="865" y="184159"/>
                  </a:lnTo>
                  <a:lnTo>
                    <a:pt x="1490" y="189431"/>
                  </a:lnTo>
                  <a:lnTo>
                    <a:pt x="2282" y="194680"/>
                  </a:lnTo>
                  <a:lnTo>
                    <a:pt x="3240" y="199901"/>
                  </a:lnTo>
                  <a:lnTo>
                    <a:pt x="4363" y="205089"/>
                  </a:lnTo>
                  <a:lnTo>
                    <a:pt x="5650" y="210240"/>
                  </a:lnTo>
                  <a:lnTo>
                    <a:pt x="7101" y="215346"/>
                  </a:lnTo>
                  <a:lnTo>
                    <a:pt x="8712" y="220404"/>
                  </a:lnTo>
                  <a:lnTo>
                    <a:pt x="10484" y="225408"/>
                  </a:lnTo>
                  <a:lnTo>
                    <a:pt x="12413" y="230354"/>
                  </a:lnTo>
                  <a:lnTo>
                    <a:pt x="14499" y="235235"/>
                  </a:lnTo>
                  <a:lnTo>
                    <a:pt x="16738" y="240048"/>
                  </a:lnTo>
                  <a:lnTo>
                    <a:pt x="19129" y="244788"/>
                  </a:lnTo>
                  <a:lnTo>
                    <a:pt x="21670" y="249449"/>
                  </a:lnTo>
                  <a:lnTo>
                    <a:pt x="24357" y="254027"/>
                  </a:lnTo>
                  <a:lnTo>
                    <a:pt x="27188" y="258517"/>
                  </a:lnTo>
                  <a:lnTo>
                    <a:pt x="30160" y="262916"/>
                  </a:lnTo>
                  <a:lnTo>
                    <a:pt x="33271" y="267218"/>
                  </a:lnTo>
                  <a:lnTo>
                    <a:pt x="36516" y="271418"/>
                  </a:lnTo>
                  <a:lnTo>
                    <a:pt x="39894" y="275514"/>
                  </a:lnTo>
                  <a:lnTo>
                    <a:pt x="43399" y="279500"/>
                  </a:lnTo>
                  <a:lnTo>
                    <a:pt x="47030" y="283373"/>
                  </a:lnTo>
                  <a:lnTo>
                    <a:pt x="50781" y="287129"/>
                  </a:lnTo>
                  <a:lnTo>
                    <a:pt x="54650" y="290764"/>
                  </a:lnTo>
                  <a:lnTo>
                    <a:pt x="58632" y="294274"/>
                  </a:lnTo>
                  <a:lnTo>
                    <a:pt x="62724" y="297656"/>
                  </a:lnTo>
                  <a:lnTo>
                    <a:pt x="66921" y="300906"/>
                  </a:lnTo>
                  <a:lnTo>
                    <a:pt x="71220" y="304022"/>
                  </a:lnTo>
                  <a:lnTo>
                    <a:pt x="75615" y="306999"/>
                  </a:lnTo>
                  <a:lnTo>
                    <a:pt x="80102" y="309835"/>
                  </a:lnTo>
                  <a:lnTo>
                    <a:pt x="84677" y="312528"/>
                  </a:lnTo>
                  <a:lnTo>
                    <a:pt x="89335" y="315073"/>
                  </a:lnTo>
                  <a:lnTo>
                    <a:pt x="94072" y="317470"/>
                  </a:lnTo>
                  <a:lnTo>
                    <a:pt x="98882" y="319715"/>
                  </a:lnTo>
                  <a:lnTo>
                    <a:pt x="103762" y="321806"/>
                  </a:lnTo>
                  <a:lnTo>
                    <a:pt x="108705" y="323741"/>
                  </a:lnTo>
                  <a:lnTo>
                    <a:pt x="113707" y="325518"/>
                  </a:lnTo>
                  <a:lnTo>
                    <a:pt x="118763" y="327136"/>
                  </a:lnTo>
                  <a:lnTo>
                    <a:pt x="123868" y="328592"/>
                  </a:lnTo>
                  <a:lnTo>
                    <a:pt x="129016" y="329885"/>
                  </a:lnTo>
                  <a:lnTo>
                    <a:pt x="134203" y="331014"/>
                  </a:lnTo>
                  <a:lnTo>
                    <a:pt x="139424" y="331978"/>
                  </a:lnTo>
                  <a:lnTo>
                    <a:pt x="144672" y="332776"/>
                  </a:lnTo>
                  <a:lnTo>
                    <a:pt x="149943" y="333406"/>
                  </a:lnTo>
                  <a:lnTo>
                    <a:pt x="155231" y="333869"/>
                  </a:lnTo>
                  <a:lnTo>
                    <a:pt x="160531" y="334164"/>
                  </a:lnTo>
                  <a:lnTo>
                    <a:pt x="165838" y="334291"/>
                  </a:lnTo>
                  <a:lnTo>
                    <a:pt x="171147" y="334248"/>
                  </a:lnTo>
                  <a:lnTo>
                    <a:pt x="176451" y="334038"/>
                  </a:lnTo>
                  <a:lnTo>
                    <a:pt x="181746" y="333658"/>
                  </a:lnTo>
                  <a:lnTo>
                    <a:pt x="187026" y="333111"/>
                  </a:lnTo>
                  <a:lnTo>
                    <a:pt x="192286" y="332397"/>
                  </a:lnTo>
                  <a:lnTo>
                    <a:pt x="197521" y="331516"/>
                  </a:lnTo>
                  <a:lnTo>
                    <a:pt x="202726" y="330469"/>
                  </a:lnTo>
                  <a:lnTo>
                    <a:pt x="207894" y="329258"/>
                  </a:lnTo>
                  <a:lnTo>
                    <a:pt x="213021" y="327883"/>
                  </a:lnTo>
                  <a:lnTo>
                    <a:pt x="218102" y="326346"/>
                  </a:lnTo>
                  <a:lnTo>
                    <a:pt x="223132" y="324648"/>
                  </a:lnTo>
                  <a:lnTo>
                    <a:pt x="228105" y="322791"/>
                  </a:lnTo>
                  <a:lnTo>
                    <a:pt x="233017" y="320778"/>
                  </a:lnTo>
                  <a:lnTo>
                    <a:pt x="237863" y="318609"/>
                  </a:lnTo>
                  <a:lnTo>
                    <a:pt x="242637" y="316288"/>
                  </a:lnTo>
                  <a:lnTo>
                    <a:pt x="247335" y="313817"/>
                  </a:lnTo>
                  <a:lnTo>
                    <a:pt x="251952" y="311197"/>
                  </a:lnTo>
                  <a:lnTo>
                    <a:pt x="256483" y="308432"/>
                  </a:lnTo>
                  <a:lnTo>
                    <a:pt x="260925" y="305525"/>
                  </a:lnTo>
                  <a:lnTo>
                    <a:pt x="265272" y="302478"/>
                  </a:lnTo>
                  <a:lnTo>
                    <a:pt x="269520" y="299295"/>
                  </a:lnTo>
                  <a:lnTo>
                    <a:pt x="273665" y="295978"/>
                  </a:lnTo>
                  <a:lnTo>
                    <a:pt x="277703" y="292532"/>
                  </a:lnTo>
                  <a:lnTo>
                    <a:pt x="281629" y="288959"/>
                  </a:lnTo>
                  <a:lnTo>
                    <a:pt x="285439" y="285263"/>
                  </a:lnTo>
                  <a:lnTo>
                    <a:pt x="289130" y="281448"/>
                  </a:lnTo>
                  <a:lnTo>
                    <a:pt x="292699" y="277517"/>
                  </a:lnTo>
                  <a:lnTo>
                    <a:pt x="296140" y="273476"/>
                  </a:lnTo>
                  <a:lnTo>
                    <a:pt x="299452" y="269327"/>
                  </a:lnTo>
                  <a:lnTo>
                    <a:pt x="302630" y="265075"/>
                  </a:lnTo>
                  <a:lnTo>
                    <a:pt x="305672" y="260724"/>
                  </a:lnTo>
                  <a:lnTo>
                    <a:pt x="308574" y="256279"/>
                  </a:lnTo>
                  <a:lnTo>
                    <a:pt x="311333" y="251744"/>
                  </a:lnTo>
                  <a:lnTo>
                    <a:pt x="313947" y="247124"/>
                  </a:lnTo>
                  <a:lnTo>
                    <a:pt x="316413" y="242423"/>
                  </a:lnTo>
                  <a:lnTo>
                    <a:pt x="318729" y="237646"/>
                  </a:lnTo>
                  <a:lnTo>
                    <a:pt x="320891" y="232798"/>
                  </a:lnTo>
                  <a:lnTo>
                    <a:pt x="322899" y="227884"/>
                  </a:lnTo>
                  <a:lnTo>
                    <a:pt x="324750" y="222908"/>
                  </a:lnTo>
                  <a:lnTo>
                    <a:pt x="326441" y="217877"/>
                  </a:lnTo>
                  <a:lnTo>
                    <a:pt x="327972" y="212794"/>
                  </a:lnTo>
                  <a:lnTo>
                    <a:pt x="329341" y="207665"/>
                  </a:lnTo>
                  <a:lnTo>
                    <a:pt x="330547" y="202495"/>
                  </a:lnTo>
                  <a:lnTo>
                    <a:pt x="331587" y="197290"/>
                  </a:lnTo>
                  <a:lnTo>
                    <a:pt x="332462" y="192054"/>
                  </a:lnTo>
                  <a:lnTo>
                    <a:pt x="333170" y="186793"/>
                  </a:lnTo>
                  <a:lnTo>
                    <a:pt x="333711" y="181512"/>
                  </a:lnTo>
                  <a:lnTo>
                    <a:pt x="334083" y="176216"/>
                  </a:lnTo>
                  <a:lnTo>
                    <a:pt x="334288" y="170912"/>
                  </a:lnTo>
                  <a:lnTo>
                    <a:pt x="334324" y="165603"/>
                  </a:lnTo>
                  <a:lnTo>
                    <a:pt x="334191" y="160296"/>
                  </a:lnTo>
                  <a:lnTo>
                    <a:pt x="333890" y="154997"/>
                  </a:lnTo>
                  <a:lnTo>
                    <a:pt x="333420" y="149709"/>
                  </a:lnTo>
                  <a:lnTo>
                    <a:pt x="332784" y="144439"/>
                  </a:lnTo>
                  <a:lnTo>
                    <a:pt x="331980" y="139191"/>
                  </a:lnTo>
                  <a:lnTo>
                    <a:pt x="331009" y="133972"/>
                  </a:lnTo>
                  <a:lnTo>
                    <a:pt x="329874" y="128787"/>
                  </a:lnTo>
                  <a:lnTo>
                    <a:pt x="328575" y="123640"/>
                  </a:lnTo>
                  <a:lnTo>
                    <a:pt x="327112" y="118537"/>
                  </a:lnTo>
                  <a:lnTo>
                    <a:pt x="325489" y="113482"/>
                  </a:lnTo>
                  <a:lnTo>
                    <a:pt x="323706" y="108482"/>
                  </a:lnTo>
                  <a:lnTo>
                    <a:pt x="321765" y="103541"/>
                  </a:lnTo>
                  <a:lnTo>
                    <a:pt x="319668" y="98665"/>
                  </a:lnTo>
                  <a:lnTo>
                    <a:pt x="317417" y="93857"/>
                  </a:lnTo>
                  <a:lnTo>
                    <a:pt x="315015" y="89123"/>
                  </a:lnTo>
                  <a:lnTo>
                    <a:pt x="312464" y="84468"/>
                  </a:lnTo>
                  <a:lnTo>
                    <a:pt x="309766" y="79896"/>
                  </a:lnTo>
                  <a:lnTo>
                    <a:pt x="306924" y="75412"/>
                  </a:lnTo>
                  <a:lnTo>
                    <a:pt x="303941" y="71021"/>
                  </a:lnTo>
                  <a:lnTo>
                    <a:pt x="300821" y="66726"/>
                  </a:lnTo>
                  <a:lnTo>
                    <a:pt x="297566" y="62533"/>
                  </a:lnTo>
                  <a:lnTo>
                    <a:pt x="294179" y="58445"/>
                  </a:lnTo>
                  <a:lnTo>
                    <a:pt x="290664" y="54467"/>
                  </a:lnTo>
                  <a:lnTo>
                    <a:pt x="287024" y="50603"/>
                  </a:lnTo>
                  <a:lnTo>
                    <a:pt x="283264" y="46856"/>
                  </a:lnTo>
                  <a:lnTo>
                    <a:pt x="279387" y="43230"/>
                  </a:lnTo>
                  <a:lnTo>
                    <a:pt x="275396" y="39729"/>
                  </a:lnTo>
                  <a:lnTo>
                    <a:pt x="271297" y="36357"/>
                  </a:lnTo>
                  <a:lnTo>
                    <a:pt x="267092" y="33116"/>
                  </a:lnTo>
                  <a:lnTo>
                    <a:pt x="262786" y="30011"/>
                  </a:lnTo>
                  <a:lnTo>
                    <a:pt x="258384" y="27044"/>
                  </a:lnTo>
                  <a:lnTo>
                    <a:pt x="253891" y="24218"/>
                  </a:lnTo>
                  <a:lnTo>
                    <a:pt x="249309" y="21537"/>
                  </a:lnTo>
                  <a:lnTo>
                    <a:pt x="167163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633064"/>
              <a:ext cx="82146" cy="167167"/>
            </a:xfrm>
            <a:custGeom>
              <a:avLst/>
              <a:pathLst>
                <a:path w="82146" h="167167">
                  <a:moveTo>
                    <a:pt x="82146" y="21575"/>
                  </a:moveTo>
                  <a:lnTo>
                    <a:pt x="77112" y="18848"/>
                  </a:lnTo>
                  <a:lnTo>
                    <a:pt x="71989" y="16294"/>
                  </a:lnTo>
                  <a:lnTo>
                    <a:pt x="66781" y="13918"/>
                  </a:lnTo>
                  <a:lnTo>
                    <a:pt x="61494" y="11721"/>
                  </a:lnTo>
                  <a:lnTo>
                    <a:pt x="56136" y="9707"/>
                  </a:lnTo>
                  <a:lnTo>
                    <a:pt x="50712" y="7877"/>
                  </a:lnTo>
                  <a:lnTo>
                    <a:pt x="45228" y="6234"/>
                  </a:lnTo>
                  <a:lnTo>
                    <a:pt x="39691" y="4780"/>
                  </a:lnTo>
                  <a:lnTo>
                    <a:pt x="34108" y="3516"/>
                  </a:lnTo>
                  <a:lnTo>
                    <a:pt x="28484" y="2444"/>
                  </a:lnTo>
                  <a:lnTo>
                    <a:pt x="22828" y="1566"/>
                  </a:lnTo>
                  <a:lnTo>
                    <a:pt x="17144" y="881"/>
                  </a:lnTo>
                  <a:lnTo>
                    <a:pt x="11440" y="391"/>
                  </a:lnTo>
                  <a:lnTo>
                    <a:pt x="5723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9093" y="3170392"/>
              <a:ext cx="16887" cy="167167"/>
            </a:xfrm>
            <a:custGeom>
              <a:avLst/>
              <a:pathLst>
                <a:path w="16887" h="167167">
                  <a:moveTo>
                    <a:pt x="16887" y="0"/>
                  </a:moveTo>
                  <a:lnTo>
                    <a:pt x="8432" y="213"/>
                  </a:lnTo>
                  <a:lnTo>
                    <a:pt x="0" y="855"/>
                  </a:lnTo>
                  <a:lnTo>
                    <a:pt x="1688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9093" y="3171247"/>
              <a:ext cx="16887" cy="166312"/>
            </a:xfrm>
            <a:custGeom>
              <a:avLst/>
              <a:pathLst>
                <a:path w="16887" h="166312">
                  <a:moveTo>
                    <a:pt x="0" y="0"/>
                  </a:moveTo>
                  <a:lnTo>
                    <a:pt x="16887" y="1663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9093" y="3171247"/>
              <a:ext cx="16887" cy="166312"/>
            </a:xfrm>
            <a:custGeom>
              <a:avLst/>
              <a:pathLst>
                <a:path w="16887" h="166312">
                  <a:moveTo>
                    <a:pt x="0" y="0"/>
                  </a:moveTo>
                  <a:lnTo>
                    <a:pt x="16887" y="1663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9093" y="3171247"/>
              <a:ext cx="16887" cy="166312"/>
            </a:xfrm>
            <a:custGeom>
              <a:avLst/>
              <a:pathLst>
                <a:path w="16887" h="166312">
                  <a:moveTo>
                    <a:pt x="0" y="0"/>
                  </a:moveTo>
                  <a:lnTo>
                    <a:pt x="16887" y="1663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9093" y="3171247"/>
              <a:ext cx="16887" cy="166312"/>
            </a:xfrm>
            <a:custGeom>
              <a:avLst/>
              <a:pathLst>
                <a:path w="16887" h="166312">
                  <a:moveTo>
                    <a:pt x="0" y="0"/>
                  </a:moveTo>
                  <a:lnTo>
                    <a:pt x="16887" y="1663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9093" y="3171247"/>
              <a:ext cx="16887" cy="166312"/>
            </a:xfrm>
            <a:custGeom>
              <a:avLst/>
              <a:pathLst>
                <a:path w="16887" h="166312">
                  <a:moveTo>
                    <a:pt x="0" y="0"/>
                  </a:moveTo>
                  <a:lnTo>
                    <a:pt x="16887" y="1663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9093" y="3171247"/>
              <a:ext cx="16887" cy="166312"/>
            </a:xfrm>
            <a:custGeom>
              <a:avLst/>
              <a:pathLst>
                <a:path w="16887" h="166312">
                  <a:moveTo>
                    <a:pt x="0" y="0"/>
                  </a:moveTo>
                  <a:lnTo>
                    <a:pt x="16887" y="1663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9093" y="3171247"/>
              <a:ext cx="16887" cy="166312"/>
            </a:xfrm>
            <a:custGeom>
              <a:avLst/>
              <a:pathLst>
                <a:path w="16887" h="166312">
                  <a:moveTo>
                    <a:pt x="0" y="0"/>
                  </a:moveTo>
                  <a:lnTo>
                    <a:pt x="16887" y="1663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9093" y="3171247"/>
              <a:ext cx="16887" cy="166312"/>
            </a:xfrm>
            <a:custGeom>
              <a:avLst/>
              <a:pathLst>
                <a:path w="16887" h="166312">
                  <a:moveTo>
                    <a:pt x="0" y="0"/>
                  </a:moveTo>
                  <a:lnTo>
                    <a:pt x="16887" y="1663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9093" y="3171247"/>
              <a:ext cx="16887" cy="166312"/>
            </a:xfrm>
            <a:custGeom>
              <a:avLst/>
              <a:pathLst>
                <a:path w="16887" h="166312">
                  <a:moveTo>
                    <a:pt x="0" y="0"/>
                  </a:moveTo>
                  <a:lnTo>
                    <a:pt x="16887" y="1663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9093" y="3171247"/>
              <a:ext cx="16887" cy="166312"/>
            </a:xfrm>
            <a:custGeom>
              <a:avLst/>
              <a:pathLst>
                <a:path w="16887" h="166312">
                  <a:moveTo>
                    <a:pt x="0" y="0"/>
                  </a:moveTo>
                  <a:lnTo>
                    <a:pt x="16887" y="1663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9093" y="3171247"/>
              <a:ext cx="16887" cy="166312"/>
            </a:xfrm>
            <a:custGeom>
              <a:avLst/>
              <a:pathLst>
                <a:path w="16887" h="166312">
                  <a:moveTo>
                    <a:pt x="0" y="0"/>
                  </a:moveTo>
                  <a:lnTo>
                    <a:pt x="16887" y="1663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9093" y="3171247"/>
              <a:ext cx="16887" cy="166312"/>
            </a:xfrm>
            <a:custGeom>
              <a:avLst/>
              <a:pathLst>
                <a:path w="16887" h="166312">
                  <a:moveTo>
                    <a:pt x="0" y="0"/>
                  </a:moveTo>
                  <a:lnTo>
                    <a:pt x="16887" y="1663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358821" y="3171247"/>
              <a:ext cx="334319" cy="333476"/>
            </a:xfrm>
            <a:custGeom>
              <a:avLst/>
              <a:pathLst>
                <a:path w="334319" h="333476">
                  <a:moveTo>
                    <a:pt x="150272" y="0"/>
                  </a:moveTo>
                  <a:lnTo>
                    <a:pt x="145003" y="619"/>
                  </a:lnTo>
                  <a:lnTo>
                    <a:pt x="139756" y="1406"/>
                  </a:lnTo>
                  <a:lnTo>
                    <a:pt x="134537" y="2358"/>
                  </a:lnTo>
                  <a:lnTo>
                    <a:pt x="129351" y="3476"/>
                  </a:lnTo>
                  <a:lnTo>
                    <a:pt x="124203" y="4758"/>
                  </a:lnTo>
                  <a:lnTo>
                    <a:pt x="119099" y="6202"/>
                  </a:lnTo>
                  <a:lnTo>
                    <a:pt x="114042" y="7808"/>
                  </a:lnTo>
                  <a:lnTo>
                    <a:pt x="109040" y="9573"/>
                  </a:lnTo>
                  <a:lnTo>
                    <a:pt x="104095" y="11496"/>
                  </a:lnTo>
                  <a:lnTo>
                    <a:pt x="99215" y="13575"/>
                  </a:lnTo>
                  <a:lnTo>
                    <a:pt x="94402" y="15808"/>
                  </a:lnTo>
                  <a:lnTo>
                    <a:pt x="89663" y="18192"/>
                  </a:lnTo>
                  <a:lnTo>
                    <a:pt x="85002" y="20726"/>
                  </a:lnTo>
                  <a:lnTo>
                    <a:pt x="80424" y="23406"/>
                  </a:lnTo>
                  <a:lnTo>
                    <a:pt x="75933" y="26231"/>
                  </a:lnTo>
                  <a:lnTo>
                    <a:pt x="71534" y="29196"/>
                  </a:lnTo>
                  <a:lnTo>
                    <a:pt x="67231" y="32299"/>
                  </a:lnTo>
                  <a:lnTo>
                    <a:pt x="63029" y="35538"/>
                  </a:lnTo>
                  <a:lnTo>
                    <a:pt x="58932" y="38908"/>
                  </a:lnTo>
                  <a:lnTo>
                    <a:pt x="54944" y="42406"/>
                  </a:lnTo>
                  <a:lnTo>
                    <a:pt x="51068" y="46029"/>
                  </a:lnTo>
                  <a:lnTo>
                    <a:pt x="47310" y="49773"/>
                  </a:lnTo>
                  <a:lnTo>
                    <a:pt x="43673" y="53635"/>
                  </a:lnTo>
                  <a:lnTo>
                    <a:pt x="40159" y="57610"/>
                  </a:lnTo>
                  <a:lnTo>
                    <a:pt x="36774" y="61695"/>
                  </a:lnTo>
                  <a:lnTo>
                    <a:pt x="33520" y="65885"/>
                  </a:lnTo>
                  <a:lnTo>
                    <a:pt x="30401" y="70176"/>
                  </a:lnTo>
                  <a:lnTo>
                    <a:pt x="27419" y="74564"/>
                  </a:lnTo>
                  <a:lnTo>
                    <a:pt x="24578" y="79044"/>
                  </a:lnTo>
                  <a:lnTo>
                    <a:pt x="21881" y="83612"/>
                  </a:lnTo>
                  <a:lnTo>
                    <a:pt x="19330" y="88264"/>
                  </a:lnTo>
                  <a:lnTo>
                    <a:pt x="16928" y="92994"/>
                  </a:lnTo>
                  <a:lnTo>
                    <a:pt x="14677" y="97798"/>
                  </a:lnTo>
                  <a:lnTo>
                    <a:pt x="12580" y="102671"/>
                  </a:lnTo>
                  <a:lnTo>
                    <a:pt x="10638" y="107608"/>
                  </a:lnTo>
                  <a:lnTo>
                    <a:pt x="8854" y="112604"/>
                  </a:lnTo>
                  <a:lnTo>
                    <a:pt x="7230" y="117655"/>
                  </a:lnTo>
                  <a:lnTo>
                    <a:pt x="5766" y="122754"/>
                  </a:lnTo>
                  <a:lnTo>
                    <a:pt x="4465" y="127897"/>
                  </a:lnTo>
                  <a:lnTo>
                    <a:pt x="3328" y="133079"/>
                  </a:lnTo>
                  <a:lnTo>
                    <a:pt x="2356" y="138294"/>
                  </a:lnTo>
                  <a:lnTo>
                    <a:pt x="1550" y="143538"/>
                  </a:lnTo>
                  <a:lnTo>
                    <a:pt x="911" y="148804"/>
                  </a:lnTo>
                  <a:lnTo>
                    <a:pt x="439" y="154088"/>
                  </a:lnTo>
                  <a:lnTo>
                    <a:pt x="135" y="159385"/>
                  </a:lnTo>
                  <a:lnTo>
                    <a:pt x="0" y="164688"/>
                  </a:lnTo>
                  <a:lnTo>
                    <a:pt x="32" y="169993"/>
                  </a:lnTo>
                  <a:lnTo>
                    <a:pt x="233" y="175294"/>
                  </a:lnTo>
                  <a:lnTo>
                    <a:pt x="602" y="180587"/>
                  </a:lnTo>
                  <a:lnTo>
                    <a:pt x="1139" y="185865"/>
                  </a:lnTo>
                  <a:lnTo>
                    <a:pt x="1843" y="191123"/>
                  </a:lnTo>
                  <a:lnTo>
                    <a:pt x="2714" y="196356"/>
                  </a:lnTo>
                  <a:lnTo>
                    <a:pt x="3750" y="201559"/>
                  </a:lnTo>
                  <a:lnTo>
                    <a:pt x="4951" y="206726"/>
                  </a:lnTo>
                  <a:lnTo>
                    <a:pt x="6315" y="211853"/>
                  </a:lnTo>
                  <a:lnTo>
                    <a:pt x="7841" y="216934"/>
                  </a:lnTo>
                  <a:lnTo>
                    <a:pt x="9527" y="221964"/>
                  </a:lnTo>
                  <a:lnTo>
                    <a:pt x="11373" y="226938"/>
                  </a:lnTo>
                  <a:lnTo>
                    <a:pt x="13375" y="231851"/>
                  </a:lnTo>
                  <a:lnTo>
                    <a:pt x="15532" y="236697"/>
                  </a:lnTo>
                  <a:lnTo>
                    <a:pt x="17842" y="241473"/>
                  </a:lnTo>
                  <a:lnTo>
                    <a:pt x="20302" y="246173"/>
                  </a:lnTo>
                  <a:lnTo>
                    <a:pt x="22910" y="250793"/>
                  </a:lnTo>
                  <a:lnTo>
                    <a:pt x="25663" y="255328"/>
                  </a:lnTo>
                  <a:lnTo>
                    <a:pt x="28559" y="259773"/>
                  </a:lnTo>
                  <a:lnTo>
                    <a:pt x="31594" y="264124"/>
                  </a:lnTo>
                  <a:lnTo>
                    <a:pt x="34766" y="268376"/>
                  </a:lnTo>
                  <a:lnTo>
                    <a:pt x="38072" y="272526"/>
                  </a:lnTo>
                  <a:lnTo>
                    <a:pt x="41507" y="276568"/>
                  </a:lnTo>
                  <a:lnTo>
                    <a:pt x="45069" y="280500"/>
                  </a:lnTo>
                  <a:lnTo>
                    <a:pt x="48754" y="284317"/>
                  </a:lnTo>
                  <a:lnTo>
                    <a:pt x="52558" y="288014"/>
                  </a:lnTo>
                  <a:lnTo>
                    <a:pt x="56477" y="291590"/>
                  </a:lnTo>
                  <a:lnTo>
                    <a:pt x="60508" y="295039"/>
                  </a:lnTo>
                  <a:lnTo>
                    <a:pt x="64647" y="298358"/>
                  </a:lnTo>
                  <a:lnTo>
                    <a:pt x="68888" y="301544"/>
                  </a:lnTo>
                  <a:lnTo>
                    <a:pt x="73229" y="304594"/>
                  </a:lnTo>
                  <a:lnTo>
                    <a:pt x="77664" y="307505"/>
                  </a:lnTo>
                  <a:lnTo>
                    <a:pt x="82190" y="310274"/>
                  </a:lnTo>
                  <a:lnTo>
                    <a:pt x="86800" y="312898"/>
                  </a:lnTo>
                  <a:lnTo>
                    <a:pt x="91492" y="315374"/>
                  </a:lnTo>
                  <a:lnTo>
                    <a:pt x="96260" y="317700"/>
                  </a:lnTo>
                  <a:lnTo>
                    <a:pt x="101100" y="319873"/>
                  </a:lnTo>
                  <a:lnTo>
                    <a:pt x="106006" y="321892"/>
                  </a:lnTo>
                  <a:lnTo>
                    <a:pt x="110973" y="323754"/>
                  </a:lnTo>
                  <a:lnTo>
                    <a:pt x="115998" y="325458"/>
                  </a:lnTo>
                  <a:lnTo>
                    <a:pt x="121073" y="327001"/>
                  </a:lnTo>
                  <a:lnTo>
                    <a:pt x="126195" y="328383"/>
                  </a:lnTo>
                  <a:lnTo>
                    <a:pt x="131359" y="329601"/>
                  </a:lnTo>
                  <a:lnTo>
                    <a:pt x="136558" y="330654"/>
                  </a:lnTo>
                  <a:lnTo>
                    <a:pt x="141788" y="331543"/>
                  </a:lnTo>
                  <a:lnTo>
                    <a:pt x="147044" y="332265"/>
                  </a:lnTo>
                  <a:lnTo>
                    <a:pt x="152320" y="332819"/>
                  </a:lnTo>
                  <a:lnTo>
                    <a:pt x="157611" y="333206"/>
                  </a:lnTo>
                  <a:lnTo>
                    <a:pt x="162912" y="333425"/>
                  </a:lnTo>
                  <a:lnTo>
                    <a:pt x="168217" y="333476"/>
                  </a:lnTo>
                  <a:lnTo>
                    <a:pt x="173520" y="333358"/>
                  </a:lnTo>
                  <a:lnTo>
                    <a:pt x="178818" y="333072"/>
                  </a:lnTo>
                  <a:lnTo>
                    <a:pt x="184104" y="332618"/>
                  </a:lnTo>
                  <a:lnTo>
                    <a:pt x="189372" y="331997"/>
                  </a:lnTo>
                  <a:lnTo>
                    <a:pt x="194618" y="331209"/>
                  </a:lnTo>
                  <a:lnTo>
                    <a:pt x="199837" y="330254"/>
                  </a:lnTo>
                  <a:lnTo>
                    <a:pt x="205023" y="329135"/>
                  </a:lnTo>
                  <a:lnTo>
                    <a:pt x="210170" y="327851"/>
                  </a:lnTo>
                  <a:lnTo>
                    <a:pt x="215274" y="326405"/>
                  </a:lnTo>
                  <a:lnTo>
                    <a:pt x="220330" y="324798"/>
                  </a:lnTo>
                  <a:lnTo>
                    <a:pt x="225332" y="323031"/>
                  </a:lnTo>
                  <a:lnTo>
                    <a:pt x="230276" y="321106"/>
                  </a:lnTo>
                  <a:lnTo>
                    <a:pt x="235156" y="319025"/>
                  </a:lnTo>
                  <a:lnTo>
                    <a:pt x="239968" y="316791"/>
                  </a:lnTo>
                  <a:lnTo>
                    <a:pt x="244706" y="314404"/>
                  </a:lnTo>
                  <a:lnTo>
                    <a:pt x="249366" y="311869"/>
                  </a:lnTo>
                  <a:lnTo>
                    <a:pt x="253943" y="309187"/>
                  </a:lnTo>
                  <a:lnTo>
                    <a:pt x="258433" y="306362"/>
                  </a:lnTo>
                  <a:lnTo>
                    <a:pt x="262831" y="303395"/>
                  </a:lnTo>
                  <a:lnTo>
                    <a:pt x="267133" y="300290"/>
                  </a:lnTo>
                  <a:lnTo>
                    <a:pt x="271334" y="297050"/>
                  </a:lnTo>
                  <a:lnTo>
                    <a:pt x="275430" y="293679"/>
                  </a:lnTo>
                  <a:lnTo>
                    <a:pt x="279417" y="290179"/>
                  </a:lnTo>
                  <a:lnTo>
                    <a:pt x="283291" y="286555"/>
                  </a:lnTo>
                  <a:lnTo>
                    <a:pt x="287048" y="282809"/>
                  </a:lnTo>
                  <a:lnTo>
                    <a:pt x="290684" y="278946"/>
                  </a:lnTo>
                  <a:lnTo>
                    <a:pt x="294196" y="274970"/>
                  </a:lnTo>
                  <a:lnTo>
                    <a:pt x="297580" y="270884"/>
                  </a:lnTo>
                  <a:lnTo>
                    <a:pt x="300832" y="266693"/>
                  </a:lnTo>
                  <a:lnTo>
                    <a:pt x="303950" y="262401"/>
                  </a:lnTo>
                  <a:lnTo>
                    <a:pt x="306931" y="258012"/>
                  </a:lnTo>
                  <a:lnTo>
                    <a:pt x="309770" y="253530"/>
                  </a:lnTo>
                  <a:lnTo>
                    <a:pt x="312466" y="248961"/>
                  </a:lnTo>
                  <a:lnTo>
                    <a:pt x="315015" y="244309"/>
                  </a:lnTo>
                  <a:lnTo>
                    <a:pt x="317416" y="239578"/>
                  </a:lnTo>
                  <a:lnTo>
                    <a:pt x="319665" y="234773"/>
                  </a:lnTo>
                  <a:lnTo>
                    <a:pt x="321760" y="229900"/>
                  </a:lnTo>
                  <a:lnTo>
                    <a:pt x="323700" y="224962"/>
                  </a:lnTo>
                  <a:lnTo>
                    <a:pt x="325482" y="219965"/>
                  </a:lnTo>
                  <a:lnTo>
                    <a:pt x="327105" y="214914"/>
                  </a:lnTo>
                  <a:lnTo>
                    <a:pt x="328567" y="209814"/>
                  </a:lnTo>
                  <a:lnTo>
                    <a:pt x="329866" y="204671"/>
                  </a:lnTo>
                  <a:lnTo>
                    <a:pt x="331001" y="199489"/>
                  </a:lnTo>
                  <a:lnTo>
                    <a:pt x="331971" y="194273"/>
                  </a:lnTo>
                  <a:lnTo>
                    <a:pt x="332776" y="189029"/>
                  </a:lnTo>
                  <a:lnTo>
                    <a:pt x="333413" y="183762"/>
                  </a:lnTo>
                  <a:lnTo>
                    <a:pt x="333883" y="178478"/>
                  </a:lnTo>
                  <a:lnTo>
                    <a:pt x="334185" y="173182"/>
                  </a:lnTo>
                  <a:lnTo>
                    <a:pt x="334319" y="167878"/>
                  </a:lnTo>
                  <a:lnTo>
                    <a:pt x="334285" y="162573"/>
                  </a:lnTo>
                  <a:lnTo>
                    <a:pt x="334082" y="157272"/>
                  </a:lnTo>
                  <a:lnTo>
                    <a:pt x="333711" y="151980"/>
                  </a:lnTo>
                  <a:lnTo>
                    <a:pt x="333172" y="146702"/>
                  </a:lnTo>
                  <a:lnTo>
                    <a:pt x="332467" y="141444"/>
                  </a:lnTo>
                  <a:lnTo>
                    <a:pt x="331594" y="136211"/>
                  </a:lnTo>
                  <a:lnTo>
                    <a:pt x="330556" y="131009"/>
                  </a:lnTo>
                  <a:lnTo>
                    <a:pt x="329354" y="125842"/>
                  </a:lnTo>
                  <a:lnTo>
                    <a:pt x="327988" y="120715"/>
                  </a:lnTo>
                  <a:lnTo>
                    <a:pt x="326460" y="115635"/>
                  </a:lnTo>
                  <a:lnTo>
                    <a:pt x="324772" y="110606"/>
                  </a:lnTo>
                  <a:lnTo>
                    <a:pt x="322925" y="105632"/>
                  </a:lnTo>
                  <a:lnTo>
                    <a:pt x="320921" y="100720"/>
                  </a:lnTo>
                  <a:lnTo>
                    <a:pt x="318762" y="95874"/>
                  </a:lnTo>
                  <a:lnTo>
                    <a:pt x="316451" y="91099"/>
                  </a:lnTo>
                  <a:lnTo>
                    <a:pt x="313989" y="86400"/>
                  </a:lnTo>
                  <a:lnTo>
                    <a:pt x="311379" y="81781"/>
                  </a:lnTo>
                  <a:lnTo>
                    <a:pt x="308624" y="77247"/>
                  </a:lnTo>
                  <a:lnTo>
                    <a:pt x="305727" y="72803"/>
                  </a:lnTo>
                  <a:lnTo>
                    <a:pt x="302690" y="68453"/>
                  </a:lnTo>
                  <a:lnTo>
                    <a:pt x="299517" y="64202"/>
                  </a:lnTo>
                  <a:lnTo>
                    <a:pt x="296210" y="60053"/>
                  </a:lnTo>
                  <a:lnTo>
                    <a:pt x="292773" y="56012"/>
                  </a:lnTo>
                  <a:lnTo>
                    <a:pt x="289210" y="52082"/>
                  </a:lnTo>
                  <a:lnTo>
                    <a:pt x="167159" y="1663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170392"/>
              <a:ext cx="122050" cy="167167"/>
            </a:xfrm>
            <a:custGeom>
              <a:avLst/>
              <a:pathLst>
                <a:path w="122050" h="167167">
                  <a:moveTo>
                    <a:pt x="122050" y="52937"/>
                  </a:moveTo>
                  <a:lnTo>
                    <a:pt x="118246" y="49003"/>
                  </a:lnTo>
                  <a:lnTo>
                    <a:pt x="114315" y="45196"/>
                  </a:lnTo>
                  <a:lnTo>
                    <a:pt x="110261" y="41519"/>
                  </a:lnTo>
                  <a:lnTo>
                    <a:pt x="106089" y="37977"/>
                  </a:lnTo>
                  <a:lnTo>
                    <a:pt x="101803" y="34574"/>
                  </a:lnTo>
                  <a:lnTo>
                    <a:pt x="97408" y="31312"/>
                  </a:lnTo>
                  <a:lnTo>
                    <a:pt x="92909" y="28197"/>
                  </a:lnTo>
                  <a:lnTo>
                    <a:pt x="88310" y="25230"/>
                  </a:lnTo>
                  <a:lnTo>
                    <a:pt x="83617" y="22415"/>
                  </a:lnTo>
                  <a:lnTo>
                    <a:pt x="78834" y="19756"/>
                  </a:lnTo>
                  <a:lnTo>
                    <a:pt x="73966" y="17254"/>
                  </a:lnTo>
                  <a:lnTo>
                    <a:pt x="69019" y="14913"/>
                  </a:lnTo>
                  <a:lnTo>
                    <a:pt x="63999" y="12735"/>
                  </a:lnTo>
                  <a:lnTo>
                    <a:pt x="58909" y="10723"/>
                  </a:lnTo>
                  <a:lnTo>
                    <a:pt x="53757" y="8879"/>
                  </a:lnTo>
                  <a:lnTo>
                    <a:pt x="48547" y="7204"/>
                  </a:lnTo>
                  <a:lnTo>
                    <a:pt x="43284" y="5701"/>
                  </a:lnTo>
                  <a:lnTo>
                    <a:pt x="37976" y="4370"/>
                  </a:lnTo>
                  <a:lnTo>
                    <a:pt x="32627" y="3214"/>
                  </a:lnTo>
                  <a:lnTo>
                    <a:pt x="27242" y="2234"/>
                  </a:lnTo>
                  <a:lnTo>
                    <a:pt x="21829" y="1431"/>
                  </a:lnTo>
                  <a:lnTo>
                    <a:pt x="16392" y="805"/>
                  </a:lnTo>
                  <a:lnTo>
                    <a:pt x="10938" y="358"/>
                  </a:lnTo>
                  <a:lnTo>
                    <a:pt x="5471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7155" y="3707720"/>
              <a:ext cx="3592" cy="167167"/>
            </a:xfrm>
            <a:custGeom>
              <a:avLst/>
              <a:pathLst>
                <a:path w="3592" h="167167">
                  <a:moveTo>
                    <a:pt x="3592" y="0"/>
                  </a:moveTo>
                  <a:lnTo>
                    <a:pt x="0" y="38"/>
                  </a:lnTo>
                  <a:lnTo>
                    <a:pt x="35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7155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7155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7155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7155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7155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7155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7155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7155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7155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7155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7155" y="3707759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423581" y="3707759"/>
              <a:ext cx="334326" cy="334286"/>
            </a:xfrm>
            <a:custGeom>
              <a:avLst/>
              <a:pathLst>
                <a:path w="334326" h="334286">
                  <a:moveTo>
                    <a:pt x="163574" y="0"/>
                  </a:moveTo>
                  <a:lnTo>
                    <a:pt x="158291" y="197"/>
                  </a:lnTo>
                  <a:lnTo>
                    <a:pt x="153017" y="561"/>
                  </a:lnTo>
                  <a:lnTo>
                    <a:pt x="147757" y="1092"/>
                  </a:lnTo>
                  <a:lnTo>
                    <a:pt x="142516" y="1788"/>
                  </a:lnTo>
                  <a:lnTo>
                    <a:pt x="137300" y="2651"/>
                  </a:lnTo>
                  <a:lnTo>
                    <a:pt x="132114" y="3677"/>
                  </a:lnTo>
                  <a:lnTo>
                    <a:pt x="126963" y="4867"/>
                  </a:lnTo>
                  <a:lnTo>
                    <a:pt x="121853" y="6220"/>
                  </a:lnTo>
                  <a:lnTo>
                    <a:pt x="116787" y="7733"/>
                  </a:lnTo>
                  <a:lnTo>
                    <a:pt x="111772" y="9406"/>
                  </a:lnTo>
                  <a:lnTo>
                    <a:pt x="106812" y="11236"/>
                  </a:lnTo>
                  <a:lnTo>
                    <a:pt x="101913" y="13223"/>
                  </a:lnTo>
                  <a:lnTo>
                    <a:pt x="97079" y="15363"/>
                  </a:lnTo>
                  <a:lnTo>
                    <a:pt x="92315" y="17655"/>
                  </a:lnTo>
                  <a:lnTo>
                    <a:pt x="87626" y="20097"/>
                  </a:lnTo>
                  <a:lnTo>
                    <a:pt x="83016" y="22686"/>
                  </a:lnTo>
                  <a:lnTo>
                    <a:pt x="78491" y="25419"/>
                  </a:lnTo>
                  <a:lnTo>
                    <a:pt x="74054" y="28294"/>
                  </a:lnTo>
                  <a:lnTo>
                    <a:pt x="69711" y="31308"/>
                  </a:lnTo>
                  <a:lnTo>
                    <a:pt x="65465" y="34457"/>
                  </a:lnTo>
                  <a:lnTo>
                    <a:pt x="61320" y="37740"/>
                  </a:lnTo>
                  <a:lnTo>
                    <a:pt x="57282" y="41151"/>
                  </a:lnTo>
                  <a:lnTo>
                    <a:pt x="53353" y="44689"/>
                  </a:lnTo>
                  <a:lnTo>
                    <a:pt x="49538" y="48349"/>
                  </a:lnTo>
                  <a:lnTo>
                    <a:pt x="45841" y="52128"/>
                  </a:lnTo>
                  <a:lnTo>
                    <a:pt x="42266" y="56022"/>
                  </a:lnTo>
                  <a:lnTo>
                    <a:pt x="38815" y="60027"/>
                  </a:lnTo>
                  <a:lnTo>
                    <a:pt x="35492" y="64139"/>
                  </a:lnTo>
                  <a:lnTo>
                    <a:pt x="32301" y="68355"/>
                  </a:lnTo>
                  <a:lnTo>
                    <a:pt x="29246" y="72669"/>
                  </a:lnTo>
                  <a:lnTo>
                    <a:pt x="26328" y="77077"/>
                  </a:lnTo>
                  <a:lnTo>
                    <a:pt x="23550" y="81576"/>
                  </a:lnTo>
                  <a:lnTo>
                    <a:pt x="20917" y="86160"/>
                  </a:lnTo>
                  <a:lnTo>
                    <a:pt x="18430" y="90825"/>
                  </a:lnTo>
                  <a:lnTo>
                    <a:pt x="16091" y="95566"/>
                  </a:lnTo>
                  <a:lnTo>
                    <a:pt x="13904" y="100379"/>
                  </a:lnTo>
                  <a:lnTo>
                    <a:pt x="11870" y="105259"/>
                  </a:lnTo>
                  <a:lnTo>
                    <a:pt x="9991" y="110201"/>
                  </a:lnTo>
                  <a:lnTo>
                    <a:pt x="8270" y="115199"/>
                  </a:lnTo>
                  <a:lnTo>
                    <a:pt x="6707" y="120250"/>
                  </a:lnTo>
                  <a:lnTo>
                    <a:pt x="5305" y="125347"/>
                  </a:lnTo>
                  <a:lnTo>
                    <a:pt x="4065" y="130486"/>
                  </a:lnTo>
                  <a:lnTo>
                    <a:pt x="2988" y="135662"/>
                  </a:lnTo>
                  <a:lnTo>
                    <a:pt x="2075" y="140869"/>
                  </a:lnTo>
                  <a:lnTo>
                    <a:pt x="1327" y="146103"/>
                  </a:lnTo>
                  <a:lnTo>
                    <a:pt x="745" y="151357"/>
                  </a:lnTo>
                  <a:lnTo>
                    <a:pt x="330" y="156628"/>
                  </a:lnTo>
                  <a:lnTo>
                    <a:pt x="81" y="161909"/>
                  </a:lnTo>
                  <a:lnTo>
                    <a:pt x="0" y="167195"/>
                  </a:lnTo>
                  <a:lnTo>
                    <a:pt x="85" y="172481"/>
                  </a:lnTo>
                  <a:lnTo>
                    <a:pt x="338" y="177761"/>
                  </a:lnTo>
                  <a:lnTo>
                    <a:pt x="758" y="183031"/>
                  </a:lnTo>
                  <a:lnTo>
                    <a:pt x="1344" y="188285"/>
                  </a:lnTo>
                  <a:lnTo>
                    <a:pt x="2096" y="193518"/>
                  </a:lnTo>
                  <a:lnTo>
                    <a:pt x="3013" y="198725"/>
                  </a:lnTo>
                  <a:lnTo>
                    <a:pt x="4094" y="203900"/>
                  </a:lnTo>
                  <a:lnTo>
                    <a:pt x="5338" y="209038"/>
                  </a:lnTo>
                  <a:lnTo>
                    <a:pt x="6744" y="214134"/>
                  </a:lnTo>
                  <a:lnTo>
                    <a:pt x="8311" y="219184"/>
                  </a:lnTo>
                  <a:lnTo>
                    <a:pt x="10036" y="224181"/>
                  </a:lnTo>
                  <a:lnTo>
                    <a:pt x="11919" y="229121"/>
                  </a:lnTo>
                  <a:lnTo>
                    <a:pt x="13957" y="233999"/>
                  </a:lnTo>
                  <a:lnTo>
                    <a:pt x="16148" y="238810"/>
                  </a:lnTo>
                  <a:lnTo>
                    <a:pt x="18490" y="243550"/>
                  </a:lnTo>
                  <a:lnTo>
                    <a:pt x="20981" y="248213"/>
                  </a:lnTo>
                  <a:lnTo>
                    <a:pt x="23618" y="252795"/>
                  </a:lnTo>
                  <a:lnTo>
                    <a:pt x="26399" y="257291"/>
                  </a:lnTo>
                  <a:lnTo>
                    <a:pt x="29320" y="261697"/>
                  </a:lnTo>
                  <a:lnTo>
                    <a:pt x="32380" y="266009"/>
                  </a:lnTo>
                  <a:lnTo>
                    <a:pt x="35574" y="270222"/>
                  </a:lnTo>
                  <a:lnTo>
                    <a:pt x="38900" y="274331"/>
                  </a:lnTo>
                  <a:lnTo>
                    <a:pt x="42354" y="278334"/>
                  </a:lnTo>
                  <a:lnTo>
                    <a:pt x="45933" y="282225"/>
                  </a:lnTo>
                  <a:lnTo>
                    <a:pt x="49633" y="286001"/>
                  </a:lnTo>
                  <a:lnTo>
                    <a:pt x="53450" y="289658"/>
                  </a:lnTo>
                  <a:lnTo>
                    <a:pt x="57382" y="293192"/>
                  </a:lnTo>
                  <a:lnTo>
                    <a:pt x="61423" y="296601"/>
                  </a:lnTo>
                  <a:lnTo>
                    <a:pt x="65570" y="299880"/>
                  </a:lnTo>
                  <a:lnTo>
                    <a:pt x="69819" y="303026"/>
                  </a:lnTo>
                  <a:lnTo>
                    <a:pt x="74164" y="306037"/>
                  </a:lnTo>
                  <a:lnTo>
                    <a:pt x="78603" y="308908"/>
                  </a:lnTo>
                  <a:lnTo>
                    <a:pt x="83131" y="311638"/>
                  </a:lnTo>
                  <a:lnTo>
                    <a:pt x="87743" y="314223"/>
                  </a:lnTo>
                  <a:lnTo>
                    <a:pt x="92434" y="316661"/>
                  </a:lnTo>
                  <a:lnTo>
                    <a:pt x="97199" y="318949"/>
                  </a:lnTo>
                  <a:lnTo>
                    <a:pt x="102035" y="321085"/>
                  </a:lnTo>
                  <a:lnTo>
                    <a:pt x="106936" y="323068"/>
                  </a:lnTo>
                  <a:lnTo>
                    <a:pt x="111897" y="324895"/>
                  </a:lnTo>
                  <a:lnTo>
                    <a:pt x="116913" y="326563"/>
                  </a:lnTo>
                  <a:lnTo>
                    <a:pt x="121980" y="328073"/>
                  </a:lnTo>
                  <a:lnTo>
                    <a:pt x="127092" y="329421"/>
                  </a:lnTo>
                  <a:lnTo>
                    <a:pt x="132244" y="330607"/>
                  </a:lnTo>
                  <a:lnTo>
                    <a:pt x="137431" y="331630"/>
                  </a:lnTo>
                  <a:lnTo>
                    <a:pt x="142647" y="332488"/>
                  </a:lnTo>
                  <a:lnTo>
                    <a:pt x="147889" y="333180"/>
                  </a:lnTo>
                  <a:lnTo>
                    <a:pt x="153149" y="333707"/>
                  </a:lnTo>
                  <a:lnTo>
                    <a:pt x="158423" y="334067"/>
                  </a:lnTo>
                  <a:lnTo>
                    <a:pt x="163707" y="334260"/>
                  </a:lnTo>
                  <a:lnTo>
                    <a:pt x="168993" y="334286"/>
                  </a:lnTo>
                  <a:lnTo>
                    <a:pt x="174278" y="334144"/>
                  </a:lnTo>
                  <a:lnTo>
                    <a:pt x="179556" y="333836"/>
                  </a:lnTo>
                  <a:lnTo>
                    <a:pt x="184821" y="333361"/>
                  </a:lnTo>
                  <a:lnTo>
                    <a:pt x="190069" y="332720"/>
                  </a:lnTo>
                  <a:lnTo>
                    <a:pt x="195293" y="331913"/>
                  </a:lnTo>
                  <a:lnTo>
                    <a:pt x="200490" y="330941"/>
                  </a:lnTo>
                  <a:lnTo>
                    <a:pt x="205653" y="329805"/>
                  </a:lnTo>
                  <a:lnTo>
                    <a:pt x="210778" y="328507"/>
                  </a:lnTo>
                  <a:lnTo>
                    <a:pt x="215859" y="327047"/>
                  </a:lnTo>
                  <a:lnTo>
                    <a:pt x="220892" y="325427"/>
                  </a:lnTo>
                  <a:lnTo>
                    <a:pt x="225870" y="323649"/>
                  </a:lnTo>
                  <a:lnTo>
                    <a:pt x="230791" y="321715"/>
                  </a:lnTo>
                  <a:lnTo>
                    <a:pt x="235647" y="319626"/>
                  </a:lnTo>
                  <a:lnTo>
                    <a:pt x="240435" y="317384"/>
                  </a:lnTo>
                  <a:lnTo>
                    <a:pt x="245149" y="314992"/>
                  </a:lnTo>
                  <a:lnTo>
                    <a:pt x="249786" y="312452"/>
                  </a:lnTo>
                  <a:lnTo>
                    <a:pt x="254340" y="309767"/>
                  </a:lnTo>
                  <a:lnTo>
                    <a:pt x="258807" y="306939"/>
                  </a:lnTo>
                  <a:lnTo>
                    <a:pt x="263182" y="303971"/>
                  </a:lnTo>
                  <a:lnTo>
                    <a:pt x="267461" y="300867"/>
                  </a:lnTo>
                  <a:lnTo>
                    <a:pt x="271640" y="297629"/>
                  </a:lnTo>
                  <a:lnTo>
                    <a:pt x="275714" y="294260"/>
                  </a:lnTo>
                  <a:lnTo>
                    <a:pt x="279680" y="290764"/>
                  </a:lnTo>
                  <a:lnTo>
                    <a:pt x="283533" y="287144"/>
                  </a:lnTo>
                  <a:lnTo>
                    <a:pt x="287270" y="283405"/>
                  </a:lnTo>
                  <a:lnTo>
                    <a:pt x="290887" y="279549"/>
                  </a:lnTo>
                  <a:lnTo>
                    <a:pt x="294380" y="275580"/>
                  </a:lnTo>
                  <a:lnTo>
                    <a:pt x="297746" y="271503"/>
                  </a:lnTo>
                  <a:lnTo>
                    <a:pt x="300981" y="267322"/>
                  </a:lnTo>
                  <a:lnTo>
                    <a:pt x="304082" y="263041"/>
                  </a:lnTo>
                  <a:lnTo>
                    <a:pt x="307047" y="258663"/>
                  </a:lnTo>
                  <a:lnTo>
                    <a:pt x="309871" y="254194"/>
                  </a:lnTo>
                  <a:lnTo>
                    <a:pt x="312553" y="249638"/>
                  </a:lnTo>
                  <a:lnTo>
                    <a:pt x="315089" y="245000"/>
                  </a:lnTo>
                  <a:lnTo>
                    <a:pt x="317478" y="240283"/>
                  </a:lnTo>
                  <a:lnTo>
                    <a:pt x="319716" y="235494"/>
                  </a:lnTo>
                  <a:lnTo>
                    <a:pt x="321801" y="230636"/>
                  </a:lnTo>
                  <a:lnTo>
                    <a:pt x="323732" y="225714"/>
                  </a:lnTo>
                  <a:lnTo>
                    <a:pt x="325506" y="220734"/>
                  </a:lnTo>
                  <a:lnTo>
                    <a:pt x="327122" y="215700"/>
                  </a:lnTo>
                  <a:lnTo>
                    <a:pt x="328578" y="210618"/>
                  </a:lnTo>
                  <a:lnTo>
                    <a:pt x="329873" y="205492"/>
                  </a:lnTo>
                  <a:lnTo>
                    <a:pt x="331004" y="200328"/>
                  </a:lnTo>
                  <a:lnTo>
                    <a:pt x="331972" y="195131"/>
                  </a:lnTo>
                  <a:lnTo>
                    <a:pt x="332775" y="189906"/>
                  </a:lnTo>
                  <a:lnTo>
                    <a:pt x="333413" y="184657"/>
                  </a:lnTo>
                  <a:lnTo>
                    <a:pt x="333884" y="179392"/>
                  </a:lnTo>
                  <a:lnTo>
                    <a:pt x="334188" y="174114"/>
                  </a:lnTo>
                  <a:lnTo>
                    <a:pt x="334326" y="168829"/>
                  </a:lnTo>
                  <a:lnTo>
                    <a:pt x="334296" y="163542"/>
                  </a:lnTo>
                  <a:lnTo>
                    <a:pt x="334099" y="158259"/>
                  </a:lnTo>
                  <a:lnTo>
                    <a:pt x="333735" y="152985"/>
                  </a:lnTo>
                  <a:lnTo>
                    <a:pt x="333204" y="147725"/>
                  </a:lnTo>
                  <a:lnTo>
                    <a:pt x="332508" y="142485"/>
                  </a:lnTo>
                  <a:lnTo>
                    <a:pt x="331646" y="137269"/>
                  </a:lnTo>
                  <a:lnTo>
                    <a:pt x="330619" y="132082"/>
                  </a:lnTo>
                  <a:lnTo>
                    <a:pt x="329430" y="126931"/>
                  </a:lnTo>
                  <a:lnTo>
                    <a:pt x="328077" y="121821"/>
                  </a:lnTo>
                  <a:lnTo>
                    <a:pt x="326564" y="116755"/>
                  </a:lnTo>
                  <a:lnTo>
                    <a:pt x="324892" y="111740"/>
                  </a:lnTo>
                  <a:lnTo>
                    <a:pt x="323061" y="106780"/>
                  </a:lnTo>
                  <a:lnTo>
                    <a:pt x="321075" y="101881"/>
                  </a:lnTo>
                  <a:lnTo>
                    <a:pt x="318935" y="97047"/>
                  </a:lnTo>
                  <a:lnTo>
                    <a:pt x="316643" y="92283"/>
                  </a:lnTo>
                  <a:lnTo>
                    <a:pt x="314201" y="87593"/>
                  </a:lnTo>
                  <a:lnTo>
                    <a:pt x="311613" y="82984"/>
                  </a:lnTo>
                  <a:lnTo>
                    <a:pt x="308880" y="78458"/>
                  </a:lnTo>
                  <a:lnTo>
                    <a:pt x="306005" y="74021"/>
                  </a:lnTo>
                  <a:lnTo>
                    <a:pt x="302992" y="69678"/>
                  </a:lnTo>
                  <a:lnTo>
                    <a:pt x="299842" y="65432"/>
                  </a:lnTo>
                  <a:lnTo>
                    <a:pt x="296560" y="61287"/>
                  </a:lnTo>
                  <a:lnTo>
                    <a:pt x="293149" y="57248"/>
                  </a:lnTo>
                  <a:lnTo>
                    <a:pt x="289611" y="53320"/>
                  </a:lnTo>
                  <a:lnTo>
                    <a:pt x="285951" y="49505"/>
                  </a:lnTo>
                  <a:lnTo>
                    <a:pt x="282172" y="45808"/>
                  </a:lnTo>
                  <a:lnTo>
                    <a:pt x="278278" y="42232"/>
                  </a:lnTo>
                  <a:lnTo>
                    <a:pt x="274273" y="38781"/>
                  </a:lnTo>
                  <a:lnTo>
                    <a:pt x="270161" y="35458"/>
                  </a:lnTo>
                  <a:lnTo>
                    <a:pt x="265946" y="32267"/>
                  </a:lnTo>
                  <a:lnTo>
                    <a:pt x="261632" y="29211"/>
                  </a:lnTo>
                  <a:lnTo>
                    <a:pt x="257224" y="26293"/>
                  </a:lnTo>
                  <a:lnTo>
                    <a:pt x="252726" y="23515"/>
                  </a:lnTo>
                  <a:lnTo>
                    <a:pt x="248142" y="20882"/>
                  </a:lnTo>
                  <a:lnTo>
                    <a:pt x="243477" y="18394"/>
                  </a:lnTo>
                  <a:lnTo>
                    <a:pt x="238735" y="16056"/>
                  </a:lnTo>
                  <a:lnTo>
                    <a:pt x="233922" y="13868"/>
                  </a:lnTo>
                  <a:lnTo>
                    <a:pt x="229043" y="11834"/>
                  </a:lnTo>
                  <a:lnTo>
                    <a:pt x="224101" y="9955"/>
                  </a:lnTo>
                  <a:lnTo>
                    <a:pt x="167167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07720"/>
              <a:ext cx="56934" cy="167167"/>
            </a:xfrm>
            <a:custGeom>
              <a:avLst/>
              <a:pathLst>
                <a:path w="56934" h="167167">
                  <a:moveTo>
                    <a:pt x="56934" y="9994"/>
                  </a:moveTo>
                  <a:lnTo>
                    <a:pt x="51438" y="8110"/>
                  </a:lnTo>
                  <a:lnTo>
                    <a:pt x="45880" y="6419"/>
                  </a:lnTo>
                  <a:lnTo>
                    <a:pt x="40267" y="4922"/>
                  </a:lnTo>
                  <a:lnTo>
                    <a:pt x="34605" y="3621"/>
                  </a:lnTo>
                  <a:lnTo>
                    <a:pt x="28902" y="2517"/>
                  </a:lnTo>
                  <a:lnTo>
                    <a:pt x="23163" y="1612"/>
                  </a:lnTo>
                  <a:lnTo>
                    <a:pt x="17397" y="907"/>
                  </a:lnTo>
                  <a:lnTo>
                    <a:pt x="11609" y="403"/>
                  </a:lnTo>
                  <a:lnTo>
                    <a:pt x="5808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694" y="4213821"/>
              <a:ext cx="3592" cy="167167"/>
            </a:xfrm>
            <a:custGeom>
              <a:avLst/>
              <a:pathLst>
                <a:path w="3592" h="167167">
                  <a:moveTo>
                    <a:pt x="3592" y="0"/>
                  </a:moveTo>
                  <a:lnTo>
                    <a:pt x="0" y="38"/>
                  </a:lnTo>
                  <a:lnTo>
                    <a:pt x="35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694" y="4213860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694" y="4213860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694" y="4213860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694" y="4213860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694" y="4213860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694" y="4213860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694" y="4213860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694" y="4213860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7694" y="4213860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7694" y="4213860"/>
              <a:ext cx="3592" cy="167128"/>
            </a:xfrm>
            <a:custGeom>
              <a:avLst/>
              <a:pathLst>
                <a:path w="3592" h="167128">
                  <a:moveTo>
                    <a:pt x="0" y="0"/>
                  </a:moveTo>
                  <a:lnTo>
                    <a:pt x="3592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14120" y="4213860"/>
              <a:ext cx="334326" cy="334286"/>
            </a:xfrm>
            <a:custGeom>
              <a:avLst/>
              <a:pathLst>
                <a:path w="334326" h="334286">
                  <a:moveTo>
                    <a:pt x="163574" y="0"/>
                  </a:moveTo>
                  <a:lnTo>
                    <a:pt x="158291" y="197"/>
                  </a:lnTo>
                  <a:lnTo>
                    <a:pt x="153017" y="561"/>
                  </a:lnTo>
                  <a:lnTo>
                    <a:pt x="147757" y="1092"/>
                  </a:lnTo>
                  <a:lnTo>
                    <a:pt x="142516" y="1788"/>
                  </a:lnTo>
                  <a:lnTo>
                    <a:pt x="137300" y="2651"/>
                  </a:lnTo>
                  <a:lnTo>
                    <a:pt x="132114" y="3677"/>
                  </a:lnTo>
                  <a:lnTo>
                    <a:pt x="126963" y="4867"/>
                  </a:lnTo>
                  <a:lnTo>
                    <a:pt x="121853" y="6220"/>
                  </a:lnTo>
                  <a:lnTo>
                    <a:pt x="116787" y="7733"/>
                  </a:lnTo>
                  <a:lnTo>
                    <a:pt x="111772" y="9406"/>
                  </a:lnTo>
                  <a:lnTo>
                    <a:pt x="106812" y="11236"/>
                  </a:lnTo>
                  <a:lnTo>
                    <a:pt x="101913" y="13223"/>
                  </a:lnTo>
                  <a:lnTo>
                    <a:pt x="97079" y="15363"/>
                  </a:lnTo>
                  <a:lnTo>
                    <a:pt x="92315" y="17655"/>
                  </a:lnTo>
                  <a:lnTo>
                    <a:pt x="87626" y="20097"/>
                  </a:lnTo>
                  <a:lnTo>
                    <a:pt x="83016" y="22686"/>
                  </a:lnTo>
                  <a:lnTo>
                    <a:pt x="78491" y="25419"/>
                  </a:lnTo>
                  <a:lnTo>
                    <a:pt x="74054" y="28294"/>
                  </a:lnTo>
                  <a:lnTo>
                    <a:pt x="69711" y="31308"/>
                  </a:lnTo>
                  <a:lnTo>
                    <a:pt x="65465" y="34457"/>
                  </a:lnTo>
                  <a:lnTo>
                    <a:pt x="61320" y="37740"/>
                  </a:lnTo>
                  <a:lnTo>
                    <a:pt x="57282" y="41151"/>
                  </a:lnTo>
                  <a:lnTo>
                    <a:pt x="53353" y="44689"/>
                  </a:lnTo>
                  <a:lnTo>
                    <a:pt x="49538" y="48349"/>
                  </a:lnTo>
                  <a:lnTo>
                    <a:pt x="45841" y="52128"/>
                  </a:lnTo>
                  <a:lnTo>
                    <a:pt x="42266" y="56022"/>
                  </a:lnTo>
                  <a:lnTo>
                    <a:pt x="38815" y="60027"/>
                  </a:lnTo>
                  <a:lnTo>
                    <a:pt x="35492" y="64139"/>
                  </a:lnTo>
                  <a:lnTo>
                    <a:pt x="32301" y="68355"/>
                  </a:lnTo>
                  <a:lnTo>
                    <a:pt x="29246" y="72669"/>
                  </a:lnTo>
                  <a:lnTo>
                    <a:pt x="26328" y="77077"/>
                  </a:lnTo>
                  <a:lnTo>
                    <a:pt x="23550" y="81576"/>
                  </a:lnTo>
                  <a:lnTo>
                    <a:pt x="20917" y="86160"/>
                  </a:lnTo>
                  <a:lnTo>
                    <a:pt x="18430" y="90825"/>
                  </a:lnTo>
                  <a:lnTo>
                    <a:pt x="16091" y="95566"/>
                  </a:lnTo>
                  <a:lnTo>
                    <a:pt x="13904" y="100379"/>
                  </a:lnTo>
                  <a:lnTo>
                    <a:pt x="11870" y="105259"/>
                  </a:lnTo>
                  <a:lnTo>
                    <a:pt x="9991" y="110201"/>
                  </a:lnTo>
                  <a:lnTo>
                    <a:pt x="8270" y="115199"/>
                  </a:lnTo>
                  <a:lnTo>
                    <a:pt x="6707" y="120250"/>
                  </a:lnTo>
                  <a:lnTo>
                    <a:pt x="5305" y="125347"/>
                  </a:lnTo>
                  <a:lnTo>
                    <a:pt x="4065" y="130486"/>
                  </a:lnTo>
                  <a:lnTo>
                    <a:pt x="2988" y="135662"/>
                  </a:lnTo>
                  <a:lnTo>
                    <a:pt x="2075" y="140869"/>
                  </a:lnTo>
                  <a:lnTo>
                    <a:pt x="1327" y="146103"/>
                  </a:lnTo>
                  <a:lnTo>
                    <a:pt x="745" y="151357"/>
                  </a:lnTo>
                  <a:lnTo>
                    <a:pt x="330" y="156628"/>
                  </a:lnTo>
                  <a:lnTo>
                    <a:pt x="81" y="161909"/>
                  </a:lnTo>
                  <a:lnTo>
                    <a:pt x="0" y="167195"/>
                  </a:lnTo>
                  <a:lnTo>
                    <a:pt x="85" y="172481"/>
                  </a:lnTo>
                  <a:lnTo>
                    <a:pt x="338" y="177761"/>
                  </a:lnTo>
                  <a:lnTo>
                    <a:pt x="758" y="183031"/>
                  </a:lnTo>
                  <a:lnTo>
                    <a:pt x="1344" y="188285"/>
                  </a:lnTo>
                  <a:lnTo>
                    <a:pt x="2096" y="193518"/>
                  </a:lnTo>
                  <a:lnTo>
                    <a:pt x="3013" y="198725"/>
                  </a:lnTo>
                  <a:lnTo>
                    <a:pt x="4094" y="203900"/>
                  </a:lnTo>
                  <a:lnTo>
                    <a:pt x="5338" y="209038"/>
                  </a:lnTo>
                  <a:lnTo>
                    <a:pt x="6744" y="214134"/>
                  </a:lnTo>
                  <a:lnTo>
                    <a:pt x="8311" y="219184"/>
                  </a:lnTo>
                  <a:lnTo>
                    <a:pt x="10036" y="224181"/>
                  </a:lnTo>
                  <a:lnTo>
                    <a:pt x="11919" y="229121"/>
                  </a:lnTo>
                  <a:lnTo>
                    <a:pt x="13957" y="233999"/>
                  </a:lnTo>
                  <a:lnTo>
                    <a:pt x="16148" y="238810"/>
                  </a:lnTo>
                  <a:lnTo>
                    <a:pt x="18490" y="243550"/>
                  </a:lnTo>
                  <a:lnTo>
                    <a:pt x="20981" y="248213"/>
                  </a:lnTo>
                  <a:lnTo>
                    <a:pt x="23618" y="252795"/>
                  </a:lnTo>
                  <a:lnTo>
                    <a:pt x="26399" y="257291"/>
                  </a:lnTo>
                  <a:lnTo>
                    <a:pt x="29320" y="261697"/>
                  </a:lnTo>
                  <a:lnTo>
                    <a:pt x="32380" y="266009"/>
                  </a:lnTo>
                  <a:lnTo>
                    <a:pt x="35574" y="270222"/>
                  </a:lnTo>
                  <a:lnTo>
                    <a:pt x="38900" y="274331"/>
                  </a:lnTo>
                  <a:lnTo>
                    <a:pt x="42354" y="278334"/>
                  </a:lnTo>
                  <a:lnTo>
                    <a:pt x="45933" y="282225"/>
                  </a:lnTo>
                  <a:lnTo>
                    <a:pt x="49633" y="286001"/>
                  </a:lnTo>
                  <a:lnTo>
                    <a:pt x="53450" y="289658"/>
                  </a:lnTo>
                  <a:lnTo>
                    <a:pt x="57382" y="293192"/>
                  </a:lnTo>
                  <a:lnTo>
                    <a:pt x="61423" y="296601"/>
                  </a:lnTo>
                  <a:lnTo>
                    <a:pt x="65570" y="299880"/>
                  </a:lnTo>
                  <a:lnTo>
                    <a:pt x="69819" y="303026"/>
                  </a:lnTo>
                  <a:lnTo>
                    <a:pt x="74164" y="306037"/>
                  </a:lnTo>
                  <a:lnTo>
                    <a:pt x="78603" y="308908"/>
                  </a:lnTo>
                  <a:lnTo>
                    <a:pt x="83131" y="311638"/>
                  </a:lnTo>
                  <a:lnTo>
                    <a:pt x="87743" y="314223"/>
                  </a:lnTo>
                  <a:lnTo>
                    <a:pt x="92434" y="316661"/>
                  </a:lnTo>
                  <a:lnTo>
                    <a:pt x="97199" y="318949"/>
                  </a:lnTo>
                  <a:lnTo>
                    <a:pt x="102035" y="321085"/>
                  </a:lnTo>
                  <a:lnTo>
                    <a:pt x="106936" y="323068"/>
                  </a:lnTo>
                  <a:lnTo>
                    <a:pt x="111897" y="324895"/>
                  </a:lnTo>
                  <a:lnTo>
                    <a:pt x="116913" y="326563"/>
                  </a:lnTo>
                  <a:lnTo>
                    <a:pt x="121980" y="328073"/>
                  </a:lnTo>
                  <a:lnTo>
                    <a:pt x="127092" y="329421"/>
                  </a:lnTo>
                  <a:lnTo>
                    <a:pt x="132244" y="330607"/>
                  </a:lnTo>
                  <a:lnTo>
                    <a:pt x="137431" y="331630"/>
                  </a:lnTo>
                  <a:lnTo>
                    <a:pt x="142647" y="332488"/>
                  </a:lnTo>
                  <a:lnTo>
                    <a:pt x="147889" y="333180"/>
                  </a:lnTo>
                  <a:lnTo>
                    <a:pt x="153149" y="333707"/>
                  </a:lnTo>
                  <a:lnTo>
                    <a:pt x="158423" y="334067"/>
                  </a:lnTo>
                  <a:lnTo>
                    <a:pt x="163707" y="334260"/>
                  </a:lnTo>
                  <a:lnTo>
                    <a:pt x="168993" y="334286"/>
                  </a:lnTo>
                  <a:lnTo>
                    <a:pt x="174278" y="334144"/>
                  </a:lnTo>
                  <a:lnTo>
                    <a:pt x="179556" y="333836"/>
                  </a:lnTo>
                  <a:lnTo>
                    <a:pt x="184821" y="333361"/>
                  </a:lnTo>
                  <a:lnTo>
                    <a:pt x="190069" y="332720"/>
                  </a:lnTo>
                  <a:lnTo>
                    <a:pt x="195293" y="331913"/>
                  </a:lnTo>
                  <a:lnTo>
                    <a:pt x="200490" y="330941"/>
                  </a:lnTo>
                  <a:lnTo>
                    <a:pt x="205653" y="329805"/>
                  </a:lnTo>
                  <a:lnTo>
                    <a:pt x="210778" y="328507"/>
                  </a:lnTo>
                  <a:lnTo>
                    <a:pt x="215859" y="327047"/>
                  </a:lnTo>
                  <a:lnTo>
                    <a:pt x="220892" y="325427"/>
                  </a:lnTo>
                  <a:lnTo>
                    <a:pt x="225870" y="323649"/>
                  </a:lnTo>
                  <a:lnTo>
                    <a:pt x="230791" y="321715"/>
                  </a:lnTo>
                  <a:lnTo>
                    <a:pt x="235647" y="319626"/>
                  </a:lnTo>
                  <a:lnTo>
                    <a:pt x="240435" y="317384"/>
                  </a:lnTo>
                  <a:lnTo>
                    <a:pt x="245149" y="314992"/>
                  </a:lnTo>
                  <a:lnTo>
                    <a:pt x="249786" y="312452"/>
                  </a:lnTo>
                  <a:lnTo>
                    <a:pt x="254340" y="309767"/>
                  </a:lnTo>
                  <a:lnTo>
                    <a:pt x="258807" y="306939"/>
                  </a:lnTo>
                  <a:lnTo>
                    <a:pt x="263182" y="303971"/>
                  </a:lnTo>
                  <a:lnTo>
                    <a:pt x="267461" y="300867"/>
                  </a:lnTo>
                  <a:lnTo>
                    <a:pt x="271640" y="297629"/>
                  </a:lnTo>
                  <a:lnTo>
                    <a:pt x="275714" y="294260"/>
                  </a:lnTo>
                  <a:lnTo>
                    <a:pt x="279680" y="290764"/>
                  </a:lnTo>
                  <a:lnTo>
                    <a:pt x="283533" y="287144"/>
                  </a:lnTo>
                  <a:lnTo>
                    <a:pt x="287270" y="283405"/>
                  </a:lnTo>
                  <a:lnTo>
                    <a:pt x="290887" y="279549"/>
                  </a:lnTo>
                  <a:lnTo>
                    <a:pt x="294380" y="275580"/>
                  </a:lnTo>
                  <a:lnTo>
                    <a:pt x="297746" y="271503"/>
                  </a:lnTo>
                  <a:lnTo>
                    <a:pt x="300981" y="267322"/>
                  </a:lnTo>
                  <a:lnTo>
                    <a:pt x="304082" y="263041"/>
                  </a:lnTo>
                  <a:lnTo>
                    <a:pt x="307047" y="258663"/>
                  </a:lnTo>
                  <a:lnTo>
                    <a:pt x="309871" y="254194"/>
                  </a:lnTo>
                  <a:lnTo>
                    <a:pt x="312553" y="249638"/>
                  </a:lnTo>
                  <a:lnTo>
                    <a:pt x="315089" y="245000"/>
                  </a:lnTo>
                  <a:lnTo>
                    <a:pt x="317478" y="240283"/>
                  </a:lnTo>
                  <a:lnTo>
                    <a:pt x="319716" y="235494"/>
                  </a:lnTo>
                  <a:lnTo>
                    <a:pt x="321801" y="230636"/>
                  </a:lnTo>
                  <a:lnTo>
                    <a:pt x="323732" y="225714"/>
                  </a:lnTo>
                  <a:lnTo>
                    <a:pt x="325506" y="220734"/>
                  </a:lnTo>
                  <a:lnTo>
                    <a:pt x="327122" y="215700"/>
                  </a:lnTo>
                  <a:lnTo>
                    <a:pt x="328578" y="210618"/>
                  </a:lnTo>
                  <a:lnTo>
                    <a:pt x="329873" y="205492"/>
                  </a:lnTo>
                  <a:lnTo>
                    <a:pt x="331004" y="200328"/>
                  </a:lnTo>
                  <a:lnTo>
                    <a:pt x="331972" y="195131"/>
                  </a:lnTo>
                  <a:lnTo>
                    <a:pt x="332775" y="189906"/>
                  </a:lnTo>
                  <a:lnTo>
                    <a:pt x="333413" y="184657"/>
                  </a:lnTo>
                  <a:lnTo>
                    <a:pt x="333884" y="179392"/>
                  </a:lnTo>
                  <a:lnTo>
                    <a:pt x="334188" y="174114"/>
                  </a:lnTo>
                  <a:lnTo>
                    <a:pt x="334326" y="168829"/>
                  </a:lnTo>
                  <a:lnTo>
                    <a:pt x="334296" y="163542"/>
                  </a:lnTo>
                  <a:lnTo>
                    <a:pt x="334099" y="158259"/>
                  </a:lnTo>
                  <a:lnTo>
                    <a:pt x="333735" y="152985"/>
                  </a:lnTo>
                  <a:lnTo>
                    <a:pt x="333204" y="147725"/>
                  </a:lnTo>
                  <a:lnTo>
                    <a:pt x="332508" y="142485"/>
                  </a:lnTo>
                  <a:lnTo>
                    <a:pt x="331646" y="137269"/>
                  </a:lnTo>
                  <a:lnTo>
                    <a:pt x="330619" y="132082"/>
                  </a:lnTo>
                  <a:lnTo>
                    <a:pt x="329430" y="126931"/>
                  </a:lnTo>
                  <a:lnTo>
                    <a:pt x="328077" y="121821"/>
                  </a:lnTo>
                  <a:lnTo>
                    <a:pt x="326564" y="116755"/>
                  </a:lnTo>
                  <a:lnTo>
                    <a:pt x="324892" y="111740"/>
                  </a:lnTo>
                  <a:lnTo>
                    <a:pt x="323061" y="106780"/>
                  </a:lnTo>
                  <a:lnTo>
                    <a:pt x="321075" y="101881"/>
                  </a:lnTo>
                  <a:lnTo>
                    <a:pt x="318935" y="97047"/>
                  </a:lnTo>
                  <a:lnTo>
                    <a:pt x="316643" y="92283"/>
                  </a:lnTo>
                  <a:lnTo>
                    <a:pt x="314201" y="87593"/>
                  </a:lnTo>
                  <a:lnTo>
                    <a:pt x="311613" y="82984"/>
                  </a:lnTo>
                  <a:lnTo>
                    <a:pt x="308880" y="78458"/>
                  </a:lnTo>
                  <a:lnTo>
                    <a:pt x="306005" y="74021"/>
                  </a:lnTo>
                  <a:lnTo>
                    <a:pt x="302992" y="69678"/>
                  </a:lnTo>
                  <a:lnTo>
                    <a:pt x="299842" y="65432"/>
                  </a:lnTo>
                  <a:lnTo>
                    <a:pt x="296560" y="61287"/>
                  </a:lnTo>
                  <a:lnTo>
                    <a:pt x="293149" y="57248"/>
                  </a:lnTo>
                  <a:lnTo>
                    <a:pt x="289611" y="53320"/>
                  </a:lnTo>
                  <a:lnTo>
                    <a:pt x="285951" y="49505"/>
                  </a:lnTo>
                  <a:lnTo>
                    <a:pt x="282172" y="45808"/>
                  </a:lnTo>
                  <a:lnTo>
                    <a:pt x="278278" y="42232"/>
                  </a:lnTo>
                  <a:lnTo>
                    <a:pt x="274273" y="38781"/>
                  </a:lnTo>
                  <a:lnTo>
                    <a:pt x="270161" y="35458"/>
                  </a:lnTo>
                  <a:lnTo>
                    <a:pt x="265946" y="32267"/>
                  </a:lnTo>
                  <a:lnTo>
                    <a:pt x="261632" y="29211"/>
                  </a:lnTo>
                  <a:lnTo>
                    <a:pt x="257224" y="26293"/>
                  </a:lnTo>
                  <a:lnTo>
                    <a:pt x="252726" y="23515"/>
                  </a:lnTo>
                  <a:lnTo>
                    <a:pt x="248142" y="20882"/>
                  </a:lnTo>
                  <a:lnTo>
                    <a:pt x="243477" y="18394"/>
                  </a:lnTo>
                  <a:lnTo>
                    <a:pt x="238735" y="16056"/>
                  </a:lnTo>
                  <a:lnTo>
                    <a:pt x="233922" y="13868"/>
                  </a:lnTo>
                  <a:lnTo>
                    <a:pt x="229043" y="11834"/>
                  </a:lnTo>
                  <a:lnTo>
                    <a:pt x="224101" y="9955"/>
                  </a:lnTo>
                  <a:lnTo>
                    <a:pt x="167167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4213821"/>
              <a:ext cx="56934" cy="167167"/>
            </a:xfrm>
            <a:custGeom>
              <a:avLst/>
              <a:pathLst>
                <a:path w="56934" h="167167">
                  <a:moveTo>
                    <a:pt x="56934" y="9994"/>
                  </a:moveTo>
                  <a:lnTo>
                    <a:pt x="51438" y="8110"/>
                  </a:lnTo>
                  <a:lnTo>
                    <a:pt x="45880" y="6419"/>
                  </a:lnTo>
                  <a:lnTo>
                    <a:pt x="40267" y="4922"/>
                  </a:lnTo>
                  <a:lnTo>
                    <a:pt x="34605" y="3621"/>
                  </a:lnTo>
                  <a:lnTo>
                    <a:pt x="28902" y="2517"/>
                  </a:lnTo>
                  <a:lnTo>
                    <a:pt x="23163" y="1612"/>
                  </a:lnTo>
                  <a:lnTo>
                    <a:pt x="17397" y="907"/>
                  </a:lnTo>
                  <a:lnTo>
                    <a:pt x="11609" y="403"/>
                  </a:lnTo>
                  <a:lnTo>
                    <a:pt x="5808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596" y="4659281"/>
              <a:ext cx="928" cy="167167"/>
            </a:xfrm>
            <a:custGeom>
              <a:avLst/>
              <a:pathLst>
                <a:path w="928" h="167167">
                  <a:moveTo>
                    <a:pt x="928" y="0"/>
                  </a:moveTo>
                  <a:lnTo>
                    <a:pt x="0" y="2"/>
                  </a:lnTo>
                  <a:lnTo>
                    <a:pt x="92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20808" y="4659284"/>
              <a:ext cx="165716" cy="167164"/>
            </a:xfrm>
            <a:custGeom>
              <a:avLst/>
              <a:pathLst>
                <a:path w="165716" h="167164">
                  <a:moveTo>
                    <a:pt x="164787" y="0"/>
                  </a:moveTo>
                  <a:lnTo>
                    <a:pt x="159343" y="118"/>
                  </a:lnTo>
                  <a:lnTo>
                    <a:pt x="153905" y="415"/>
                  </a:lnTo>
                  <a:lnTo>
                    <a:pt x="148480" y="888"/>
                  </a:lnTo>
                  <a:lnTo>
                    <a:pt x="143074" y="1537"/>
                  </a:lnTo>
                  <a:lnTo>
                    <a:pt x="137691" y="2363"/>
                  </a:lnTo>
                  <a:lnTo>
                    <a:pt x="132338" y="3363"/>
                  </a:lnTo>
                  <a:lnTo>
                    <a:pt x="127021" y="4537"/>
                  </a:lnTo>
                  <a:lnTo>
                    <a:pt x="121744" y="5884"/>
                  </a:lnTo>
                  <a:lnTo>
                    <a:pt x="116515" y="7401"/>
                  </a:lnTo>
                  <a:lnTo>
                    <a:pt x="111337" y="9089"/>
                  </a:lnTo>
                  <a:lnTo>
                    <a:pt x="106217" y="10944"/>
                  </a:lnTo>
                  <a:lnTo>
                    <a:pt x="101161" y="12964"/>
                  </a:lnTo>
                  <a:lnTo>
                    <a:pt x="96172" y="15149"/>
                  </a:lnTo>
                  <a:lnTo>
                    <a:pt x="91258" y="17495"/>
                  </a:lnTo>
                  <a:lnTo>
                    <a:pt x="86423" y="19999"/>
                  </a:lnTo>
                  <a:lnTo>
                    <a:pt x="81671" y="22660"/>
                  </a:lnTo>
                  <a:lnTo>
                    <a:pt x="77009" y="25474"/>
                  </a:lnTo>
                  <a:lnTo>
                    <a:pt x="72441" y="28438"/>
                  </a:lnTo>
                  <a:lnTo>
                    <a:pt x="67973" y="31550"/>
                  </a:lnTo>
                  <a:lnTo>
                    <a:pt x="63607" y="34806"/>
                  </a:lnTo>
                  <a:lnTo>
                    <a:pt x="59350" y="38202"/>
                  </a:lnTo>
                  <a:lnTo>
                    <a:pt x="55206" y="41734"/>
                  </a:lnTo>
                  <a:lnTo>
                    <a:pt x="51180" y="45400"/>
                  </a:lnTo>
                  <a:lnTo>
                    <a:pt x="47274" y="49196"/>
                  </a:lnTo>
                  <a:lnTo>
                    <a:pt x="43495" y="53116"/>
                  </a:lnTo>
                  <a:lnTo>
                    <a:pt x="39845" y="57157"/>
                  </a:lnTo>
                  <a:lnTo>
                    <a:pt x="36329" y="61315"/>
                  </a:lnTo>
                  <a:lnTo>
                    <a:pt x="32950" y="65586"/>
                  </a:lnTo>
                  <a:lnTo>
                    <a:pt x="29712" y="69964"/>
                  </a:lnTo>
                  <a:lnTo>
                    <a:pt x="26618" y="74445"/>
                  </a:lnTo>
                  <a:lnTo>
                    <a:pt x="23672" y="79025"/>
                  </a:lnTo>
                  <a:lnTo>
                    <a:pt x="20877" y="83698"/>
                  </a:lnTo>
                  <a:lnTo>
                    <a:pt x="18235" y="88460"/>
                  </a:lnTo>
                  <a:lnTo>
                    <a:pt x="15750" y="93305"/>
                  </a:lnTo>
                  <a:lnTo>
                    <a:pt x="13424" y="98229"/>
                  </a:lnTo>
                  <a:lnTo>
                    <a:pt x="11259" y="103226"/>
                  </a:lnTo>
                  <a:lnTo>
                    <a:pt x="9258" y="108291"/>
                  </a:lnTo>
                  <a:lnTo>
                    <a:pt x="7424" y="113418"/>
                  </a:lnTo>
                  <a:lnTo>
                    <a:pt x="5757" y="118602"/>
                  </a:lnTo>
                  <a:lnTo>
                    <a:pt x="4260" y="123838"/>
                  </a:lnTo>
                  <a:lnTo>
                    <a:pt x="2935" y="129120"/>
                  </a:lnTo>
                  <a:lnTo>
                    <a:pt x="1782" y="134442"/>
                  </a:lnTo>
                  <a:lnTo>
                    <a:pt x="803" y="139799"/>
                  </a:lnTo>
                  <a:lnTo>
                    <a:pt x="0" y="145185"/>
                  </a:lnTo>
                  <a:lnTo>
                    <a:pt x="165716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19359" y="4659281"/>
              <a:ext cx="334319" cy="334330"/>
            </a:xfrm>
            <a:custGeom>
              <a:avLst/>
              <a:pathLst>
                <a:path w="334319" h="334330">
                  <a:moveTo>
                    <a:pt x="1449" y="145187"/>
                  </a:moveTo>
                  <a:lnTo>
                    <a:pt x="836" y="150444"/>
                  </a:lnTo>
                  <a:lnTo>
                    <a:pt x="390" y="155718"/>
                  </a:lnTo>
                  <a:lnTo>
                    <a:pt x="111" y="161003"/>
                  </a:lnTo>
                  <a:lnTo>
                    <a:pt x="0" y="166295"/>
                  </a:lnTo>
                  <a:lnTo>
                    <a:pt x="56" y="171587"/>
                  </a:lnTo>
                  <a:lnTo>
                    <a:pt x="279" y="176875"/>
                  </a:lnTo>
                  <a:lnTo>
                    <a:pt x="670" y="182153"/>
                  </a:lnTo>
                  <a:lnTo>
                    <a:pt x="1228" y="187416"/>
                  </a:lnTo>
                  <a:lnTo>
                    <a:pt x="1952" y="192659"/>
                  </a:lnTo>
                  <a:lnTo>
                    <a:pt x="2842" y="197876"/>
                  </a:lnTo>
                  <a:lnTo>
                    <a:pt x="3897" y="203063"/>
                  </a:lnTo>
                  <a:lnTo>
                    <a:pt x="5115" y="208213"/>
                  </a:lnTo>
                  <a:lnTo>
                    <a:pt x="6495" y="213322"/>
                  </a:lnTo>
                  <a:lnTo>
                    <a:pt x="8037" y="218386"/>
                  </a:lnTo>
                  <a:lnTo>
                    <a:pt x="9738" y="223397"/>
                  </a:lnTo>
                  <a:lnTo>
                    <a:pt x="11597" y="228353"/>
                  </a:lnTo>
                  <a:lnTo>
                    <a:pt x="13612" y="233247"/>
                  </a:lnTo>
                  <a:lnTo>
                    <a:pt x="15781" y="238075"/>
                  </a:lnTo>
                  <a:lnTo>
                    <a:pt x="18101" y="242831"/>
                  </a:lnTo>
                  <a:lnTo>
                    <a:pt x="20571" y="247512"/>
                  </a:lnTo>
                  <a:lnTo>
                    <a:pt x="23188" y="252113"/>
                  </a:lnTo>
                  <a:lnTo>
                    <a:pt x="25950" y="256628"/>
                  </a:lnTo>
                  <a:lnTo>
                    <a:pt x="28852" y="261053"/>
                  </a:lnTo>
                  <a:lnTo>
                    <a:pt x="31894" y="265385"/>
                  </a:lnTo>
                  <a:lnTo>
                    <a:pt x="35071" y="269618"/>
                  </a:lnTo>
                  <a:lnTo>
                    <a:pt x="38380" y="273748"/>
                  </a:lnTo>
                  <a:lnTo>
                    <a:pt x="41819" y="277771"/>
                  </a:lnTo>
                  <a:lnTo>
                    <a:pt x="45383" y="281684"/>
                  </a:lnTo>
                  <a:lnTo>
                    <a:pt x="49069" y="285482"/>
                  </a:lnTo>
                  <a:lnTo>
                    <a:pt x="52874" y="289161"/>
                  </a:lnTo>
                  <a:lnTo>
                    <a:pt x="56793" y="292718"/>
                  </a:lnTo>
                  <a:lnTo>
                    <a:pt x="60823" y="296149"/>
                  </a:lnTo>
                  <a:lnTo>
                    <a:pt x="64959" y="299451"/>
                  </a:lnTo>
                  <a:lnTo>
                    <a:pt x="69198" y="302620"/>
                  </a:lnTo>
                  <a:lnTo>
                    <a:pt x="73535" y="305653"/>
                  </a:lnTo>
                  <a:lnTo>
                    <a:pt x="77966" y="308548"/>
                  </a:lnTo>
                  <a:lnTo>
                    <a:pt x="82486" y="311301"/>
                  </a:lnTo>
                  <a:lnTo>
                    <a:pt x="87092" y="313909"/>
                  </a:lnTo>
                  <a:lnTo>
                    <a:pt x="91777" y="316370"/>
                  </a:lnTo>
                  <a:lnTo>
                    <a:pt x="96538" y="318682"/>
                  </a:lnTo>
                  <a:lnTo>
                    <a:pt x="101370" y="320842"/>
                  </a:lnTo>
                  <a:lnTo>
                    <a:pt x="106268" y="322848"/>
                  </a:lnTo>
                  <a:lnTo>
                    <a:pt x="111227" y="324698"/>
                  </a:lnTo>
                  <a:lnTo>
                    <a:pt x="116242" y="326389"/>
                  </a:lnTo>
                  <a:lnTo>
                    <a:pt x="121307" y="327922"/>
                  </a:lnTo>
                  <a:lnTo>
                    <a:pt x="126419" y="329293"/>
                  </a:lnTo>
                  <a:lnTo>
                    <a:pt x="131572" y="330501"/>
                  </a:lnTo>
                  <a:lnTo>
                    <a:pt x="136761" y="331546"/>
                  </a:lnTo>
                  <a:lnTo>
                    <a:pt x="141980" y="332426"/>
                  </a:lnTo>
                  <a:lnTo>
                    <a:pt x="147224" y="333141"/>
                  </a:lnTo>
                  <a:lnTo>
                    <a:pt x="152488" y="333689"/>
                  </a:lnTo>
                  <a:lnTo>
                    <a:pt x="157767" y="334070"/>
                  </a:lnTo>
                  <a:lnTo>
                    <a:pt x="163055" y="334284"/>
                  </a:lnTo>
                  <a:lnTo>
                    <a:pt x="168347" y="334330"/>
                  </a:lnTo>
                  <a:lnTo>
                    <a:pt x="173639" y="334209"/>
                  </a:lnTo>
                  <a:lnTo>
                    <a:pt x="178923" y="333920"/>
                  </a:lnTo>
                  <a:lnTo>
                    <a:pt x="184196" y="333465"/>
                  </a:lnTo>
                  <a:lnTo>
                    <a:pt x="189452" y="332842"/>
                  </a:lnTo>
                  <a:lnTo>
                    <a:pt x="194686" y="332053"/>
                  </a:lnTo>
                  <a:lnTo>
                    <a:pt x="199892" y="331100"/>
                  </a:lnTo>
                  <a:lnTo>
                    <a:pt x="205065" y="329981"/>
                  </a:lnTo>
                  <a:lnTo>
                    <a:pt x="210200" y="328700"/>
                  </a:lnTo>
                  <a:lnTo>
                    <a:pt x="215292" y="327257"/>
                  </a:lnTo>
                  <a:lnTo>
                    <a:pt x="220336" y="325653"/>
                  </a:lnTo>
                  <a:lnTo>
                    <a:pt x="225326" y="323890"/>
                  </a:lnTo>
                  <a:lnTo>
                    <a:pt x="230258" y="321971"/>
                  </a:lnTo>
                  <a:lnTo>
                    <a:pt x="235127" y="319896"/>
                  </a:lnTo>
                  <a:lnTo>
                    <a:pt x="239928" y="317668"/>
                  </a:lnTo>
                  <a:lnTo>
                    <a:pt x="244656" y="315289"/>
                  </a:lnTo>
                  <a:lnTo>
                    <a:pt x="249306" y="312761"/>
                  </a:lnTo>
                  <a:lnTo>
                    <a:pt x="253874" y="310088"/>
                  </a:lnTo>
                  <a:lnTo>
                    <a:pt x="258355" y="307272"/>
                  </a:lnTo>
                  <a:lnTo>
                    <a:pt x="262744" y="304315"/>
                  </a:lnTo>
                  <a:lnTo>
                    <a:pt x="267038" y="301220"/>
                  </a:lnTo>
                  <a:lnTo>
                    <a:pt x="271232" y="297991"/>
                  </a:lnTo>
                  <a:lnTo>
                    <a:pt x="275321" y="294631"/>
                  </a:lnTo>
                  <a:lnTo>
                    <a:pt x="279302" y="291144"/>
                  </a:lnTo>
                  <a:lnTo>
                    <a:pt x="283170" y="287532"/>
                  </a:lnTo>
                  <a:lnTo>
                    <a:pt x="286922" y="283799"/>
                  </a:lnTo>
                  <a:lnTo>
                    <a:pt x="290555" y="279949"/>
                  </a:lnTo>
                  <a:lnTo>
                    <a:pt x="294063" y="275987"/>
                  </a:lnTo>
                  <a:lnTo>
                    <a:pt x="297444" y="271915"/>
                  </a:lnTo>
                  <a:lnTo>
                    <a:pt x="300695" y="267738"/>
                  </a:lnTo>
                  <a:lnTo>
                    <a:pt x="303812" y="263461"/>
                  </a:lnTo>
                  <a:lnTo>
                    <a:pt x="306792" y="259087"/>
                  </a:lnTo>
                  <a:lnTo>
                    <a:pt x="309631" y="254621"/>
                  </a:lnTo>
                  <a:lnTo>
                    <a:pt x="312329" y="250067"/>
                  </a:lnTo>
                  <a:lnTo>
                    <a:pt x="314880" y="245430"/>
                  </a:lnTo>
                  <a:lnTo>
                    <a:pt x="317284" y="240715"/>
                  </a:lnTo>
                  <a:lnTo>
                    <a:pt x="319537" y="235925"/>
                  </a:lnTo>
                  <a:lnTo>
                    <a:pt x="321637" y="231067"/>
                  </a:lnTo>
                  <a:lnTo>
                    <a:pt x="323582" y="226145"/>
                  </a:lnTo>
                  <a:lnTo>
                    <a:pt x="325371" y="221164"/>
                  </a:lnTo>
                  <a:lnTo>
                    <a:pt x="327001" y="216129"/>
                  </a:lnTo>
                  <a:lnTo>
                    <a:pt x="328471" y="211044"/>
                  </a:lnTo>
                  <a:lnTo>
                    <a:pt x="329779" y="205916"/>
                  </a:lnTo>
                  <a:lnTo>
                    <a:pt x="330924" y="200749"/>
                  </a:lnTo>
                  <a:lnTo>
                    <a:pt x="331905" y="195548"/>
                  </a:lnTo>
                  <a:lnTo>
                    <a:pt x="332721" y="190319"/>
                  </a:lnTo>
                  <a:lnTo>
                    <a:pt x="333371" y="185066"/>
                  </a:lnTo>
                  <a:lnTo>
                    <a:pt x="333854" y="179796"/>
                  </a:lnTo>
                  <a:lnTo>
                    <a:pt x="334171" y="174512"/>
                  </a:lnTo>
                  <a:lnTo>
                    <a:pt x="334319" y="169222"/>
                  </a:lnTo>
                  <a:lnTo>
                    <a:pt x="334301" y="163929"/>
                  </a:lnTo>
                  <a:lnTo>
                    <a:pt x="334114" y="158640"/>
                  </a:lnTo>
                  <a:lnTo>
                    <a:pt x="333761" y="153359"/>
                  </a:lnTo>
                  <a:lnTo>
                    <a:pt x="333240" y="148092"/>
                  </a:lnTo>
                  <a:lnTo>
                    <a:pt x="332553" y="142845"/>
                  </a:lnTo>
                  <a:lnTo>
                    <a:pt x="331700" y="137621"/>
                  </a:lnTo>
                  <a:lnTo>
                    <a:pt x="330683" y="132427"/>
                  </a:lnTo>
                  <a:lnTo>
                    <a:pt x="329501" y="127268"/>
                  </a:lnTo>
                  <a:lnTo>
                    <a:pt x="328156" y="122149"/>
                  </a:lnTo>
                  <a:lnTo>
                    <a:pt x="326651" y="117075"/>
                  </a:lnTo>
                  <a:lnTo>
                    <a:pt x="324985" y="112052"/>
                  </a:lnTo>
                  <a:lnTo>
                    <a:pt x="323161" y="107083"/>
                  </a:lnTo>
                  <a:lnTo>
                    <a:pt x="321181" y="102175"/>
                  </a:lnTo>
                  <a:lnTo>
                    <a:pt x="319046" y="97332"/>
                  </a:lnTo>
                  <a:lnTo>
                    <a:pt x="316760" y="92559"/>
                  </a:lnTo>
                  <a:lnTo>
                    <a:pt x="314323" y="87861"/>
                  </a:lnTo>
                  <a:lnTo>
                    <a:pt x="311738" y="83242"/>
                  </a:lnTo>
                  <a:lnTo>
                    <a:pt x="309009" y="78707"/>
                  </a:lnTo>
                  <a:lnTo>
                    <a:pt x="306138" y="74261"/>
                  </a:lnTo>
                  <a:lnTo>
                    <a:pt x="303127" y="69909"/>
                  </a:lnTo>
                  <a:lnTo>
                    <a:pt x="299980" y="65653"/>
                  </a:lnTo>
                  <a:lnTo>
                    <a:pt x="296700" y="61500"/>
                  </a:lnTo>
                  <a:lnTo>
                    <a:pt x="293290" y="57452"/>
                  </a:lnTo>
                  <a:lnTo>
                    <a:pt x="289754" y="53514"/>
                  </a:lnTo>
                  <a:lnTo>
                    <a:pt x="286094" y="49691"/>
                  </a:lnTo>
                  <a:lnTo>
                    <a:pt x="282316" y="45984"/>
                  </a:lnTo>
                  <a:lnTo>
                    <a:pt x="278422" y="42400"/>
                  </a:lnTo>
                  <a:lnTo>
                    <a:pt x="274416" y="38940"/>
                  </a:lnTo>
                  <a:lnTo>
                    <a:pt x="270303" y="35610"/>
                  </a:lnTo>
                  <a:lnTo>
                    <a:pt x="266087" y="32410"/>
                  </a:lnTo>
                  <a:lnTo>
                    <a:pt x="261772" y="29346"/>
                  </a:lnTo>
                  <a:lnTo>
                    <a:pt x="257361" y="26421"/>
                  </a:lnTo>
                  <a:lnTo>
                    <a:pt x="252860" y="23636"/>
                  </a:lnTo>
                  <a:lnTo>
                    <a:pt x="248274" y="20995"/>
                  </a:lnTo>
                  <a:lnTo>
                    <a:pt x="243606" y="18501"/>
                  </a:lnTo>
                  <a:lnTo>
                    <a:pt x="238861" y="16155"/>
                  </a:lnTo>
                  <a:lnTo>
                    <a:pt x="234045" y="13961"/>
                  </a:lnTo>
                  <a:lnTo>
                    <a:pt x="229161" y="11921"/>
                  </a:lnTo>
                  <a:lnTo>
                    <a:pt x="224216" y="10036"/>
                  </a:lnTo>
                  <a:lnTo>
                    <a:pt x="219213" y="8309"/>
                  </a:lnTo>
                  <a:lnTo>
                    <a:pt x="214158" y="6741"/>
                  </a:lnTo>
                  <a:lnTo>
                    <a:pt x="209056" y="5333"/>
                  </a:lnTo>
                  <a:lnTo>
                    <a:pt x="203912" y="4088"/>
                  </a:lnTo>
                  <a:lnTo>
                    <a:pt x="198731" y="3007"/>
                  </a:lnTo>
                  <a:lnTo>
                    <a:pt x="193518" y="2090"/>
                  </a:lnTo>
                  <a:lnTo>
                    <a:pt x="188279" y="1338"/>
                  </a:lnTo>
                  <a:lnTo>
                    <a:pt x="183019" y="753"/>
                  </a:lnTo>
                  <a:lnTo>
                    <a:pt x="177743" y="335"/>
                  </a:lnTo>
                  <a:lnTo>
                    <a:pt x="17245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161" y="0"/>
                  </a:moveTo>
                  <a:lnTo>
                    <a:pt x="0" y="0"/>
                  </a:lnTo>
                  <a:lnTo>
                    <a:pt x="1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321566" y="5018213"/>
              <a:ext cx="334320" cy="334329"/>
            </a:xfrm>
            <a:custGeom>
              <a:avLst/>
              <a:pathLst>
                <a:path w="334320" h="334329">
                  <a:moveTo>
                    <a:pt x="166993" y="0"/>
                  </a:moveTo>
                  <a:lnTo>
                    <a:pt x="161704" y="88"/>
                  </a:lnTo>
                  <a:lnTo>
                    <a:pt x="156420" y="344"/>
                  </a:lnTo>
                  <a:lnTo>
                    <a:pt x="151147" y="768"/>
                  </a:lnTo>
                  <a:lnTo>
                    <a:pt x="145891" y="1357"/>
                  </a:lnTo>
                  <a:lnTo>
                    <a:pt x="140655" y="2113"/>
                  </a:lnTo>
                  <a:lnTo>
                    <a:pt x="135446" y="3034"/>
                  </a:lnTo>
                  <a:lnTo>
                    <a:pt x="130269" y="4120"/>
                  </a:lnTo>
                  <a:lnTo>
                    <a:pt x="125129" y="5368"/>
                  </a:lnTo>
                  <a:lnTo>
                    <a:pt x="120030" y="6779"/>
                  </a:lnTo>
                  <a:lnTo>
                    <a:pt x="114980" y="8350"/>
                  </a:lnTo>
                  <a:lnTo>
                    <a:pt x="109981" y="10080"/>
                  </a:lnTo>
                  <a:lnTo>
                    <a:pt x="105039" y="11968"/>
                  </a:lnTo>
                  <a:lnTo>
                    <a:pt x="100160" y="14011"/>
                  </a:lnTo>
                  <a:lnTo>
                    <a:pt x="95348" y="16207"/>
                  </a:lnTo>
                  <a:lnTo>
                    <a:pt x="90607" y="18555"/>
                  </a:lnTo>
                  <a:lnTo>
                    <a:pt x="85944" y="21051"/>
                  </a:lnTo>
                  <a:lnTo>
                    <a:pt x="81361" y="23694"/>
                  </a:lnTo>
                  <a:lnTo>
                    <a:pt x="76865" y="26480"/>
                  </a:lnTo>
                  <a:lnTo>
                    <a:pt x="72459" y="29407"/>
                  </a:lnTo>
                  <a:lnTo>
                    <a:pt x="68148" y="32472"/>
                  </a:lnTo>
                  <a:lnTo>
                    <a:pt x="63936" y="35672"/>
                  </a:lnTo>
                  <a:lnTo>
                    <a:pt x="59827" y="39004"/>
                  </a:lnTo>
                  <a:lnTo>
                    <a:pt x="55826" y="42464"/>
                  </a:lnTo>
                  <a:lnTo>
                    <a:pt x="51936" y="46048"/>
                  </a:lnTo>
                  <a:lnTo>
                    <a:pt x="48161" y="49754"/>
                  </a:lnTo>
                  <a:lnTo>
                    <a:pt x="44506" y="53578"/>
                  </a:lnTo>
                  <a:lnTo>
                    <a:pt x="40974" y="57515"/>
                  </a:lnTo>
                  <a:lnTo>
                    <a:pt x="37567" y="61563"/>
                  </a:lnTo>
                  <a:lnTo>
                    <a:pt x="34291" y="65716"/>
                  </a:lnTo>
                  <a:lnTo>
                    <a:pt x="31148" y="69970"/>
                  </a:lnTo>
                  <a:lnTo>
                    <a:pt x="28141" y="74322"/>
                  </a:lnTo>
                  <a:lnTo>
                    <a:pt x="25273" y="78767"/>
                  </a:lnTo>
                  <a:lnTo>
                    <a:pt x="22547" y="83300"/>
                  </a:lnTo>
                  <a:lnTo>
                    <a:pt x="19966" y="87917"/>
                  </a:lnTo>
                  <a:lnTo>
                    <a:pt x="17532" y="92614"/>
                  </a:lnTo>
                  <a:lnTo>
                    <a:pt x="15248" y="97385"/>
                  </a:lnTo>
                  <a:lnTo>
                    <a:pt x="13116" y="102226"/>
                  </a:lnTo>
                  <a:lnTo>
                    <a:pt x="11139" y="107133"/>
                  </a:lnTo>
                  <a:lnTo>
                    <a:pt x="9317" y="112099"/>
                  </a:lnTo>
                  <a:lnTo>
                    <a:pt x="7654" y="117120"/>
                  </a:lnTo>
                  <a:lnTo>
                    <a:pt x="6150" y="122192"/>
                  </a:lnTo>
                  <a:lnTo>
                    <a:pt x="4808" y="127308"/>
                  </a:lnTo>
                  <a:lnTo>
                    <a:pt x="3628" y="132465"/>
                  </a:lnTo>
                  <a:lnTo>
                    <a:pt x="2612" y="137656"/>
                  </a:lnTo>
                  <a:lnTo>
                    <a:pt x="1761" y="142877"/>
                  </a:lnTo>
                  <a:lnTo>
                    <a:pt x="1075" y="148122"/>
                  </a:lnTo>
                  <a:lnTo>
                    <a:pt x="556" y="153386"/>
                  </a:lnTo>
                  <a:lnTo>
                    <a:pt x="203" y="158664"/>
                  </a:lnTo>
                  <a:lnTo>
                    <a:pt x="18" y="163951"/>
                  </a:lnTo>
                  <a:lnTo>
                    <a:pt x="0" y="169240"/>
                  </a:lnTo>
                  <a:lnTo>
                    <a:pt x="149" y="174528"/>
                  </a:lnTo>
                  <a:lnTo>
                    <a:pt x="465" y="179808"/>
                  </a:lnTo>
                  <a:lnTo>
                    <a:pt x="949" y="185076"/>
                  </a:lnTo>
                  <a:lnTo>
                    <a:pt x="1599" y="190325"/>
                  </a:lnTo>
                  <a:lnTo>
                    <a:pt x="2414" y="195552"/>
                  </a:lnTo>
                  <a:lnTo>
                    <a:pt x="3395" y="200750"/>
                  </a:lnTo>
                  <a:lnTo>
                    <a:pt x="4539" y="205914"/>
                  </a:lnTo>
                  <a:lnTo>
                    <a:pt x="5847" y="211040"/>
                  </a:lnTo>
                  <a:lnTo>
                    <a:pt x="7316" y="216122"/>
                  </a:lnTo>
                  <a:lnTo>
                    <a:pt x="8944" y="221154"/>
                  </a:lnTo>
                  <a:lnTo>
                    <a:pt x="10732" y="226133"/>
                  </a:lnTo>
                  <a:lnTo>
                    <a:pt x="12676" y="231053"/>
                  </a:lnTo>
                  <a:lnTo>
                    <a:pt x="14774" y="235908"/>
                  </a:lnTo>
                  <a:lnTo>
                    <a:pt x="17026" y="240695"/>
                  </a:lnTo>
                  <a:lnTo>
                    <a:pt x="19427" y="245408"/>
                  </a:lnTo>
                  <a:lnTo>
                    <a:pt x="21977" y="250043"/>
                  </a:lnTo>
                  <a:lnTo>
                    <a:pt x="24671" y="254595"/>
                  </a:lnTo>
                  <a:lnTo>
                    <a:pt x="27509" y="259059"/>
                  </a:lnTo>
                  <a:lnTo>
                    <a:pt x="30486" y="263431"/>
                  </a:lnTo>
                  <a:lnTo>
                    <a:pt x="33601" y="267707"/>
                  </a:lnTo>
                  <a:lnTo>
                    <a:pt x="36848" y="271883"/>
                  </a:lnTo>
                  <a:lnTo>
                    <a:pt x="40227" y="275953"/>
                  </a:lnTo>
                  <a:lnTo>
                    <a:pt x="43732" y="279914"/>
                  </a:lnTo>
                  <a:lnTo>
                    <a:pt x="47361" y="283763"/>
                  </a:lnTo>
                  <a:lnTo>
                    <a:pt x="51110" y="287495"/>
                  </a:lnTo>
                  <a:lnTo>
                    <a:pt x="54976" y="291106"/>
                  </a:lnTo>
                  <a:lnTo>
                    <a:pt x="58953" y="294593"/>
                  </a:lnTo>
                  <a:lnTo>
                    <a:pt x="63039" y="297953"/>
                  </a:lnTo>
                  <a:lnTo>
                    <a:pt x="67229" y="301182"/>
                  </a:lnTo>
                  <a:lnTo>
                    <a:pt x="71519" y="304276"/>
                  </a:lnTo>
                  <a:lnTo>
                    <a:pt x="75905" y="307233"/>
                  </a:lnTo>
                  <a:lnTo>
                    <a:pt x="80382" y="310050"/>
                  </a:lnTo>
                  <a:lnTo>
                    <a:pt x="84947" y="312724"/>
                  </a:lnTo>
                  <a:lnTo>
                    <a:pt x="89593" y="315252"/>
                  </a:lnTo>
                  <a:lnTo>
                    <a:pt x="94317" y="317632"/>
                  </a:lnTo>
                  <a:lnTo>
                    <a:pt x="99114" y="319861"/>
                  </a:lnTo>
                  <a:lnTo>
                    <a:pt x="103980" y="321937"/>
                  </a:lnTo>
                  <a:lnTo>
                    <a:pt x="108908" y="323859"/>
                  </a:lnTo>
                  <a:lnTo>
                    <a:pt x="113895" y="325623"/>
                  </a:lnTo>
                  <a:lnTo>
                    <a:pt x="118935" y="327229"/>
                  </a:lnTo>
                  <a:lnTo>
                    <a:pt x="124023" y="328674"/>
                  </a:lnTo>
                  <a:lnTo>
                    <a:pt x="129155" y="329958"/>
                  </a:lnTo>
                  <a:lnTo>
                    <a:pt x="134325" y="331079"/>
                  </a:lnTo>
                  <a:lnTo>
                    <a:pt x="139527" y="332036"/>
                  </a:lnTo>
                  <a:lnTo>
                    <a:pt x="144757" y="332827"/>
                  </a:lnTo>
                  <a:lnTo>
                    <a:pt x="150010" y="333453"/>
                  </a:lnTo>
                  <a:lnTo>
                    <a:pt x="155280" y="333912"/>
                  </a:lnTo>
                  <a:lnTo>
                    <a:pt x="160561" y="334204"/>
                  </a:lnTo>
                  <a:lnTo>
                    <a:pt x="165850" y="334329"/>
                  </a:lnTo>
                  <a:lnTo>
                    <a:pt x="171139" y="334287"/>
                  </a:lnTo>
                  <a:lnTo>
                    <a:pt x="176425" y="334077"/>
                  </a:lnTo>
                  <a:lnTo>
                    <a:pt x="181701" y="333700"/>
                  </a:lnTo>
                  <a:lnTo>
                    <a:pt x="186963" y="333157"/>
                  </a:lnTo>
                  <a:lnTo>
                    <a:pt x="192205" y="332447"/>
                  </a:lnTo>
                  <a:lnTo>
                    <a:pt x="197422" y="331571"/>
                  </a:lnTo>
                  <a:lnTo>
                    <a:pt x="202608" y="330531"/>
                  </a:lnTo>
                  <a:lnTo>
                    <a:pt x="207759" y="329328"/>
                  </a:lnTo>
                  <a:lnTo>
                    <a:pt x="212869" y="327962"/>
                  </a:lnTo>
                  <a:lnTo>
                    <a:pt x="217934" y="326435"/>
                  </a:lnTo>
                  <a:lnTo>
                    <a:pt x="222948" y="324749"/>
                  </a:lnTo>
                  <a:lnTo>
                    <a:pt x="227906" y="322905"/>
                  </a:lnTo>
                  <a:lnTo>
                    <a:pt x="232803" y="320904"/>
                  </a:lnTo>
                  <a:lnTo>
                    <a:pt x="237634" y="318750"/>
                  </a:lnTo>
                  <a:lnTo>
                    <a:pt x="242395" y="316445"/>
                  </a:lnTo>
                  <a:lnTo>
                    <a:pt x="247080" y="313989"/>
                  </a:lnTo>
                  <a:lnTo>
                    <a:pt x="251685" y="311387"/>
                  </a:lnTo>
                  <a:lnTo>
                    <a:pt x="256206" y="308640"/>
                  </a:lnTo>
                  <a:lnTo>
                    <a:pt x="260638" y="305752"/>
                  </a:lnTo>
                  <a:lnTo>
                    <a:pt x="264976" y="302725"/>
                  </a:lnTo>
                  <a:lnTo>
                    <a:pt x="269216" y="299562"/>
                  </a:lnTo>
                  <a:lnTo>
                    <a:pt x="273353" y="296266"/>
                  </a:lnTo>
                  <a:lnTo>
                    <a:pt x="277385" y="292842"/>
                  </a:lnTo>
                  <a:lnTo>
                    <a:pt x="281306" y="289291"/>
                  </a:lnTo>
                  <a:lnTo>
                    <a:pt x="285113" y="285618"/>
                  </a:lnTo>
                  <a:lnTo>
                    <a:pt x="288801" y="281827"/>
                  </a:lnTo>
                  <a:lnTo>
                    <a:pt x="292368" y="277921"/>
                  </a:lnTo>
                  <a:lnTo>
                    <a:pt x="295810" y="273903"/>
                  </a:lnTo>
                  <a:lnTo>
                    <a:pt x="299122" y="269779"/>
                  </a:lnTo>
                  <a:lnTo>
                    <a:pt x="302303" y="265553"/>
                  </a:lnTo>
                  <a:lnTo>
                    <a:pt x="305348" y="261227"/>
                  </a:lnTo>
                  <a:lnTo>
                    <a:pt x="308255" y="256808"/>
                  </a:lnTo>
                  <a:lnTo>
                    <a:pt x="311020" y="252299"/>
                  </a:lnTo>
                  <a:lnTo>
                    <a:pt x="313642" y="247704"/>
                  </a:lnTo>
                  <a:lnTo>
                    <a:pt x="316117" y="243029"/>
                  </a:lnTo>
                  <a:lnTo>
                    <a:pt x="318442" y="238278"/>
                  </a:lnTo>
                  <a:lnTo>
                    <a:pt x="320617" y="233456"/>
                  </a:lnTo>
                  <a:lnTo>
                    <a:pt x="322637" y="228567"/>
                  </a:lnTo>
                  <a:lnTo>
                    <a:pt x="324502" y="223617"/>
                  </a:lnTo>
                  <a:lnTo>
                    <a:pt x="326209" y="218610"/>
                  </a:lnTo>
                  <a:lnTo>
                    <a:pt x="327757" y="213552"/>
                  </a:lnTo>
                  <a:lnTo>
                    <a:pt x="329144" y="208447"/>
                  </a:lnTo>
                  <a:lnTo>
                    <a:pt x="330369" y="203302"/>
                  </a:lnTo>
                  <a:lnTo>
                    <a:pt x="331431" y="198119"/>
                  </a:lnTo>
                  <a:lnTo>
                    <a:pt x="332328" y="192906"/>
                  </a:lnTo>
                  <a:lnTo>
                    <a:pt x="333060" y="187667"/>
                  </a:lnTo>
                  <a:lnTo>
                    <a:pt x="333625" y="182408"/>
                  </a:lnTo>
                  <a:lnTo>
                    <a:pt x="334024" y="177133"/>
                  </a:lnTo>
                  <a:lnTo>
                    <a:pt x="334256" y="171849"/>
                  </a:lnTo>
                  <a:lnTo>
                    <a:pt x="334320" y="166559"/>
                  </a:lnTo>
                  <a:lnTo>
                    <a:pt x="334218" y="161271"/>
                  </a:lnTo>
                  <a:lnTo>
                    <a:pt x="333947" y="155988"/>
                  </a:lnTo>
                  <a:lnTo>
                    <a:pt x="333510" y="150716"/>
                  </a:lnTo>
                  <a:lnTo>
                    <a:pt x="332906" y="145461"/>
                  </a:lnTo>
                  <a:lnTo>
                    <a:pt x="332137" y="140227"/>
                  </a:lnTo>
                  <a:lnTo>
                    <a:pt x="331202" y="135021"/>
                  </a:lnTo>
                  <a:lnTo>
                    <a:pt x="330102" y="129847"/>
                  </a:lnTo>
                  <a:lnTo>
                    <a:pt x="328840" y="124710"/>
                  </a:lnTo>
                  <a:lnTo>
                    <a:pt x="327416" y="119615"/>
                  </a:lnTo>
                  <a:lnTo>
                    <a:pt x="325831" y="114569"/>
                  </a:lnTo>
                  <a:lnTo>
                    <a:pt x="324087" y="109575"/>
                  </a:lnTo>
                  <a:lnTo>
                    <a:pt x="322187" y="104638"/>
                  </a:lnTo>
                  <a:lnTo>
                    <a:pt x="320131" y="99764"/>
                  </a:lnTo>
                  <a:lnTo>
                    <a:pt x="317922" y="94958"/>
                  </a:lnTo>
                  <a:lnTo>
                    <a:pt x="315561" y="90224"/>
                  </a:lnTo>
                  <a:lnTo>
                    <a:pt x="313053" y="85567"/>
                  </a:lnTo>
                  <a:lnTo>
                    <a:pt x="310398" y="80992"/>
                  </a:lnTo>
                  <a:lnTo>
                    <a:pt x="307600" y="76503"/>
                  </a:lnTo>
                  <a:lnTo>
                    <a:pt x="304661" y="72104"/>
                  </a:lnTo>
                  <a:lnTo>
                    <a:pt x="301584" y="67801"/>
                  </a:lnTo>
                  <a:lnTo>
                    <a:pt x="298373" y="63598"/>
                  </a:lnTo>
                  <a:lnTo>
                    <a:pt x="295030" y="59498"/>
                  </a:lnTo>
                  <a:lnTo>
                    <a:pt x="291560" y="55506"/>
                  </a:lnTo>
                  <a:lnTo>
                    <a:pt x="287965" y="51626"/>
                  </a:lnTo>
                  <a:lnTo>
                    <a:pt x="284249" y="47861"/>
                  </a:lnTo>
                  <a:lnTo>
                    <a:pt x="280415" y="44216"/>
                  </a:lnTo>
                  <a:lnTo>
                    <a:pt x="276468" y="40694"/>
                  </a:lnTo>
                  <a:lnTo>
                    <a:pt x="272412" y="37299"/>
                  </a:lnTo>
                  <a:lnTo>
                    <a:pt x="268250" y="34034"/>
                  </a:lnTo>
                  <a:lnTo>
                    <a:pt x="263988" y="30902"/>
                  </a:lnTo>
                  <a:lnTo>
                    <a:pt x="259628" y="27906"/>
                  </a:lnTo>
                  <a:lnTo>
                    <a:pt x="255175" y="25050"/>
                  </a:lnTo>
                  <a:lnTo>
                    <a:pt x="250635" y="22336"/>
                  </a:lnTo>
                  <a:lnTo>
                    <a:pt x="246011" y="19767"/>
                  </a:lnTo>
                  <a:lnTo>
                    <a:pt x="241308" y="17346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720" y="5018213"/>
              <a:ext cx="74153" cy="167167"/>
            </a:xfrm>
            <a:custGeom>
              <a:avLst/>
              <a:pathLst>
                <a:path w="74153" h="167167">
                  <a:moveTo>
                    <a:pt x="74153" y="17346"/>
                  </a:moveTo>
                  <a:lnTo>
                    <a:pt x="68811" y="14819"/>
                  </a:lnTo>
                  <a:lnTo>
                    <a:pt x="63383" y="12482"/>
                  </a:lnTo>
                  <a:lnTo>
                    <a:pt x="57876" y="10338"/>
                  </a:lnTo>
                  <a:lnTo>
                    <a:pt x="52296" y="8390"/>
                  </a:lnTo>
                  <a:lnTo>
                    <a:pt x="46652" y="6641"/>
                  </a:lnTo>
                  <a:lnTo>
                    <a:pt x="40948" y="5092"/>
                  </a:lnTo>
                  <a:lnTo>
                    <a:pt x="35194" y="3746"/>
                  </a:lnTo>
                  <a:lnTo>
                    <a:pt x="29396" y="2604"/>
                  </a:lnTo>
                  <a:lnTo>
                    <a:pt x="23561" y="1668"/>
                  </a:lnTo>
                  <a:lnTo>
                    <a:pt x="17696" y="939"/>
                  </a:lnTo>
                  <a:lnTo>
                    <a:pt x="11810" y="417"/>
                  </a:lnTo>
                  <a:lnTo>
                    <a:pt x="5908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8044" y="5269756"/>
              <a:ext cx="166456" cy="167167"/>
            </a:xfrm>
            <a:custGeom>
              <a:avLst/>
              <a:pathLst>
                <a:path w="166456" h="167167">
                  <a:moveTo>
                    <a:pt x="166456" y="0"/>
                  </a:moveTo>
                  <a:lnTo>
                    <a:pt x="161084" y="86"/>
                  </a:lnTo>
                  <a:lnTo>
                    <a:pt x="155717" y="345"/>
                  </a:lnTo>
                  <a:lnTo>
                    <a:pt x="150362" y="776"/>
                  </a:lnTo>
                  <a:lnTo>
                    <a:pt x="145023" y="1379"/>
                  </a:lnTo>
                  <a:lnTo>
                    <a:pt x="139706" y="2154"/>
                  </a:lnTo>
                  <a:lnTo>
                    <a:pt x="134417" y="3099"/>
                  </a:lnTo>
                  <a:lnTo>
                    <a:pt x="129161" y="4213"/>
                  </a:lnTo>
                  <a:lnTo>
                    <a:pt x="123943" y="5496"/>
                  </a:lnTo>
                  <a:lnTo>
                    <a:pt x="118770" y="6945"/>
                  </a:lnTo>
                  <a:lnTo>
                    <a:pt x="113645" y="8561"/>
                  </a:lnTo>
                  <a:lnTo>
                    <a:pt x="108575" y="10340"/>
                  </a:lnTo>
                  <a:lnTo>
                    <a:pt x="103565" y="12281"/>
                  </a:lnTo>
                  <a:lnTo>
                    <a:pt x="98620" y="14382"/>
                  </a:lnTo>
                  <a:lnTo>
                    <a:pt x="93745" y="16641"/>
                  </a:lnTo>
                  <a:lnTo>
                    <a:pt x="88946" y="19055"/>
                  </a:lnTo>
                  <a:lnTo>
                    <a:pt x="84226" y="21623"/>
                  </a:lnTo>
                  <a:lnTo>
                    <a:pt x="79591" y="24340"/>
                  </a:lnTo>
                  <a:lnTo>
                    <a:pt x="75046" y="27206"/>
                  </a:lnTo>
                  <a:lnTo>
                    <a:pt x="70595" y="30216"/>
                  </a:lnTo>
                  <a:lnTo>
                    <a:pt x="66244" y="33367"/>
                  </a:lnTo>
                  <a:lnTo>
                    <a:pt x="61995" y="36657"/>
                  </a:lnTo>
                  <a:lnTo>
                    <a:pt x="57855" y="40081"/>
                  </a:lnTo>
                  <a:lnTo>
                    <a:pt x="53827" y="43637"/>
                  </a:lnTo>
                  <a:lnTo>
                    <a:pt x="49916" y="47320"/>
                  </a:lnTo>
                  <a:lnTo>
                    <a:pt x="46124" y="51127"/>
                  </a:lnTo>
                  <a:lnTo>
                    <a:pt x="42457" y="55054"/>
                  </a:lnTo>
                  <a:lnTo>
                    <a:pt x="38918" y="59097"/>
                  </a:lnTo>
                  <a:lnTo>
                    <a:pt x="35511" y="63251"/>
                  </a:lnTo>
                  <a:lnTo>
                    <a:pt x="32239" y="67513"/>
                  </a:lnTo>
                  <a:lnTo>
                    <a:pt x="29106" y="71878"/>
                  </a:lnTo>
                  <a:lnTo>
                    <a:pt x="26115" y="76341"/>
                  </a:lnTo>
                  <a:lnTo>
                    <a:pt x="23269" y="80898"/>
                  </a:lnTo>
                  <a:lnTo>
                    <a:pt x="20570" y="85544"/>
                  </a:lnTo>
                  <a:lnTo>
                    <a:pt x="18022" y="90275"/>
                  </a:lnTo>
                  <a:lnTo>
                    <a:pt x="15628" y="95085"/>
                  </a:lnTo>
                  <a:lnTo>
                    <a:pt x="13389" y="99969"/>
                  </a:lnTo>
                  <a:lnTo>
                    <a:pt x="11309" y="104923"/>
                  </a:lnTo>
                  <a:lnTo>
                    <a:pt x="9389" y="109941"/>
                  </a:lnTo>
                  <a:lnTo>
                    <a:pt x="7631" y="115018"/>
                  </a:lnTo>
                  <a:lnTo>
                    <a:pt x="6037" y="120149"/>
                  </a:lnTo>
                  <a:lnTo>
                    <a:pt x="4609" y="125328"/>
                  </a:lnTo>
                  <a:lnTo>
                    <a:pt x="3348" y="130551"/>
                  </a:lnTo>
                  <a:lnTo>
                    <a:pt x="2255" y="135812"/>
                  </a:lnTo>
                  <a:lnTo>
                    <a:pt x="1333" y="141105"/>
                  </a:lnTo>
                  <a:lnTo>
                    <a:pt x="580" y="146425"/>
                  </a:lnTo>
                  <a:lnTo>
                    <a:pt x="0" y="151766"/>
                  </a:lnTo>
                  <a:lnTo>
                    <a:pt x="16645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797334" y="5269756"/>
              <a:ext cx="334322" cy="334328"/>
            </a:xfrm>
            <a:custGeom>
              <a:avLst/>
              <a:pathLst>
                <a:path w="334322" h="334328">
                  <a:moveTo>
                    <a:pt x="710" y="151766"/>
                  </a:moveTo>
                  <a:lnTo>
                    <a:pt x="304" y="157070"/>
                  </a:lnTo>
                  <a:lnTo>
                    <a:pt x="67" y="162383"/>
                  </a:lnTo>
                  <a:lnTo>
                    <a:pt x="0" y="167702"/>
                  </a:lnTo>
                  <a:lnTo>
                    <a:pt x="101" y="173020"/>
                  </a:lnTo>
                  <a:lnTo>
                    <a:pt x="372" y="178332"/>
                  </a:lnTo>
                  <a:lnTo>
                    <a:pt x="811" y="183632"/>
                  </a:lnTo>
                  <a:lnTo>
                    <a:pt x="1420" y="188916"/>
                  </a:lnTo>
                  <a:lnTo>
                    <a:pt x="2195" y="194178"/>
                  </a:lnTo>
                  <a:lnTo>
                    <a:pt x="3138" y="199413"/>
                  </a:lnTo>
                  <a:lnTo>
                    <a:pt x="4247" y="204615"/>
                  </a:lnTo>
                  <a:lnTo>
                    <a:pt x="5521" y="209779"/>
                  </a:lnTo>
                  <a:lnTo>
                    <a:pt x="6958" y="214900"/>
                  </a:lnTo>
                  <a:lnTo>
                    <a:pt x="8558" y="219972"/>
                  </a:lnTo>
                  <a:lnTo>
                    <a:pt x="10318" y="224991"/>
                  </a:lnTo>
                  <a:lnTo>
                    <a:pt x="12237" y="229952"/>
                  </a:lnTo>
                  <a:lnTo>
                    <a:pt x="14313" y="234849"/>
                  </a:lnTo>
                  <a:lnTo>
                    <a:pt x="16544" y="239678"/>
                  </a:lnTo>
                  <a:lnTo>
                    <a:pt x="18927" y="244433"/>
                  </a:lnTo>
                  <a:lnTo>
                    <a:pt x="21460" y="249110"/>
                  </a:lnTo>
                  <a:lnTo>
                    <a:pt x="24140" y="253704"/>
                  </a:lnTo>
                  <a:lnTo>
                    <a:pt x="26966" y="258210"/>
                  </a:lnTo>
                  <a:lnTo>
                    <a:pt x="29933" y="262624"/>
                  </a:lnTo>
                  <a:lnTo>
                    <a:pt x="33039" y="266942"/>
                  </a:lnTo>
                  <a:lnTo>
                    <a:pt x="36282" y="271158"/>
                  </a:lnTo>
                  <a:lnTo>
                    <a:pt x="39656" y="275269"/>
                  </a:lnTo>
                  <a:lnTo>
                    <a:pt x="43160" y="279271"/>
                  </a:lnTo>
                  <a:lnTo>
                    <a:pt x="46789" y="283160"/>
                  </a:lnTo>
                  <a:lnTo>
                    <a:pt x="50540" y="286931"/>
                  </a:lnTo>
                  <a:lnTo>
                    <a:pt x="54409" y="290580"/>
                  </a:lnTo>
                  <a:lnTo>
                    <a:pt x="58392" y="294105"/>
                  </a:lnTo>
                  <a:lnTo>
                    <a:pt x="62486" y="297501"/>
                  </a:lnTo>
                  <a:lnTo>
                    <a:pt x="66685" y="300765"/>
                  </a:lnTo>
                  <a:lnTo>
                    <a:pt x="70986" y="303894"/>
                  </a:lnTo>
                  <a:lnTo>
                    <a:pt x="75385" y="306885"/>
                  </a:lnTo>
                  <a:lnTo>
                    <a:pt x="79876" y="309734"/>
                  </a:lnTo>
                  <a:lnTo>
                    <a:pt x="84456" y="312439"/>
                  </a:lnTo>
                  <a:lnTo>
                    <a:pt x="89119" y="314997"/>
                  </a:lnTo>
                  <a:lnTo>
                    <a:pt x="93862" y="317405"/>
                  </a:lnTo>
                  <a:lnTo>
                    <a:pt x="98679" y="319661"/>
                  </a:lnTo>
                  <a:lnTo>
                    <a:pt x="103565" y="321763"/>
                  </a:lnTo>
                  <a:lnTo>
                    <a:pt x="108515" y="323708"/>
                  </a:lnTo>
                  <a:lnTo>
                    <a:pt x="113525" y="325494"/>
                  </a:lnTo>
                  <a:lnTo>
                    <a:pt x="118589" y="327121"/>
                  </a:lnTo>
                  <a:lnTo>
                    <a:pt x="123702" y="328585"/>
                  </a:lnTo>
                  <a:lnTo>
                    <a:pt x="128859" y="329886"/>
                  </a:lnTo>
                  <a:lnTo>
                    <a:pt x="134056" y="331022"/>
                  </a:lnTo>
                  <a:lnTo>
                    <a:pt x="139285" y="331993"/>
                  </a:lnTo>
                  <a:lnTo>
                    <a:pt x="144543" y="332796"/>
                  </a:lnTo>
                  <a:lnTo>
                    <a:pt x="149824" y="333432"/>
                  </a:lnTo>
                  <a:lnTo>
                    <a:pt x="155122" y="333900"/>
                  </a:lnTo>
                  <a:lnTo>
                    <a:pt x="160432" y="334199"/>
                  </a:lnTo>
                  <a:lnTo>
                    <a:pt x="165750" y="334328"/>
                  </a:lnTo>
                  <a:lnTo>
                    <a:pt x="171068" y="334289"/>
                  </a:lnTo>
                  <a:lnTo>
                    <a:pt x="176383" y="334080"/>
                  </a:lnTo>
                  <a:lnTo>
                    <a:pt x="181688" y="333702"/>
                  </a:lnTo>
                  <a:lnTo>
                    <a:pt x="186979" y="333156"/>
                  </a:lnTo>
                  <a:lnTo>
                    <a:pt x="192250" y="332442"/>
                  </a:lnTo>
                  <a:lnTo>
                    <a:pt x="197495" y="331560"/>
                  </a:lnTo>
                  <a:lnTo>
                    <a:pt x="202710" y="330512"/>
                  </a:lnTo>
                  <a:lnTo>
                    <a:pt x="207888" y="329299"/>
                  </a:lnTo>
                  <a:lnTo>
                    <a:pt x="213026" y="327921"/>
                  </a:lnTo>
                  <a:lnTo>
                    <a:pt x="218117" y="326381"/>
                  </a:lnTo>
                  <a:lnTo>
                    <a:pt x="223156" y="324679"/>
                  </a:lnTo>
                  <a:lnTo>
                    <a:pt x="228139" y="322818"/>
                  </a:lnTo>
                  <a:lnTo>
                    <a:pt x="233060" y="320800"/>
                  </a:lnTo>
                  <a:lnTo>
                    <a:pt x="237914" y="318626"/>
                  </a:lnTo>
                  <a:lnTo>
                    <a:pt x="242696" y="316298"/>
                  </a:lnTo>
                  <a:lnTo>
                    <a:pt x="247403" y="313820"/>
                  </a:lnTo>
                  <a:lnTo>
                    <a:pt x="252027" y="311193"/>
                  </a:lnTo>
                  <a:lnTo>
                    <a:pt x="256566" y="308420"/>
                  </a:lnTo>
                  <a:lnTo>
                    <a:pt x="261015" y="305505"/>
                  </a:lnTo>
                  <a:lnTo>
                    <a:pt x="265368" y="302449"/>
                  </a:lnTo>
                  <a:lnTo>
                    <a:pt x="269623" y="299256"/>
                  </a:lnTo>
                  <a:lnTo>
                    <a:pt x="273773" y="295930"/>
                  </a:lnTo>
                  <a:lnTo>
                    <a:pt x="277815" y="292473"/>
                  </a:lnTo>
                  <a:lnTo>
                    <a:pt x="281746" y="288890"/>
                  </a:lnTo>
                  <a:lnTo>
                    <a:pt x="285560" y="285183"/>
                  </a:lnTo>
                  <a:lnTo>
                    <a:pt x="289255" y="281357"/>
                  </a:lnTo>
                  <a:lnTo>
                    <a:pt x="292826" y="277415"/>
                  </a:lnTo>
                  <a:lnTo>
                    <a:pt x="296270" y="273361"/>
                  </a:lnTo>
                  <a:lnTo>
                    <a:pt x="299583" y="269200"/>
                  </a:lnTo>
                  <a:lnTo>
                    <a:pt x="302762" y="264936"/>
                  </a:lnTo>
                  <a:lnTo>
                    <a:pt x="305803" y="260573"/>
                  </a:lnTo>
                  <a:lnTo>
                    <a:pt x="308705" y="256115"/>
                  </a:lnTo>
                  <a:lnTo>
                    <a:pt x="311463" y="251567"/>
                  </a:lnTo>
                  <a:lnTo>
                    <a:pt x="314075" y="246934"/>
                  </a:lnTo>
                  <a:lnTo>
                    <a:pt x="316538" y="242220"/>
                  </a:lnTo>
                  <a:lnTo>
                    <a:pt x="318850" y="237430"/>
                  </a:lnTo>
                  <a:lnTo>
                    <a:pt x="321009" y="232569"/>
                  </a:lnTo>
                  <a:lnTo>
                    <a:pt x="323012" y="227641"/>
                  </a:lnTo>
                  <a:lnTo>
                    <a:pt x="324857" y="222653"/>
                  </a:lnTo>
                  <a:lnTo>
                    <a:pt x="326542" y="217608"/>
                  </a:lnTo>
                  <a:lnTo>
                    <a:pt x="328066" y="212512"/>
                  </a:lnTo>
                  <a:lnTo>
                    <a:pt x="329427" y="207370"/>
                  </a:lnTo>
                  <a:lnTo>
                    <a:pt x="330624" y="202188"/>
                  </a:lnTo>
                  <a:lnTo>
                    <a:pt x="331655" y="196970"/>
                  </a:lnTo>
                  <a:lnTo>
                    <a:pt x="332520" y="191722"/>
                  </a:lnTo>
                  <a:lnTo>
                    <a:pt x="333218" y="186449"/>
                  </a:lnTo>
                  <a:lnTo>
                    <a:pt x="333747" y="181157"/>
                  </a:lnTo>
                  <a:lnTo>
                    <a:pt x="334108" y="175850"/>
                  </a:lnTo>
                  <a:lnTo>
                    <a:pt x="334300" y="170535"/>
                  </a:lnTo>
                  <a:lnTo>
                    <a:pt x="334322" y="165216"/>
                  </a:lnTo>
                  <a:lnTo>
                    <a:pt x="334175" y="159899"/>
                  </a:lnTo>
                  <a:lnTo>
                    <a:pt x="333860" y="154589"/>
                  </a:lnTo>
                  <a:lnTo>
                    <a:pt x="333375" y="149293"/>
                  </a:lnTo>
                  <a:lnTo>
                    <a:pt x="332722" y="144014"/>
                  </a:lnTo>
                  <a:lnTo>
                    <a:pt x="331902" y="138759"/>
                  </a:lnTo>
                  <a:lnTo>
                    <a:pt x="330915" y="133532"/>
                  </a:lnTo>
                  <a:lnTo>
                    <a:pt x="329762" y="128340"/>
                  </a:lnTo>
                  <a:lnTo>
                    <a:pt x="328444" y="123187"/>
                  </a:lnTo>
                  <a:lnTo>
                    <a:pt x="326964" y="118078"/>
                  </a:lnTo>
                  <a:lnTo>
                    <a:pt x="325321" y="113019"/>
                  </a:lnTo>
                  <a:lnTo>
                    <a:pt x="323518" y="108015"/>
                  </a:lnTo>
                  <a:lnTo>
                    <a:pt x="321557" y="103071"/>
                  </a:lnTo>
                  <a:lnTo>
                    <a:pt x="319440" y="98192"/>
                  </a:lnTo>
                  <a:lnTo>
                    <a:pt x="317169" y="93383"/>
                  </a:lnTo>
                  <a:lnTo>
                    <a:pt x="314746" y="88648"/>
                  </a:lnTo>
                  <a:lnTo>
                    <a:pt x="312173" y="83992"/>
                  </a:lnTo>
                  <a:lnTo>
                    <a:pt x="309453" y="79421"/>
                  </a:lnTo>
                  <a:lnTo>
                    <a:pt x="306590" y="74939"/>
                  </a:lnTo>
                  <a:lnTo>
                    <a:pt x="303585" y="70550"/>
                  </a:lnTo>
                  <a:lnTo>
                    <a:pt x="300442" y="66259"/>
                  </a:lnTo>
                  <a:lnTo>
                    <a:pt x="297165" y="62070"/>
                  </a:lnTo>
                  <a:lnTo>
                    <a:pt x="293755" y="57988"/>
                  </a:lnTo>
                  <a:lnTo>
                    <a:pt x="290218" y="54016"/>
                  </a:lnTo>
                  <a:lnTo>
                    <a:pt x="286556" y="50158"/>
                  </a:lnTo>
                  <a:lnTo>
                    <a:pt x="282773" y="46419"/>
                  </a:lnTo>
                  <a:lnTo>
                    <a:pt x="278873" y="42803"/>
                  </a:lnTo>
                  <a:lnTo>
                    <a:pt x="274860" y="39312"/>
                  </a:lnTo>
                  <a:lnTo>
                    <a:pt x="270738" y="35950"/>
                  </a:lnTo>
                  <a:lnTo>
                    <a:pt x="266511" y="32722"/>
                  </a:lnTo>
                  <a:lnTo>
                    <a:pt x="262184" y="29629"/>
                  </a:lnTo>
                  <a:lnTo>
                    <a:pt x="257760" y="26676"/>
                  </a:lnTo>
                  <a:lnTo>
                    <a:pt x="253245" y="23865"/>
                  </a:lnTo>
                  <a:lnTo>
                    <a:pt x="248642" y="21199"/>
                  </a:lnTo>
                  <a:lnTo>
                    <a:pt x="243957" y="18681"/>
                  </a:lnTo>
                  <a:lnTo>
                    <a:pt x="239195" y="16313"/>
                  </a:lnTo>
                  <a:lnTo>
                    <a:pt x="234359" y="14098"/>
                  </a:lnTo>
                  <a:lnTo>
                    <a:pt x="229455" y="12038"/>
                  </a:lnTo>
                  <a:lnTo>
                    <a:pt x="224489" y="10135"/>
                  </a:lnTo>
                  <a:lnTo>
                    <a:pt x="219464" y="8391"/>
                  </a:lnTo>
                  <a:lnTo>
                    <a:pt x="214386" y="6807"/>
                  </a:lnTo>
                  <a:lnTo>
                    <a:pt x="209261" y="5386"/>
                  </a:lnTo>
                  <a:lnTo>
                    <a:pt x="204093" y="4129"/>
                  </a:lnTo>
                  <a:lnTo>
                    <a:pt x="198887" y="3037"/>
                  </a:lnTo>
                  <a:lnTo>
                    <a:pt x="193649" y="2111"/>
                  </a:lnTo>
                  <a:lnTo>
                    <a:pt x="188385" y="1352"/>
                  </a:lnTo>
                  <a:lnTo>
                    <a:pt x="183099" y="761"/>
                  </a:lnTo>
                  <a:lnTo>
                    <a:pt x="177797" y="338"/>
                  </a:lnTo>
                  <a:lnTo>
                    <a:pt x="172484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421" y="5399291"/>
              <a:ext cx="3794" cy="167167"/>
            </a:xfrm>
            <a:custGeom>
              <a:avLst/>
              <a:pathLst>
                <a:path w="3794" h="167167">
                  <a:moveTo>
                    <a:pt x="3794" y="0"/>
                  </a:moveTo>
                  <a:lnTo>
                    <a:pt x="0" y="43"/>
                  </a:lnTo>
                  <a:lnTo>
                    <a:pt x="379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421" y="539933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421" y="539933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421" y="539933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421" y="539933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421" y="539933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421" y="539933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319048" y="5399334"/>
              <a:ext cx="334331" cy="334275"/>
            </a:xfrm>
            <a:custGeom>
              <a:avLst/>
              <a:pathLst>
                <a:path w="334331" h="334275">
                  <a:moveTo>
                    <a:pt x="163372" y="0"/>
                  </a:moveTo>
                  <a:lnTo>
                    <a:pt x="158086" y="203"/>
                  </a:lnTo>
                  <a:lnTo>
                    <a:pt x="152809" y="574"/>
                  </a:lnTo>
                  <a:lnTo>
                    <a:pt x="147546" y="1112"/>
                  </a:lnTo>
                  <a:lnTo>
                    <a:pt x="142303" y="1816"/>
                  </a:lnTo>
                  <a:lnTo>
                    <a:pt x="137085" y="2685"/>
                  </a:lnTo>
                  <a:lnTo>
                    <a:pt x="131898" y="3719"/>
                  </a:lnTo>
                  <a:lnTo>
                    <a:pt x="126745" y="4917"/>
                  </a:lnTo>
                  <a:lnTo>
                    <a:pt x="121633" y="6277"/>
                  </a:lnTo>
                  <a:lnTo>
                    <a:pt x="116566" y="7798"/>
                  </a:lnTo>
                  <a:lnTo>
                    <a:pt x="111551" y="9479"/>
                  </a:lnTo>
                  <a:lnTo>
                    <a:pt x="106591" y="11318"/>
                  </a:lnTo>
                  <a:lnTo>
                    <a:pt x="101691" y="13313"/>
                  </a:lnTo>
                  <a:lnTo>
                    <a:pt x="96857" y="15461"/>
                  </a:lnTo>
                  <a:lnTo>
                    <a:pt x="92094" y="17762"/>
                  </a:lnTo>
                  <a:lnTo>
                    <a:pt x="87405" y="20212"/>
                  </a:lnTo>
                  <a:lnTo>
                    <a:pt x="82797" y="22809"/>
                  </a:lnTo>
                  <a:lnTo>
                    <a:pt x="78273" y="25551"/>
                  </a:lnTo>
                  <a:lnTo>
                    <a:pt x="73838" y="28434"/>
                  </a:lnTo>
                  <a:lnTo>
                    <a:pt x="69497" y="31457"/>
                  </a:lnTo>
                  <a:lnTo>
                    <a:pt x="65253" y="34615"/>
                  </a:lnTo>
                  <a:lnTo>
                    <a:pt x="61111" y="37906"/>
                  </a:lnTo>
                  <a:lnTo>
                    <a:pt x="57076" y="41326"/>
                  </a:lnTo>
                  <a:lnTo>
                    <a:pt x="53151" y="44873"/>
                  </a:lnTo>
                  <a:lnTo>
                    <a:pt x="49340" y="48541"/>
                  </a:lnTo>
                  <a:lnTo>
                    <a:pt x="45647" y="52329"/>
                  </a:lnTo>
                  <a:lnTo>
                    <a:pt x="42075" y="56231"/>
                  </a:lnTo>
                  <a:lnTo>
                    <a:pt x="38629" y="60245"/>
                  </a:lnTo>
                  <a:lnTo>
                    <a:pt x="35312" y="64365"/>
                  </a:lnTo>
                  <a:lnTo>
                    <a:pt x="32127" y="68589"/>
                  </a:lnTo>
                  <a:lnTo>
                    <a:pt x="29077" y="72911"/>
                  </a:lnTo>
                  <a:lnTo>
                    <a:pt x="26165" y="77327"/>
                  </a:lnTo>
                  <a:lnTo>
                    <a:pt x="23394" y="81833"/>
                  </a:lnTo>
                  <a:lnTo>
                    <a:pt x="20767" y="86425"/>
                  </a:lnTo>
                  <a:lnTo>
                    <a:pt x="18287" y="91098"/>
                  </a:lnTo>
                  <a:lnTo>
                    <a:pt x="15956" y="95846"/>
                  </a:lnTo>
                  <a:lnTo>
                    <a:pt x="13777" y="100666"/>
                  </a:lnTo>
                  <a:lnTo>
                    <a:pt x="11751" y="105553"/>
                  </a:lnTo>
                  <a:lnTo>
                    <a:pt x="9881" y="110501"/>
                  </a:lnTo>
                  <a:lnTo>
                    <a:pt x="8168" y="115506"/>
                  </a:lnTo>
                  <a:lnTo>
                    <a:pt x="6614" y="120563"/>
                  </a:lnTo>
                  <a:lnTo>
                    <a:pt x="5221" y="125666"/>
                  </a:lnTo>
                  <a:lnTo>
                    <a:pt x="3991" y="130811"/>
                  </a:lnTo>
                  <a:lnTo>
                    <a:pt x="2923" y="135992"/>
                  </a:lnTo>
                  <a:lnTo>
                    <a:pt x="2021" y="141204"/>
                  </a:lnTo>
                  <a:lnTo>
                    <a:pt x="1283" y="146443"/>
                  </a:lnTo>
                  <a:lnTo>
                    <a:pt x="712" y="151702"/>
                  </a:lnTo>
                  <a:lnTo>
                    <a:pt x="307" y="156976"/>
                  </a:lnTo>
                  <a:lnTo>
                    <a:pt x="70" y="162261"/>
                  </a:lnTo>
                  <a:lnTo>
                    <a:pt x="0" y="167550"/>
                  </a:lnTo>
                  <a:lnTo>
                    <a:pt x="97" y="172839"/>
                  </a:lnTo>
                  <a:lnTo>
                    <a:pt x="361" y="178122"/>
                  </a:lnTo>
                  <a:lnTo>
                    <a:pt x="793" y="183395"/>
                  </a:lnTo>
                  <a:lnTo>
                    <a:pt x="1391" y="188651"/>
                  </a:lnTo>
                  <a:lnTo>
                    <a:pt x="2155" y="193885"/>
                  </a:lnTo>
                  <a:lnTo>
                    <a:pt x="3084" y="199093"/>
                  </a:lnTo>
                  <a:lnTo>
                    <a:pt x="4178" y="204268"/>
                  </a:lnTo>
                  <a:lnTo>
                    <a:pt x="5435" y="209407"/>
                  </a:lnTo>
                  <a:lnTo>
                    <a:pt x="6854" y="214503"/>
                  </a:lnTo>
                  <a:lnTo>
                    <a:pt x="8433" y="219552"/>
                  </a:lnTo>
                  <a:lnTo>
                    <a:pt x="10171" y="224548"/>
                  </a:lnTo>
                  <a:lnTo>
                    <a:pt x="12067" y="229486"/>
                  </a:lnTo>
                  <a:lnTo>
                    <a:pt x="14118" y="234363"/>
                  </a:lnTo>
                  <a:lnTo>
                    <a:pt x="16322" y="239171"/>
                  </a:lnTo>
                  <a:lnTo>
                    <a:pt x="18677" y="243908"/>
                  </a:lnTo>
                  <a:lnTo>
                    <a:pt x="21181" y="248568"/>
                  </a:lnTo>
                  <a:lnTo>
                    <a:pt x="23831" y="253146"/>
                  </a:lnTo>
                  <a:lnTo>
                    <a:pt x="26624" y="257638"/>
                  </a:lnTo>
                  <a:lnTo>
                    <a:pt x="29559" y="262040"/>
                  </a:lnTo>
                  <a:lnTo>
                    <a:pt x="32631" y="266346"/>
                  </a:lnTo>
                  <a:lnTo>
                    <a:pt x="35838" y="270553"/>
                  </a:lnTo>
                  <a:lnTo>
                    <a:pt x="39176" y="274657"/>
                  </a:lnTo>
                  <a:lnTo>
                    <a:pt x="42642" y="278653"/>
                  </a:lnTo>
                  <a:lnTo>
                    <a:pt x="46234" y="282537"/>
                  </a:lnTo>
                  <a:lnTo>
                    <a:pt x="49946" y="286306"/>
                  </a:lnTo>
                  <a:lnTo>
                    <a:pt x="53775" y="289955"/>
                  </a:lnTo>
                  <a:lnTo>
                    <a:pt x="57719" y="293481"/>
                  </a:lnTo>
                  <a:lnTo>
                    <a:pt x="61772" y="296881"/>
                  </a:lnTo>
                  <a:lnTo>
                    <a:pt x="65930" y="300151"/>
                  </a:lnTo>
                  <a:lnTo>
                    <a:pt x="70190" y="303287"/>
                  </a:lnTo>
                  <a:lnTo>
                    <a:pt x="74546" y="306287"/>
                  </a:lnTo>
                  <a:lnTo>
                    <a:pt x="78996" y="309148"/>
                  </a:lnTo>
                  <a:lnTo>
                    <a:pt x="83534" y="311867"/>
                  </a:lnTo>
                  <a:lnTo>
                    <a:pt x="88155" y="314441"/>
                  </a:lnTo>
                  <a:lnTo>
                    <a:pt x="92856" y="316867"/>
                  </a:lnTo>
                  <a:lnTo>
                    <a:pt x="97631" y="319143"/>
                  </a:lnTo>
                  <a:lnTo>
                    <a:pt x="102476" y="321267"/>
                  </a:lnTo>
                  <a:lnTo>
                    <a:pt x="107386" y="323237"/>
                  </a:lnTo>
                  <a:lnTo>
                    <a:pt x="112355" y="325050"/>
                  </a:lnTo>
                  <a:lnTo>
                    <a:pt x="117379" y="326705"/>
                  </a:lnTo>
                  <a:lnTo>
                    <a:pt x="122454" y="328201"/>
                  </a:lnTo>
                  <a:lnTo>
                    <a:pt x="127573" y="329535"/>
                  </a:lnTo>
                  <a:lnTo>
                    <a:pt x="132731" y="330706"/>
                  </a:lnTo>
                  <a:lnTo>
                    <a:pt x="137924" y="331714"/>
                  </a:lnTo>
                  <a:lnTo>
                    <a:pt x="143147" y="332557"/>
                  </a:lnTo>
                  <a:lnTo>
                    <a:pt x="148393" y="333234"/>
                  </a:lnTo>
                  <a:lnTo>
                    <a:pt x="153658" y="333745"/>
                  </a:lnTo>
                  <a:lnTo>
                    <a:pt x="158937" y="334089"/>
                  </a:lnTo>
                  <a:lnTo>
                    <a:pt x="164224" y="334265"/>
                  </a:lnTo>
                  <a:lnTo>
                    <a:pt x="169514" y="334275"/>
                  </a:lnTo>
                  <a:lnTo>
                    <a:pt x="174801" y="334117"/>
                  </a:lnTo>
                  <a:lnTo>
                    <a:pt x="180081" y="333792"/>
                  </a:lnTo>
                  <a:lnTo>
                    <a:pt x="185348" y="333300"/>
                  </a:lnTo>
                  <a:lnTo>
                    <a:pt x="190597" y="332641"/>
                  </a:lnTo>
                  <a:lnTo>
                    <a:pt x="195822" y="331817"/>
                  </a:lnTo>
                  <a:lnTo>
                    <a:pt x="201019" y="330828"/>
                  </a:lnTo>
                  <a:lnTo>
                    <a:pt x="206182" y="329675"/>
                  </a:lnTo>
                  <a:lnTo>
                    <a:pt x="211305" y="328359"/>
                  </a:lnTo>
                  <a:lnTo>
                    <a:pt x="216385" y="326882"/>
                  </a:lnTo>
                  <a:lnTo>
                    <a:pt x="221415" y="325244"/>
                  </a:lnTo>
                  <a:lnTo>
                    <a:pt x="226391" y="323449"/>
                  </a:lnTo>
                  <a:lnTo>
                    <a:pt x="231307" y="321496"/>
                  </a:lnTo>
                  <a:lnTo>
                    <a:pt x="236160" y="319390"/>
                  </a:lnTo>
                  <a:lnTo>
                    <a:pt x="240943" y="317130"/>
                  </a:lnTo>
                  <a:lnTo>
                    <a:pt x="245652" y="314721"/>
                  </a:lnTo>
                  <a:lnTo>
                    <a:pt x="250283" y="312164"/>
                  </a:lnTo>
                  <a:lnTo>
                    <a:pt x="254830" y="309461"/>
                  </a:lnTo>
                  <a:lnTo>
                    <a:pt x="259290" y="306616"/>
                  </a:lnTo>
                  <a:lnTo>
                    <a:pt x="263658" y="303632"/>
                  </a:lnTo>
                  <a:lnTo>
                    <a:pt x="267929" y="300510"/>
                  </a:lnTo>
                  <a:lnTo>
                    <a:pt x="272099" y="297255"/>
                  </a:lnTo>
                  <a:lnTo>
                    <a:pt x="276163" y="293870"/>
                  </a:lnTo>
                  <a:lnTo>
                    <a:pt x="280119" y="290358"/>
                  </a:lnTo>
                  <a:lnTo>
                    <a:pt x="283962" y="286722"/>
                  </a:lnTo>
                  <a:lnTo>
                    <a:pt x="287687" y="282967"/>
                  </a:lnTo>
                  <a:lnTo>
                    <a:pt x="291292" y="279096"/>
                  </a:lnTo>
                  <a:lnTo>
                    <a:pt x="294773" y="275112"/>
                  </a:lnTo>
                  <a:lnTo>
                    <a:pt x="298126" y="271021"/>
                  </a:lnTo>
                  <a:lnTo>
                    <a:pt x="301348" y="266825"/>
                  </a:lnTo>
                  <a:lnTo>
                    <a:pt x="304435" y="262529"/>
                  </a:lnTo>
                  <a:lnTo>
                    <a:pt x="307385" y="258138"/>
                  </a:lnTo>
                  <a:lnTo>
                    <a:pt x="310195" y="253656"/>
                  </a:lnTo>
                  <a:lnTo>
                    <a:pt x="312861" y="249087"/>
                  </a:lnTo>
                  <a:lnTo>
                    <a:pt x="315381" y="244437"/>
                  </a:lnTo>
                  <a:lnTo>
                    <a:pt x="317753" y="239708"/>
                  </a:lnTo>
                  <a:lnTo>
                    <a:pt x="319975" y="234907"/>
                  </a:lnTo>
                  <a:lnTo>
                    <a:pt x="322043" y="230038"/>
                  </a:lnTo>
                  <a:lnTo>
                    <a:pt x="323956" y="225106"/>
                  </a:lnTo>
                  <a:lnTo>
                    <a:pt x="325712" y="220117"/>
                  </a:lnTo>
                  <a:lnTo>
                    <a:pt x="327309" y="215074"/>
                  </a:lnTo>
                  <a:lnTo>
                    <a:pt x="328746" y="209983"/>
                  </a:lnTo>
                  <a:lnTo>
                    <a:pt x="330022" y="204849"/>
                  </a:lnTo>
                  <a:lnTo>
                    <a:pt x="331134" y="199677"/>
                  </a:lnTo>
                  <a:lnTo>
                    <a:pt x="332082" y="194473"/>
                  </a:lnTo>
                  <a:lnTo>
                    <a:pt x="332864" y="189241"/>
                  </a:lnTo>
                  <a:lnTo>
                    <a:pt x="333481" y="183987"/>
                  </a:lnTo>
                  <a:lnTo>
                    <a:pt x="333931" y="178716"/>
                  </a:lnTo>
                  <a:lnTo>
                    <a:pt x="334215" y="173434"/>
                  </a:lnTo>
                  <a:lnTo>
                    <a:pt x="334331" y="168145"/>
                  </a:lnTo>
                  <a:lnTo>
                    <a:pt x="334279" y="162856"/>
                  </a:lnTo>
                  <a:lnTo>
                    <a:pt x="334061" y="157570"/>
                  </a:lnTo>
                  <a:lnTo>
                    <a:pt x="333675" y="152294"/>
                  </a:lnTo>
                  <a:lnTo>
                    <a:pt x="333122" y="147033"/>
                  </a:lnTo>
                  <a:lnTo>
                    <a:pt x="332403" y="141793"/>
                  </a:lnTo>
                  <a:lnTo>
                    <a:pt x="331519" y="136577"/>
                  </a:lnTo>
                  <a:lnTo>
                    <a:pt x="330470" y="131392"/>
                  </a:lnTo>
                  <a:lnTo>
                    <a:pt x="329258" y="126243"/>
                  </a:lnTo>
                  <a:lnTo>
                    <a:pt x="327883" y="121135"/>
                  </a:lnTo>
                  <a:lnTo>
                    <a:pt x="326348" y="116073"/>
                  </a:lnTo>
                  <a:lnTo>
                    <a:pt x="324653" y="111062"/>
                  </a:lnTo>
                  <a:lnTo>
                    <a:pt x="322800" y="106107"/>
                  </a:lnTo>
                  <a:lnTo>
                    <a:pt x="320792" y="101213"/>
                  </a:lnTo>
                  <a:lnTo>
                    <a:pt x="318629" y="96385"/>
                  </a:lnTo>
                  <a:lnTo>
                    <a:pt x="316315" y="91628"/>
                  </a:lnTo>
                  <a:lnTo>
                    <a:pt x="313852" y="86947"/>
                  </a:lnTo>
                  <a:lnTo>
                    <a:pt x="311242" y="82346"/>
                  </a:lnTo>
                  <a:lnTo>
                    <a:pt x="308487" y="77830"/>
                  </a:lnTo>
                  <a:lnTo>
                    <a:pt x="305591" y="73403"/>
                  </a:lnTo>
                  <a:lnTo>
                    <a:pt x="302556" y="69070"/>
                  </a:lnTo>
                  <a:lnTo>
                    <a:pt x="299386" y="64835"/>
                  </a:lnTo>
                  <a:lnTo>
                    <a:pt x="296083" y="60703"/>
                  </a:lnTo>
                  <a:lnTo>
                    <a:pt x="292652" y="56677"/>
                  </a:lnTo>
                  <a:lnTo>
                    <a:pt x="289094" y="52762"/>
                  </a:lnTo>
                  <a:lnTo>
                    <a:pt x="285415" y="48962"/>
                  </a:lnTo>
                  <a:lnTo>
                    <a:pt x="281617" y="45279"/>
                  </a:lnTo>
                  <a:lnTo>
                    <a:pt x="277704" y="41719"/>
                  </a:lnTo>
                  <a:lnTo>
                    <a:pt x="273681" y="38284"/>
                  </a:lnTo>
                  <a:lnTo>
                    <a:pt x="269551" y="34979"/>
                  </a:lnTo>
                  <a:lnTo>
                    <a:pt x="265319" y="31805"/>
                  </a:lnTo>
                  <a:lnTo>
                    <a:pt x="260988" y="28768"/>
                  </a:lnTo>
                  <a:lnTo>
                    <a:pt x="256563" y="25868"/>
                  </a:lnTo>
                  <a:lnTo>
                    <a:pt x="252049" y="23110"/>
                  </a:lnTo>
                  <a:lnTo>
                    <a:pt x="247450" y="20497"/>
                  </a:lnTo>
                  <a:lnTo>
                    <a:pt x="242771" y="18030"/>
                  </a:lnTo>
                  <a:lnTo>
                    <a:pt x="238015" y="15713"/>
                  </a:lnTo>
                  <a:lnTo>
                    <a:pt x="233189" y="13547"/>
                  </a:lnTo>
                  <a:lnTo>
                    <a:pt x="228297" y="11535"/>
                  </a:lnTo>
                  <a:lnTo>
                    <a:pt x="223343" y="9678"/>
                  </a:lnTo>
                  <a:lnTo>
                    <a:pt x="218333" y="7980"/>
                  </a:lnTo>
                  <a:lnTo>
                    <a:pt x="213272" y="6440"/>
                  </a:lnTo>
                  <a:lnTo>
                    <a:pt x="167166" y="167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46106" cy="167167"/>
            </a:xfrm>
            <a:custGeom>
              <a:avLst/>
              <a:pathLst>
                <a:path w="46106" h="167167">
                  <a:moveTo>
                    <a:pt x="46106" y="6483"/>
                  </a:moveTo>
                  <a:lnTo>
                    <a:pt x="39656" y="4771"/>
                  </a:lnTo>
                  <a:lnTo>
                    <a:pt x="33144" y="3318"/>
                  </a:lnTo>
                  <a:lnTo>
                    <a:pt x="26579" y="2126"/>
                  </a:lnTo>
                  <a:lnTo>
                    <a:pt x="19971" y="1197"/>
                  </a:lnTo>
                  <a:lnTo>
                    <a:pt x="13331" y="532"/>
                  </a:lnTo>
                  <a:lnTo>
                    <a:pt x="6671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68473" y="5399291"/>
              <a:ext cx="55070" cy="167167"/>
            </a:xfrm>
            <a:custGeom>
              <a:avLst/>
              <a:pathLst>
                <a:path w="55070" h="167167">
                  <a:moveTo>
                    <a:pt x="55070" y="0"/>
                  </a:moveTo>
                  <a:lnTo>
                    <a:pt x="48836" y="116"/>
                  </a:lnTo>
                  <a:lnTo>
                    <a:pt x="42611" y="464"/>
                  </a:lnTo>
                  <a:lnTo>
                    <a:pt x="36403" y="1045"/>
                  </a:lnTo>
                  <a:lnTo>
                    <a:pt x="30221" y="1857"/>
                  </a:lnTo>
                  <a:lnTo>
                    <a:pt x="24073" y="2898"/>
                  </a:lnTo>
                  <a:lnTo>
                    <a:pt x="17969" y="4169"/>
                  </a:lnTo>
                  <a:lnTo>
                    <a:pt x="11916" y="5665"/>
                  </a:lnTo>
                  <a:lnTo>
                    <a:pt x="5924" y="7387"/>
                  </a:lnTo>
                  <a:lnTo>
                    <a:pt x="0" y="9331"/>
                  </a:lnTo>
                  <a:lnTo>
                    <a:pt x="5507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68473" y="5408623"/>
              <a:ext cx="55070" cy="157836"/>
            </a:xfrm>
            <a:custGeom>
              <a:avLst/>
              <a:pathLst>
                <a:path w="55070" h="157836">
                  <a:moveTo>
                    <a:pt x="0" y="0"/>
                  </a:moveTo>
                  <a:lnTo>
                    <a:pt x="55070" y="157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68473" y="5408623"/>
              <a:ext cx="55070" cy="157836"/>
            </a:xfrm>
            <a:custGeom>
              <a:avLst/>
              <a:pathLst>
                <a:path w="55070" h="157836">
                  <a:moveTo>
                    <a:pt x="0" y="0"/>
                  </a:moveTo>
                  <a:lnTo>
                    <a:pt x="55070" y="157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68473" y="5408623"/>
              <a:ext cx="55070" cy="157836"/>
            </a:xfrm>
            <a:custGeom>
              <a:avLst/>
              <a:pathLst>
                <a:path w="55070" h="157836">
                  <a:moveTo>
                    <a:pt x="0" y="0"/>
                  </a:moveTo>
                  <a:lnTo>
                    <a:pt x="55070" y="157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68473" y="5408623"/>
              <a:ext cx="55070" cy="157836"/>
            </a:xfrm>
            <a:custGeom>
              <a:avLst/>
              <a:pathLst>
                <a:path w="55070" h="157836">
                  <a:moveTo>
                    <a:pt x="0" y="0"/>
                  </a:moveTo>
                  <a:lnTo>
                    <a:pt x="55070" y="1578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68473" y="5408623"/>
              <a:ext cx="55070" cy="157836"/>
            </a:xfrm>
            <a:custGeom>
              <a:avLst/>
              <a:pathLst>
                <a:path w="55070" h="157836">
                  <a:moveTo>
                    <a:pt x="0" y="0"/>
                  </a:moveTo>
                  <a:lnTo>
                    <a:pt x="55070" y="1578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56381" y="5408623"/>
              <a:ext cx="182684" cy="325002"/>
            </a:xfrm>
            <a:custGeom>
              <a:avLst/>
              <a:pathLst>
                <a:path w="182684" h="325002">
                  <a:moveTo>
                    <a:pt x="112092" y="0"/>
                  </a:moveTo>
                  <a:lnTo>
                    <a:pt x="107093" y="1834"/>
                  </a:lnTo>
                  <a:lnTo>
                    <a:pt x="102155" y="3826"/>
                  </a:lnTo>
                  <a:lnTo>
                    <a:pt x="97282" y="5975"/>
                  </a:lnTo>
                  <a:lnTo>
                    <a:pt x="92481" y="8277"/>
                  </a:lnTo>
                  <a:lnTo>
                    <a:pt x="87755" y="10732"/>
                  </a:lnTo>
                  <a:lnTo>
                    <a:pt x="83110" y="13336"/>
                  </a:lnTo>
                  <a:lnTo>
                    <a:pt x="78551" y="16086"/>
                  </a:lnTo>
                  <a:lnTo>
                    <a:pt x="74081" y="18980"/>
                  </a:lnTo>
                  <a:lnTo>
                    <a:pt x="69706" y="22015"/>
                  </a:lnTo>
                  <a:lnTo>
                    <a:pt x="65429" y="25188"/>
                  </a:lnTo>
                  <a:lnTo>
                    <a:pt x="61256" y="28496"/>
                  </a:lnTo>
                  <a:lnTo>
                    <a:pt x="57190" y="31935"/>
                  </a:lnTo>
                  <a:lnTo>
                    <a:pt x="53236" y="35501"/>
                  </a:lnTo>
                  <a:lnTo>
                    <a:pt x="49397" y="39192"/>
                  </a:lnTo>
                  <a:lnTo>
                    <a:pt x="45678" y="43003"/>
                  </a:lnTo>
                  <a:lnTo>
                    <a:pt x="42082" y="46931"/>
                  </a:lnTo>
                  <a:lnTo>
                    <a:pt x="38613" y="50971"/>
                  </a:lnTo>
                  <a:lnTo>
                    <a:pt x="35275" y="55119"/>
                  </a:lnTo>
                  <a:lnTo>
                    <a:pt x="32070" y="59372"/>
                  </a:lnTo>
                  <a:lnTo>
                    <a:pt x="29003" y="63725"/>
                  </a:lnTo>
                  <a:lnTo>
                    <a:pt x="26075" y="68173"/>
                  </a:lnTo>
                  <a:lnTo>
                    <a:pt x="23291" y="72712"/>
                  </a:lnTo>
                  <a:lnTo>
                    <a:pt x="20653" y="77338"/>
                  </a:lnTo>
                  <a:lnTo>
                    <a:pt x="18163" y="82045"/>
                  </a:lnTo>
                  <a:lnTo>
                    <a:pt x="15825" y="86829"/>
                  </a:lnTo>
                  <a:lnTo>
                    <a:pt x="13640" y="91685"/>
                  </a:lnTo>
                  <a:lnTo>
                    <a:pt x="11611" y="96608"/>
                  </a:lnTo>
                  <a:lnTo>
                    <a:pt x="9740" y="101594"/>
                  </a:lnTo>
                  <a:lnTo>
                    <a:pt x="8029" y="106636"/>
                  </a:lnTo>
                  <a:lnTo>
                    <a:pt x="6479" y="111731"/>
                  </a:lnTo>
                  <a:lnTo>
                    <a:pt x="5092" y="116872"/>
                  </a:lnTo>
                  <a:lnTo>
                    <a:pt x="3869" y="122055"/>
                  </a:lnTo>
                  <a:lnTo>
                    <a:pt x="2812" y="127274"/>
                  </a:lnTo>
                  <a:lnTo>
                    <a:pt x="1922" y="132524"/>
                  </a:lnTo>
                  <a:lnTo>
                    <a:pt x="1200" y="137800"/>
                  </a:lnTo>
                  <a:lnTo>
                    <a:pt x="646" y="143096"/>
                  </a:lnTo>
                  <a:lnTo>
                    <a:pt x="261" y="148407"/>
                  </a:lnTo>
                  <a:lnTo>
                    <a:pt x="46" y="153728"/>
                  </a:lnTo>
                  <a:lnTo>
                    <a:pt x="0" y="159052"/>
                  </a:lnTo>
                  <a:lnTo>
                    <a:pt x="123" y="164376"/>
                  </a:lnTo>
                  <a:lnTo>
                    <a:pt x="416" y="169693"/>
                  </a:lnTo>
                  <a:lnTo>
                    <a:pt x="878" y="174998"/>
                  </a:lnTo>
                  <a:lnTo>
                    <a:pt x="1509" y="180285"/>
                  </a:lnTo>
                  <a:lnTo>
                    <a:pt x="2308" y="185550"/>
                  </a:lnTo>
                  <a:lnTo>
                    <a:pt x="3275" y="190787"/>
                  </a:lnTo>
                  <a:lnTo>
                    <a:pt x="4407" y="195990"/>
                  </a:lnTo>
                  <a:lnTo>
                    <a:pt x="5705" y="201154"/>
                  </a:lnTo>
                  <a:lnTo>
                    <a:pt x="7167" y="206275"/>
                  </a:lnTo>
                  <a:lnTo>
                    <a:pt x="8791" y="211346"/>
                  </a:lnTo>
                  <a:lnTo>
                    <a:pt x="10576" y="216363"/>
                  </a:lnTo>
                  <a:lnTo>
                    <a:pt x="12519" y="221321"/>
                  </a:lnTo>
                  <a:lnTo>
                    <a:pt x="14620" y="226214"/>
                  </a:lnTo>
                  <a:lnTo>
                    <a:pt x="16875" y="231038"/>
                  </a:lnTo>
                  <a:lnTo>
                    <a:pt x="19283" y="235788"/>
                  </a:lnTo>
                  <a:lnTo>
                    <a:pt x="21841" y="240458"/>
                  </a:lnTo>
                  <a:lnTo>
                    <a:pt x="24546" y="245045"/>
                  </a:lnTo>
                  <a:lnTo>
                    <a:pt x="27396" y="249543"/>
                  </a:lnTo>
                  <a:lnTo>
                    <a:pt x="30388" y="253948"/>
                  </a:lnTo>
                  <a:lnTo>
                    <a:pt x="33518" y="258255"/>
                  </a:lnTo>
                  <a:lnTo>
                    <a:pt x="36784" y="262461"/>
                  </a:lnTo>
                  <a:lnTo>
                    <a:pt x="40183" y="266561"/>
                  </a:lnTo>
                  <a:lnTo>
                    <a:pt x="43710" y="270550"/>
                  </a:lnTo>
                  <a:lnTo>
                    <a:pt x="47363" y="274425"/>
                  </a:lnTo>
                  <a:lnTo>
                    <a:pt x="51137" y="278181"/>
                  </a:lnTo>
                  <a:lnTo>
                    <a:pt x="55029" y="281816"/>
                  </a:lnTo>
                  <a:lnTo>
                    <a:pt x="59035" y="285324"/>
                  </a:lnTo>
                  <a:lnTo>
                    <a:pt x="63150" y="288703"/>
                  </a:lnTo>
                  <a:lnTo>
                    <a:pt x="67371" y="291950"/>
                  </a:lnTo>
                  <a:lnTo>
                    <a:pt x="71693" y="295060"/>
                  </a:lnTo>
                  <a:lnTo>
                    <a:pt x="76112" y="298031"/>
                  </a:lnTo>
                  <a:lnTo>
                    <a:pt x="80624" y="300860"/>
                  </a:lnTo>
                  <a:lnTo>
                    <a:pt x="85223" y="303544"/>
                  </a:lnTo>
                  <a:lnTo>
                    <a:pt x="89906" y="306080"/>
                  </a:lnTo>
                  <a:lnTo>
                    <a:pt x="94666" y="308465"/>
                  </a:lnTo>
                  <a:lnTo>
                    <a:pt x="99501" y="310698"/>
                  </a:lnTo>
                  <a:lnTo>
                    <a:pt x="104404" y="312775"/>
                  </a:lnTo>
                  <a:lnTo>
                    <a:pt x="109371" y="314695"/>
                  </a:lnTo>
                  <a:lnTo>
                    <a:pt x="114396" y="316457"/>
                  </a:lnTo>
                  <a:lnTo>
                    <a:pt x="119475" y="318057"/>
                  </a:lnTo>
                  <a:lnTo>
                    <a:pt x="124602" y="319494"/>
                  </a:lnTo>
                  <a:lnTo>
                    <a:pt x="129773" y="320768"/>
                  </a:lnTo>
                  <a:lnTo>
                    <a:pt x="134981" y="321876"/>
                  </a:lnTo>
                  <a:lnTo>
                    <a:pt x="140222" y="322818"/>
                  </a:lnTo>
                  <a:lnTo>
                    <a:pt x="145491" y="323592"/>
                  </a:lnTo>
                  <a:lnTo>
                    <a:pt x="150781" y="324198"/>
                  </a:lnTo>
                  <a:lnTo>
                    <a:pt x="156088" y="324636"/>
                  </a:lnTo>
                  <a:lnTo>
                    <a:pt x="161406" y="324904"/>
                  </a:lnTo>
                  <a:lnTo>
                    <a:pt x="166730" y="325002"/>
                  </a:lnTo>
                  <a:lnTo>
                    <a:pt x="172055" y="324931"/>
                  </a:lnTo>
                  <a:lnTo>
                    <a:pt x="177375" y="324691"/>
                  </a:lnTo>
                  <a:lnTo>
                    <a:pt x="182684" y="324281"/>
                  </a:lnTo>
                  <a:lnTo>
                    <a:pt x="167163" y="1578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167149" cy="333612"/>
            </a:xfrm>
            <a:custGeom>
              <a:avLst/>
              <a:pathLst>
                <a:path w="167149" h="333612">
                  <a:moveTo>
                    <a:pt x="15521" y="333612"/>
                  </a:moveTo>
                  <a:lnTo>
                    <a:pt x="20798" y="333036"/>
                  </a:lnTo>
                  <a:lnTo>
                    <a:pt x="26054" y="332292"/>
                  </a:lnTo>
                  <a:lnTo>
                    <a:pt x="31283" y="331381"/>
                  </a:lnTo>
                  <a:lnTo>
                    <a:pt x="36482" y="330305"/>
                  </a:lnTo>
                  <a:lnTo>
                    <a:pt x="41643" y="329064"/>
                  </a:lnTo>
                  <a:lnTo>
                    <a:pt x="46762" y="327660"/>
                  </a:lnTo>
                  <a:lnTo>
                    <a:pt x="51835" y="326095"/>
                  </a:lnTo>
                  <a:lnTo>
                    <a:pt x="56855" y="324369"/>
                  </a:lnTo>
                  <a:lnTo>
                    <a:pt x="61817" y="322484"/>
                  </a:lnTo>
                  <a:lnTo>
                    <a:pt x="66718" y="320443"/>
                  </a:lnTo>
                  <a:lnTo>
                    <a:pt x="71551" y="318248"/>
                  </a:lnTo>
                  <a:lnTo>
                    <a:pt x="76312" y="315900"/>
                  </a:lnTo>
                  <a:lnTo>
                    <a:pt x="80996" y="313402"/>
                  </a:lnTo>
                  <a:lnTo>
                    <a:pt x="85598" y="310756"/>
                  </a:lnTo>
                  <a:lnTo>
                    <a:pt x="90114" y="307966"/>
                  </a:lnTo>
                  <a:lnTo>
                    <a:pt x="94539" y="305034"/>
                  </a:lnTo>
                  <a:lnTo>
                    <a:pt x="98869" y="301963"/>
                  </a:lnTo>
                  <a:lnTo>
                    <a:pt x="103099" y="298755"/>
                  </a:lnTo>
                  <a:lnTo>
                    <a:pt x="107225" y="295416"/>
                  </a:lnTo>
                  <a:lnTo>
                    <a:pt x="111243" y="291946"/>
                  </a:lnTo>
                  <a:lnTo>
                    <a:pt x="115148" y="288351"/>
                  </a:lnTo>
                  <a:lnTo>
                    <a:pt x="118938" y="284634"/>
                  </a:lnTo>
                  <a:lnTo>
                    <a:pt x="122608" y="280799"/>
                  </a:lnTo>
                  <a:lnTo>
                    <a:pt x="126154" y="276848"/>
                  </a:lnTo>
                  <a:lnTo>
                    <a:pt x="129573" y="272787"/>
                  </a:lnTo>
                  <a:lnTo>
                    <a:pt x="132861" y="268620"/>
                  </a:lnTo>
                  <a:lnTo>
                    <a:pt x="136015" y="264350"/>
                  </a:lnTo>
                  <a:lnTo>
                    <a:pt x="139032" y="259983"/>
                  </a:lnTo>
                  <a:lnTo>
                    <a:pt x="141909" y="255522"/>
                  </a:lnTo>
                  <a:lnTo>
                    <a:pt x="144643" y="250971"/>
                  </a:lnTo>
                  <a:lnTo>
                    <a:pt x="147231" y="246336"/>
                  </a:lnTo>
                  <a:lnTo>
                    <a:pt x="149671" y="241622"/>
                  </a:lnTo>
                  <a:lnTo>
                    <a:pt x="151959" y="236832"/>
                  </a:lnTo>
                  <a:lnTo>
                    <a:pt x="154094" y="231972"/>
                  </a:lnTo>
                  <a:lnTo>
                    <a:pt x="156074" y="227047"/>
                  </a:lnTo>
                  <a:lnTo>
                    <a:pt x="157897" y="222061"/>
                  </a:lnTo>
                  <a:lnTo>
                    <a:pt x="159560" y="217020"/>
                  </a:lnTo>
                  <a:lnTo>
                    <a:pt x="161063" y="211929"/>
                  </a:lnTo>
                  <a:lnTo>
                    <a:pt x="162403" y="206792"/>
                  </a:lnTo>
                  <a:lnTo>
                    <a:pt x="163579" y="201616"/>
                  </a:lnTo>
                  <a:lnTo>
                    <a:pt x="164590" y="196404"/>
                  </a:lnTo>
                  <a:lnTo>
                    <a:pt x="165436" y="191164"/>
                  </a:lnTo>
                  <a:lnTo>
                    <a:pt x="166114" y="185899"/>
                  </a:lnTo>
                  <a:lnTo>
                    <a:pt x="166625" y="180615"/>
                  </a:lnTo>
                  <a:lnTo>
                    <a:pt x="166968" y="175318"/>
                  </a:lnTo>
                  <a:lnTo>
                    <a:pt x="167143" y="170012"/>
                  </a:lnTo>
                  <a:lnTo>
                    <a:pt x="167149" y="164704"/>
                  </a:lnTo>
                  <a:lnTo>
                    <a:pt x="166986" y="159398"/>
                  </a:lnTo>
                  <a:lnTo>
                    <a:pt x="166655" y="154100"/>
                  </a:lnTo>
                  <a:lnTo>
                    <a:pt x="166157" y="148815"/>
                  </a:lnTo>
                  <a:lnTo>
                    <a:pt x="165490" y="143549"/>
                  </a:lnTo>
                  <a:lnTo>
                    <a:pt x="164657" y="138306"/>
                  </a:lnTo>
                  <a:lnTo>
                    <a:pt x="163657" y="133092"/>
                  </a:lnTo>
                  <a:lnTo>
                    <a:pt x="162493" y="127913"/>
                  </a:lnTo>
                  <a:lnTo>
                    <a:pt x="161165" y="122774"/>
                  </a:lnTo>
                  <a:lnTo>
                    <a:pt x="159674" y="117679"/>
                  </a:lnTo>
                  <a:lnTo>
                    <a:pt x="158022" y="112634"/>
                  </a:lnTo>
                  <a:lnTo>
                    <a:pt x="156211" y="107644"/>
                  </a:lnTo>
                  <a:lnTo>
                    <a:pt x="154242" y="102714"/>
                  </a:lnTo>
                  <a:lnTo>
                    <a:pt x="152118" y="97850"/>
                  </a:lnTo>
                  <a:lnTo>
                    <a:pt x="149840" y="93055"/>
                  </a:lnTo>
                  <a:lnTo>
                    <a:pt x="147412" y="88334"/>
                  </a:lnTo>
                  <a:lnTo>
                    <a:pt x="144834" y="83694"/>
                  </a:lnTo>
                  <a:lnTo>
                    <a:pt x="142111" y="79137"/>
                  </a:lnTo>
                  <a:lnTo>
                    <a:pt x="139244" y="74669"/>
                  </a:lnTo>
                  <a:lnTo>
                    <a:pt x="136237" y="70295"/>
                  </a:lnTo>
                  <a:lnTo>
                    <a:pt x="133093" y="66018"/>
                  </a:lnTo>
                  <a:lnTo>
                    <a:pt x="129814" y="61843"/>
                  </a:lnTo>
                  <a:lnTo>
                    <a:pt x="126404" y="57774"/>
                  </a:lnTo>
                  <a:lnTo>
                    <a:pt x="122867" y="53816"/>
                  </a:lnTo>
                  <a:lnTo>
                    <a:pt x="119206" y="49972"/>
                  </a:lnTo>
                  <a:lnTo>
                    <a:pt x="115425" y="46246"/>
                  </a:lnTo>
                  <a:lnTo>
                    <a:pt x="111528" y="42642"/>
                  </a:lnTo>
                  <a:lnTo>
                    <a:pt x="107518" y="39164"/>
                  </a:lnTo>
                  <a:lnTo>
                    <a:pt x="103399" y="35815"/>
                  </a:lnTo>
                  <a:lnTo>
                    <a:pt x="99177" y="32598"/>
                  </a:lnTo>
                  <a:lnTo>
                    <a:pt x="94854" y="29517"/>
                  </a:lnTo>
                  <a:lnTo>
                    <a:pt x="90436" y="26574"/>
                  </a:lnTo>
                  <a:lnTo>
                    <a:pt x="85926" y="23774"/>
                  </a:lnTo>
                  <a:lnTo>
                    <a:pt x="81330" y="21118"/>
                  </a:lnTo>
                  <a:lnTo>
                    <a:pt x="76652" y="18609"/>
                  </a:lnTo>
                  <a:lnTo>
                    <a:pt x="71896" y="16250"/>
                  </a:lnTo>
                  <a:lnTo>
                    <a:pt x="67068" y="14044"/>
                  </a:lnTo>
                  <a:lnTo>
                    <a:pt x="62172" y="11991"/>
                  </a:lnTo>
                  <a:lnTo>
                    <a:pt x="57214" y="10095"/>
                  </a:lnTo>
                  <a:lnTo>
                    <a:pt x="52198" y="8358"/>
                  </a:lnTo>
                  <a:lnTo>
                    <a:pt x="47129" y="6781"/>
                  </a:lnTo>
                  <a:lnTo>
                    <a:pt x="42013" y="5365"/>
                  </a:lnTo>
                  <a:lnTo>
                    <a:pt x="36855" y="4113"/>
                  </a:lnTo>
                  <a:lnTo>
                    <a:pt x="31659" y="3025"/>
                  </a:lnTo>
                  <a:lnTo>
                    <a:pt x="26431" y="2102"/>
                  </a:lnTo>
                  <a:lnTo>
                    <a:pt x="21177" y="1346"/>
                  </a:lnTo>
                  <a:lnTo>
                    <a:pt x="15901" y="758"/>
                  </a:lnTo>
                  <a:lnTo>
                    <a:pt x="10610" y="337"/>
                  </a:lnTo>
                  <a:lnTo>
                    <a:pt x="5307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9174" y="5269756"/>
              <a:ext cx="16083" cy="167167"/>
            </a:xfrm>
            <a:custGeom>
              <a:avLst/>
              <a:pathLst>
                <a:path w="16083" h="167167">
                  <a:moveTo>
                    <a:pt x="16083" y="0"/>
                  </a:moveTo>
                  <a:lnTo>
                    <a:pt x="8032" y="194"/>
                  </a:lnTo>
                  <a:lnTo>
                    <a:pt x="0" y="775"/>
                  </a:lnTo>
                  <a:lnTo>
                    <a:pt x="160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9174" y="5270531"/>
              <a:ext cx="16083" cy="166391"/>
            </a:xfrm>
            <a:custGeom>
              <a:avLst/>
              <a:pathLst>
                <a:path w="16083" h="166391">
                  <a:moveTo>
                    <a:pt x="0" y="0"/>
                  </a:moveTo>
                  <a:lnTo>
                    <a:pt x="16083" y="1663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9174" y="5270531"/>
              <a:ext cx="16083" cy="166391"/>
            </a:xfrm>
            <a:custGeom>
              <a:avLst/>
              <a:pathLst>
                <a:path w="16083" h="166391">
                  <a:moveTo>
                    <a:pt x="0" y="0"/>
                  </a:moveTo>
                  <a:lnTo>
                    <a:pt x="16083" y="1663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9174" y="5270531"/>
              <a:ext cx="16083" cy="166391"/>
            </a:xfrm>
            <a:custGeom>
              <a:avLst/>
              <a:pathLst>
                <a:path w="16083" h="166391">
                  <a:moveTo>
                    <a:pt x="0" y="0"/>
                  </a:moveTo>
                  <a:lnTo>
                    <a:pt x="16083" y="1663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29174" y="5270531"/>
              <a:ext cx="16083" cy="166391"/>
            </a:xfrm>
            <a:custGeom>
              <a:avLst/>
              <a:pathLst>
                <a:path w="16083" h="166391">
                  <a:moveTo>
                    <a:pt x="0" y="0"/>
                  </a:moveTo>
                  <a:lnTo>
                    <a:pt x="16083" y="1663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98977" y="5270531"/>
              <a:ext cx="146280" cy="166391"/>
            </a:xfrm>
            <a:custGeom>
              <a:avLst/>
              <a:pathLst>
                <a:path w="146280" h="166391">
                  <a:moveTo>
                    <a:pt x="130197" y="0"/>
                  </a:moveTo>
                  <a:lnTo>
                    <a:pt x="124646" y="630"/>
                  </a:lnTo>
                  <a:lnTo>
                    <a:pt x="119119" y="1445"/>
                  </a:lnTo>
                  <a:lnTo>
                    <a:pt x="113623" y="2445"/>
                  </a:lnTo>
                  <a:lnTo>
                    <a:pt x="108163" y="3628"/>
                  </a:lnTo>
                  <a:lnTo>
                    <a:pt x="102745" y="4992"/>
                  </a:lnTo>
                  <a:lnTo>
                    <a:pt x="97377" y="6537"/>
                  </a:lnTo>
                  <a:lnTo>
                    <a:pt x="92063" y="8260"/>
                  </a:lnTo>
                  <a:lnTo>
                    <a:pt x="86809" y="10160"/>
                  </a:lnTo>
                  <a:lnTo>
                    <a:pt x="81622" y="12235"/>
                  </a:lnTo>
                  <a:lnTo>
                    <a:pt x="76507" y="14481"/>
                  </a:lnTo>
                  <a:lnTo>
                    <a:pt x="71470" y="16898"/>
                  </a:lnTo>
                  <a:lnTo>
                    <a:pt x="66517" y="19481"/>
                  </a:lnTo>
                  <a:lnTo>
                    <a:pt x="61652" y="22228"/>
                  </a:lnTo>
                  <a:lnTo>
                    <a:pt x="56883" y="25136"/>
                  </a:lnTo>
                  <a:lnTo>
                    <a:pt x="52213" y="28202"/>
                  </a:lnTo>
                  <a:lnTo>
                    <a:pt x="47648" y="31423"/>
                  </a:lnTo>
                  <a:lnTo>
                    <a:pt x="43193" y="34794"/>
                  </a:lnTo>
                  <a:lnTo>
                    <a:pt x="38853" y="38312"/>
                  </a:lnTo>
                  <a:lnTo>
                    <a:pt x="34634" y="41973"/>
                  </a:lnTo>
                  <a:lnTo>
                    <a:pt x="30539" y="45773"/>
                  </a:lnTo>
                  <a:lnTo>
                    <a:pt x="26573" y="49708"/>
                  </a:lnTo>
                  <a:lnTo>
                    <a:pt x="22741" y="53773"/>
                  </a:lnTo>
                  <a:lnTo>
                    <a:pt x="19047" y="57964"/>
                  </a:lnTo>
                  <a:lnTo>
                    <a:pt x="15495" y="62276"/>
                  </a:lnTo>
                  <a:lnTo>
                    <a:pt x="12089" y="66704"/>
                  </a:lnTo>
                  <a:lnTo>
                    <a:pt x="8833" y="71243"/>
                  </a:lnTo>
                  <a:lnTo>
                    <a:pt x="5730" y="75889"/>
                  </a:lnTo>
                  <a:lnTo>
                    <a:pt x="2785" y="80636"/>
                  </a:lnTo>
                  <a:lnTo>
                    <a:pt x="0" y="85479"/>
                  </a:lnTo>
                  <a:lnTo>
                    <a:pt x="146280" y="1663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78091" y="5269756"/>
              <a:ext cx="334325" cy="334324"/>
            </a:xfrm>
            <a:custGeom>
              <a:avLst/>
              <a:pathLst>
                <a:path w="334325" h="334324">
                  <a:moveTo>
                    <a:pt x="20886" y="86254"/>
                  </a:moveTo>
                  <a:lnTo>
                    <a:pt x="18401" y="90920"/>
                  </a:lnTo>
                  <a:lnTo>
                    <a:pt x="16065" y="95661"/>
                  </a:lnTo>
                  <a:lnTo>
                    <a:pt x="13879" y="100475"/>
                  </a:lnTo>
                  <a:lnTo>
                    <a:pt x="11847" y="105354"/>
                  </a:lnTo>
                  <a:lnTo>
                    <a:pt x="9971" y="110296"/>
                  </a:lnTo>
                  <a:lnTo>
                    <a:pt x="8251" y="115294"/>
                  </a:lnTo>
                  <a:lnTo>
                    <a:pt x="6691" y="120345"/>
                  </a:lnTo>
                  <a:lnTo>
                    <a:pt x="5290" y="125442"/>
                  </a:lnTo>
                  <a:lnTo>
                    <a:pt x="4052" y="130581"/>
                  </a:lnTo>
                  <a:lnTo>
                    <a:pt x="2977" y="135756"/>
                  </a:lnTo>
                  <a:lnTo>
                    <a:pt x="2066" y="140963"/>
                  </a:lnTo>
                  <a:lnTo>
                    <a:pt x="1320" y="146196"/>
                  </a:lnTo>
                  <a:lnTo>
                    <a:pt x="740" y="151450"/>
                  </a:lnTo>
                  <a:lnTo>
                    <a:pt x="326" y="156720"/>
                  </a:lnTo>
                  <a:lnTo>
                    <a:pt x="79" y="162000"/>
                  </a:lnTo>
                  <a:lnTo>
                    <a:pt x="0" y="167285"/>
                  </a:lnTo>
                  <a:lnTo>
                    <a:pt x="87" y="172571"/>
                  </a:lnTo>
                  <a:lnTo>
                    <a:pt x="341" y="177850"/>
                  </a:lnTo>
                  <a:lnTo>
                    <a:pt x="762" y="183120"/>
                  </a:lnTo>
                  <a:lnTo>
                    <a:pt x="1350" y="188373"/>
                  </a:lnTo>
                  <a:lnTo>
                    <a:pt x="2103" y="193605"/>
                  </a:lnTo>
                  <a:lnTo>
                    <a:pt x="3022" y="198810"/>
                  </a:lnTo>
                  <a:lnTo>
                    <a:pt x="4104" y="203984"/>
                  </a:lnTo>
                  <a:lnTo>
                    <a:pt x="5350" y="209121"/>
                  </a:lnTo>
                  <a:lnTo>
                    <a:pt x="6757" y="214216"/>
                  </a:lnTo>
                  <a:lnTo>
                    <a:pt x="8325" y="219265"/>
                  </a:lnTo>
                  <a:lnTo>
                    <a:pt x="10051" y="224261"/>
                  </a:lnTo>
                  <a:lnTo>
                    <a:pt x="11935" y="229200"/>
                  </a:lnTo>
                  <a:lnTo>
                    <a:pt x="13974" y="234076"/>
                  </a:lnTo>
                  <a:lnTo>
                    <a:pt x="16166" y="238886"/>
                  </a:lnTo>
                  <a:lnTo>
                    <a:pt x="18509" y="243625"/>
                  </a:lnTo>
                  <a:lnTo>
                    <a:pt x="21001" y="248287"/>
                  </a:lnTo>
                  <a:lnTo>
                    <a:pt x="23639" y="252867"/>
                  </a:lnTo>
                  <a:lnTo>
                    <a:pt x="26420" y="257362"/>
                  </a:lnTo>
                  <a:lnTo>
                    <a:pt x="29342" y="261767"/>
                  </a:lnTo>
                  <a:lnTo>
                    <a:pt x="32402" y="266078"/>
                  </a:lnTo>
                  <a:lnTo>
                    <a:pt x="35596" y="270289"/>
                  </a:lnTo>
                  <a:lnTo>
                    <a:pt x="38923" y="274397"/>
                  </a:lnTo>
                  <a:lnTo>
                    <a:pt x="42377" y="278398"/>
                  </a:lnTo>
                  <a:lnTo>
                    <a:pt x="45956" y="282288"/>
                  </a:lnTo>
                  <a:lnTo>
                    <a:pt x="49656" y="286063"/>
                  </a:lnTo>
                  <a:lnTo>
                    <a:pt x="53474" y="289719"/>
                  </a:lnTo>
                  <a:lnTo>
                    <a:pt x="57406" y="293252"/>
                  </a:lnTo>
                  <a:lnTo>
                    <a:pt x="61447" y="296659"/>
                  </a:lnTo>
                  <a:lnTo>
                    <a:pt x="65594" y="299937"/>
                  </a:lnTo>
                  <a:lnTo>
                    <a:pt x="69843" y="303082"/>
                  </a:lnTo>
                  <a:lnTo>
                    <a:pt x="74188" y="306091"/>
                  </a:lnTo>
                  <a:lnTo>
                    <a:pt x="78627" y="308961"/>
                  </a:lnTo>
                  <a:lnTo>
                    <a:pt x="83155" y="311690"/>
                  </a:lnTo>
                  <a:lnTo>
                    <a:pt x="87766" y="314274"/>
                  </a:lnTo>
                  <a:lnTo>
                    <a:pt x="92457" y="316711"/>
                  </a:lnTo>
                  <a:lnTo>
                    <a:pt x="97222" y="318998"/>
                  </a:lnTo>
                  <a:lnTo>
                    <a:pt x="102058" y="321134"/>
                  </a:lnTo>
                  <a:lnTo>
                    <a:pt x="106958" y="323115"/>
                  </a:lnTo>
                  <a:lnTo>
                    <a:pt x="111919" y="324941"/>
                  </a:lnTo>
                  <a:lnTo>
                    <a:pt x="116935" y="326609"/>
                  </a:lnTo>
                  <a:lnTo>
                    <a:pt x="122001" y="328117"/>
                  </a:lnTo>
                  <a:lnTo>
                    <a:pt x="127112" y="329465"/>
                  </a:lnTo>
                  <a:lnTo>
                    <a:pt x="132263" y="330650"/>
                  </a:lnTo>
                  <a:lnTo>
                    <a:pt x="137450" y="331672"/>
                  </a:lnTo>
                  <a:lnTo>
                    <a:pt x="142666" y="332529"/>
                  </a:lnTo>
                  <a:lnTo>
                    <a:pt x="147906" y="333221"/>
                  </a:lnTo>
                  <a:lnTo>
                    <a:pt x="153166" y="333747"/>
                  </a:lnTo>
                  <a:lnTo>
                    <a:pt x="158440" y="334106"/>
                  </a:lnTo>
                  <a:lnTo>
                    <a:pt x="163722" y="334299"/>
                  </a:lnTo>
                  <a:lnTo>
                    <a:pt x="169008" y="334324"/>
                  </a:lnTo>
                  <a:lnTo>
                    <a:pt x="174292" y="334182"/>
                  </a:lnTo>
                  <a:lnTo>
                    <a:pt x="179569" y="333874"/>
                  </a:lnTo>
                  <a:lnTo>
                    <a:pt x="184833" y="333398"/>
                  </a:lnTo>
                  <a:lnTo>
                    <a:pt x="190080" y="332757"/>
                  </a:lnTo>
                  <a:lnTo>
                    <a:pt x="195304" y="331949"/>
                  </a:lnTo>
                  <a:lnTo>
                    <a:pt x="200500" y="330977"/>
                  </a:lnTo>
                  <a:lnTo>
                    <a:pt x="205662" y="329842"/>
                  </a:lnTo>
                  <a:lnTo>
                    <a:pt x="210786" y="328543"/>
                  </a:lnTo>
                  <a:lnTo>
                    <a:pt x="215867" y="327083"/>
                  </a:lnTo>
                  <a:lnTo>
                    <a:pt x="220899" y="325464"/>
                  </a:lnTo>
                  <a:lnTo>
                    <a:pt x="225877" y="323686"/>
                  </a:lnTo>
                  <a:lnTo>
                    <a:pt x="230796" y="321751"/>
                  </a:lnTo>
                  <a:lnTo>
                    <a:pt x="235651" y="319662"/>
                  </a:lnTo>
                  <a:lnTo>
                    <a:pt x="240439" y="317421"/>
                  </a:lnTo>
                  <a:lnTo>
                    <a:pt x="245153" y="315029"/>
                  </a:lnTo>
                  <a:lnTo>
                    <a:pt x="249788" y="312489"/>
                  </a:lnTo>
                  <a:lnTo>
                    <a:pt x="254342" y="309805"/>
                  </a:lnTo>
                  <a:lnTo>
                    <a:pt x="258808" y="306977"/>
                  </a:lnTo>
                  <a:lnTo>
                    <a:pt x="263182" y="304010"/>
                  </a:lnTo>
                  <a:lnTo>
                    <a:pt x="267461" y="300906"/>
                  </a:lnTo>
                  <a:lnTo>
                    <a:pt x="271639" y="297668"/>
                  </a:lnTo>
                  <a:lnTo>
                    <a:pt x="275713" y="294300"/>
                  </a:lnTo>
                  <a:lnTo>
                    <a:pt x="279678" y="290804"/>
                  </a:lnTo>
                  <a:lnTo>
                    <a:pt x="283531" y="287185"/>
                  </a:lnTo>
                  <a:lnTo>
                    <a:pt x="287267" y="283446"/>
                  </a:lnTo>
                  <a:lnTo>
                    <a:pt x="290884" y="279591"/>
                  </a:lnTo>
                  <a:lnTo>
                    <a:pt x="294376" y="275623"/>
                  </a:lnTo>
                  <a:lnTo>
                    <a:pt x="297742" y="271547"/>
                  </a:lnTo>
                  <a:lnTo>
                    <a:pt x="300977" y="267366"/>
                  </a:lnTo>
                  <a:lnTo>
                    <a:pt x="304078" y="263086"/>
                  </a:lnTo>
                  <a:lnTo>
                    <a:pt x="307042" y="258709"/>
                  </a:lnTo>
                  <a:lnTo>
                    <a:pt x="309866" y="254241"/>
                  </a:lnTo>
                  <a:lnTo>
                    <a:pt x="312548" y="249686"/>
                  </a:lnTo>
                  <a:lnTo>
                    <a:pt x="315084" y="245048"/>
                  </a:lnTo>
                  <a:lnTo>
                    <a:pt x="317473" y="240332"/>
                  </a:lnTo>
                  <a:lnTo>
                    <a:pt x="319711" y="235543"/>
                  </a:lnTo>
                  <a:lnTo>
                    <a:pt x="321796" y="230686"/>
                  </a:lnTo>
                  <a:lnTo>
                    <a:pt x="323727" y="225766"/>
                  </a:lnTo>
                  <a:lnTo>
                    <a:pt x="325502" y="220786"/>
                  </a:lnTo>
                  <a:lnTo>
                    <a:pt x="327118" y="215754"/>
                  </a:lnTo>
                  <a:lnTo>
                    <a:pt x="328574" y="210672"/>
                  </a:lnTo>
                  <a:lnTo>
                    <a:pt x="329869" y="205547"/>
                  </a:lnTo>
                  <a:lnTo>
                    <a:pt x="331001" y="200384"/>
                  </a:lnTo>
                  <a:lnTo>
                    <a:pt x="331969" y="195187"/>
                  </a:lnTo>
                  <a:lnTo>
                    <a:pt x="332773" y="189963"/>
                  </a:lnTo>
                  <a:lnTo>
                    <a:pt x="333411" y="184716"/>
                  </a:lnTo>
                  <a:lnTo>
                    <a:pt x="333882" y="179451"/>
                  </a:lnTo>
                  <a:lnTo>
                    <a:pt x="334187" y="174174"/>
                  </a:lnTo>
                  <a:lnTo>
                    <a:pt x="334325" y="168889"/>
                  </a:lnTo>
                  <a:lnTo>
                    <a:pt x="334296" y="163604"/>
                  </a:lnTo>
                  <a:lnTo>
                    <a:pt x="334100" y="158321"/>
                  </a:lnTo>
                  <a:lnTo>
                    <a:pt x="333737" y="153048"/>
                  </a:lnTo>
                  <a:lnTo>
                    <a:pt x="333207" y="147789"/>
                  </a:lnTo>
                  <a:lnTo>
                    <a:pt x="332512" y="142549"/>
                  </a:lnTo>
                  <a:lnTo>
                    <a:pt x="331651" y="137333"/>
                  </a:lnTo>
                  <a:lnTo>
                    <a:pt x="330625" y="132148"/>
                  </a:lnTo>
                  <a:lnTo>
                    <a:pt x="329436" y="126997"/>
                  </a:lnTo>
                  <a:lnTo>
                    <a:pt x="328085" y="121887"/>
                  </a:lnTo>
                  <a:lnTo>
                    <a:pt x="326573" y="116822"/>
                  </a:lnTo>
                  <a:lnTo>
                    <a:pt x="324902" y="111807"/>
                  </a:lnTo>
                  <a:lnTo>
                    <a:pt x="323072" y="106848"/>
                  </a:lnTo>
                  <a:lnTo>
                    <a:pt x="321087" y="101949"/>
                  </a:lnTo>
                  <a:lnTo>
                    <a:pt x="318948" y="97115"/>
                  </a:lnTo>
                  <a:lnTo>
                    <a:pt x="316658" y="92351"/>
                  </a:lnTo>
                  <a:lnTo>
                    <a:pt x="314218" y="87662"/>
                  </a:lnTo>
                  <a:lnTo>
                    <a:pt x="311630" y="83052"/>
                  </a:lnTo>
                  <a:lnTo>
                    <a:pt x="308899" y="78527"/>
                  </a:lnTo>
                  <a:lnTo>
                    <a:pt x="306025" y="74090"/>
                  </a:lnTo>
                  <a:lnTo>
                    <a:pt x="303013" y="69746"/>
                  </a:lnTo>
                  <a:lnTo>
                    <a:pt x="299865" y="65500"/>
                  </a:lnTo>
                  <a:lnTo>
                    <a:pt x="296584" y="61355"/>
                  </a:lnTo>
                  <a:lnTo>
                    <a:pt x="293174" y="57317"/>
                  </a:lnTo>
                  <a:lnTo>
                    <a:pt x="289638" y="53388"/>
                  </a:lnTo>
                  <a:lnTo>
                    <a:pt x="285980" y="49572"/>
                  </a:lnTo>
                  <a:lnTo>
                    <a:pt x="282202" y="45875"/>
                  </a:lnTo>
                  <a:lnTo>
                    <a:pt x="278310" y="42298"/>
                  </a:lnTo>
                  <a:lnTo>
                    <a:pt x="274306" y="38847"/>
                  </a:lnTo>
                  <a:lnTo>
                    <a:pt x="270196" y="35523"/>
                  </a:lnTo>
                  <a:lnTo>
                    <a:pt x="265982" y="32332"/>
                  </a:lnTo>
                  <a:lnTo>
                    <a:pt x="261670" y="29275"/>
                  </a:lnTo>
                  <a:lnTo>
                    <a:pt x="257263" y="26356"/>
                  </a:lnTo>
                  <a:lnTo>
                    <a:pt x="252766" y="23578"/>
                  </a:lnTo>
                  <a:lnTo>
                    <a:pt x="248183" y="20943"/>
                  </a:lnTo>
                  <a:lnTo>
                    <a:pt x="243519" y="18455"/>
                  </a:lnTo>
                  <a:lnTo>
                    <a:pt x="238779" y="16115"/>
                  </a:lnTo>
                  <a:lnTo>
                    <a:pt x="233968" y="13927"/>
                  </a:lnTo>
                  <a:lnTo>
                    <a:pt x="229090" y="11891"/>
                  </a:lnTo>
                  <a:lnTo>
                    <a:pt x="224149" y="10011"/>
                  </a:lnTo>
                  <a:lnTo>
                    <a:pt x="219152" y="8288"/>
                  </a:lnTo>
                  <a:lnTo>
                    <a:pt x="214103" y="6724"/>
                  </a:lnTo>
                  <a:lnTo>
                    <a:pt x="209007" y="5320"/>
                  </a:lnTo>
                  <a:lnTo>
                    <a:pt x="203869" y="4078"/>
                  </a:lnTo>
                  <a:lnTo>
                    <a:pt x="198694" y="2999"/>
                  </a:lnTo>
                  <a:lnTo>
                    <a:pt x="193488" y="2085"/>
                  </a:lnTo>
                  <a:lnTo>
                    <a:pt x="188255" y="1335"/>
                  </a:lnTo>
                  <a:lnTo>
                    <a:pt x="183002" y="751"/>
                  </a:lnTo>
                  <a:lnTo>
                    <a:pt x="177732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88782" y="5018213"/>
              <a:ext cx="32256" cy="167167"/>
            </a:xfrm>
            <a:custGeom>
              <a:avLst/>
              <a:pathLst>
                <a:path w="32256" h="167167">
                  <a:moveTo>
                    <a:pt x="32256" y="0"/>
                  </a:moveTo>
                  <a:lnTo>
                    <a:pt x="25765" y="126"/>
                  </a:lnTo>
                  <a:lnTo>
                    <a:pt x="19285" y="503"/>
                  </a:lnTo>
                  <a:lnTo>
                    <a:pt x="12824" y="1133"/>
                  </a:lnTo>
                  <a:lnTo>
                    <a:pt x="6392" y="2012"/>
                  </a:lnTo>
                  <a:lnTo>
                    <a:pt x="0" y="3141"/>
                  </a:lnTo>
                  <a:lnTo>
                    <a:pt x="322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8782" y="5021354"/>
              <a:ext cx="32256" cy="164025"/>
            </a:xfrm>
            <a:custGeom>
              <a:avLst/>
              <a:pathLst>
                <a:path w="32256" h="164025">
                  <a:moveTo>
                    <a:pt x="0" y="0"/>
                  </a:moveTo>
                  <a:lnTo>
                    <a:pt x="32256" y="164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88782" y="5021354"/>
              <a:ext cx="32256" cy="164025"/>
            </a:xfrm>
            <a:custGeom>
              <a:avLst/>
              <a:pathLst>
                <a:path w="32256" h="164025">
                  <a:moveTo>
                    <a:pt x="0" y="0"/>
                  </a:moveTo>
                  <a:lnTo>
                    <a:pt x="32256" y="1640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88782" y="5021354"/>
              <a:ext cx="32256" cy="164025"/>
            </a:xfrm>
            <a:custGeom>
              <a:avLst/>
              <a:pathLst>
                <a:path w="32256" h="164025">
                  <a:moveTo>
                    <a:pt x="0" y="0"/>
                  </a:moveTo>
                  <a:lnTo>
                    <a:pt x="32256" y="1640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3887" y="5021354"/>
              <a:ext cx="167151" cy="198537"/>
            </a:xfrm>
            <a:custGeom>
              <a:avLst/>
              <a:pathLst>
                <a:path w="167151" h="198537">
                  <a:moveTo>
                    <a:pt x="134894" y="0"/>
                  </a:moveTo>
                  <a:lnTo>
                    <a:pt x="129608" y="1128"/>
                  </a:lnTo>
                  <a:lnTo>
                    <a:pt x="124361" y="2427"/>
                  </a:lnTo>
                  <a:lnTo>
                    <a:pt x="119158" y="3895"/>
                  </a:lnTo>
                  <a:lnTo>
                    <a:pt x="114006" y="5531"/>
                  </a:lnTo>
                  <a:lnTo>
                    <a:pt x="108909" y="7332"/>
                  </a:lnTo>
                  <a:lnTo>
                    <a:pt x="103873" y="9297"/>
                  </a:lnTo>
                  <a:lnTo>
                    <a:pt x="98904" y="11424"/>
                  </a:lnTo>
                  <a:lnTo>
                    <a:pt x="94005" y="13710"/>
                  </a:lnTo>
                  <a:lnTo>
                    <a:pt x="89184" y="16154"/>
                  </a:lnTo>
                  <a:lnTo>
                    <a:pt x="84443" y="18752"/>
                  </a:lnTo>
                  <a:lnTo>
                    <a:pt x="79790" y="21502"/>
                  </a:lnTo>
                  <a:lnTo>
                    <a:pt x="75227" y="24401"/>
                  </a:lnTo>
                  <a:lnTo>
                    <a:pt x="70761" y="27446"/>
                  </a:lnTo>
                  <a:lnTo>
                    <a:pt x="66395" y="30634"/>
                  </a:lnTo>
                  <a:lnTo>
                    <a:pt x="62135" y="33961"/>
                  </a:lnTo>
                  <a:lnTo>
                    <a:pt x="57985" y="37425"/>
                  </a:lnTo>
                  <a:lnTo>
                    <a:pt x="53948" y="41021"/>
                  </a:lnTo>
                  <a:lnTo>
                    <a:pt x="50031" y="44745"/>
                  </a:lnTo>
                  <a:lnTo>
                    <a:pt x="46235" y="48594"/>
                  </a:lnTo>
                  <a:lnTo>
                    <a:pt x="42566" y="52564"/>
                  </a:lnTo>
                  <a:lnTo>
                    <a:pt x="39028" y="56650"/>
                  </a:lnTo>
                  <a:lnTo>
                    <a:pt x="35623" y="60849"/>
                  </a:lnTo>
                  <a:lnTo>
                    <a:pt x="32356" y="65155"/>
                  </a:lnTo>
                  <a:lnTo>
                    <a:pt x="29229" y="69565"/>
                  </a:lnTo>
                  <a:lnTo>
                    <a:pt x="26247" y="74074"/>
                  </a:lnTo>
                  <a:lnTo>
                    <a:pt x="23413" y="78677"/>
                  </a:lnTo>
                  <a:lnTo>
                    <a:pt x="20728" y="83369"/>
                  </a:lnTo>
                  <a:lnTo>
                    <a:pt x="18197" y="88145"/>
                  </a:lnTo>
                  <a:lnTo>
                    <a:pt x="15822" y="93001"/>
                  </a:lnTo>
                  <a:lnTo>
                    <a:pt x="13604" y="97931"/>
                  </a:lnTo>
                  <a:lnTo>
                    <a:pt x="11548" y="102930"/>
                  </a:lnTo>
                  <a:lnTo>
                    <a:pt x="9654" y="107993"/>
                  </a:lnTo>
                  <a:lnTo>
                    <a:pt x="7924" y="113115"/>
                  </a:lnTo>
                  <a:lnTo>
                    <a:pt x="6362" y="118289"/>
                  </a:lnTo>
                  <a:lnTo>
                    <a:pt x="4967" y="123512"/>
                  </a:lnTo>
                  <a:lnTo>
                    <a:pt x="3742" y="128777"/>
                  </a:lnTo>
                  <a:lnTo>
                    <a:pt x="2688" y="134079"/>
                  </a:lnTo>
                  <a:lnTo>
                    <a:pt x="1805" y="139412"/>
                  </a:lnTo>
                  <a:lnTo>
                    <a:pt x="1096" y="144771"/>
                  </a:lnTo>
                  <a:lnTo>
                    <a:pt x="560" y="150150"/>
                  </a:lnTo>
                  <a:lnTo>
                    <a:pt x="199" y="155543"/>
                  </a:lnTo>
                  <a:lnTo>
                    <a:pt x="12" y="160946"/>
                  </a:lnTo>
                  <a:lnTo>
                    <a:pt x="0" y="166351"/>
                  </a:lnTo>
                  <a:lnTo>
                    <a:pt x="162" y="171754"/>
                  </a:lnTo>
                  <a:lnTo>
                    <a:pt x="499" y="177150"/>
                  </a:lnTo>
                  <a:lnTo>
                    <a:pt x="1011" y="182531"/>
                  </a:lnTo>
                  <a:lnTo>
                    <a:pt x="1696" y="187893"/>
                  </a:lnTo>
                  <a:lnTo>
                    <a:pt x="2554" y="193230"/>
                  </a:lnTo>
                  <a:lnTo>
                    <a:pt x="3584" y="198537"/>
                  </a:lnTo>
                  <a:lnTo>
                    <a:pt x="167151" y="1640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7472" y="5018213"/>
              <a:ext cx="330714" cy="334334"/>
            </a:xfrm>
            <a:custGeom>
              <a:avLst/>
              <a:pathLst>
                <a:path w="330714" h="334334">
                  <a:moveTo>
                    <a:pt x="0" y="201678"/>
                  </a:moveTo>
                  <a:lnTo>
                    <a:pt x="1176" y="206848"/>
                  </a:lnTo>
                  <a:lnTo>
                    <a:pt x="2517" y="211979"/>
                  </a:lnTo>
                  <a:lnTo>
                    <a:pt x="4019" y="217064"/>
                  </a:lnTo>
                  <a:lnTo>
                    <a:pt x="5682" y="222099"/>
                  </a:lnTo>
                  <a:lnTo>
                    <a:pt x="7503" y="227079"/>
                  </a:lnTo>
                  <a:lnTo>
                    <a:pt x="9482" y="231999"/>
                  </a:lnTo>
                  <a:lnTo>
                    <a:pt x="11616" y="236853"/>
                  </a:lnTo>
                  <a:lnTo>
                    <a:pt x="13902" y="241637"/>
                  </a:lnTo>
                  <a:lnTo>
                    <a:pt x="16340" y="246346"/>
                  </a:lnTo>
                  <a:lnTo>
                    <a:pt x="18925" y="250976"/>
                  </a:lnTo>
                  <a:lnTo>
                    <a:pt x="21656" y="255521"/>
                  </a:lnTo>
                  <a:lnTo>
                    <a:pt x="24529" y="259978"/>
                  </a:lnTo>
                  <a:lnTo>
                    <a:pt x="27543" y="264341"/>
                  </a:lnTo>
                  <a:lnTo>
                    <a:pt x="30693" y="268606"/>
                  </a:lnTo>
                  <a:lnTo>
                    <a:pt x="33978" y="272769"/>
                  </a:lnTo>
                  <a:lnTo>
                    <a:pt x="37392" y="276826"/>
                  </a:lnTo>
                  <a:lnTo>
                    <a:pt x="40933" y="280773"/>
                  </a:lnTo>
                  <a:lnTo>
                    <a:pt x="44598" y="284605"/>
                  </a:lnTo>
                  <a:lnTo>
                    <a:pt x="48383" y="288319"/>
                  </a:lnTo>
                  <a:lnTo>
                    <a:pt x="52283" y="291911"/>
                  </a:lnTo>
                  <a:lnTo>
                    <a:pt x="56296" y="295378"/>
                  </a:lnTo>
                  <a:lnTo>
                    <a:pt x="60416" y="298716"/>
                  </a:lnTo>
                  <a:lnTo>
                    <a:pt x="64640" y="301921"/>
                  </a:lnTo>
                  <a:lnTo>
                    <a:pt x="68964" y="304991"/>
                  </a:lnTo>
                  <a:lnTo>
                    <a:pt x="73383" y="307922"/>
                  </a:lnTo>
                  <a:lnTo>
                    <a:pt x="77892" y="310711"/>
                  </a:lnTo>
                  <a:lnTo>
                    <a:pt x="82488" y="313356"/>
                  </a:lnTo>
                  <a:lnTo>
                    <a:pt x="87165" y="315854"/>
                  </a:lnTo>
                  <a:lnTo>
                    <a:pt x="91919" y="318203"/>
                  </a:lnTo>
                  <a:lnTo>
                    <a:pt x="96746" y="320399"/>
                  </a:lnTo>
                  <a:lnTo>
                    <a:pt x="101639" y="322441"/>
                  </a:lnTo>
                  <a:lnTo>
                    <a:pt x="106595" y="324327"/>
                  </a:lnTo>
                  <a:lnTo>
                    <a:pt x="111608" y="326055"/>
                  </a:lnTo>
                  <a:lnTo>
                    <a:pt x="116674" y="327623"/>
                  </a:lnTo>
                  <a:lnTo>
                    <a:pt x="121786" y="329029"/>
                  </a:lnTo>
                  <a:lnTo>
                    <a:pt x="126941" y="330273"/>
                  </a:lnTo>
                  <a:lnTo>
                    <a:pt x="132133" y="331353"/>
                  </a:lnTo>
                  <a:lnTo>
                    <a:pt x="137356" y="332267"/>
                  </a:lnTo>
                  <a:lnTo>
                    <a:pt x="142605" y="333015"/>
                  </a:lnTo>
                  <a:lnTo>
                    <a:pt x="147876" y="333596"/>
                  </a:lnTo>
                  <a:lnTo>
                    <a:pt x="153162" y="334010"/>
                  </a:lnTo>
                  <a:lnTo>
                    <a:pt x="158459" y="334256"/>
                  </a:lnTo>
                  <a:lnTo>
                    <a:pt x="163761" y="334334"/>
                  </a:lnTo>
                  <a:lnTo>
                    <a:pt x="169063" y="334244"/>
                  </a:lnTo>
                  <a:lnTo>
                    <a:pt x="174359" y="333986"/>
                  </a:lnTo>
                  <a:lnTo>
                    <a:pt x="179645" y="333559"/>
                  </a:lnTo>
                  <a:lnTo>
                    <a:pt x="184914" y="332966"/>
                  </a:lnTo>
                  <a:lnTo>
                    <a:pt x="190162" y="332205"/>
                  </a:lnTo>
                  <a:lnTo>
                    <a:pt x="195383" y="331279"/>
                  </a:lnTo>
                  <a:lnTo>
                    <a:pt x="200572" y="330187"/>
                  </a:lnTo>
                  <a:lnTo>
                    <a:pt x="205723" y="328931"/>
                  </a:lnTo>
                  <a:lnTo>
                    <a:pt x="210833" y="327513"/>
                  </a:lnTo>
                  <a:lnTo>
                    <a:pt x="215894" y="325933"/>
                  </a:lnTo>
                  <a:lnTo>
                    <a:pt x="220904" y="324193"/>
                  </a:lnTo>
                  <a:lnTo>
                    <a:pt x="225855" y="322296"/>
                  </a:lnTo>
                  <a:lnTo>
                    <a:pt x="230744" y="320242"/>
                  </a:lnTo>
                  <a:lnTo>
                    <a:pt x="235565" y="318035"/>
                  </a:lnTo>
                  <a:lnTo>
                    <a:pt x="240314" y="315675"/>
                  </a:lnTo>
                  <a:lnTo>
                    <a:pt x="244985" y="313166"/>
                  </a:lnTo>
                  <a:lnTo>
                    <a:pt x="249575" y="310511"/>
                  </a:lnTo>
                  <a:lnTo>
                    <a:pt x="254078" y="307711"/>
                  </a:lnTo>
                  <a:lnTo>
                    <a:pt x="258490" y="304769"/>
                  </a:lnTo>
                  <a:lnTo>
                    <a:pt x="262806" y="301689"/>
                  </a:lnTo>
                  <a:lnTo>
                    <a:pt x="267023" y="298474"/>
                  </a:lnTo>
                  <a:lnTo>
                    <a:pt x="271135" y="295127"/>
                  </a:lnTo>
                  <a:lnTo>
                    <a:pt x="275140" y="291651"/>
                  </a:lnTo>
                  <a:lnTo>
                    <a:pt x="279032" y="288050"/>
                  </a:lnTo>
                  <a:lnTo>
                    <a:pt x="282807" y="284327"/>
                  </a:lnTo>
                  <a:lnTo>
                    <a:pt x="286463" y="280486"/>
                  </a:lnTo>
                  <a:lnTo>
                    <a:pt x="289995" y="276531"/>
                  </a:lnTo>
                  <a:lnTo>
                    <a:pt x="293400" y="272466"/>
                  </a:lnTo>
                  <a:lnTo>
                    <a:pt x="296675" y="268295"/>
                  </a:lnTo>
                  <a:lnTo>
                    <a:pt x="299815" y="264023"/>
                  </a:lnTo>
                  <a:lnTo>
                    <a:pt x="302819" y="259653"/>
                  </a:lnTo>
                  <a:lnTo>
                    <a:pt x="305682" y="255190"/>
                  </a:lnTo>
                  <a:lnTo>
                    <a:pt x="308402" y="250638"/>
                  </a:lnTo>
                  <a:lnTo>
                    <a:pt x="310977" y="246002"/>
                  </a:lnTo>
                  <a:lnTo>
                    <a:pt x="313403" y="241287"/>
                  </a:lnTo>
                  <a:lnTo>
                    <a:pt x="315678" y="236498"/>
                  </a:lnTo>
                  <a:lnTo>
                    <a:pt x="317801" y="231638"/>
                  </a:lnTo>
                  <a:lnTo>
                    <a:pt x="319768" y="226714"/>
                  </a:lnTo>
                  <a:lnTo>
                    <a:pt x="321578" y="221730"/>
                  </a:lnTo>
                  <a:lnTo>
                    <a:pt x="323229" y="216691"/>
                  </a:lnTo>
                  <a:lnTo>
                    <a:pt x="324719" y="211602"/>
                  </a:lnTo>
                  <a:lnTo>
                    <a:pt x="326048" y="206469"/>
                  </a:lnTo>
                  <a:lnTo>
                    <a:pt x="327212" y="201296"/>
                  </a:lnTo>
                  <a:lnTo>
                    <a:pt x="328212" y="196088"/>
                  </a:lnTo>
                  <a:lnTo>
                    <a:pt x="329047" y="190852"/>
                  </a:lnTo>
                  <a:lnTo>
                    <a:pt x="329715" y="185592"/>
                  </a:lnTo>
                  <a:lnTo>
                    <a:pt x="330216" y="180313"/>
                  </a:lnTo>
                  <a:lnTo>
                    <a:pt x="330549" y="175021"/>
                  </a:lnTo>
                  <a:lnTo>
                    <a:pt x="330714" y="169721"/>
                  </a:lnTo>
                  <a:lnTo>
                    <a:pt x="330711" y="164418"/>
                  </a:lnTo>
                  <a:lnTo>
                    <a:pt x="330539" y="159118"/>
                  </a:lnTo>
                  <a:lnTo>
                    <a:pt x="330200" y="153826"/>
                  </a:lnTo>
                  <a:lnTo>
                    <a:pt x="329693" y="148548"/>
                  </a:lnTo>
                  <a:lnTo>
                    <a:pt x="329019" y="143289"/>
                  </a:lnTo>
                  <a:lnTo>
                    <a:pt x="328178" y="138053"/>
                  </a:lnTo>
                  <a:lnTo>
                    <a:pt x="327172" y="132847"/>
                  </a:lnTo>
                  <a:lnTo>
                    <a:pt x="326001" y="127675"/>
                  </a:lnTo>
                  <a:lnTo>
                    <a:pt x="324667" y="122543"/>
                  </a:lnTo>
                  <a:lnTo>
                    <a:pt x="323171" y="117456"/>
                  </a:lnTo>
                  <a:lnTo>
                    <a:pt x="321514" y="112419"/>
                  </a:lnTo>
                  <a:lnTo>
                    <a:pt x="319698" y="107437"/>
                  </a:lnTo>
                  <a:lnTo>
                    <a:pt x="317725" y="102515"/>
                  </a:lnTo>
                  <a:lnTo>
                    <a:pt x="315597" y="97658"/>
                  </a:lnTo>
                  <a:lnTo>
                    <a:pt x="313316" y="92872"/>
                  </a:lnTo>
                  <a:lnTo>
                    <a:pt x="310884" y="88159"/>
                  </a:lnTo>
                  <a:lnTo>
                    <a:pt x="308304" y="83527"/>
                  </a:lnTo>
                  <a:lnTo>
                    <a:pt x="305579" y="78978"/>
                  </a:lnTo>
                  <a:lnTo>
                    <a:pt x="302710" y="74519"/>
                  </a:lnTo>
                  <a:lnTo>
                    <a:pt x="299702" y="70152"/>
                  </a:lnTo>
                  <a:lnTo>
                    <a:pt x="296557" y="65883"/>
                  </a:lnTo>
                  <a:lnTo>
                    <a:pt x="293277" y="61716"/>
                  </a:lnTo>
                  <a:lnTo>
                    <a:pt x="289868" y="57655"/>
                  </a:lnTo>
                  <a:lnTo>
                    <a:pt x="286331" y="53705"/>
                  </a:lnTo>
                  <a:lnTo>
                    <a:pt x="282670" y="49868"/>
                  </a:lnTo>
                  <a:lnTo>
                    <a:pt x="278890" y="46150"/>
                  </a:lnTo>
                  <a:lnTo>
                    <a:pt x="274994" y="42553"/>
                  </a:lnTo>
                  <a:lnTo>
                    <a:pt x="270986" y="39081"/>
                  </a:lnTo>
                  <a:lnTo>
                    <a:pt x="266869" y="35739"/>
                  </a:lnTo>
                  <a:lnTo>
                    <a:pt x="262649" y="32529"/>
                  </a:lnTo>
                  <a:lnTo>
                    <a:pt x="258329" y="29454"/>
                  </a:lnTo>
                  <a:lnTo>
                    <a:pt x="253913" y="26518"/>
                  </a:lnTo>
                  <a:lnTo>
                    <a:pt x="249407" y="23723"/>
                  </a:lnTo>
                  <a:lnTo>
                    <a:pt x="244814" y="21072"/>
                  </a:lnTo>
                  <a:lnTo>
                    <a:pt x="240140" y="18569"/>
                  </a:lnTo>
                  <a:lnTo>
                    <a:pt x="235389" y="16215"/>
                  </a:lnTo>
                  <a:lnTo>
                    <a:pt x="230565" y="14013"/>
                  </a:lnTo>
                  <a:lnTo>
                    <a:pt x="225674" y="11965"/>
                  </a:lnTo>
                  <a:lnTo>
                    <a:pt x="220720" y="10074"/>
                  </a:lnTo>
                  <a:lnTo>
                    <a:pt x="215709" y="8340"/>
                  </a:lnTo>
                  <a:lnTo>
                    <a:pt x="210645" y="6766"/>
                  </a:lnTo>
                  <a:lnTo>
                    <a:pt x="205534" y="5353"/>
                  </a:lnTo>
                  <a:lnTo>
                    <a:pt x="200381" y="4104"/>
                  </a:lnTo>
                  <a:lnTo>
                    <a:pt x="195191" y="3018"/>
                  </a:lnTo>
                  <a:lnTo>
                    <a:pt x="189969" y="2098"/>
                  </a:lnTo>
                  <a:lnTo>
                    <a:pt x="184720" y="1343"/>
                  </a:lnTo>
                  <a:lnTo>
                    <a:pt x="179450" y="756"/>
                  </a:lnTo>
                  <a:lnTo>
                    <a:pt x="174164" y="336"/>
                  </a:lnTo>
                  <a:lnTo>
                    <a:pt x="168868" y="84"/>
                  </a:lnTo>
                  <a:lnTo>
                    <a:pt x="163566" y="0"/>
                  </a:lnTo>
                  <a:lnTo>
                    <a:pt x="1635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36179" y="4659281"/>
              <a:ext cx="87055" cy="167167"/>
            </a:xfrm>
            <a:custGeom>
              <a:avLst/>
              <a:pathLst>
                <a:path w="87055" h="167167">
                  <a:moveTo>
                    <a:pt x="87055" y="0"/>
                  </a:moveTo>
                  <a:lnTo>
                    <a:pt x="81333" y="97"/>
                  </a:lnTo>
                  <a:lnTo>
                    <a:pt x="75618" y="391"/>
                  </a:lnTo>
                  <a:lnTo>
                    <a:pt x="69916" y="880"/>
                  </a:lnTo>
                  <a:lnTo>
                    <a:pt x="64235" y="1564"/>
                  </a:lnTo>
                  <a:lnTo>
                    <a:pt x="58580" y="2443"/>
                  </a:lnTo>
                  <a:lnTo>
                    <a:pt x="52959" y="3514"/>
                  </a:lnTo>
                  <a:lnTo>
                    <a:pt x="47377" y="4777"/>
                  </a:lnTo>
                  <a:lnTo>
                    <a:pt x="41842" y="6230"/>
                  </a:lnTo>
                  <a:lnTo>
                    <a:pt x="36360" y="7872"/>
                  </a:lnTo>
                  <a:lnTo>
                    <a:pt x="30938" y="9700"/>
                  </a:lnTo>
                  <a:lnTo>
                    <a:pt x="25581" y="11713"/>
                  </a:lnTo>
                  <a:lnTo>
                    <a:pt x="20296" y="13908"/>
                  </a:lnTo>
                  <a:lnTo>
                    <a:pt x="15089" y="16283"/>
                  </a:lnTo>
                  <a:lnTo>
                    <a:pt x="9967" y="18835"/>
                  </a:lnTo>
                  <a:lnTo>
                    <a:pt x="4935" y="21560"/>
                  </a:lnTo>
                  <a:lnTo>
                    <a:pt x="0" y="24456"/>
                  </a:lnTo>
                  <a:lnTo>
                    <a:pt x="870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36179" y="4683738"/>
              <a:ext cx="87055" cy="142710"/>
            </a:xfrm>
            <a:custGeom>
              <a:avLst/>
              <a:pathLst>
                <a:path w="87055" h="142710">
                  <a:moveTo>
                    <a:pt x="0" y="0"/>
                  </a:moveTo>
                  <a:lnTo>
                    <a:pt x="87055" y="1427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36179" y="4683738"/>
              <a:ext cx="87055" cy="142710"/>
            </a:xfrm>
            <a:custGeom>
              <a:avLst/>
              <a:pathLst>
                <a:path w="87055" h="142710">
                  <a:moveTo>
                    <a:pt x="0" y="0"/>
                  </a:moveTo>
                  <a:lnTo>
                    <a:pt x="87055" y="1427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256068" y="4683738"/>
              <a:ext cx="273263" cy="309863"/>
            </a:xfrm>
            <a:custGeom>
              <a:avLst/>
              <a:pathLst>
                <a:path w="273263" h="309863">
                  <a:moveTo>
                    <a:pt x="80110" y="0"/>
                  </a:moveTo>
                  <a:lnTo>
                    <a:pt x="75609" y="2845"/>
                  </a:lnTo>
                  <a:lnTo>
                    <a:pt x="71200" y="5832"/>
                  </a:lnTo>
                  <a:lnTo>
                    <a:pt x="66889" y="8959"/>
                  </a:lnTo>
                  <a:lnTo>
                    <a:pt x="62679" y="12221"/>
                  </a:lnTo>
                  <a:lnTo>
                    <a:pt x="58576" y="15615"/>
                  </a:lnTo>
                  <a:lnTo>
                    <a:pt x="54583" y="19138"/>
                  </a:lnTo>
                  <a:lnTo>
                    <a:pt x="50704" y="22787"/>
                  </a:lnTo>
                  <a:lnTo>
                    <a:pt x="46943" y="26558"/>
                  </a:lnTo>
                  <a:lnTo>
                    <a:pt x="43304" y="30446"/>
                  </a:lnTo>
                  <a:lnTo>
                    <a:pt x="39791" y="34449"/>
                  </a:lnTo>
                  <a:lnTo>
                    <a:pt x="36407" y="38561"/>
                  </a:lnTo>
                  <a:lnTo>
                    <a:pt x="33156" y="42779"/>
                  </a:lnTo>
                  <a:lnTo>
                    <a:pt x="30041" y="47098"/>
                  </a:lnTo>
                  <a:lnTo>
                    <a:pt x="27065" y="51514"/>
                  </a:lnTo>
                  <a:lnTo>
                    <a:pt x="24231" y="56023"/>
                  </a:lnTo>
                  <a:lnTo>
                    <a:pt x="21542" y="60620"/>
                  </a:lnTo>
                  <a:lnTo>
                    <a:pt x="19001" y="65301"/>
                  </a:lnTo>
                  <a:lnTo>
                    <a:pt x="16611" y="70059"/>
                  </a:lnTo>
                  <a:lnTo>
                    <a:pt x="14373" y="74892"/>
                  </a:lnTo>
                  <a:lnTo>
                    <a:pt x="12290" y="79793"/>
                  </a:lnTo>
                  <a:lnTo>
                    <a:pt x="10365" y="84758"/>
                  </a:lnTo>
                  <a:lnTo>
                    <a:pt x="8599" y="89782"/>
                  </a:lnTo>
                  <a:lnTo>
                    <a:pt x="6993" y="94860"/>
                  </a:lnTo>
                  <a:lnTo>
                    <a:pt x="5550" y="99986"/>
                  </a:lnTo>
                  <a:lnTo>
                    <a:pt x="4271" y="105156"/>
                  </a:lnTo>
                  <a:lnTo>
                    <a:pt x="3158" y="110364"/>
                  </a:lnTo>
                  <a:lnTo>
                    <a:pt x="2211" y="115604"/>
                  </a:lnTo>
                  <a:lnTo>
                    <a:pt x="1431" y="120872"/>
                  </a:lnTo>
                  <a:lnTo>
                    <a:pt x="819" y="126163"/>
                  </a:lnTo>
                  <a:lnTo>
                    <a:pt x="377" y="131470"/>
                  </a:lnTo>
                  <a:lnTo>
                    <a:pt x="103" y="136788"/>
                  </a:lnTo>
                  <a:lnTo>
                    <a:pt x="0" y="142113"/>
                  </a:lnTo>
                  <a:lnTo>
                    <a:pt x="65" y="147438"/>
                  </a:lnTo>
                  <a:lnTo>
                    <a:pt x="301" y="152758"/>
                  </a:lnTo>
                  <a:lnTo>
                    <a:pt x="705" y="158068"/>
                  </a:lnTo>
                  <a:lnTo>
                    <a:pt x="1279" y="163363"/>
                  </a:lnTo>
                  <a:lnTo>
                    <a:pt x="2021" y="168636"/>
                  </a:lnTo>
                  <a:lnTo>
                    <a:pt x="2931" y="173883"/>
                  </a:lnTo>
                  <a:lnTo>
                    <a:pt x="4007" y="179099"/>
                  </a:lnTo>
                  <a:lnTo>
                    <a:pt x="5249" y="184278"/>
                  </a:lnTo>
                  <a:lnTo>
                    <a:pt x="6655" y="189414"/>
                  </a:lnTo>
                  <a:lnTo>
                    <a:pt x="8224" y="194503"/>
                  </a:lnTo>
                  <a:lnTo>
                    <a:pt x="9955" y="199540"/>
                  </a:lnTo>
                  <a:lnTo>
                    <a:pt x="11845" y="204519"/>
                  </a:lnTo>
                  <a:lnTo>
                    <a:pt x="13892" y="209435"/>
                  </a:lnTo>
                  <a:lnTo>
                    <a:pt x="16095" y="214283"/>
                  </a:lnTo>
                  <a:lnTo>
                    <a:pt x="18452" y="219059"/>
                  </a:lnTo>
                  <a:lnTo>
                    <a:pt x="20959" y="223757"/>
                  </a:lnTo>
                  <a:lnTo>
                    <a:pt x="23615" y="228373"/>
                  </a:lnTo>
                  <a:lnTo>
                    <a:pt x="26417" y="232902"/>
                  </a:lnTo>
                  <a:lnTo>
                    <a:pt x="29361" y="237340"/>
                  </a:lnTo>
                  <a:lnTo>
                    <a:pt x="32445" y="241681"/>
                  </a:lnTo>
                  <a:lnTo>
                    <a:pt x="35666" y="245922"/>
                  </a:lnTo>
                  <a:lnTo>
                    <a:pt x="39020" y="250059"/>
                  </a:lnTo>
                  <a:lnTo>
                    <a:pt x="42505" y="254086"/>
                  </a:lnTo>
                  <a:lnTo>
                    <a:pt x="46116" y="258000"/>
                  </a:lnTo>
                  <a:lnTo>
                    <a:pt x="49849" y="261798"/>
                  </a:lnTo>
                  <a:lnTo>
                    <a:pt x="53702" y="265474"/>
                  </a:lnTo>
                  <a:lnTo>
                    <a:pt x="57670" y="269026"/>
                  </a:lnTo>
                  <a:lnTo>
                    <a:pt x="61749" y="272450"/>
                  </a:lnTo>
                  <a:lnTo>
                    <a:pt x="65936" y="275742"/>
                  </a:lnTo>
                  <a:lnTo>
                    <a:pt x="70224" y="278899"/>
                  </a:lnTo>
                  <a:lnTo>
                    <a:pt x="74612" y="281917"/>
                  </a:lnTo>
                  <a:lnTo>
                    <a:pt x="79093" y="284795"/>
                  </a:lnTo>
                  <a:lnTo>
                    <a:pt x="83663" y="287528"/>
                  </a:lnTo>
                  <a:lnTo>
                    <a:pt x="88319" y="290114"/>
                  </a:lnTo>
                  <a:lnTo>
                    <a:pt x="93054" y="292551"/>
                  </a:lnTo>
                  <a:lnTo>
                    <a:pt x="97864" y="294836"/>
                  </a:lnTo>
                  <a:lnTo>
                    <a:pt x="102745" y="296966"/>
                  </a:lnTo>
                  <a:lnTo>
                    <a:pt x="107691" y="298940"/>
                  </a:lnTo>
                  <a:lnTo>
                    <a:pt x="112698" y="300755"/>
                  </a:lnTo>
                  <a:lnTo>
                    <a:pt x="117760" y="302410"/>
                  </a:lnTo>
                  <a:lnTo>
                    <a:pt x="122872" y="303903"/>
                  </a:lnTo>
                  <a:lnTo>
                    <a:pt x="128029" y="305232"/>
                  </a:lnTo>
                  <a:lnTo>
                    <a:pt x="133226" y="306396"/>
                  </a:lnTo>
                  <a:lnTo>
                    <a:pt x="138457" y="307394"/>
                  </a:lnTo>
                  <a:lnTo>
                    <a:pt x="143717" y="308225"/>
                  </a:lnTo>
                  <a:lnTo>
                    <a:pt x="149001" y="308888"/>
                  </a:lnTo>
                  <a:lnTo>
                    <a:pt x="154304" y="309382"/>
                  </a:lnTo>
                  <a:lnTo>
                    <a:pt x="159619" y="309707"/>
                  </a:lnTo>
                  <a:lnTo>
                    <a:pt x="164942" y="309863"/>
                  </a:lnTo>
                  <a:lnTo>
                    <a:pt x="170268" y="309849"/>
                  </a:lnTo>
                  <a:lnTo>
                    <a:pt x="175590" y="309665"/>
                  </a:lnTo>
                  <a:lnTo>
                    <a:pt x="180904" y="309312"/>
                  </a:lnTo>
                  <a:lnTo>
                    <a:pt x="186204" y="308790"/>
                  </a:lnTo>
                  <a:lnTo>
                    <a:pt x="191484" y="308099"/>
                  </a:lnTo>
                  <a:lnTo>
                    <a:pt x="196740" y="307241"/>
                  </a:lnTo>
                  <a:lnTo>
                    <a:pt x="201966" y="306215"/>
                  </a:lnTo>
                  <a:lnTo>
                    <a:pt x="207156" y="305024"/>
                  </a:lnTo>
                  <a:lnTo>
                    <a:pt x="212306" y="303668"/>
                  </a:lnTo>
                  <a:lnTo>
                    <a:pt x="217410" y="302148"/>
                  </a:lnTo>
                  <a:lnTo>
                    <a:pt x="222463" y="300467"/>
                  </a:lnTo>
                  <a:lnTo>
                    <a:pt x="227460" y="298625"/>
                  </a:lnTo>
                  <a:lnTo>
                    <a:pt x="232396" y="296626"/>
                  </a:lnTo>
                  <a:lnTo>
                    <a:pt x="237266" y="294470"/>
                  </a:lnTo>
                  <a:lnTo>
                    <a:pt x="242064" y="292160"/>
                  </a:lnTo>
                  <a:lnTo>
                    <a:pt x="246787" y="289698"/>
                  </a:lnTo>
                  <a:lnTo>
                    <a:pt x="251428" y="287087"/>
                  </a:lnTo>
                  <a:lnTo>
                    <a:pt x="255984" y="284330"/>
                  </a:lnTo>
                  <a:lnTo>
                    <a:pt x="260450" y="281429"/>
                  </a:lnTo>
                  <a:lnTo>
                    <a:pt x="264822" y="278387"/>
                  </a:lnTo>
                  <a:lnTo>
                    <a:pt x="269094" y="275208"/>
                  </a:lnTo>
                  <a:lnTo>
                    <a:pt x="273263" y="271894"/>
                  </a:lnTo>
                  <a:lnTo>
                    <a:pt x="167166" y="1427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167160" cy="296351"/>
            </a:xfrm>
            <a:custGeom>
              <a:avLst/>
              <a:pathLst>
                <a:path w="167160" h="296351">
                  <a:moveTo>
                    <a:pt x="106096" y="296351"/>
                  </a:moveTo>
                  <a:lnTo>
                    <a:pt x="110159" y="292904"/>
                  </a:lnTo>
                  <a:lnTo>
                    <a:pt x="114109" y="289330"/>
                  </a:lnTo>
                  <a:lnTo>
                    <a:pt x="117944" y="285632"/>
                  </a:lnTo>
                  <a:lnTo>
                    <a:pt x="121659" y="281814"/>
                  </a:lnTo>
                  <a:lnTo>
                    <a:pt x="125251" y="277879"/>
                  </a:lnTo>
                  <a:lnTo>
                    <a:pt x="128715" y="273832"/>
                  </a:lnTo>
                  <a:lnTo>
                    <a:pt x="132048" y="269676"/>
                  </a:lnTo>
                  <a:lnTo>
                    <a:pt x="135248" y="265416"/>
                  </a:lnTo>
                  <a:lnTo>
                    <a:pt x="138310" y="261057"/>
                  </a:lnTo>
                  <a:lnTo>
                    <a:pt x="141231" y="256602"/>
                  </a:lnTo>
                  <a:lnTo>
                    <a:pt x="144009" y="252056"/>
                  </a:lnTo>
                  <a:lnTo>
                    <a:pt x="146641" y="247424"/>
                  </a:lnTo>
                  <a:lnTo>
                    <a:pt x="149124" y="242710"/>
                  </a:lnTo>
                  <a:lnTo>
                    <a:pt x="151455" y="237920"/>
                  </a:lnTo>
                  <a:lnTo>
                    <a:pt x="153633" y="233058"/>
                  </a:lnTo>
                  <a:lnTo>
                    <a:pt x="155655" y="228129"/>
                  </a:lnTo>
                  <a:lnTo>
                    <a:pt x="157518" y="223138"/>
                  </a:lnTo>
                  <a:lnTo>
                    <a:pt x="159222" y="218091"/>
                  </a:lnTo>
                  <a:lnTo>
                    <a:pt x="160764" y="212991"/>
                  </a:lnTo>
                  <a:lnTo>
                    <a:pt x="162142" y="207845"/>
                  </a:lnTo>
                  <a:lnTo>
                    <a:pt x="163356" y="202658"/>
                  </a:lnTo>
                  <a:lnTo>
                    <a:pt x="164404" y="197435"/>
                  </a:lnTo>
                  <a:lnTo>
                    <a:pt x="165285" y="192180"/>
                  </a:lnTo>
                  <a:lnTo>
                    <a:pt x="165998" y="186901"/>
                  </a:lnTo>
                  <a:lnTo>
                    <a:pt x="166543" y="181601"/>
                  </a:lnTo>
                  <a:lnTo>
                    <a:pt x="166918" y="176287"/>
                  </a:lnTo>
                  <a:lnTo>
                    <a:pt x="167124" y="170964"/>
                  </a:lnTo>
                  <a:lnTo>
                    <a:pt x="167160" y="165636"/>
                  </a:lnTo>
                  <a:lnTo>
                    <a:pt x="167026" y="160311"/>
                  </a:lnTo>
                  <a:lnTo>
                    <a:pt x="166723" y="154992"/>
                  </a:lnTo>
                  <a:lnTo>
                    <a:pt x="166250" y="149685"/>
                  </a:lnTo>
                  <a:lnTo>
                    <a:pt x="165609" y="144397"/>
                  </a:lnTo>
                  <a:lnTo>
                    <a:pt x="164799" y="139131"/>
                  </a:lnTo>
                  <a:lnTo>
                    <a:pt x="163822" y="133894"/>
                  </a:lnTo>
                  <a:lnTo>
                    <a:pt x="162679" y="128691"/>
                  </a:lnTo>
                  <a:lnTo>
                    <a:pt x="161370" y="123527"/>
                  </a:lnTo>
                  <a:lnTo>
                    <a:pt x="159898" y="118407"/>
                  </a:lnTo>
                  <a:lnTo>
                    <a:pt x="158263" y="113336"/>
                  </a:lnTo>
                  <a:lnTo>
                    <a:pt x="156467" y="108321"/>
                  </a:lnTo>
                  <a:lnTo>
                    <a:pt x="154512" y="103365"/>
                  </a:lnTo>
                  <a:lnTo>
                    <a:pt x="152401" y="98474"/>
                  </a:lnTo>
                  <a:lnTo>
                    <a:pt x="150135" y="93652"/>
                  </a:lnTo>
                  <a:lnTo>
                    <a:pt x="147716" y="88906"/>
                  </a:lnTo>
                  <a:lnTo>
                    <a:pt x="145147" y="84238"/>
                  </a:lnTo>
                  <a:lnTo>
                    <a:pt x="142431" y="79655"/>
                  </a:lnTo>
                  <a:lnTo>
                    <a:pt x="139570" y="75161"/>
                  </a:lnTo>
                  <a:lnTo>
                    <a:pt x="136567" y="70761"/>
                  </a:lnTo>
                  <a:lnTo>
                    <a:pt x="133426" y="66458"/>
                  </a:lnTo>
                  <a:lnTo>
                    <a:pt x="130149" y="62257"/>
                  </a:lnTo>
                  <a:lnTo>
                    <a:pt x="126740" y="58163"/>
                  </a:lnTo>
                  <a:lnTo>
                    <a:pt x="123202" y="54180"/>
                  </a:lnTo>
                  <a:lnTo>
                    <a:pt x="119540" y="50312"/>
                  </a:lnTo>
                  <a:lnTo>
                    <a:pt x="115755" y="46562"/>
                  </a:lnTo>
                  <a:lnTo>
                    <a:pt x="111853" y="42935"/>
                  </a:lnTo>
                  <a:lnTo>
                    <a:pt x="107838" y="39434"/>
                  </a:lnTo>
                  <a:lnTo>
                    <a:pt x="103713" y="36062"/>
                  </a:lnTo>
                  <a:lnTo>
                    <a:pt x="99483" y="32824"/>
                  </a:lnTo>
                  <a:lnTo>
                    <a:pt x="95151" y="29722"/>
                  </a:lnTo>
                  <a:lnTo>
                    <a:pt x="90723" y="26760"/>
                  </a:lnTo>
                  <a:lnTo>
                    <a:pt x="86203" y="23940"/>
                  </a:lnTo>
                  <a:lnTo>
                    <a:pt x="81596" y="21266"/>
                  </a:lnTo>
                  <a:lnTo>
                    <a:pt x="76905" y="18740"/>
                  </a:lnTo>
                  <a:lnTo>
                    <a:pt x="72137" y="16365"/>
                  </a:lnTo>
                  <a:lnTo>
                    <a:pt x="67295" y="14143"/>
                  </a:lnTo>
                  <a:lnTo>
                    <a:pt x="62384" y="12076"/>
                  </a:lnTo>
                  <a:lnTo>
                    <a:pt x="57411" y="10167"/>
                  </a:lnTo>
                  <a:lnTo>
                    <a:pt x="52379" y="8418"/>
                  </a:lnTo>
                  <a:lnTo>
                    <a:pt x="47294" y="6829"/>
                  </a:lnTo>
                  <a:lnTo>
                    <a:pt x="42161" y="5404"/>
                  </a:lnTo>
                  <a:lnTo>
                    <a:pt x="36985" y="4142"/>
                  </a:lnTo>
                  <a:lnTo>
                    <a:pt x="31771" y="3046"/>
                  </a:lnTo>
                  <a:lnTo>
                    <a:pt x="26525" y="2117"/>
                  </a:lnTo>
                  <a:lnTo>
                    <a:pt x="21252" y="1356"/>
                  </a:lnTo>
                  <a:lnTo>
                    <a:pt x="15958" y="763"/>
                  </a:lnTo>
                  <a:lnTo>
                    <a:pt x="10648" y="339"/>
                  </a:lnTo>
                  <a:lnTo>
                    <a:pt x="5326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21287" y="4213821"/>
              <a:ext cx="107184" cy="167167"/>
            </a:xfrm>
            <a:custGeom>
              <a:avLst/>
              <a:pathLst>
                <a:path w="107184" h="167167">
                  <a:moveTo>
                    <a:pt x="107184" y="0"/>
                  </a:moveTo>
                  <a:lnTo>
                    <a:pt x="101645" y="91"/>
                  </a:lnTo>
                  <a:lnTo>
                    <a:pt x="96111" y="367"/>
                  </a:lnTo>
                  <a:lnTo>
                    <a:pt x="90590" y="825"/>
                  </a:lnTo>
                  <a:lnTo>
                    <a:pt x="85086" y="1467"/>
                  </a:lnTo>
                  <a:lnTo>
                    <a:pt x="79607" y="2290"/>
                  </a:lnTo>
                  <a:lnTo>
                    <a:pt x="74159" y="3294"/>
                  </a:lnTo>
                  <a:lnTo>
                    <a:pt x="68746" y="4479"/>
                  </a:lnTo>
                  <a:lnTo>
                    <a:pt x="63376" y="5842"/>
                  </a:lnTo>
                  <a:lnTo>
                    <a:pt x="58054" y="7382"/>
                  </a:lnTo>
                  <a:lnTo>
                    <a:pt x="52786" y="9098"/>
                  </a:lnTo>
                  <a:lnTo>
                    <a:pt x="47578" y="10988"/>
                  </a:lnTo>
                  <a:lnTo>
                    <a:pt x="42435" y="13049"/>
                  </a:lnTo>
                  <a:lnTo>
                    <a:pt x="37363" y="15279"/>
                  </a:lnTo>
                  <a:lnTo>
                    <a:pt x="32368" y="17676"/>
                  </a:lnTo>
                  <a:lnTo>
                    <a:pt x="27455" y="20238"/>
                  </a:lnTo>
                  <a:lnTo>
                    <a:pt x="22630" y="22960"/>
                  </a:lnTo>
                  <a:lnTo>
                    <a:pt x="17898" y="25842"/>
                  </a:lnTo>
                  <a:lnTo>
                    <a:pt x="13264" y="28878"/>
                  </a:lnTo>
                  <a:lnTo>
                    <a:pt x="8732" y="32066"/>
                  </a:lnTo>
                  <a:lnTo>
                    <a:pt x="4309" y="35403"/>
                  </a:lnTo>
                  <a:lnTo>
                    <a:pt x="0" y="38885"/>
                  </a:lnTo>
                  <a:lnTo>
                    <a:pt x="10718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21287" y="4252706"/>
              <a:ext cx="107184" cy="128282"/>
            </a:xfrm>
            <a:custGeom>
              <a:avLst/>
              <a:pathLst>
                <a:path w="107184" h="128282">
                  <a:moveTo>
                    <a:pt x="0" y="0"/>
                  </a:moveTo>
                  <a:lnTo>
                    <a:pt x="107184" y="1282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561324" y="4252706"/>
              <a:ext cx="334304" cy="295449"/>
            </a:xfrm>
            <a:custGeom>
              <a:avLst/>
              <a:pathLst>
                <a:path w="334304" h="295449">
                  <a:moveTo>
                    <a:pt x="59963" y="0"/>
                  </a:moveTo>
                  <a:lnTo>
                    <a:pt x="55940" y="3471"/>
                  </a:lnTo>
                  <a:lnTo>
                    <a:pt x="52029" y="7068"/>
                  </a:lnTo>
                  <a:lnTo>
                    <a:pt x="48235" y="10788"/>
                  </a:lnTo>
                  <a:lnTo>
                    <a:pt x="44561" y="14627"/>
                  </a:lnTo>
                  <a:lnTo>
                    <a:pt x="41011" y="18580"/>
                  </a:lnTo>
                  <a:lnTo>
                    <a:pt x="37588" y="22644"/>
                  </a:lnTo>
                  <a:lnTo>
                    <a:pt x="34296" y="26815"/>
                  </a:lnTo>
                  <a:lnTo>
                    <a:pt x="31139" y="31089"/>
                  </a:lnTo>
                  <a:lnTo>
                    <a:pt x="28118" y="35460"/>
                  </a:lnTo>
                  <a:lnTo>
                    <a:pt x="25239" y="39926"/>
                  </a:lnTo>
                  <a:lnTo>
                    <a:pt x="22502" y="44480"/>
                  </a:lnTo>
                  <a:lnTo>
                    <a:pt x="19912" y="49120"/>
                  </a:lnTo>
                  <a:lnTo>
                    <a:pt x="17470" y="53839"/>
                  </a:lnTo>
                  <a:lnTo>
                    <a:pt x="15180" y="58634"/>
                  </a:lnTo>
                  <a:lnTo>
                    <a:pt x="13043" y="63499"/>
                  </a:lnTo>
                  <a:lnTo>
                    <a:pt x="11062" y="68429"/>
                  </a:lnTo>
                  <a:lnTo>
                    <a:pt x="9239" y="73420"/>
                  </a:lnTo>
                  <a:lnTo>
                    <a:pt x="7575" y="78466"/>
                  </a:lnTo>
                  <a:lnTo>
                    <a:pt x="6072" y="83563"/>
                  </a:lnTo>
                  <a:lnTo>
                    <a:pt x="4733" y="88704"/>
                  </a:lnTo>
                  <a:lnTo>
                    <a:pt x="3557" y="93886"/>
                  </a:lnTo>
                  <a:lnTo>
                    <a:pt x="2546" y="99103"/>
                  </a:lnTo>
                  <a:lnTo>
                    <a:pt x="1702" y="104349"/>
                  </a:lnTo>
                  <a:lnTo>
                    <a:pt x="1025" y="109619"/>
                  </a:lnTo>
                  <a:lnTo>
                    <a:pt x="516" y="114908"/>
                  </a:lnTo>
                  <a:lnTo>
                    <a:pt x="175" y="120210"/>
                  </a:lnTo>
                  <a:lnTo>
                    <a:pt x="3" y="125521"/>
                  </a:lnTo>
                  <a:lnTo>
                    <a:pt x="0" y="130835"/>
                  </a:lnTo>
                  <a:lnTo>
                    <a:pt x="165" y="136145"/>
                  </a:lnTo>
                  <a:lnTo>
                    <a:pt x="499" y="141448"/>
                  </a:lnTo>
                  <a:lnTo>
                    <a:pt x="1002" y="146738"/>
                  </a:lnTo>
                  <a:lnTo>
                    <a:pt x="1672" y="152009"/>
                  </a:lnTo>
                  <a:lnTo>
                    <a:pt x="2510" y="157256"/>
                  </a:lnTo>
                  <a:lnTo>
                    <a:pt x="3514" y="162474"/>
                  </a:lnTo>
                  <a:lnTo>
                    <a:pt x="4683" y="167657"/>
                  </a:lnTo>
                  <a:lnTo>
                    <a:pt x="6017" y="172801"/>
                  </a:lnTo>
                  <a:lnTo>
                    <a:pt x="7513" y="177899"/>
                  </a:lnTo>
                  <a:lnTo>
                    <a:pt x="9171" y="182947"/>
                  </a:lnTo>
                  <a:lnTo>
                    <a:pt x="10988" y="187940"/>
                  </a:lnTo>
                  <a:lnTo>
                    <a:pt x="12963" y="192873"/>
                  </a:lnTo>
                  <a:lnTo>
                    <a:pt x="15094" y="197741"/>
                  </a:lnTo>
                  <a:lnTo>
                    <a:pt x="17378" y="202538"/>
                  </a:lnTo>
                  <a:lnTo>
                    <a:pt x="19813" y="207261"/>
                  </a:lnTo>
                  <a:lnTo>
                    <a:pt x="22398" y="211903"/>
                  </a:lnTo>
                  <a:lnTo>
                    <a:pt x="25129" y="216461"/>
                  </a:lnTo>
                  <a:lnTo>
                    <a:pt x="28003" y="220930"/>
                  </a:lnTo>
                  <a:lnTo>
                    <a:pt x="31018" y="225306"/>
                  </a:lnTo>
                  <a:lnTo>
                    <a:pt x="34170" y="229583"/>
                  </a:lnTo>
                  <a:lnTo>
                    <a:pt x="37457" y="233758"/>
                  </a:lnTo>
                  <a:lnTo>
                    <a:pt x="40874" y="237827"/>
                  </a:lnTo>
                  <a:lnTo>
                    <a:pt x="44420" y="241784"/>
                  </a:lnTo>
                  <a:lnTo>
                    <a:pt x="48089" y="245628"/>
                  </a:lnTo>
                  <a:lnTo>
                    <a:pt x="51878" y="249352"/>
                  </a:lnTo>
                  <a:lnTo>
                    <a:pt x="55784" y="252954"/>
                  </a:lnTo>
                  <a:lnTo>
                    <a:pt x="59803" y="256431"/>
                  </a:lnTo>
                  <a:lnTo>
                    <a:pt x="63930" y="259777"/>
                  </a:lnTo>
                  <a:lnTo>
                    <a:pt x="68161" y="262991"/>
                  </a:lnTo>
                  <a:lnTo>
                    <a:pt x="72492" y="266069"/>
                  </a:lnTo>
                  <a:lnTo>
                    <a:pt x="76919" y="269008"/>
                  </a:lnTo>
                  <a:lnTo>
                    <a:pt x="81437" y="271804"/>
                  </a:lnTo>
                  <a:lnTo>
                    <a:pt x="86042" y="274456"/>
                  </a:lnTo>
                  <a:lnTo>
                    <a:pt x="90729" y="276960"/>
                  </a:lnTo>
                  <a:lnTo>
                    <a:pt x="95492" y="279313"/>
                  </a:lnTo>
                  <a:lnTo>
                    <a:pt x="100329" y="281514"/>
                  </a:lnTo>
                  <a:lnTo>
                    <a:pt x="105232" y="283561"/>
                  </a:lnTo>
                  <a:lnTo>
                    <a:pt x="110199" y="285450"/>
                  </a:lnTo>
                  <a:lnTo>
                    <a:pt x="115222" y="287180"/>
                  </a:lnTo>
                  <a:lnTo>
                    <a:pt x="120299" y="288750"/>
                  </a:lnTo>
                  <a:lnTo>
                    <a:pt x="125422" y="290158"/>
                  </a:lnTo>
                  <a:lnTo>
                    <a:pt x="130588" y="291402"/>
                  </a:lnTo>
                  <a:lnTo>
                    <a:pt x="135791" y="292482"/>
                  </a:lnTo>
                  <a:lnTo>
                    <a:pt x="141025" y="293396"/>
                  </a:lnTo>
                  <a:lnTo>
                    <a:pt x="146286" y="294142"/>
                  </a:lnTo>
                  <a:lnTo>
                    <a:pt x="151567" y="294722"/>
                  </a:lnTo>
                  <a:lnTo>
                    <a:pt x="156865" y="295133"/>
                  </a:lnTo>
                  <a:lnTo>
                    <a:pt x="162173" y="295375"/>
                  </a:lnTo>
                  <a:lnTo>
                    <a:pt x="167486" y="295449"/>
                  </a:lnTo>
                  <a:lnTo>
                    <a:pt x="172799" y="295354"/>
                  </a:lnTo>
                  <a:lnTo>
                    <a:pt x="178106" y="295090"/>
                  </a:lnTo>
                  <a:lnTo>
                    <a:pt x="183401" y="294657"/>
                  </a:lnTo>
                  <a:lnTo>
                    <a:pt x="188681" y="294057"/>
                  </a:lnTo>
                  <a:lnTo>
                    <a:pt x="193938" y="293288"/>
                  </a:lnTo>
                  <a:lnTo>
                    <a:pt x="199169" y="292354"/>
                  </a:lnTo>
                  <a:lnTo>
                    <a:pt x="204367" y="291253"/>
                  </a:lnTo>
                  <a:lnTo>
                    <a:pt x="209528" y="289988"/>
                  </a:lnTo>
                  <a:lnTo>
                    <a:pt x="214646" y="288559"/>
                  </a:lnTo>
                  <a:lnTo>
                    <a:pt x="219716" y="286969"/>
                  </a:lnTo>
                  <a:lnTo>
                    <a:pt x="224732" y="285218"/>
                  </a:lnTo>
                  <a:lnTo>
                    <a:pt x="229691" y="283308"/>
                  </a:lnTo>
                  <a:lnTo>
                    <a:pt x="234586" y="281242"/>
                  </a:lnTo>
                  <a:lnTo>
                    <a:pt x="239414" y="279022"/>
                  </a:lnTo>
                  <a:lnTo>
                    <a:pt x="244168" y="276649"/>
                  </a:lnTo>
                  <a:lnTo>
                    <a:pt x="248844" y="274126"/>
                  </a:lnTo>
                  <a:lnTo>
                    <a:pt x="253438" y="271456"/>
                  </a:lnTo>
                  <a:lnTo>
                    <a:pt x="257945" y="268641"/>
                  </a:lnTo>
                  <a:lnTo>
                    <a:pt x="262360" y="265685"/>
                  </a:lnTo>
                  <a:lnTo>
                    <a:pt x="266678" y="262589"/>
                  </a:lnTo>
                  <a:lnTo>
                    <a:pt x="270897" y="259358"/>
                  </a:lnTo>
                  <a:lnTo>
                    <a:pt x="275010" y="255995"/>
                  </a:lnTo>
                  <a:lnTo>
                    <a:pt x="279014" y="252502"/>
                  </a:lnTo>
                  <a:lnTo>
                    <a:pt x="282906" y="248884"/>
                  </a:lnTo>
                  <a:lnTo>
                    <a:pt x="286680" y="245144"/>
                  </a:lnTo>
                  <a:lnTo>
                    <a:pt x="290334" y="241286"/>
                  </a:lnTo>
                  <a:lnTo>
                    <a:pt x="293863" y="237314"/>
                  </a:lnTo>
                  <a:lnTo>
                    <a:pt x="297264" y="233232"/>
                  </a:lnTo>
                  <a:lnTo>
                    <a:pt x="300534" y="229044"/>
                  </a:lnTo>
                  <a:lnTo>
                    <a:pt x="303669" y="224754"/>
                  </a:lnTo>
                  <a:lnTo>
                    <a:pt x="306666" y="220366"/>
                  </a:lnTo>
                  <a:lnTo>
                    <a:pt x="309522" y="215885"/>
                  </a:lnTo>
                  <a:lnTo>
                    <a:pt x="312234" y="211316"/>
                  </a:lnTo>
                  <a:lnTo>
                    <a:pt x="314800" y="206663"/>
                  </a:lnTo>
                  <a:lnTo>
                    <a:pt x="317217" y="201931"/>
                  </a:lnTo>
                  <a:lnTo>
                    <a:pt x="319481" y="197124"/>
                  </a:lnTo>
                  <a:lnTo>
                    <a:pt x="321592" y="192248"/>
                  </a:lnTo>
                  <a:lnTo>
                    <a:pt x="323547" y="187308"/>
                  </a:lnTo>
                  <a:lnTo>
                    <a:pt x="325344" y="182307"/>
                  </a:lnTo>
                  <a:lnTo>
                    <a:pt x="326981" y="177252"/>
                  </a:lnTo>
                  <a:lnTo>
                    <a:pt x="328457" y="172148"/>
                  </a:lnTo>
                  <a:lnTo>
                    <a:pt x="329770" y="166999"/>
                  </a:lnTo>
                  <a:lnTo>
                    <a:pt x="330918" y="161811"/>
                  </a:lnTo>
                  <a:lnTo>
                    <a:pt x="331901" y="156589"/>
                  </a:lnTo>
                  <a:lnTo>
                    <a:pt x="332717" y="151339"/>
                  </a:lnTo>
                  <a:lnTo>
                    <a:pt x="333366" y="146065"/>
                  </a:lnTo>
                  <a:lnTo>
                    <a:pt x="333848" y="140773"/>
                  </a:lnTo>
                  <a:lnTo>
                    <a:pt x="334160" y="135469"/>
                  </a:lnTo>
                  <a:lnTo>
                    <a:pt x="334304" y="130158"/>
                  </a:lnTo>
                  <a:lnTo>
                    <a:pt x="334280" y="124844"/>
                  </a:lnTo>
                  <a:lnTo>
                    <a:pt x="334086" y="119534"/>
                  </a:lnTo>
                  <a:lnTo>
                    <a:pt x="333724" y="114233"/>
                  </a:lnTo>
                  <a:lnTo>
                    <a:pt x="333193" y="108946"/>
                  </a:lnTo>
                  <a:lnTo>
                    <a:pt x="167147" y="1282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166045" cy="167167"/>
            </a:xfrm>
            <a:custGeom>
              <a:avLst/>
              <a:pathLst>
                <a:path w="166045" h="167167">
                  <a:moveTo>
                    <a:pt x="166045" y="147831"/>
                  </a:moveTo>
                  <a:lnTo>
                    <a:pt x="165333" y="142474"/>
                  </a:lnTo>
                  <a:lnTo>
                    <a:pt x="164449" y="137143"/>
                  </a:lnTo>
                  <a:lnTo>
                    <a:pt x="163392" y="131842"/>
                  </a:lnTo>
                  <a:lnTo>
                    <a:pt x="162165" y="126579"/>
                  </a:lnTo>
                  <a:lnTo>
                    <a:pt x="160768" y="121358"/>
                  </a:lnTo>
                  <a:lnTo>
                    <a:pt x="159203" y="116186"/>
                  </a:lnTo>
                  <a:lnTo>
                    <a:pt x="157472" y="111066"/>
                  </a:lnTo>
                  <a:lnTo>
                    <a:pt x="155576" y="106005"/>
                  </a:lnTo>
                  <a:lnTo>
                    <a:pt x="153518" y="101008"/>
                  </a:lnTo>
                  <a:lnTo>
                    <a:pt x="151299" y="96080"/>
                  </a:lnTo>
                  <a:lnTo>
                    <a:pt x="148922" y="91227"/>
                  </a:lnTo>
                  <a:lnTo>
                    <a:pt x="146390" y="86452"/>
                  </a:lnTo>
                  <a:lnTo>
                    <a:pt x="143704" y="81762"/>
                  </a:lnTo>
                  <a:lnTo>
                    <a:pt x="140868" y="77162"/>
                  </a:lnTo>
                  <a:lnTo>
                    <a:pt x="137885" y="72655"/>
                  </a:lnTo>
                  <a:lnTo>
                    <a:pt x="134758" y="68248"/>
                  </a:lnTo>
                  <a:lnTo>
                    <a:pt x="131490" y="63943"/>
                  </a:lnTo>
                  <a:lnTo>
                    <a:pt x="128085" y="59747"/>
                  </a:lnTo>
                  <a:lnTo>
                    <a:pt x="124546" y="55663"/>
                  </a:lnTo>
                  <a:lnTo>
                    <a:pt x="120876" y="51695"/>
                  </a:lnTo>
                  <a:lnTo>
                    <a:pt x="117080" y="47848"/>
                  </a:lnTo>
                  <a:lnTo>
                    <a:pt x="113162" y="44126"/>
                  </a:lnTo>
                  <a:lnTo>
                    <a:pt x="109126" y="40532"/>
                  </a:lnTo>
                  <a:lnTo>
                    <a:pt x="104975" y="37071"/>
                  </a:lnTo>
                  <a:lnTo>
                    <a:pt x="100715" y="33745"/>
                  </a:lnTo>
                  <a:lnTo>
                    <a:pt x="96350" y="30559"/>
                  </a:lnTo>
                  <a:lnTo>
                    <a:pt x="91883" y="27516"/>
                  </a:lnTo>
                  <a:lnTo>
                    <a:pt x="87321" y="24619"/>
                  </a:lnTo>
                  <a:lnTo>
                    <a:pt x="82668" y="21871"/>
                  </a:lnTo>
                  <a:lnTo>
                    <a:pt x="77928" y="19275"/>
                  </a:lnTo>
                  <a:lnTo>
                    <a:pt x="73107" y="16833"/>
                  </a:lnTo>
                  <a:lnTo>
                    <a:pt x="68209" y="14548"/>
                  </a:lnTo>
                  <a:lnTo>
                    <a:pt x="63240" y="12423"/>
                  </a:lnTo>
                  <a:lnTo>
                    <a:pt x="58205" y="10460"/>
                  </a:lnTo>
                  <a:lnTo>
                    <a:pt x="53109" y="8660"/>
                  </a:lnTo>
                  <a:lnTo>
                    <a:pt x="47957" y="7026"/>
                  </a:lnTo>
                  <a:lnTo>
                    <a:pt x="42756" y="5560"/>
                  </a:lnTo>
                  <a:lnTo>
                    <a:pt x="37510" y="4262"/>
                  </a:lnTo>
                  <a:lnTo>
                    <a:pt x="32224" y="3135"/>
                  </a:lnTo>
                  <a:lnTo>
                    <a:pt x="26905" y="2179"/>
                  </a:lnTo>
                  <a:lnTo>
                    <a:pt x="21558" y="1395"/>
                  </a:lnTo>
                  <a:lnTo>
                    <a:pt x="16188" y="785"/>
                  </a:lnTo>
                  <a:lnTo>
                    <a:pt x="10801" y="349"/>
                  </a:lnTo>
                  <a:lnTo>
                    <a:pt x="540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7624" y="3707720"/>
              <a:ext cx="161387" cy="167167"/>
            </a:xfrm>
            <a:custGeom>
              <a:avLst/>
              <a:pathLst>
                <a:path w="161387" h="167167">
                  <a:moveTo>
                    <a:pt x="161387" y="0"/>
                  </a:moveTo>
                  <a:lnTo>
                    <a:pt x="155925" y="89"/>
                  </a:lnTo>
                  <a:lnTo>
                    <a:pt x="150470" y="356"/>
                  </a:lnTo>
                  <a:lnTo>
                    <a:pt x="145026" y="802"/>
                  </a:lnTo>
                  <a:lnTo>
                    <a:pt x="139599" y="1425"/>
                  </a:lnTo>
                  <a:lnTo>
                    <a:pt x="134196" y="2226"/>
                  </a:lnTo>
                  <a:lnTo>
                    <a:pt x="128822" y="3202"/>
                  </a:lnTo>
                  <a:lnTo>
                    <a:pt x="123482" y="4354"/>
                  </a:lnTo>
                  <a:lnTo>
                    <a:pt x="118183" y="5679"/>
                  </a:lnTo>
                  <a:lnTo>
                    <a:pt x="112930" y="7177"/>
                  </a:lnTo>
                  <a:lnTo>
                    <a:pt x="107729" y="8845"/>
                  </a:lnTo>
                  <a:lnTo>
                    <a:pt x="102585" y="10683"/>
                  </a:lnTo>
                  <a:lnTo>
                    <a:pt x="97504" y="12687"/>
                  </a:lnTo>
                  <a:lnTo>
                    <a:pt x="92491" y="14857"/>
                  </a:lnTo>
                  <a:lnTo>
                    <a:pt x="87552" y="17189"/>
                  </a:lnTo>
                  <a:lnTo>
                    <a:pt x="82692" y="19681"/>
                  </a:lnTo>
                  <a:lnTo>
                    <a:pt x="77915" y="22331"/>
                  </a:lnTo>
                  <a:lnTo>
                    <a:pt x="73228" y="25136"/>
                  </a:lnTo>
                  <a:lnTo>
                    <a:pt x="68635" y="28092"/>
                  </a:lnTo>
                  <a:lnTo>
                    <a:pt x="64140" y="31196"/>
                  </a:lnTo>
                  <a:lnTo>
                    <a:pt x="59750" y="34446"/>
                  </a:lnTo>
                  <a:lnTo>
                    <a:pt x="55468" y="37837"/>
                  </a:lnTo>
                  <a:lnTo>
                    <a:pt x="51299" y="41367"/>
                  </a:lnTo>
                  <a:lnTo>
                    <a:pt x="47248" y="45031"/>
                  </a:lnTo>
                  <a:lnTo>
                    <a:pt x="43319" y="48825"/>
                  </a:lnTo>
                  <a:lnTo>
                    <a:pt x="39516" y="52745"/>
                  </a:lnTo>
                  <a:lnTo>
                    <a:pt x="35842" y="56788"/>
                  </a:lnTo>
                  <a:lnTo>
                    <a:pt x="32303" y="60949"/>
                  </a:lnTo>
                  <a:lnTo>
                    <a:pt x="28902" y="65223"/>
                  </a:lnTo>
                  <a:lnTo>
                    <a:pt x="25642" y="69605"/>
                  </a:lnTo>
                  <a:lnTo>
                    <a:pt x="22527" y="74092"/>
                  </a:lnTo>
                  <a:lnTo>
                    <a:pt x="19560" y="78679"/>
                  </a:lnTo>
                  <a:lnTo>
                    <a:pt x="16745" y="83360"/>
                  </a:lnTo>
                  <a:lnTo>
                    <a:pt x="14084" y="88130"/>
                  </a:lnTo>
                  <a:lnTo>
                    <a:pt x="11581" y="92985"/>
                  </a:lnTo>
                  <a:lnTo>
                    <a:pt x="9237" y="97918"/>
                  </a:lnTo>
                  <a:lnTo>
                    <a:pt x="7056" y="102926"/>
                  </a:lnTo>
                  <a:lnTo>
                    <a:pt x="5039" y="108003"/>
                  </a:lnTo>
                  <a:lnTo>
                    <a:pt x="3190" y="113142"/>
                  </a:lnTo>
                  <a:lnTo>
                    <a:pt x="1509" y="118340"/>
                  </a:lnTo>
                  <a:lnTo>
                    <a:pt x="0" y="123589"/>
                  </a:lnTo>
                  <a:lnTo>
                    <a:pt x="16138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1851" y="3707735"/>
              <a:ext cx="334327" cy="334310"/>
            </a:xfrm>
            <a:custGeom>
              <a:avLst/>
              <a:pathLst>
                <a:path w="334327" h="334310">
                  <a:moveTo>
                    <a:pt x="5772" y="123574"/>
                  </a:moveTo>
                  <a:lnTo>
                    <a:pt x="4468" y="128730"/>
                  </a:lnTo>
                  <a:lnTo>
                    <a:pt x="3328" y="133924"/>
                  </a:lnTo>
                  <a:lnTo>
                    <a:pt x="2354" y="139152"/>
                  </a:lnTo>
                  <a:lnTo>
                    <a:pt x="1547" y="144408"/>
                  </a:lnTo>
                  <a:lnTo>
                    <a:pt x="907" y="149687"/>
                  </a:lnTo>
                  <a:lnTo>
                    <a:pt x="436" y="154984"/>
                  </a:lnTo>
                  <a:lnTo>
                    <a:pt x="133" y="160294"/>
                  </a:lnTo>
                  <a:lnTo>
                    <a:pt x="0" y="165610"/>
                  </a:lnTo>
                  <a:lnTo>
                    <a:pt x="35" y="170928"/>
                  </a:lnTo>
                  <a:lnTo>
                    <a:pt x="240" y="176241"/>
                  </a:lnTo>
                  <a:lnTo>
                    <a:pt x="613" y="181546"/>
                  </a:lnTo>
                  <a:lnTo>
                    <a:pt x="1155" y="186836"/>
                  </a:lnTo>
                  <a:lnTo>
                    <a:pt x="1865" y="192107"/>
                  </a:lnTo>
                  <a:lnTo>
                    <a:pt x="2743" y="197352"/>
                  </a:lnTo>
                  <a:lnTo>
                    <a:pt x="3787" y="202566"/>
                  </a:lnTo>
                  <a:lnTo>
                    <a:pt x="4996" y="207745"/>
                  </a:lnTo>
                  <a:lnTo>
                    <a:pt x="6369" y="212882"/>
                  </a:lnTo>
                  <a:lnTo>
                    <a:pt x="7905" y="217973"/>
                  </a:lnTo>
                  <a:lnTo>
                    <a:pt x="9602" y="223013"/>
                  </a:lnTo>
                  <a:lnTo>
                    <a:pt x="11458" y="227997"/>
                  </a:lnTo>
                  <a:lnTo>
                    <a:pt x="13473" y="232918"/>
                  </a:lnTo>
                  <a:lnTo>
                    <a:pt x="15642" y="237773"/>
                  </a:lnTo>
                  <a:lnTo>
                    <a:pt x="17965" y="242557"/>
                  </a:lnTo>
                  <a:lnTo>
                    <a:pt x="20439" y="247265"/>
                  </a:lnTo>
                  <a:lnTo>
                    <a:pt x="23062" y="251891"/>
                  </a:lnTo>
                  <a:lnTo>
                    <a:pt x="25830" y="256431"/>
                  </a:lnTo>
                  <a:lnTo>
                    <a:pt x="28741" y="260882"/>
                  </a:lnTo>
                  <a:lnTo>
                    <a:pt x="31792" y="265237"/>
                  </a:lnTo>
                  <a:lnTo>
                    <a:pt x="34981" y="269493"/>
                  </a:lnTo>
                  <a:lnTo>
                    <a:pt x="38303" y="273646"/>
                  </a:lnTo>
                  <a:lnTo>
                    <a:pt x="41755" y="277690"/>
                  </a:lnTo>
                  <a:lnTo>
                    <a:pt x="45335" y="281623"/>
                  </a:lnTo>
                  <a:lnTo>
                    <a:pt x="49038" y="285440"/>
                  </a:lnTo>
                  <a:lnTo>
                    <a:pt x="52860" y="289138"/>
                  </a:lnTo>
                  <a:lnTo>
                    <a:pt x="56798" y="292712"/>
                  </a:lnTo>
                  <a:lnTo>
                    <a:pt x="60847" y="296158"/>
                  </a:lnTo>
                  <a:lnTo>
                    <a:pt x="65004" y="299475"/>
                  </a:lnTo>
                  <a:lnTo>
                    <a:pt x="69265" y="302657"/>
                  </a:lnTo>
                  <a:lnTo>
                    <a:pt x="73625" y="305702"/>
                  </a:lnTo>
                  <a:lnTo>
                    <a:pt x="78079" y="308607"/>
                  </a:lnTo>
                  <a:lnTo>
                    <a:pt x="82623" y="311369"/>
                  </a:lnTo>
                  <a:lnTo>
                    <a:pt x="87253" y="313985"/>
                  </a:lnTo>
                  <a:lnTo>
                    <a:pt x="91964" y="316452"/>
                  </a:lnTo>
                  <a:lnTo>
                    <a:pt x="96751" y="318769"/>
                  </a:lnTo>
                  <a:lnTo>
                    <a:pt x="101609" y="320932"/>
                  </a:lnTo>
                  <a:lnTo>
                    <a:pt x="106534" y="322939"/>
                  </a:lnTo>
                  <a:lnTo>
                    <a:pt x="111520" y="324788"/>
                  </a:lnTo>
                  <a:lnTo>
                    <a:pt x="116562" y="326478"/>
                  </a:lnTo>
                  <a:lnTo>
                    <a:pt x="121655" y="328007"/>
                  </a:lnTo>
                  <a:lnTo>
                    <a:pt x="126795" y="329373"/>
                  </a:lnTo>
                  <a:lnTo>
                    <a:pt x="131975" y="330575"/>
                  </a:lnTo>
                  <a:lnTo>
                    <a:pt x="137191" y="331611"/>
                  </a:lnTo>
                  <a:lnTo>
                    <a:pt x="142437" y="332481"/>
                  </a:lnTo>
                  <a:lnTo>
                    <a:pt x="147708" y="333184"/>
                  </a:lnTo>
                  <a:lnTo>
                    <a:pt x="152999" y="333719"/>
                  </a:lnTo>
                  <a:lnTo>
                    <a:pt x="158305" y="334085"/>
                  </a:lnTo>
                  <a:lnTo>
                    <a:pt x="163619" y="334282"/>
                  </a:lnTo>
                  <a:lnTo>
                    <a:pt x="168937" y="334310"/>
                  </a:lnTo>
                  <a:lnTo>
                    <a:pt x="174253" y="334169"/>
                  </a:lnTo>
                  <a:lnTo>
                    <a:pt x="179562" y="333859"/>
                  </a:lnTo>
                  <a:lnTo>
                    <a:pt x="184858" y="333380"/>
                  </a:lnTo>
                  <a:lnTo>
                    <a:pt x="190136" y="332733"/>
                  </a:lnTo>
                  <a:lnTo>
                    <a:pt x="195391" y="331918"/>
                  </a:lnTo>
                  <a:lnTo>
                    <a:pt x="200618" y="330937"/>
                  </a:lnTo>
                  <a:lnTo>
                    <a:pt x="205811" y="329790"/>
                  </a:lnTo>
                  <a:lnTo>
                    <a:pt x="210964" y="328478"/>
                  </a:lnTo>
                  <a:lnTo>
                    <a:pt x="216073" y="327003"/>
                  </a:lnTo>
                  <a:lnTo>
                    <a:pt x="221133" y="325367"/>
                  </a:lnTo>
                  <a:lnTo>
                    <a:pt x="226138" y="323570"/>
                  </a:lnTo>
                  <a:lnTo>
                    <a:pt x="231084" y="321615"/>
                  </a:lnTo>
                  <a:lnTo>
                    <a:pt x="235964" y="319503"/>
                  </a:lnTo>
                  <a:lnTo>
                    <a:pt x="240776" y="317238"/>
                  </a:lnTo>
                  <a:lnTo>
                    <a:pt x="245512" y="314820"/>
                  </a:lnTo>
                  <a:lnTo>
                    <a:pt x="250170" y="312253"/>
                  </a:lnTo>
                  <a:lnTo>
                    <a:pt x="254743" y="309540"/>
                  </a:lnTo>
                  <a:lnTo>
                    <a:pt x="259228" y="306682"/>
                  </a:lnTo>
                  <a:lnTo>
                    <a:pt x="263619" y="303683"/>
                  </a:lnTo>
                  <a:lnTo>
                    <a:pt x="267913" y="300545"/>
                  </a:lnTo>
                  <a:lnTo>
                    <a:pt x="272105" y="297273"/>
                  </a:lnTo>
                  <a:lnTo>
                    <a:pt x="276191" y="293869"/>
                  </a:lnTo>
                  <a:lnTo>
                    <a:pt x="280166" y="290337"/>
                  </a:lnTo>
                  <a:lnTo>
                    <a:pt x="284027" y="286680"/>
                  </a:lnTo>
                  <a:lnTo>
                    <a:pt x="287770" y="282903"/>
                  </a:lnTo>
                  <a:lnTo>
                    <a:pt x="291391" y="279008"/>
                  </a:lnTo>
                  <a:lnTo>
                    <a:pt x="294886" y="275000"/>
                  </a:lnTo>
                  <a:lnTo>
                    <a:pt x="298251" y="270882"/>
                  </a:lnTo>
                  <a:lnTo>
                    <a:pt x="301485" y="266660"/>
                  </a:lnTo>
                  <a:lnTo>
                    <a:pt x="304582" y="262337"/>
                  </a:lnTo>
                  <a:lnTo>
                    <a:pt x="307540" y="257918"/>
                  </a:lnTo>
                  <a:lnTo>
                    <a:pt x="310356" y="253407"/>
                  </a:lnTo>
                  <a:lnTo>
                    <a:pt x="313027" y="248809"/>
                  </a:lnTo>
                  <a:lnTo>
                    <a:pt x="315550" y="244127"/>
                  </a:lnTo>
                  <a:lnTo>
                    <a:pt x="317924" y="239369"/>
                  </a:lnTo>
                  <a:lnTo>
                    <a:pt x="320144" y="234537"/>
                  </a:lnTo>
                  <a:lnTo>
                    <a:pt x="322210" y="229636"/>
                  </a:lnTo>
                  <a:lnTo>
                    <a:pt x="324119" y="224673"/>
                  </a:lnTo>
                  <a:lnTo>
                    <a:pt x="325870" y="219651"/>
                  </a:lnTo>
                  <a:lnTo>
                    <a:pt x="327459" y="214577"/>
                  </a:lnTo>
                  <a:lnTo>
                    <a:pt x="328887" y="209454"/>
                  </a:lnTo>
                  <a:lnTo>
                    <a:pt x="330150" y="204288"/>
                  </a:lnTo>
                  <a:lnTo>
                    <a:pt x="331249" y="199085"/>
                  </a:lnTo>
                  <a:lnTo>
                    <a:pt x="332182" y="193850"/>
                  </a:lnTo>
                  <a:lnTo>
                    <a:pt x="332947" y="188587"/>
                  </a:lnTo>
                  <a:lnTo>
                    <a:pt x="333545" y="183303"/>
                  </a:lnTo>
                  <a:lnTo>
                    <a:pt x="333975" y="178003"/>
                  </a:lnTo>
                  <a:lnTo>
                    <a:pt x="334235" y="172691"/>
                  </a:lnTo>
                  <a:lnTo>
                    <a:pt x="334327" y="167374"/>
                  </a:lnTo>
                  <a:lnTo>
                    <a:pt x="334250" y="162057"/>
                  </a:lnTo>
                  <a:lnTo>
                    <a:pt x="334003" y="156745"/>
                  </a:lnTo>
                  <a:lnTo>
                    <a:pt x="333588" y="151443"/>
                  </a:lnTo>
                  <a:lnTo>
                    <a:pt x="333004" y="146157"/>
                  </a:lnTo>
                  <a:lnTo>
                    <a:pt x="332252" y="140893"/>
                  </a:lnTo>
                  <a:lnTo>
                    <a:pt x="331333" y="135655"/>
                  </a:lnTo>
                  <a:lnTo>
                    <a:pt x="330248" y="130449"/>
                  </a:lnTo>
                  <a:lnTo>
                    <a:pt x="328998" y="125280"/>
                  </a:lnTo>
                  <a:lnTo>
                    <a:pt x="327584" y="120153"/>
                  </a:lnTo>
                  <a:lnTo>
                    <a:pt x="326008" y="115074"/>
                  </a:lnTo>
                  <a:lnTo>
                    <a:pt x="324271" y="110048"/>
                  </a:lnTo>
                  <a:lnTo>
                    <a:pt x="322376" y="105080"/>
                  </a:lnTo>
                  <a:lnTo>
                    <a:pt x="320323" y="100174"/>
                  </a:lnTo>
                  <a:lnTo>
                    <a:pt x="318115" y="95336"/>
                  </a:lnTo>
                  <a:lnTo>
                    <a:pt x="315754" y="90571"/>
                  </a:lnTo>
                  <a:lnTo>
                    <a:pt x="313243" y="85883"/>
                  </a:lnTo>
                  <a:lnTo>
                    <a:pt x="310584" y="81278"/>
                  </a:lnTo>
                  <a:lnTo>
                    <a:pt x="307780" y="76759"/>
                  </a:lnTo>
                  <a:lnTo>
                    <a:pt x="304834" y="72332"/>
                  </a:lnTo>
                  <a:lnTo>
                    <a:pt x="301748" y="68001"/>
                  </a:lnTo>
                  <a:lnTo>
                    <a:pt x="298526" y="63770"/>
                  </a:lnTo>
                  <a:lnTo>
                    <a:pt x="295171" y="59644"/>
                  </a:lnTo>
                  <a:lnTo>
                    <a:pt x="291687" y="55627"/>
                  </a:lnTo>
                  <a:lnTo>
                    <a:pt x="288077" y="51722"/>
                  </a:lnTo>
                  <a:lnTo>
                    <a:pt x="284344" y="47935"/>
                  </a:lnTo>
                  <a:lnTo>
                    <a:pt x="280493" y="44268"/>
                  </a:lnTo>
                  <a:lnTo>
                    <a:pt x="276527" y="40725"/>
                  </a:lnTo>
                  <a:lnTo>
                    <a:pt x="272450" y="37310"/>
                  </a:lnTo>
                  <a:lnTo>
                    <a:pt x="268267" y="34027"/>
                  </a:lnTo>
                  <a:lnTo>
                    <a:pt x="263981" y="30878"/>
                  </a:lnTo>
                  <a:lnTo>
                    <a:pt x="259598" y="27867"/>
                  </a:lnTo>
                  <a:lnTo>
                    <a:pt x="255120" y="24998"/>
                  </a:lnTo>
                  <a:lnTo>
                    <a:pt x="250554" y="22272"/>
                  </a:lnTo>
                  <a:lnTo>
                    <a:pt x="245904" y="19693"/>
                  </a:lnTo>
                  <a:lnTo>
                    <a:pt x="241174" y="17263"/>
                  </a:lnTo>
                  <a:lnTo>
                    <a:pt x="236369" y="14984"/>
                  </a:lnTo>
                  <a:lnTo>
                    <a:pt x="231493" y="12860"/>
                  </a:lnTo>
                  <a:lnTo>
                    <a:pt x="226553" y="10892"/>
                  </a:lnTo>
                  <a:lnTo>
                    <a:pt x="221553" y="9081"/>
                  </a:lnTo>
                  <a:lnTo>
                    <a:pt x="216497" y="7431"/>
                  </a:lnTo>
                  <a:lnTo>
                    <a:pt x="211392" y="5943"/>
                  </a:lnTo>
                  <a:lnTo>
                    <a:pt x="206242" y="4617"/>
                  </a:lnTo>
                  <a:lnTo>
                    <a:pt x="201052" y="3457"/>
                  </a:lnTo>
                  <a:lnTo>
                    <a:pt x="195828" y="2461"/>
                  </a:lnTo>
                  <a:lnTo>
                    <a:pt x="190576" y="1633"/>
                  </a:lnTo>
                  <a:lnTo>
                    <a:pt x="185299" y="972"/>
                  </a:lnTo>
                  <a:lnTo>
                    <a:pt x="180004" y="479"/>
                  </a:lnTo>
                  <a:lnTo>
                    <a:pt x="174696" y="155"/>
                  </a:lnTo>
                  <a:lnTo>
                    <a:pt x="169380" y="0"/>
                  </a:lnTo>
                  <a:lnTo>
                    <a:pt x="167160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2220" cy="167167"/>
            </a:xfrm>
            <a:custGeom>
              <a:avLst/>
              <a:pathLst>
                <a:path w="2220" h="167167">
                  <a:moveTo>
                    <a:pt x="2220" y="1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2025-06-06T03:08:06Z</dcterms:modified>
  <cp:category/>
</cp:coreProperties>
</file>