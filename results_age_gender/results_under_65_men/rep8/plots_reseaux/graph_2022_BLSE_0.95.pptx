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6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5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5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35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5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78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03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62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33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35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0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5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7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51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7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51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5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8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1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1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26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35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85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10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26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8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15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5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10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26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5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3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55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10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6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1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26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7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51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10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26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7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8388" y="3170392"/>
              <a:ext cx="55390" cy="167167"/>
            </a:xfrm>
            <a:custGeom>
              <a:avLst/>
              <a:pathLst>
                <a:path w="55390" h="167167">
                  <a:moveTo>
                    <a:pt x="55390" y="0"/>
                  </a:moveTo>
                  <a:lnTo>
                    <a:pt x="49118" y="117"/>
                  </a:lnTo>
                  <a:lnTo>
                    <a:pt x="42855" y="470"/>
                  </a:lnTo>
                  <a:lnTo>
                    <a:pt x="36610" y="1058"/>
                  </a:lnTo>
                  <a:lnTo>
                    <a:pt x="30392" y="1879"/>
                  </a:lnTo>
                  <a:lnTo>
                    <a:pt x="24208" y="2933"/>
                  </a:lnTo>
                  <a:lnTo>
                    <a:pt x="18069" y="4219"/>
                  </a:lnTo>
                  <a:lnTo>
                    <a:pt x="11982" y="5734"/>
                  </a:lnTo>
                  <a:lnTo>
                    <a:pt x="5956" y="7476"/>
                  </a:lnTo>
                  <a:lnTo>
                    <a:pt x="0" y="9443"/>
                  </a:lnTo>
                  <a:lnTo>
                    <a:pt x="553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16611" y="3170392"/>
              <a:ext cx="334325" cy="334325"/>
            </a:xfrm>
            <a:custGeom>
              <a:avLst/>
              <a:pathLst>
                <a:path w="334325" h="334325">
                  <a:moveTo>
                    <a:pt x="111777" y="9443"/>
                  </a:moveTo>
                  <a:lnTo>
                    <a:pt x="106817" y="11273"/>
                  </a:lnTo>
                  <a:lnTo>
                    <a:pt x="101918" y="13259"/>
                  </a:lnTo>
                  <a:lnTo>
                    <a:pt x="97084" y="15399"/>
                  </a:lnTo>
                  <a:lnTo>
                    <a:pt x="92320" y="17691"/>
                  </a:lnTo>
                  <a:lnTo>
                    <a:pt x="87632" y="20133"/>
                  </a:lnTo>
                  <a:lnTo>
                    <a:pt x="83022" y="22721"/>
                  </a:lnTo>
                  <a:lnTo>
                    <a:pt x="78497" y="25454"/>
                  </a:lnTo>
                  <a:lnTo>
                    <a:pt x="74060" y="28328"/>
                  </a:lnTo>
                  <a:lnTo>
                    <a:pt x="69717" y="31342"/>
                  </a:lnTo>
                  <a:lnTo>
                    <a:pt x="65471" y="34491"/>
                  </a:lnTo>
                  <a:lnTo>
                    <a:pt x="61327" y="37773"/>
                  </a:lnTo>
                  <a:lnTo>
                    <a:pt x="57288" y="41184"/>
                  </a:lnTo>
                  <a:lnTo>
                    <a:pt x="53360" y="44722"/>
                  </a:lnTo>
                  <a:lnTo>
                    <a:pt x="49545" y="48381"/>
                  </a:lnTo>
                  <a:lnTo>
                    <a:pt x="45848" y="52160"/>
                  </a:lnTo>
                  <a:lnTo>
                    <a:pt x="42272" y="56054"/>
                  </a:lnTo>
                  <a:lnTo>
                    <a:pt x="38821" y="60058"/>
                  </a:lnTo>
                  <a:lnTo>
                    <a:pt x="35499" y="64170"/>
                  </a:lnTo>
                  <a:lnTo>
                    <a:pt x="32308" y="68385"/>
                  </a:lnTo>
                  <a:lnTo>
                    <a:pt x="29252" y="72698"/>
                  </a:lnTo>
                  <a:lnTo>
                    <a:pt x="26334" y="77106"/>
                  </a:lnTo>
                  <a:lnTo>
                    <a:pt x="23556" y="81604"/>
                  </a:lnTo>
                  <a:lnTo>
                    <a:pt x="20923" y="86188"/>
                  </a:lnTo>
                  <a:lnTo>
                    <a:pt x="18435" y="90853"/>
                  </a:lnTo>
                  <a:lnTo>
                    <a:pt x="16097" y="95594"/>
                  </a:lnTo>
                  <a:lnTo>
                    <a:pt x="13909" y="100406"/>
                  </a:lnTo>
                  <a:lnTo>
                    <a:pt x="11875" y="105286"/>
                  </a:lnTo>
                  <a:lnTo>
                    <a:pt x="9996" y="110227"/>
                  </a:lnTo>
                  <a:lnTo>
                    <a:pt x="8274" y="115225"/>
                  </a:lnTo>
                  <a:lnTo>
                    <a:pt x="6711" y="120275"/>
                  </a:lnTo>
                  <a:lnTo>
                    <a:pt x="5309" y="125372"/>
                  </a:lnTo>
                  <a:lnTo>
                    <a:pt x="4068" y="130511"/>
                  </a:lnTo>
                  <a:lnTo>
                    <a:pt x="2990" y="135686"/>
                  </a:lnTo>
                  <a:lnTo>
                    <a:pt x="2077" y="140893"/>
                  </a:lnTo>
                  <a:lnTo>
                    <a:pt x="1329" y="146126"/>
                  </a:lnTo>
                  <a:lnTo>
                    <a:pt x="747" y="151381"/>
                  </a:lnTo>
                  <a:lnTo>
                    <a:pt x="331" y="156651"/>
                  </a:lnTo>
                  <a:lnTo>
                    <a:pt x="82" y="161931"/>
                  </a:lnTo>
                  <a:lnTo>
                    <a:pt x="0" y="167217"/>
                  </a:lnTo>
                  <a:lnTo>
                    <a:pt x="85" y="172503"/>
                  </a:lnTo>
                  <a:lnTo>
                    <a:pt x="337" y="177783"/>
                  </a:lnTo>
                  <a:lnTo>
                    <a:pt x="756" y="183053"/>
                  </a:lnTo>
                  <a:lnTo>
                    <a:pt x="1342" y="188307"/>
                  </a:lnTo>
                  <a:lnTo>
                    <a:pt x="2093" y="193540"/>
                  </a:lnTo>
                  <a:lnTo>
                    <a:pt x="3009" y="198746"/>
                  </a:lnTo>
                  <a:lnTo>
                    <a:pt x="4090" y="203921"/>
                  </a:lnTo>
                  <a:lnTo>
                    <a:pt x="5334" y="209059"/>
                  </a:lnTo>
                  <a:lnTo>
                    <a:pt x="6739" y="214155"/>
                  </a:lnTo>
                  <a:lnTo>
                    <a:pt x="8305" y="219204"/>
                  </a:lnTo>
                  <a:lnTo>
                    <a:pt x="10030" y="224201"/>
                  </a:lnTo>
                  <a:lnTo>
                    <a:pt x="11912" y="229141"/>
                  </a:lnTo>
                  <a:lnTo>
                    <a:pt x="13949" y="234019"/>
                  </a:lnTo>
                  <a:lnTo>
                    <a:pt x="16140" y="238831"/>
                  </a:lnTo>
                  <a:lnTo>
                    <a:pt x="18481" y="243570"/>
                  </a:lnTo>
                  <a:lnTo>
                    <a:pt x="20971" y="248233"/>
                  </a:lnTo>
                  <a:lnTo>
                    <a:pt x="23608" y="252815"/>
                  </a:lnTo>
                  <a:lnTo>
                    <a:pt x="26387" y="257312"/>
                  </a:lnTo>
                  <a:lnTo>
                    <a:pt x="29308" y="261718"/>
                  </a:lnTo>
                  <a:lnTo>
                    <a:pt x="32367" y="266030"/>
                  </a:lnTo>
                  <a:lnTo>
                    <a:pt x="35560" y="270243"/>
                  </a:lnTo>
                  <a:lnTo>
                    <a:pt x="38885" y="274353"/>
                  </a:lnTo>
                  <a:lnTo>
                    <a:pt x="42339" y="278355"/>
                  </a:lnTo>
                  <a:lnTo>
                    <a:pt x="45917" y="282247"/>
                  </a:lnTo>
                  <a:lnTo>
                    <a:pt x="49616" y="286023"/>
                  </a:lnTo>
                  <a:lnTo>
                    <a:pt x="53433" y="289680"/>
                  </a:lnTo>
                  <a:lnTo>
                    <a:pt x="57364" y="293215"/>
                  </a:lnTo>
                  <a:lnTo>
                    <a:pt x="61404" y="296624"/>
                  </a:lnTo>
                  <a:lnTo>
                    <a:pt x="65550" y="299904"/>
                  </a:lnTo>
                  <a:lnTo>
                    <a:pt x="69798" y="303050"/>
                  </a:lnTo>
                  <a:lnTo>
                    <a:pt x="74144" y="306061"/>
                  </a:lnTo>
                  <a:lnTo>
                    <a:pt x="78582" y="308933"/>
                  </a:lnTo>
                  <a:lnTo>
                    <a:pt x="83109" y="311663"/>
                  </a:lnTo>
                  <a:lnTo>
                    <a:pt x="87720" y="314249"/>
                  </a:lnTo>
                  <a:lnTo>
                    <a:pt x="92410" y="316687"/>
                  </a:lnTo>
                  <a:lnTo>
                    <a:pt x="97175" y="318976"/>
                  </a:lnTo>
                  <a:lnTo>
                    <a:pt x="102010" y="321114"/>
                  </a:lnTo>
                  <a:lnTo>
                    <a:pt x="106911" y="323097"/>
                  </a:lnTo>
                  <a:lnTo>
                    <a:pt x="111871" y="324924"/>
                  </a:lnTo>
                  <a:lnTo>
                    <a:pt x="116887" y="326594"/>
                  </a:lnTo>
                  <a:lnTo>
                    <a:pt x="121953" y="328104"/>
                  </a:lnTo>
                  <a:lnTo>
                    <a:pt x="127064" y="329453"/>
                  </a:lnTo>
                  <a:lnTo>
                    <a:pt x="132216" y="330640"/>
                  </a:lnTo>
                  <a:lnTo>
                    <a:pt x="137402" y="331663"/>
                  </a:lnTo>
                  <a:lnTo>
                    <a:pt x="142618" y="332522"/>
                  </a:lnTo>
                  <a:lnTo>
                    <a:pt x="147859" y="333216"/>
                  </a:lnTo>
                  <a:lnTo>
                    <a:pt x="153119" y="333743"/>
                  </a:lnTo>
                  <a:lnTo>
                    <a:pt x="158393" y="334104"/>
                  </a:lnTo>
                  <a:lnTo>
                    <a:pt x="163676" y="334298"/>
                  </a:lnTo>
                  <a:lnTo>
                    <a:pt x="168962" y="334325"/>
                  </a:lnTo>
                  <a:lnTo>
                    <a:pt x="174247" y="334184"/>
                  </a:lnTo>
                  <a:lnTo>
                    <a:pt x="179524" y="333877"/>
                  </a:lnTo>
                  <a:lnTo>
                    <a:pt x="184790" y="333403"/>
                  </a:lnTo>
                  <a:lnTo>
                    <a:pt x="190037" y="332763"/>
                  </a:lnTo>
                  <a:lnTo>
                    <a:pt x="195262" y="331957"/>
                  </a:lnTo>
                  <a:lnTo>
                    <a:pt x="200458" y="330986"/>
                  </a:lnTo>
                  <a:lnTo>
                    <a:pt x="205621" y="329851"/>
                  </a:lnTo>
                  <a:lnTo>
                    <a:pt x="210746" y="328554"/>
                  </a:lnTo>
                  <a:lnTo>
                    <a:pt x="215827" y="327095"/>
                  </a:lnTo>
                  <a:lnTo>
                    <a:pt x="220860" y="325477"/>
                  </a:lnTo>
                  <a:lnTo>
                    <a:pt x="225839" y="323700"/>
                  </a:lnTo>
                  <a:lnTo>
                    <a:pt x="230759" y="321766"/>
                  </a:lnTo>
                  <a:lnTo>
                    <a:pt x="235615" y="319678"/>
                  </a:lnTo>
                  <a:lnTo>
                    <a:pt x="240404" y="317438"/>
                  </a:lnTo>
                  <a:lnTo>
                    <a:pt x="245118" y="315047"/>
                  </a:lnTo>
                  <a:lnTo>
                    <a:pt x="249755" y="312508"/>
                  </a:lnTo>
                  <a:lnTo>
                    <a:pt x="254310" y="309824"/>
                  </a:lnTo>
                  <a:lnTo>
                    <a:pt x="258777" y="306997"/>
                  </a:lnTo>
                  <a:lnTo>
                    <a:pt x="263152" y="304031"/>
                  </a:lnTo>
                  <a:lnTo>
                    <a:pt x="267432" y="300927"/>
                  </a:lnTo>
                  <a:lnTo>
                    <a:pt x="271611" y="297690"/>
                  </a:lnTo>
                  <a:lnTo>
                    <a:pt x="275686" y="294322"/>
                  </a:lnTo>
                  <a:lnTo>
                    <a:pt x="279652" y="290828"/>
                  </a:lnTo>
                  <a:lnTo>
                    <a:pt x="283506" y="287209"/>
                  </a:lnTo>
                  <a:lnTo>
                    <a:pt x="287244" y="283470"/>
                  </a:lnTo>
                  <a:lnTo>
                    <a:pt x="290861" y="279615"/>
                  </a:lnTo>
                  <a:lnTo>
                    <a:pt x="294355" y="275648"/>
                  </a:lnTo>
                  <a:lnTo>
                    <a:pt x="297721" y="271572"/>
                  </a:lnTo>
                  <a:lnTo>
                    <a:pt x="300957" y="267392"/>
                  </a:lnTo>
                  <a:lnTo>
                    <a:pt x="304060" y="263111"/>
                  </a:lnTo>
                  <a:lnTo>
                    <a:pt x="307025" y="258735"/>
                  </a:lnTo>
                  <a:lnTo>
                    <a:pt x="309850" y="254267"/>
                  </a:lnTo>
                  <a:lnTo>
                    <a:pt x="312533" y="249712"/>
                  </a:lnTo>
                  <a:lnTo>
                    <a:pt x="315070" y="245074"/>
                  </a:lnTo>
                  <a:lnTo>
                    <a:pt x="317460" y="240359"/>
                  </a:lnTo>
                  <a:lnTo>
                    <a:pt x="319699" y="235570"/>
                  </a:lnTo>
                  <a:lnTo>
                    <a:pt x="321785" y="230713"/>
                  </a:lnTo>
                  <a:lnTo>
                    <a:pt x="323717" y="225792"/>
                  </a:lnTo>
                  <a:lnTo>
                    <a:pt x="325493" y="220813"/>
                  </a:lnTo>
                  <a:lnTo>
                    <a:pt x="327110" y="215780"/>
                  </a:lnTo>
                  <a:lnTo>
                    <a:pt x="328567" y="210698"/>
                  </a:lnTo>
                  <a:lnTo>
                    <a:pt x="329863" y="205573"/>
                  </a:lnTo>
                  <a:lnTo>
                    <a:pt x="330996" y="200409"/>
                  </a:lnTo>
                  <a:lnTo>
                    <a:pt x="331965" y="195212"/>
                  </a:lnTo>
                  <a:lnTo>
                    <a:pt x="332769" y="189988"/>
                  </a:lnTo>
                  <a:lnTo>
                    <a:pt x="333408" y="184740"/>
                  </a:lnTo>
                  <a:lnTo>
                    <a:pt x="333881" y="179475"/>
                  </a:lnTo>
                  <a:lnTo>
                    <a:pt x="334186" y="174197"/>
                  </a:lnTo>
                  <a:lnTo>
                    <a:pt x="334325" y="168912"/>
                  </a:lnTo>
                  <a:lnTo>
                    <a:pt x="334297" y="163626"/>
                  </a:lnTo>
                  <a:lnTo>
                    <a:pt x="334101" y="158343"/>
                  </a:lnTo>
                  <a:lnTo>
                    <a:pt x="333739" y="153069"/>
                  </a:lnTo>
                  <a:lnTo>
                    <a:pt x="333210" y="147809"/>
                  </a:lnTo>
                  <a:lnTo>
                    <a:pt x="332515" y="142569"/>
                  </a:lnTo>
                  <a:lnTo>
                    <a:pt x="331654" y="137353"/>
                  </a:lnTo>
                  <a:lnTo>
                    <a:pt x="330629" y="132167"/>
                  </a:lnTo>
                  <a:lnTo>
                    <a:pt x="329441" y="127016"/>
                  </a:lnTo>
                  <a:lnTo>
                    <a:pt x="328090" y="121905"/>
                  </a:lnTo>
                  <a:lnTo>
                    <a:pt x="326579" y="116839"/>
                  </a:lnTo>
                  <a:lnTo>
                    <a:pt x="324908" y="111824"/>
                  </a:lnTo>
                  <a:lnTo>
                    <a:pt x="323079" y="106864"/>
                  </a:lnTo>
                  <a:lnTo>
                    <a:pt x="321094" y="101964"/>
                  </a:lnTo>
                  <a:lnTo>
                    <a:pt x="318955" y="97130"/>
                  </a:lnTo>
                  <a:lnTo>
                    <a:pt x="316665" y="92365"/>
                  </a:lnTo>
                  <a:lnTo>
                    <a:pt x="314225" y="87676"/>
                  </a:lnTo>
                  <a:lnTo>
                    <a:pt x="311638" y="83065"/>
                  </a:lnTo>
                  <a:lnTo>
                    <a:pt x="308907" y="78539"/>
                  </a:lnTo>
                  <a:lnTo>
                    <a:pt x="306033" y="74102"/>
                  </a:lnTo>
                  <a:lnTo>
                    <a:pt x="303021" y="69758"/>
                  </a:lnTo>
                  <a:lnTo>
                    <a:pt x="299873" y="65511"/>
                  </a:lnTo>
                  <a:lnTo>
                    <a:pt x="296593" y="61365"/>
                  </a:lnTo>
                  <a:lnTo>
                    <a:pt x="293182" y="57326"/>
                  </a:lnTo>
                  <a:lnTo>
                    <a:pt x="289646" y="53396"/>
                  </a:lnTo>
                  <a:lnTo>
                    <a:pt x="285988" y="49580"/>
                  </a:lnTo>
                  <a:lnTo>
                    <a:pt x="282210" y="45882"/>
                  </a:lnTo>
                  <a:lnTo>
                    <a:pt x="278318" y="42305"/>
                  </a:lnTo>
                  <a:lnTo>
                    <a:pt x="274314" y="38853"/>
                  </a:lnTo>
                  <a:lnTo>
                    <a:pt x="270203" y="35529"/>
                  </a:lnTo>
                  <a:lnTo>
                    <a:pt x="265989" y="32337"/>
                  </a:lnTo>
                  <a:lnTo>
                    <a:pt x="261677" y="29280"/>
                  </a:lnTo>
                  <a:lnTo>
                    <a:pt x="257270" y="26361"/>
                  </a:lnTo>
                  <a:lnTo>
                    <a:pt x="252772" y="23582"/>
                  </a:lnTo>
                  <a:lnTo>
                    <a:pt x="248189" y="20947"/>
                  </a:lnTo>
                  <a:lnTo>
                    <a:pt x="243526" y="18458"/>
                  </a:lnTo>
                  <a:lnTo>
                    <a:pt x="238785" y="16118"/>
                  </a:lnTo>
                  <a:lnTo>
                    <a:pt x="233973" y="13929"/>
                  </a:lnTo>
                  <a:lnTo>
                    <a:pt x="229095" y="11893"/>
                  </a:lnTo>
                  <a:lnTo>
                    <a:pt x="224154" y="10013"/>
                  </a:lnTo>
                  <a:lnTo>
                    <a:pt x="219156" y="8289"/>
                  </a:lnTo>
                  <a:lnTo>
                    <a:pt x="214107" y="6725"/>
                  </a:lnTo>
                  <a:lnTo>
                    <a:pt x="209010" y="5321"/>
                  </a:lnTo>
                  <a:lnTo>
                    <a:pt x="203872" y="4079"/>
                  </a:lnTo>
                  <a:lnTo>
                    <a:pt x="198697" y="3000"/>
                  </a:lnTo>
                  <a:lnTo>
                    <a:pt x="193490" y="2085"/>
                  </a:lnTo>
                  <a:lnTo>
                    <a:pt x="188257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83779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1857" y="2633064"/>
              <a:ext cx="167153" cy="192068"/>
            </a:xfrm>
            <a:custGeom>
              <a:avLst/>
              <a:pathLst>
                <a:path w="167153" h="192068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1" y="791"/>
                  </a:lnTo>
                  <a:lnTo>
                    <a:pt x="145510" y="1407"/>
                  </a:lnTo>
                  <a:lnTo>
                    <a:pt x="140142" y="2196"/>
                  </a:lnTo>
                  <a:lnTo>
                    <a:pt x="134802" y="3160"/>
                  </a:lnTo>
                  <a:lnTo>
                    <a:pt x="129497" y="4296"/>
                  </a:lnTo>
                  <a:lnTo>
                    <a:pt x="124231" y="5604"/>
                  </a:lnTo>
                  <a:lnTo>
                    <a:pt x="119011" y="7082"/>
                  </a:lnTo>
                  <a:lnTo>
                    <a:pt x="113841" y="8729"/>
                  </a:lnTo>
                  <a:lnTo>
                    <a:pt x="108727" y="10542"/>
                  </a:lnTo>
                  <a:lnTo>
                    <a:pt x="103675" y="12521"/>
                  </a:lnTo>
                  <a:lnTo>
                    <a:pt x="98689" y="14662"/>
                  </a:lnTo>
                  <a:lnTo>
                    <a:pt x="93776" y="16965"/>
                  </a:lnTo>
                  <a:lnTo>
                    <a:pt x="88940" y="19425"/>
                  </a:lnTo>
                  <a:lnTo>
                    <a:pt x="84187" y="22041"/>
                  </a:lnTo>
                  <a:lnTo>
                    <a:pt x="79521" y="24810"/>
                  </a:lnTo>
                  <a:lnTo>
                    <a:pt x="74947" y="27729"/>
                  </a:lnTo>
                  <a:lnTo>
                    <a:pt x="70470" y="30795"/>
                  </a:lnTo>
                  <a:lnTo>
                    <a:pt x="66096" y="34004"/>
                  </a:lnTo>
                  <a:lnTo>
                    <a:pt x="61827" y="37354"/>
                  </a:lnTo>
                  <a:lnTo>
                    <a:pt x="57670" y="40840"/>
                  </a:lnTo>
                  <a:lnTo>
                    <a:pt x="53628" y="44460"/>
                  </a:lnTo>
                  <a:lnTo>
                    <a:pt x="49706" y="48209"/>
                  </a:lnTo>
                  <a:lnTo>
                    <a:pt x="45907" y="52083"/>
                  </a:lnTo>
                  <a:lnTo>
                    <a:pt x="42236" y="56079"/>
                  </a:lnTo>
                  <a:lnTo>
                    <a:pt x="38697" y="60191"/>
                  </a:lnTo>
                  <a:lnTo>
                    <a:pt x="35293" y="64416"/>
                  </a:lnTo>
                  <a:lnTo>
                    <a:pt x="32028" y="68750"/>
                  </a:lnTo>
                  <a:lnTo>
                    <a:pt x="28905" y="73187"/>
                  </a:lnTo>
                  <a:lnTo>
                    <a:pt x="25928" y="77723"/>
                  </a:lnTo>
                  <a:lnTo>
                    <a:pt x="23099" y="82353"/>
                  </a:lnTo>
                  <a:lnTo>
                    <a:pt x="20423" y="87073"/>
                  </a:lnTo>
                  <a:lnTo>
                    <a:pt x="17901" y="91877"/>
                  </a:lnTo>
                  <a:lnTo>
                    <a:pt x="15536" y="96760"/>
                  </a:lnTo>
                  <a:lnTo>
                    <a:pt x="13331" y="101718"/>
                  </a:lnTo>
                  <a:lnTo>
                    <a:pt x="11288" y="106744"/>
                  </a:lnTo>
                  <a:lnTo>
                    <a:pt x="9409" y="111834"/>
                  </a:lnTo>
                  <a:lnTo>
                    <a:pt x="7696" y="116983"/>
                  </a:lnTo>
                  <a:lnTo>
                    <a:pt x="6152" y="122184"/>
                  </a:lnTo>
                  <a:lnTo>
                    <a:pt x="4777" y="127433"/>
                  </a:lnTo>
                  <a:lnTo>
                    <a:pt x="3573" y="132723"/>
                  </a:lnTo>
                  <a:lnTo>
                    <a:pt x="2541" y="138050"/>
                  </a:lnTo>
                  <a:lnTo>
                    <a:pt x="1683" y="143407"/>
                  </a:lnTo>
                  <a:lnTo>
                    <a:pt x="999" y="148790"/>
                  </a:lnTo>
                  <a:lnTo>
                    <a:pt x="490" y="154192"/>
                  </a:lnTo>
                  <a:lnTo>
                    <a:pt x="157" y="159607"/>
                  </a:lnTo>
                  <a:lnTo>
                    <a:pt x="0" y="165031"/>
                  </a:lnTo>
                  <a:lnTo>
                    <a:pt x="18" y="170457"/>
                  </a:lnTo>
                  <a:lnTo>
                    <a:pt x="213" y="175879"/>
                  </a:lnTo>
                  <a:lnTo>
                    <a:pt x="584" y="181292"/>
                  </a:lnTo>
                  <a:lnTo>
                    <a:pt x="1130" y="186690"/>
                  </a:lnTo>
                  <a:lnTo>
                    <a:pt x="1851" y="19206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709" y="2800231"/>
              <a:ext cx="165302" cy="24901"/>
            </a:xfrm>
            <a:custGeom>
              <a:avLst/>
              <a:pathLst>
                <a:path w="165302" h="24901">
                  <a:moveTo>
                    <a:pt x="0" y="24901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709" y="2637025"/>
              <a:ext cx="332459" cy="330371"/>
            </a:xfrm>
            <a:custGeom>
              <a:avLst/>
              <a:pathLst>
                <a:path w="332459" h="330371">
                  <a:moveTo>
                    <a:pt x="0" y="188107"/>
                  </a:moveTo>
                  <a:lnTo>
                    <a:pt x="872" y="193336"/>
                  </a:lnTo>
                  <a:lnTo>
                    <a:pt x="1910" y="198535"/>
                  </a:lnTo>
                  <a:lnTo>
                    <a:pt x="3113" y="203698"/>
                  </a:lnTo>
                  <a:lnTo>
                    <a:pt x="4478" y="208820"/>
                  </a:lnTo>
                  <a:lnTo>
                    <a:pt x="6005" y="213897"/>
                  </a:lnTo>
                  <a:lnTo>
                    <a:pt x="7693" y="218922"/>
                  </a:lnTo>
                  <a:lnTo>
                    <a:pt x="9539" y="223892"/>
                  </a:lnTo>
                  <a:lnTo>
                    <a:pt x="11541" y="228800"/>
                  </a:lnTo>
                  <a:lnTo>
                    <a:pt x="13698" y="233643"/>
                  </a:lnTo>
                  <a:lnTo>
                    <a:pt x="16008" y="238415"/>
                  </a:lnTo>
                  <a:lnTo>
                    <a:pt x="18468" y="243111"/>
                  </a:lnTo>
                  <a:lnTo>
                    <a:pt x="21075" y="247726"/>
                  </a:lnTo>
                  <a:lnTo>
                    <a:pt x="23828" y="252257"/>
                  </a:lnTo>
                  <a:lnTo>
                    <a:pt x="26723" y="256698"/>
                  </a:lnTo>
                  <a:lnTo>
                    <a:pt x="29757" y="261045"/>
                  </a:lnTo>
                  <a:lnTo>
                    <a:pt x="32927" y="265294"/>
                  </a:lnTo>
                  <a:lnTo>
                    <a:pt x="36231" y="269440"/>
                  </a:lnTo>
                  <a:lnTo>
                    <a:pt x="39664" y="273479"/>
                  </a:lnTo>
                  <a:lnTo>
                    <a:pt x="43224" y="277407"/>
                  </a:lnTo>
                  <a:lnTo>
                    <a:pt x="46906" y="281221"/>
                  </a:lnTo>
                  <a:lnTo>
                    <a:pt x="50708" y="284916"/>
                  </a:lnTo>
                  <a:lnTo>
                    <a:pt x="54625" y="288488"/>
                  </a:lnTo>
                  <a:lnTo>
                    <a:pt x="58653" y="291934"/>
                  </a:lnTo>
                  <a:lnTo>
                    <a:pt x="62788" y="295251"/>
                  </a:lnTo>
                  <a:lnTo>
                    <a:pt x="67027" y="298435"/>
                  </a:lnTo>
                  <a:lnTo>
                    <a:pt x="71364" y="301483"/>
                  </a:lnTo>
                  <a:lnTo>
                    <a:pt x="75796" y="304393"/>
                  </a:lnTo>
                  <a:lnTo>
                    <a:pt x="80318" y="307160"/>
                  </a:lnTo>
                  <a:lnTo>
                    <a:pt x="84925" y="309782"/>
                  </a:lnTo>
                  <a:lnTo>
                    <a:pt x="89613" y="312257"/>
                  </a:lnTo>
                  <a:lnTo>
                    <a:pt x="94377" y="314582"/>
                  </a:lnTo>
                  <a:lnTo>
                    <a:pt x="99213" y="316755"/>
                  </a:lnTo>
                  <a:lnTo>
                    <a:pt x="104115" y="318773"/>
                  </a:lnTo>
                  <a:lnTo>
                    <a:pt x="109078" y="320635"/>
                  </a:lnTo>
                  <a:lnTo>
                    <a:pt x="114098" y="322339"/>
                  </a:lnTo>
                  <a:lnTo>
                    <a:pt x="119170" y="323882"/>
                  </a:lnTo>
                  <a:lnTo>
                    <a:pt x="124288" y="325264"/>
                  </a:lnTo>
                  <a:lnTo>
                    <a:pt x="129447" y="326483"/>
                  </a:lnTo>
                  <a:lnTo>
                    <a:pt x="134642" y="327538"/>
                  </a:lnTo>
                  <a:lnTo>
                    <a:pt x="139868" y="328427"/>
                  </a:lnTo>
                  <a:lnTo>
                    <a:pt x="145120" y="329151"/>
                  </a:lnTo>
                  <a:lnTo>
                    <a:pt x="150392" y="329707"/>
                  </a:lnTo>
                  <a:lnTo>
                    <a:pt x="155679" y="330096"/>
                  </a:lnTo>
                  <a:lnTo>
                    <a:pt x="160975" y="330318"/>
                  </a:lnTo>
                  <a:lnTo>
                    <a:pt x="166276" y="330371"/>
                  </a:lnTo>
                  <a:lnTo>
                    <a:pt x="171576" y="330256"/>
                  </a:lnTo>
                  <a:lnTo>
                    <a:pt x="176870" y="329973"/>
                  </a:lnTo>
                  <a:lnTo>
                    <a:pt x="182152" y="329522"/>
                  </a:lnTo>
                  <a:lnTo>
                    <a:pt x="187417" y="328904"/>
                  </a:lnTo>
                  <a:lnTo>
                    <a:pt x="192660" y="328120"/>
                  </a:lnTo>
                  <a:lnTo>
                    <a:pt x="197875" y="327169"/>
                  </a:lnTo>
                  <a:lnTo>
                    <a:pt x="203058" y="326054"/>
                  </a:lnTo>
                  <a:lnTo>
                    <a:pt x="208203" y="324775"/>
                  </a:lnTo>
                  <a:lnTo>
                    <a:pt x="213304" y="323333"/>
                  </a:lnTo>
                  <a:lnTo>
                    <a:pt x="218357" y="321731"/>
                  </a:lnTo>
                  <a:lnTo>
                    <a:pt x="223357" y="319969"/>
                  </a:lnTo>
                  <a:lnTo>
                    <a:pt x="228299" y="318049"/>
                  </a:lnTo>
                  <a:lnTo>
                    <a:pt x="233177" y="315974"/>
                  </a:lnTo>
                  <a:lnTo>
                    <a:pt x="237987" y="313745"/>
                  </a:lnTo>
                  <a:lnTo>
                    <a:pt x="242723" y="311364"/>
                  </a:lnTo>
                  <a:lnTo>
                    <a:pt x="247382" y="308835"/>
                  </a:lnTo>
                  <a:lnTo>
                    <a:pt x="251959" y="306159"/>
                  </a:lnTo>
                  <a:lnTo>
                    <a:pt x="256448" y="303340"/>
                  </a:lnTo>
                  <a:lnTo>
                    <a:pt x="260845" y="300379"/>
                  </a:lnTo>
                  <a:lnTo>
                    <a:pt x="265147" y="297280"/>
                  </a:lnTo>
                  <a:lnTo>
                    <a:pt x="269348" y="294047"/>
                  </a:lnTo>
                  <a:lnTo>
                    <a:pt x="273444" y="290682"/>
                  </a:lnTo>
                  <a:lnTo>
                    <a:pt x="277432" y="287189"/>
                  </a:lnTo>
                  <a:lnTo>
                    <a:pt x="281307" y="283571"/>
                  </a:lnTo>
                  <a:lnTo>
                    <a:pt x="285065" y="279833"/>
                  </a:lnTo>
                  <a:lnTo>
                    <a:pt x="288703" y="275976"/>
                  </a:lnTo>
                  <a:lnTo>
                    <a:pt x="292217" y="272007"/>
                  </a:lnTo>
                  <a:lnTo>
                    <a:pt x="295603" y="267928"/>
                  </a:lnTo>
                  <a:lnTo>
                    <a:pt x="298858" y="263744"/>
                  </a:lnTo>
                  <a:lnTo>
                    <a:pt x="301978" y="259458"/>
                  </a:lnTo>
                  <a:lnTo>
                    <a:pt x="304962" y="255076"/>
                  </a:lnTo>
                  <a:lnTo>
                    <a:pt x="307805" y="250602"/>
                  </a:lnTo>
                  <a:lnTo>
                    <a:pt x="310504" y="246039"/>
                  </a:lnTo>
                  <a:lnTo>
                    <a:pt x="313058" y="241393"/>
                  </a:lnTo>
                  <a:lnTo>
                    <a:pt x="315462" y="236669"/>
                  </a:lnTo>
                  <a:lnTo>
                    <a:pt x="317716" y="231871"/>
                  </a:lnTo>
                  <a:lnTo>
                    <a:pt x="319817" y="227003"/>
                  </a:lnTo>
                  <a:lnTo>
                    <a:pt x="321762" y="222072"/>
                  </a:lnTo>
                  <a:lnTo>
                    <a:pt x="323550" y="217081"/>
                  </a:lnTo>
                  <a:lnTo>
                    <a:pt x="325179" y="212036"/>
                  </a:lnTo>
                  <a:lnTo>
                    <a:pt x="326647" y="206942"/>
                  </a:lnTo>
                  <a:lnTo>
                    <a:pt x="327952" y="201804"/>
                  </a:lnTo>
                  <a:lnTo>
                    <a:pt x="329094" y="196628"/>
                  </a:lnTo>
                  <a:lnTo>
                    <a:pt x="330072" y="191417"/>
                  </a:lnTo>
                  <a:lnTo>
                    <a:pt x="330883" y="186179"/>
                  </a:lnTo>
                  <a:lnTo>
                    <a:pt x="331529" y="180917"/>
                  </a:lnTo>
                  <a:lnTo>
                    <a:pt x="332007" y="175637"/>
                  </a:lnTo>
                  <a:lnTo>
                    <a:pt x="332317" y="170345"/>
                  </a:lnTo>
                  <a:lnTo>
                    <a:pt x="332459" y="165046"/>
                  </a:lnTo>
                  <a:lnTo>
                    <a:pt x="332433" y="159744"/>
                  </a:lnTo>
                  <a:lnTo>
                    <a:pt x="332240" y="154447"/>
                  </a:lnTo>
                  <a:lnTo>
                    <a:pt x="331878" y="149158"/>
                  </a:lnTo>
                  <a:lnTo>
                    <a:pt x="331349" y="143883"/>
                  </a:lnTo>
                  <a:lnTo>
                    <a:pt x="330653" y="138628"/>
                  </a:lnTo>
                  <a:lnTo>
                    <a:pt x="329790" y="133397"/>
                  </a:lnTo>
                  <a:lnTo>
                    <a:pt x="328762" y="128196"/>
                  </a:lnTo>
                  <a:lnTo>
                    <a:pt x="327570" y="123031"/>
                  </a:lnTo>
                  <a:lnTo>
                    <a:pt x="326214" y="117906"/>
                  </a:lnTo>
                  <a:lnTo>
                    <a:pt x="324697" y="112826"/>
                  </a:lnTo>
                  <a:lnTo>
                    <a:pt x="323020" y="107798"/>
                  </a:lnTo>
                  <a:lnTo>
                    <a:pt x="321183" y="102825"/>
                  </a:lnTo>
                  <a:lnTo>
                    <a:pt x="319190" y="97912"/>
                  </a:lnTo>
                  <a:lnTo>
                    <a:pt x="317043" y="93066"/>
                  </a:lnTo>
                  <a:lnTo>
                    <a:pt x="314742" y="88289"/>
                  </a:lnTo>
                  <a:lnTo>
                    <a:pt x="312292" y="83589"/>
                  </a:lnTo>
                  <a:lnTo>
                    <a:pt x="309693" y="78968"/>
                  </a:lnTo>
                  <a:lnTo>
                    <a:pt x="306950" y="74432"/>
                  </a:lnTo>
                  <a:lnTo>
                    <a:pt x="304063" y="69985"/>
                  </a:lnTo>
                  <a:lnTo>
                    <a:pt x="301038" y="65632"/>
                  </a:lnTo>
                  <a:lnTo>
                    <a:pt x="297876" y="61377"/>
                  </a:lnTo>
                  <a:lnTo>
                    <a:pt x="294580" y="57225"/>
                  </a:lnTo>
                  <a:lnTo>
                    <a:pt x="291155" y="53179"/>
                  </a:lnTo>
                  <a:lnTo>
                    <a:pt x="287603" y="49243"/>
                  </a:lnTo>
                  <a:lnTo>
                    <a:pt x="283928" y="45423"/>
                  </a:lnTo>
                  <a:lnTo>
                    <a:pt x="280133" y="41721"/>
                  </a:lnTo>
                  <a:lnTo>
                    <a:pt x="276223" y="38141"/>
                  </a:lnTo>
                  <a:lnTo>
                    <a:pt x="272202" y="34686"/>
                  </a:lnTo>
                  <a:lnTo>
                    <a:pt x="268073" y="31361"/>
                  </a:lnTo>
                  <a:lnTo>
                    <a:pt x="263841" y="28169"/>
                  </a:lnTo>
                  <a:lnTo>
                    <a:pt x="259510" y="25112"/>
                  </a:lnTo>
                  <a:lnTo>
                    <a:pt x="255083" y="22195"/>
                  </a:lnTo>
                  <a:lnTo>
                    <a:pt x="250567" y="19419"/>
                  </a:lnTo>
                  <a:lnTo>
                    <a:pt x="245965" y="16788"/>
                  </a:lnTo>
                  <a:lnTo>
                    <a:pt x="241282" y="14303"/>
                  </a:lnTo>
                  <a:lnTo>
                    <a:pt x="236522" y="11969"/>
                  </a:lnTo>
                  <a:lnTo>
                    <a:pt x="231691" y="9787"/>
                  </a:lnTo>
                  <a:lnTo>
                    <a:pt x="226793" y="7759"/>
                  </a:lnTo>
                  <a:lnTo>
                    <a:pt x="221833" y="5887"/>
                  </a:lnTo>
                  <a:lnTo>
                    <a:pt x="216816" y="4174"/>
                  </a:lnTo>
                  <a:lnTo>
                    <a:pt x="211748" y="2621"/>
                  </a:lnTo>
                  <a:lnTo>
                    <a:pt x="206632" y="1229"/>
                  </a:lnTo>
                  <a:lnTo>
                    <a:pt x="201476" y="0"/>
                  </a:lnTo>
                  <a:lnTo>
                    <a:pt x="165302" y="163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919011" y="2633064"/>
              <a:ext cx="36173" cy="167167"/>
            </a:xfrm>
            <a:custGeom>
              <a:avLst/>
              <a:pathLst>
                <a:path w="36173" h="167167">
                  <a:moveTo>
                    <a:pt x="36173" y="3960"/>
                  </a:moveTo>
                  <a:lnTo>
                    <a:pt x="29021" y="2538"/>
                  </a:lnTo>
                  <a:lnTo>
                    <a:pt x="21814" y="1429"/>
                  </a:lnTo>
                  <a:lnTo>
                    <a:pt x="14566" y="635"/>
                  </a:lnTo>
                  <a:lnTo>
                    <a:pt x="7290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44295" y="2126963"/>
              <a:ext cx="84177" cy="167167"/>
            </a:xfrm>
            <a:custGeom>
              <a:avLst/>
              <a:pathLst>
                <a:path w="84177" h="167167">
                  <a:moveTo>
                    <a:pt x="84177" y="0"/>
                  </a:moveTo>
                  <a:lnTo>
                    <a:pt x="78297" y="103"/>
                  </a:lnTo>
                  <a:lnTo>
                    <a:pt x="72424" y="413"/>
                  </a:lnTo>
                  <a:lnTo>
                    <a:pt x="66566" y="930"/>
                  </a:lnTo>
                  <a:lnTo>
                    <a:pt x="60730" y="1652"/>
                  </a:lnTo>
                  <a:lnTo>
                    <a:pt x="54923" y="2579"/>
                  </a:lnTo>
                  <a:lnTo>
                    <a:pt x="49152" y="3710"/>
                  </a:lnTo>
                  <a:lnTo>
                    <a:pt x="43425" y="5043"/>
                  </a:lnTo>
                  <a:lnTo>
                    <a:pt x="37747" y="6577"/>
                  </a:lnTo>
                  <a:lnTo>
                    <a:pt x="32128" y="8309"/>
                  </a:lnTo>
                  <a:lnTo>
                    <a:pt x="26572" y="10238"/>
                  </a:lnTo>
                  <a:lnTo>
                    <a:pt x="21088" y="12361"/>
                  </a:lnTo>
                  <a:lnTo>
                    <a:pt x="15683" y="14676"/>
                  </a:lnTo>
                  <a:lnTo>
                    <a:pt x="10361" y="17179"/>
                  </a:lnTo>
                  <a:lnTo>
                    <a:pt x="5132" y="19869"/>
                  </a:lnTo>
                  <a:lnTo>
                    <a:pt x="0" y="22740"/>
                  </a:lnTo>
                  <a:lnTo>
                    <a:pt x="841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4295" y="2149704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561320" y="2149704"/>
              <a:ext cx="167152" cy="280561"/>
            </a:xfrm>
            <a:custGeom>
              <a:avLst/>
              <a:pathLst>
                <a:path w="167152" h="280561">
                  <a:moveTo>
                    <a:pt x="82974" y="0"/>
                  </a:moveTo>
                  <a:lnTo>
                    <a:pt x="78372" y="2782"/>
                  </a:lnTo>
                  <a:lnTo>
                    <a:pt x="73862" y="5711"/>
                  </a:lnTo>
                  <a:lnTo>
                    <a:pt x="69448" y="8784"/>
                  </a:lnTo>
                  <a:lnTo>
                    <a:pt x="65135" y="11997"/>
                  </a:lnTo>
                  <a:lnTo>
                    <a:pt x="60928" y="15347"/>
                  </a:lnTo>
                  <a:lnTo>
                    <a:pt x="56831" y="18831"/>
                  </a:lnTo>
                  <a:lnTo>
                    <a:pt x="52848" y="22444"/>
                  </a:lnTo>
                  <a:lnTo>
                    <a:pt x="48983" y="26184"/>
                  </a:lnTo>
                  <a:lnTo>
                    <a:pt x="45241" y="30047"/>
                  </a:lnTo>
                  <a:lnTo>
                    <a:pt x="41625" y="34027"/>
                  </a:lnTo>
                  <a:lnTo>
                    <a:pt x="38138" y="38122"/>
                  </a:lnTo>
                  <a:lnTo>
                    <a:pt x="34786" y="42327"/>
                  </a:lnTo>
                  <a:lnTo>
                    <a:pt x="31570" y="46638"/>
                  </a:lnTo>
                  <a:lnTo>
                    <a:pt x="28494" y="51050"/>
                  </a:lnTo>
                  <a:lnTo>
                    <a:pt x="25563" y="55559"/>
                  </a:lnTo>
                  <a:lnTo>
                    <a:pt x="22777" y="60159"/>
                  </a:lnTo>
                  <a:lnTo>
                    <a:pt x="20141" y="64847"/>
                  </a:lnTo>
                  <a:lnTo>
                    <a:pt x="17657" y="69617"/>
                  </a:lnTo>
                  <a:lnTo>
                    <a:pt x="15328" y="74465"/>
                  </a:lnTo>
                  <a:lnTo>
                    <a:pt x="13156" y="79384"/>
                  </a:lnTo>
                  <a:lnTo>
                    <a:pt x="11144" y="84372"/>
                  </a:lnTo>
                  <a:lnTo>
                    <a:pt x="9293" y="89421"/>
                  </a:lnTo>
                  <a:lnTo>
                    <a:pt x="7605" y="94528"/>
                  </a:lnTo>
                  <a:lnTo>
                    <a:pt x="6083" y="99686"/>
                  </a:lnTo>
                  <a:lnTo>
                    <a:pt x="4727" y="104890"/>
                  </a:lnTo>
                  <a:lnTo>
                    <a:pt x="3539" y="110135"/>
                  </a:lnTo>
                  <a:lnTo>
                    <a:pt x="2521" y="115416"/>
                  </a:lnTo>
                  <a:lnTo>
                    <a:pt x="1673" y="120727"/>
                  </a:lnTo>
                  <a:lnTo>
                    <a:pt x="996" y="126062"/>
                  </a:lnTo>
                  <a:lnTo>
                    <a:pt x="491" y="131416"/>
                  </a:lnTo>
                  <a:lnTo>
                    <a:pt x="159" y="136784"/>
                  </a:lnTo>
                  <a:lnTo>
                    <a:pt x="0" y="142160"/>
                  </a:lnTo>
                  <a:lnTo>
                    <a:pt x="13" y="147538"/>
                  </a:lnTo>
                  <a:lnTo>
                    <a:pt x="200" y="152912"/>
                  </a:lnTo>
                  <a:lnTo>
                    <a:pt x="559" y="158278"/>
                  </a:lnTo>
                  <a:lnTo>
                    <a:pt x="1091" y="163630"/>
                  </a:lnTo>
                  <a:lnTo>
                    <a:pt x="1794" y="168962"/>
                  </a:lnTo>
                  <a:lnTo>
                    <a:pt x="2669" y="174268"/>
                  </a:lnTo>
                  <a:lnTo>
                    <a:pt x="3714" y="179544"/>
                  </a:lnTo>
                  <a:lnTo>
                    <a:pt x="4929" y="184783"/>
                  </a:lnTo>
                  <a:lnTo>
                    <a:pt x="6311" y="189980"/>
                  </a:lnTo>
                  <a:lnTo>
                    <a:pt x="7859" y="195130"/>
                  </a:lnTo>
                  <a:lnTo>
                    <a:pt x="9573" y="200228"/>
                  </a:lnTo>
                  <a:lnTo>
                    <a:pt x="11449" y="205268"/>
                  </a:lnTo>
                  <a:lnTo>
                    <a:pt x="13487" y="210245"/>
                  </a:lnTo>
                  <a:lnTo>
                    <a:pt x="15684" y="215154"/>
                  </a:lnTo>
                  <a:lnTo>
                    <a:pt x="18037" y="219990"/>
                  </a:lnTo>
                  <a:lnTo>
                    <a:pt x="20545" y="224747"/>
                  </a:lnTo>
                  <a:lnTo>
                    <a:pt x="23205" y="229422"/>
                  </a:lnTo>
                  <a:lnTo>
                    <a:pt x="26013" y="234008"/>
                  </a:lnTo>
                  <a:lnTo>
                    <a:pt x="28968" y="238502"/>
                  </a:lnTo>
                  <a:lnTo>
                    <a:pt x="32065" y="242898"/>
                  </a:lnTo>
                  <a:lnTo>
                    <a:pt x="35303" y="247193"/>
                  </a:lnTo>
                  <a:lnTo>
                    <a:pt x="38677" y="251381"/>
                  </a:lnTo>
                  <a:lnTo>
                    <a:pt x="42184" y="255458"/>
                  </a:lnTo>
                  <a:lnTo>
                    <a:pt x="45820" y="259420"/>
                  </a:lnTo>
                  <a:lnTo>
                    <a:pt x="49582" y="263264"/>
                  </a:lnTo>
                  <a:lnTo>
                    <a:pt x="53465" y="266984"/>
                  </a:lnTo>
                  <a:lnTo>
                    <a:pt x="57467" y="270578"/>
                  </a:lnTo>
                  <a:lnTo>
                    <a:pt x="61581" y="274041"/>
                  </a:lnTo>
                  <a:lnTo>
                    <a:pt x="65805" y="277370"/>
                  </a:lnTo>
                  <a:lnTo>
                    <a:pt x="70134" y="280561"/>
                  </a:lnTo>
                  <a:lnTo>
                    <a:pt x="167152" y="1444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1454" y="2126963"/>
              <a:ext cx="264177" cy="334319"/>
            </a:xfrm>
            <a:custGeom>
              <a:avLst/>
              <a:pathLst>
                <a:path w="264177" h="334319">
                  <a:moveTo>
                    <a:pt x="0" y="303301"/>
                  </a:moveTo>
                  <a:lnTo>
                    <a:pt x="4387" y="306324"/>
                  </a:lnTo>
                  <a:lnTo>
                    <a:pt x="8868" y="309205"/>
                  </a:lnTo>
                  <a:lnTo>
                    <a:pt x="13439" y="311942"/>
                  </a:lnTo>
                  <a:lnTo>
                    <a:pt x="18095" y="314531"/>
                  </a:lnTo>
                  <a:lnTo>
                    <a:pt x="22831" y="316971"/>
                  </a:lnTo>
                  <a:lnTo>
                    <a:pt x="27642" y="319259"/>
                  </a:lnTo>
                  <a:lnTo>
                    <a:pt x="32524" y="321393"/>
                  </a:lnTo>
                  <a:lnTo>
                    <a:pt x="37471" y="323369"/>
                  </a:lnTo>
                  <a:lnTo>
                    <a:pt x="42479" y="325188"/>
                  </a:lnTo>
                  <a:lnTo>
                    <a:pt x="47542" y="326845"/>
                  </a:lnTo>
                  <a:lnTo>
                    <a:pt x="52655" y="328341"/>
                  </a:lnTo>
                  <a:lnTo>
                    <a:pt x="57813" y="329672"/>
                  </a:lnTo>
                  <a:lnTo>
                    <a:pt x="63012" y="330839"/>
                  </a:lnTo>
                  <a:lnTo>
                    <a:pt x="68244" y="331840"/>
                  </a:lnTo>
                  <a:lnTo>
                    <a:pt x="73506" y="332673"/>
                  </a:lnTo>
                  <a:lnTo>
                    <a:pt x="78792" y="333338"/>
                  </a:lnTo>
                  <a:lnTo>
                    <a:pt x="84097" y="333834"/>
                  </a:lnTo>
                  <a:lnTo>
                    <a:pt x="89414" y="334161"/>
                  </a:lnTo>
                  <a:lnTo>
                    <a:pt x="94739" y="334319"/>
                  </a:lnTo>
                  <a:lnTo>
                    <a:pt x="100067" y="334307"/>
                  </a:lnTo>
                  <a:lnTo>
                    <a:pt x="105391" y="334124"/>
                  </a:lnTo>
                  <a:lnTo>
                    <a:pt x="110707" y="333773"/>
                  </a:lnTo>
                  <a:lnTo>
                    <a:pt x="116009" y="333252"/>
                  </a:lnTo>
                  <a:lnTo>
                    <a:pt x="121292" y="332562"/>
                  </a:lnTo>
                  <a:lnTo>
                    <a:pt x="126550" y="331705"/>
                  </a:lnTo>
                  <a:lnTo>
                    <a:pt x="131778" y="330680"/>
                  </a:lnTo>
                  <a:lnTo>
                    <a:pt x="136971" y="329490"/>
                  </a:lnTo>
                  <a:lnTo>
                    <a:pt x="142123" y="328134"/>
                  </a:lnTo>
                  <a:lnTo>
                    <a:pt x="147230" y="326615"/>
                  </a:lnTo>
                  <a:lnTo>
                    <a:pt x="152285" y="324934"/>
                  </a:lnTo>
                  <a:lnTo>
                    <a:pt x="157284" y="323093"/>
                  </a:lnTo>
                  <a:lnTo>
                    <a:pt x="162222" y="321093"/>
                  </a:lnTo>
                  <a:lnTo>
                    <a:pt x="167094" y="318937"/>
                  </a:lnTo>
                  <a:lnTo>
                    <a:pt x="171895" y="316627"/>
                  </a:lnTo>
                  <a:lnTo>
                    <a:pt x="176619" y="314165"/>
                  </a:lnTo>
                  <a:lnTo>
                    <a:pt x="181263" y="311554"/>
                  </a:lnTo>
                  <a:lnTo>
                    <a:pt x="185821" y="308796"/>
                  </a:lnTo>
                  <a:lnTo>
                    <a:pt x="190289" y="305894"/>
                  </a:lnTo>
                  <a:lnTo>
                    <a:pt x="194662" y="302852"/>
                  </a:lnTo>
                  <a:lnTo>
                    <a:pt x="198936" y="299671"/>
                  </a:lnTo>
                  <a:lnTo>
                    <a:pt x="203107" y="296356"/>
                  </a:lnTo>
                  <a:lnTo>
                    <a:pt x="207170" y="292910"/>
                  </a:lnTo>
                  <a:lnTo>
                    <a:pt x="211121" y="289336"/>
                  </a:lnTo>
                  <a:lnTo>
                    <a:pt x="214956" y="285638"/>
                  </a:lnTo>
                  <a:lnTo>
                    <a:pt x="218671" y="281820"/>
                  </a:lnTo>
                  <a:lnTo>
                    <a:pt x="222263" y="277885"/>
                  </a:lnTo>
                  <a:lnTo>
                    <a:pt x="225727" y="273838"/>
                  </a:lnTo>
                  <a:lnTo>
                    <a:pt x="229061" y="269682"/>
                  </a:lnTo>
                  <a:lnTo>
                    <a:pt x="232261" y="265422"/>
                  </a:lnTo>
                  <a:lnTo>
                    <a:pt x="235323" y="261063"/>
                  </a:lnTo>
                  <a:lnTo>
                    <a:pt x="238245" y="256608"/>
                  </a:lnTo>
                  <a:lnTo>
                    <a:pt x="241023" y="252062"/>
                  </a:lnTo>
                  <a:lnTo>
                    <a:pt x="243655" y="247430"/>
                  </a:lnTo>
                  <a:lnTo>
                    <a:pt x="246138" y="242717"/>
                  </a:lnTo>
                  <a:lnTo>
                    <a:pt x="248470" y="237927"/>
                  </a:lnTo>
                  <a:lnTo>
                    <a:pt x="250648" y="233065"/>
                  </a:lnTo>
                  <a:lnTo>
                    <a:pt x="252670" y="228136"/>
                  </a:lnTo>
                  <a:lnTo>
                    <a:pt x="254533" y="223145"/>
                  </a:lnTo>
                  <a:lnTo>
                    <a:pt x="256237" y="218097"/>
                  </a:lnTo>
                  <a:lnTo>
                    <a:pt x="257779" y="212997"/>
                  </a:lnTo>
                  <a:lnTo>
                    <a:pt x="259158" y="207851"/>
                  </a:lnTo>
                  <a:lnTo>
                    <a:pt x="260372" y="202664"/>
                  </a:lnTo>
                  <a:lnTo>
                    <a:pt x="261420" y="197441"/>
                  </a:lnTo>
                  <a:lnTo>
                    <a:pt x="262301" y="192186"/>
                  </a:lnTo>
                  <a:lnTo>
                    <a:pt x="263015" y="186907"/>
                  </a:lnTo>
                  <a:lnTo>
                    <a:pt x="263560" y="181607"/>
                  </a:lnTo>
                  <a:lnTo>
                    <a:pt x="263935" y="176293"/>
                  </a:lnTo>
                  <a:lnTo>
                    <a:pt x="264141" y="170969"/>
                  </a:lnTo>
                  <a:lnTo>
                    <a:pt x="264177" y="165642"/>
                  </a:lnTo>
                  <a:lnTo>
                    <a:pt x="264044" y="160316"/>
                  </a:lnTo>
                  <a:lnTo>
                    <a:pt x="263741" y="154997"/>
                  </a:lnTo>
                  <a:lnTo>
                    <a:pt x="263268" y="149691"/>
                  </a:lnTo>
                  <a:lnTo>
                    <a:pt x="262627" y="144402"/>
                  </a:lnTo>
                  <a:lnTo>
                    <a:pt x="261817" y="139136"/>
                  </a:lnTo>
                  <a:lnTo>
                    <a:pt x="260841" y="133899"/>
                  </a:lnTo>
                  <a:lnTo>
                    <a:pt x="259697" y="128695"/>
                  </a:lnTo>
                  <a:lnTo>
                    <a:pt x="258389" y="123531"/>
                  </a:lnTo>
                  <a:lnTo>
                    <a:pt x="256916" y="118411"/>
                  </a:lnTo>
                  <a:lnTo>
                    <a:pt x="255281" y="113341"/>
                  </a:lnTo>
                  <a:lnTo>
                    <a:pt x="253486" y="108325"/>
                  </a:lnTo>
                  <a:lnTo>
                    <a:pt x="251531" y="103369"/>
                  </a:lnTo>
                  <a:lnTo>
                    <a:pt x="249420" y="98477"/>
                  </a:lnTo>
                  <a:lnTo>
                    <a:pt x="247154" y="93656"/>
                  </a:lnTo>
                  <a:lnTo>
                    <a:pt x="244735" y="88909"/>
                  </a:lnTo>
                  <a:lnTo>
                    <a:pt x="242166" y="84242"/>
                  </a:lnTo>
                  <a:lnTo>
                    <a:pt x="239450" y="79658"/>
                  </a:lnTo>
                  <a:lnTo>
                    <a:pt x="236589" y="75164"/>
                  </a:lnTo>
                  <a:lnTo>
                    <a:pt x="233587" y="70763"/>
                  </a:lnTo>
                  <a:lnTo>
                    <a:pt x="230445" y="66460"/>
                  </a:lnTo>
                  <a:lnTo>
                    <a:pt x="227169" y="62260"/>
                  </a:lnTo>
                  <a:lnTo>
                    <a:pt x="223760" y="58166"/>
                  </a:lnTo>
                  <a:lnTo>
                    <a:pt x="220222" y="54182"/>
                  </a:lnTo>
                  <a:lnTo>
                    <a:pt x="216559" y="50314"/>
                  </a:lnTo>
                  <a:lnTo>
                    <a:pt x="212775" y="46564"/>
                  </a:lnTo>
                  <a:lnTo>
                    <a:pt x="208873" y="42936"/>
                  </a:lnTo>
                  <a:lnTo>
                    <a:pt x="204857" y="39435"/>
                  </a:lnTo>
                  <a:lnTo>
                    <a:pt x="200732" y="36064"/>
                  </a:lnTo>
                  <a:lnTo>
                    <a:pt x="196502" y="32825"/>
                  </a:lnTo>
                  <a:lnTo>
                    <a:pt x="192171" y="29723"/>
                  </a:lnTo>
                  <a:lnTo>
                    <a:pt x="187743" y="26761"/>
                  </a:lnTo>
                  <a:lnTo>
                    <a:pt x="183222" y="23941"/>
                  </a:lnTo>
                  <a:lnTo>
                    <a:pt x="178615" y="21267"/>
                  </a:lnTo>
                  <a:lnTo>
                    <a:pt x="173924" y="18741"/>
                  </a:lnTo>
                  <a:lnTo>
                    <a:pt x="169155" y="16366"/>
                  </a:lnTo>
                  <a:lnTo>
                    <a:pt x="164313" y="14144"/>
                  </a:lnTo>
                  <a:lnTo>
                    <a:pt x="159403" y="12077"/>
                  </a:lnTo>
                  <a:lnTo>
                    <a:pt x="154429" y="10168"/>
                  </a:lnTo>
                  <a:lnTo>
                    <a:pt x="149397" y="8418"/>
                  </a:lnTo>
                  <a:lnTo>
                    <a:pt x="144312" y="6829"/>
                  </a:lnTo>
                  <a:lnTo>
                    <a:pt x="139179" y="5404"/>
                  </a:lnTo>
                  <a:lnTo>
                    <a:pt x="134003" y="4142"/>
                  </a:lnTo>
                  <a:lnTo>
                    <a:pt x="128789" y="3047"/>
                  </a:lnTo>
                  <a:lnTo>
                    <a:pt x="123543" y="2118"/>
                  </a:lnTo>
                  <a:lnTo>
                    <a:pt x="118270" y="1356"/>
                  </a:lnTo>
                  <a:lnTo>
                    <a:pt x="112976" y="763"/>
                  </a:lnTo>
                  <a:lnTo>
                    <a:pt x="107665" y="339"/>
                  </a:lnTo>
                  <a:lnTo>
                    <a:pt x="102344" y="84"/>
                  </a:lnTo>
                  <a:lnTo>
                    <a:pt x="97017" y="0"/>
                  </a:lnTo>
                  <a:lnTo>
                    <a:pt x="970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97461" y="1681503"/>
              <a:ext cx="25773" cy="167167"/>
            </a:xfrm>
            <a:custGeom>
              <a:avLst/>
              <a:pathLst>
                <a:path w="25773" h="167167">
                  <a:moveTo>
                    <a:pt x="25773" y="0"/>
                  </a:moveTo>
                  <a:lnTo>
                    <a:pt x="17151" y="222"/>
                  </a:lnTo>
                  <a:lnTo>
                    <a:pt x="8552" y="889"/>
                  </a:lnTo>
                  <a:lnTo>
                    <a:pt x="0" y="1998"/>
                  </a:lnTo>
                  <a:lnTo>
                    <a:pt x="2577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7461" y="1683502"/>
              <a:ext cx="25773" cy="165168"/>
            </a:xfrm>
            <a:custGeom>
              <a:avLst/>
              <a:pathLst>
                <a:path w="25773" h="165168">
                  <a:moveTo>
                    <a:pt x="0" y="0"/>
                  </a:moveTo>
                  <a:lnTo>
                    <a:pt x="25773" y="1651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256075" y="1683502"/>
              <a:ext cx="334325" cy="332329"/>
            </a:xfrm>
            <a:custGeom>
              <a:avLst/>
              <a:pathLst>
                <a:path w="334325" h="332329">
                  <a:moveTo>
                    <a:pt x="141386" y="0"/>
                  </a:moveTo>
                  <a:lnTo>
                    <a:pt x="136167" y="899"/>
                  </a:lnTo>
                  <a:lnTo>
                    <a:pt x="130979" y="1963"/>
                  </a:lnTo>
                  <a:lnTo>
                    <a:pt x="125827" y="3191"/>
                  </a:lnTo>
                  <a:lnTo>
                    <a:pt x="120717" y="4581"/>
                  </a:lnTo>
                  <a:lnTo>
                    <a:pt x="115654" y="6133"/>
                  </a:lnTo>
                  <a:lnTo>
                    <a:pt x="110642" y="7845"/>
                  </a:lnTo>
                  <a:lnTo>
                    <a:pt x="105687" y="9714"/>
                  </a:lnTo>
                  <a:lnTo>
                    <a:pt x="100793" y="11739"/>
                  </a:lnTo>
                  <a:lnTo>
                    <a:pt x="95966" y="13918"/>
                  </a:lnTo>
                  <a:lnTo>
                    <a:pt x="91211" y="16249"/>
                  </a:lnTo>
                  <a:lnTo>
                    <a:pt x="86532" y="18730"/>
                  </a:lnTo>
                  <a:lnTo>
                    <a:pt x="81933" y="21357"/>
                  </a:lnTo>
                  <a:lnTo>
                    <a:pt x="77421" y="24129"/>
                  </a:lnTo>
                  <a:lnTo>
                    <a:pt x="72998" y="27043"/>
                  </a:lnTo>
                  <a:lnTo>
                    <a:pt x="68670" y="30095"/>
                  </a:lnTo>
                  <a:lnTo>
                    <a:pt x="64441" y="33282"/>
                  </a:lnTo>
                  <a:lnTo>
                    <a:pt x="60315" y="36602"/>
                  </a:lnTo>
                  <a:lnTo>
                    <a:pt x="56296" y="40051"/>
                  </a:lnTo>
                  <a:lnTo>
                    <a:pt x="52388" y="43626"/>
                  </a:lnTo>
                  <a:lnTo>
                    <a:pt x="48596" y="47322"/>
                  </a:lnTo>
                  <a:lnTo>
                    <a:pt x="44922" y="51137"/>
                  </a:lnTo>
                  <a:lnTo>
                    <a:pt x="41371" y="55067"/>
                  </a:lnTo>
                  <a:lnTo>
                    <a:pt x="37947" y="59106"/>
                  </a:lnTo>
                  <a:lnTo>
                    <a:pt x="34652" y="63253"/>
                  </a:lnTo>
                  <a:lnTo>
                    <a:pt x="31490" y="67501"/>
                  </a:lnTo>
                  <a:lnTo>
                    <a:pt x="28464" y="71848"/>
                  </a:lnTo>
                  <a:lnTo>
                    <a:pt x="25578" y="76288"/>
                  </a:lnTo>
                  <a:lnTo>
                    <a:pt x="22833" y="80817"/>
                  </a:lnTo>
                  <a:lnTo>
                    <a:pt x="20234" y="85431"/>
                  </a:lnTo>
                  <a:lnTo>
                    <a:pt x="17782" y="90126"/>
                  </a:lnTo>
                  <a:lnTo>
                    <a:pt x="15480" y="94895"/>
                  </a:lnTo>
                  <a:lnTo>
                    <a:pt x="13330" y="99735"/>
                  </a:lnTo>
                  <a:lnTo>
                    <a:pt x="11334" y="104641"/>
                  </a:lnTo>
                  <a:lnTo>
                    <a:pt x="9495" y="109607"/>
                  </a:lnTo>
                  <a:lnTo>
                    <a:pt x="7814" y="114629"/>
                  </a:lnTo>
                  <a:lnTo>
                    <a:pt x="6293" y="119702"/>
                  </a:lnTo>
                  <a:lnTo>
                    <a:pt x="4934" y="124821"/>
                  </a:lnTo>
                  <a:lnTo>
                    <a:pt x="3737" y="129980"/>
                  </a:lnTo>
                  <a:lnTo>
                    <a:pt x="2705" y="135174"/>
                  </a:lnTo>
                  <a:lnTo>
                    <a:pt x="1837" y="140398"/>
                  </a:lnTo>
                  <a:lnTo>
                    <a:pt x="1135" y="145648"/>
                  </a:lnTo>
                  <a:lnTo>
                    <a:pt x="600" y="150917"/>
                  </a:lnTo>
                  <a:lnTo>
                    <a:pt x="232" y="156200"/>
                  </a:lnTo>
                  <a:lnTo>
                    <a:pt x="32" y="161492"/>
                  </a:lnTo>
                  <a:lnTo>
                    <a:pt x="0" y="166788"/>
                  </a:lnTo>
                  <a:lnTo>
                    <a:pt x="135" y="172082"/>
                  </a:lnTo>
                  <a:lnTo>
                    <a:pt x="438" y="177370"/>
                  </a:lnTo>
                  <a:lnTo>
                    <a:pt x="908" y="182645"/>
                  </a:lnTo>
                  <a:lnTo>
                    <a:pt x="1545" y="187902"/>
                  </a:lnTo>
                  <a:lnTo>
                    <a:pt x="2348" y="193137"/>
                  </a:lnTo>
                  <a:lnTo>
                    <a:pt x="3317" y="198344"/>
                  </a:lnTo>
                  <a:lnTo>
                    <a:pt x="4450" y="203517"/>
                  </a:lnTo>
                  <a:lnTo>
                    <a:pt x="5746" y="208652"/>
                  </a:lnTo>
                  <a:lnTo>
                    <a:pt x="7205" y="213743"/>
                  </a:lnTo>
                  <a:lnTo>
                    <a:pt x="8824" y="218785"/>
                  </a:lnTo>
                  <a:lnTo>
                    <a:pt x="10601" y="223774"/>
                  </a:lnTo>
                  <a:lnTo>
                    <a:pt x="12536" y="228704"/>
                  </a:lnTo>
                  <a:lnTo>
                    <a:pt x="14627" y="233570"/>
                  </a:lnTo>
                  <a:lnTo>
                    <a:pt x="16870" y="238367"/>
                  </a:lnTo>
                  <a:lnTo>
                    <a:pt x="19264" y="243091"/>
                  </a:lnTo>
                  <a:lnTo>
                    <a:pt x="21807" y="247737"/>
                  </a:lnTo>
                  <a:lnTo>
                    <a:pt x="24495" y="252300"/>
                  </a:lnTo>
                  <a:lnTo>
                    <a:pt x="27327" y="256775"/>
                  </a:lnTo>
                  <a:lnTo>
                    <a:pt x="30299" y="261159"/>
                  </a:lnTo>
                  <a:lnTo>
                    <a:pt x="33408" y="265446"/>
                  </a:lnTo>
                  <a:lnTo>
                    <a:pt x="36652" y="269632"/>
                  </a:lnTo>
                  <a:lnTo>
                    <a:pt x="40026" y="273714"/>
                  </a:lnTo>
                  <a:lnTo>
                    <a:pt x="43528" y="277687"/>
                  </a:lnTo>
                  <a:lnTo>
                    <a:pt x="47155" y="281546"/>
                  </a:lnTo>
                  <a:lnTo>
                    <a:pt x="50901" y="285289"/>
                  </a:lnTo>
                  <a:lnTo>
                    <a:pt x="54765" y="288912"/>
                  </a:lnTo>
                  <a:lnTo>
                    <a:pt x="58741" y="292410"/>
                  </a:lnTo>
                  <a:lnTo>
                    <a:pt x="62826" y="295780"/>
                  </a:lnTo>
                  <a:lnTo>
                    <a:pt x="67016" y="299020"/>
                  </a:lnTo>
                  <a:lnTo>
                    <a:pt x="71306" y="302125"/>
                  </a:lnTo>
                  <a:lnTo>
                    <a:pt x="75692" y="305092"/>
                  </a:lnTo>
                  <a:lnTo>
                    <a:pt x="80171" y="307920"/>
                  </a:lnTo>
                  <a:lnTo>
                    <a:pt x="84736" y="310603"/>
                  </a:lnTo>
                  <a:lnTo>
                    <a:pt x="89384" y="313141"/>
                  </a:lnTo>
                  <a:lnTo>
                    <a:pt x="94111" y="315531"/>
                  </a:lnTo>
                  <a:lnTo>
                    <a:pt x="98910" y="317769"/>
                  </a:lnTo>
                  <a:lnTo>
                    <a:pt x="103779" y="319855"/>
                  </a:lnTo>
                  <a:lnTo>
                    <a:pt x="108710" y="321785"/>
                  </a:lnTo>
                  <a:lnTo>
                    <a:pt x="113701" y="323557"/>
                  </a:lnTo>
                  <a:lnTo>
                    <a:pt x="118745" y="325171"/>
                  </a:lnTo>
                  <a:lnTo>
                    <a:pt x="123838" y="326625"/>
                  </a:lnTo>
                  <a:lnTo>
                    <a:pt x="128974" y="327916"/>
                  </a:lnTo>
                  <a:lnTo>
                    <a:pt x="134148" y="329044"/>
                  </a:lnTo>
                  <a:lnTo>
                    <a:pt x="139356" y="330007"/>
                  </a:lnTo>
                  <a:lnTo>
                    <a:pt x="144591" y="330805"/>
                  </a:lnTo>
                  <a:lnTo>
                    <a:pt x="149850" y="331437"/>
                  </a:lnTo>
                  <a:lnTo>
                    <a:pt x="155125" y="331902"/>
                  </a:lnTo>
                  <a:lnTo>
                    <a:pt x="160413" y="332199"/>
                  </a:lnTo>
                  <a:lnTo>
                    <a:pt x="165707" y="332329"/>
                  </a:lnTo>
                  <a:lnTo>
                    <a:pt x="171003" y="332291"/>
                  </a:lnTo>
                  <a:lnTo>
                    <a:pt x="176295" y="332086"/>
                  </a:lnTo>
                  <a:lnTo>
                    <a:pt x="181578" y="331713"/>
                  </a:lnTo>
                  <a:lnTo>
                    <a:pt x="186846" y="331172"/>
                  </a:lnTo>
                  <a:lnTo>
                    <a:pt x="192095" y="330465"/>
                  </a:lnTo>
                  <a:lnTo>
                    <a:pt x="197318" y="329593"/>
                  </a:lnTo>
                  <a:lnTo>
                    <a:pt x="202512" y="328555"/>
                  </a:lnTo>
                  <a:lnTo>
                    <a:pt x="207669" y="327353"/>
                  </a:lnTo>
                  <a:lnTo>
                    <a:pt x="212787" y="325988"/>
                  </a:lnTo>
                  <a:lnTo>
                    <a:pt x="217858" y="324462"/>
                  </a:lnTo>
                  <a:lnTo>
                    <a:pt x="222878" y="322776"/>
                  </a:lnTo>
                  <a:lnTo>
                    <a:pt x="227843" y="320932"/>
                  </a:lnTo>
                  <a:lnTo>
                    <a:pt x="232747" y="318932"/>
                  </a:lnTo>
                  <a:lnTo>
                    <a:pt x="237584" y="316777"/>
                  </a:lnTo>
                  <a:lnTo>
                    <a:pt x="242352" y="314470"/>
                  </a:lnTo>
                  <a:lnTo>
                    <a:pt x="247043" y="312013"/>
                  </a:lnTo>
                  <a:lnTo>
                    <a:pt x="251655" y="309409"/>
                  </a:lnTo>
                  <a:lnTo>
                    <a:pt x="256181" y="306660"/>
                  </a:lnTo>
                  <a:lnTo>
                    <a:pt x="260619" y="303769"/>
                  </a:lnTo>
                  <a:lnTo>
                    <a:pt x="264962" y="300739"/>
                  </a:lnTo>
                  <a:lnTo>
                    <a:pt x="269208" y="297573"/>
                  </a:lnTo>
                  <a:lnTo>
                    <a:pt x="273351" y="294274"/>
                  </a:lnTo>
                  <a:lnTo>
                    <a:pt x="277387" y="290845"/>
                  </a:lnTo>
                  <a:lnTo>
                    <a:pt x="281313" y="287291"/>
                  </a:lnTo>
                  <a:lnTo>
                    <a:pt x="285124" y="283613"/>
                  </a:lnTo>
                  <a:lnTo>
                    <a:pt x="288817" y="279817"/>
                  </a:lnTo>
                  <a:lnTo>
                    <a:pt x="292387" y="275906"/>
                  </a:lnTo>
                  <a:lnTo>
                    <a:pt x="295832" y="271884"/>
                  </a:lnTo>
                  <a:lnTo>
                    <a:pt x="299148" y="267754"/>
                  </a:lnTo>
                  <a:lnTo>
                    <a:pt x="302331" y="263522"/>
                  </a:lnTo>
                  <a:lnTo>
                    <a:pt x="305379" y="259190"/>
                  </a:lnTo>
                  <a:lnTo>
                    <a:pt x="308288" y="254765"/>
                  </a:lnTo>
                  <a:lnTo>
                    <a:pt x="311055" y="250249"/>
                  </a:lnTo>
                  <a:lnTo>
                    <a:pt x="313678" y="245649"/>
                  </a:lnTo>
                  <a:lnTo>
                    <a:pt x="316154" y="240967"/>
                  </a:lnTo>
                  <a:lnTo>
                    <a:pt x="318480" y="236209"/>
                  </a:lnTo>
                  <a:lnTo>
                    <a:pt x="320655" y="231380"/>
                  </a:lnTo>
                  <a:lnTo>
                    <a:pt x="322675" y="226485"/>
                  </a:lnTo>
                  <a:lnTo>
                    <a:pt x="324539" y="221528"/>
                  </a:lnTo>
                  <a:lnTo>
                    <a:pt x="326246" y="216514"/>
                  </a:lnTo>
                  <a:lnTo>
                    <a:pt x="327792" y="211449"/>
                  </a:lnTo>
                  <a:lnTo>
                    <a:pt x="329178" y="206337"/>
                  </a:lnTo>
                  <a:lnTo>
                    <a:pt x="330401" y="201185"/>
                  </a:lnTo>
                  <a:lnTo>
                    <a:pt x="331460" y="195996"/>
                  </a:lnTo>
                  <a:lnTo>
                    <a:pt x="332354" y="190776"/>
                  </a:lnTo>
                  <a:lnTo>
                    <a:pt x="333082" y="185530"/>
                  </a:lnTo>
                  <a:lnTo>
                    <a:pt x="333644" y="180264"/>
                  </a:lnTo>
                  <a:lnTo>
                    <a:pt x="334038" y="174982"/>
                  </a:lnTo>
                  <a:lnTo>
                    <a:pt x="334265" y="169691"/>
                  </a:lnTo>
                  <a:lnTo>
                    <a:pt x="334325" y="164396"/>
                  </a:lnTo>
                  <a:lnTo>
                    <a:pt x="334216" y="159101"/>
                  </a:lnTo>
                  <a:lnTo>
                    <a:pt x="333940" y="153812"/>
                  </a:lnTo>
                  <a:lnTo>
                    <a:pt x="333497" y="148535"/>
                  </a:lnTo>
                  <a:lnTo>
                    <a:pt x="332887" y="143274"/>
                  </a:lnTo>
                  <a:lnTo>
                    <a:pt x="332110" y="138035"/>
                  </a:lnTo>
                  <a:lnTo>
                    <a:pt x="331168" y="132824"/>
                  </a:lnTo>
                  <a:lnTo>
                    <a:pt x="330061" y="127645"/>
                  </a:lnTo>
                  <a:lnTo>
                    <a:pt x="328790" y="122503"/>
                  </a:lnTo>
                  <a:lnTo>
                    <a:pt x="327358" y="117405"/>
                  </a:lnTo>
                  <a:lnTo>
                    <a:pt x="325764" y="112354"/>
                  </a:lnTo>
                  <a:lnTo>
                    <a:pt x="324012" y="107357"/>
                  </a:lnTo>
                  <a:lnTo>
                    <a:pt x="322102" y="102417"/>
                  </a:lnTo>
                  <a:lnTo>
                    <a:pt x="320036" y="97540"/>
                  </a:lnTo>
                  <a:lnTo>
                    <a:pt x="317817" y="92732"/>
                  </a:lnTo>
                  <a:lnTo>
                    <a:pt x="315447" y="87996"/>
                  </a:lnTo>
                  <a:lnTo>
                    <a:pt x="312928" y="83337"/>
                  </a:lnTo>
                  <a:lnTo>
                    <a:pt x="310263" y="78761"/>
                  </a:lnTo>
                  <a:lnTo>
                    <a:pt x="307454" y="74271"/>
                  </a:lnTo>
                  <a:lnTo>
                    <a:pt x="304504" y="69873"/>
                  </a:lnTo>
                  <a:lnTo>
                    <a:pt x="301417" y="65570"/>
                  </a:lnTo>
                  <a:lnTo>
                    <a:pt x="298194" y="61367"/>
                  </a:lnTo>
                  <a:lnTo>
                    <a:pt x="294840" y="57268"/>
                  </a:lnTo>
                  <a:lnTo>
                    <a:pt x="291358" y="53278"/>
                  </a:lnTo>
                  <a:lnTo>
                    <a:pt x="287752" y="49400"/>
                  </a:lnTo>
                  <a:lnTo>
                    <a:pt x="284024" y="45638"/>
                  </a:lnTo>
                  <a:lnTo>
                    <a:pt x="280179" y="41996"/>
                  </a:lnTo>
                  <a:lnTo>
                    <a:pt x="276221" y="38478"/>
                  </a:lnTo>
                  <a:lnTo>
                    <a:pt x="272153" y="35086"/>
                  </a:lnTo>
                  <a:lnTo>
                    <a:pt x="267980" y="31826"/>
                  </a:lnTo>
                  <a:lnTo>
                    <a:pt x="263705" y="28699"/>
                  </a:lnTo>
                  <a:lnTo>
                    <a:pt x="259334" y="25709"/>
                  </a:lnTo>
                  <a:lnTo>
                    <a:pt x="254870" y="22860"/>
                  </a:lnTo>
                  <a:lnTo>
                    <a:pt x="250318" y="20153"/>
                  </a:lnTo>
                  <a:lnTo>
                    <a:pt x="167159" y="1651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423235" y="1681503"/>
              <a:ext cx="83158" cy="167167"/>
            </a:xfrm>
            <a:custGeom>
              <a:avLst/>
              <a:pathLst>
                <a:path w="83158" h="167167">
                  <a:moveTo>
                    <a:pt x="83158" y="22151"/>
                  </a:moveTo>
                  <a:lnTo>
                    <a:pt x="78076" y="19353"/>
                  </a:lnTo>
                  <a:lnTo>
                    <a:pt x="72899" y="16732"/>
                  </a:lnTo>
                  <a:lnTo>
                    <a:pt x="67634" y="14293"/>
                  </a:lnTo>
                  <a:lnTo>
                    <a:pt x="62288" y="12038"/>
                  </a:lnTo>
                  <a:lnTo>
                    <a:pt x="56867" y="9969"/>
                  </a:lnTo>
                  <a:lnTo>
                    <a:pt x="51377" y="8091"/>
                  </a:lnTo>
                  <a:lnTo>
                    <a:pt x="45826" y="6403"/>
                  </a:lnTo>
                  <a:lnTo>
                    <a:pt x="40219" y="4910"/>
                  </a:lnTo>
                  <a:lnTo>
                    <a:pt x="34564" y="3612"/>
                  </a:lnTo>
                  <a:lnTo>
                    <a:pt x="28867" y="2511"/>
                  </a:lnTo>
                  <a:lnTo>
                    <a:pt x="23135" y="1608"/>
                  </a:lnTo>
                  <a:lnTo>
                    <a:pt x="17376" y="905"/>
                  </a:lnTo>
                  <a:lnTo>
                    <a:pt x="11595" y="402"/>
                  </a:lnTo>
                  <a:lnTo>
                    <a:pt x="580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378108" y="1071028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9" y="1342"/>
                  </a:lnTo>
                  <a:lnTo>
                    <a:pt x="140763" y="2095"/>
                  </a:lnTo>
                  <a:lnTo>
                    <a:pt x="135545" y="3014"/>
                  </a:lnTo>
                  <a:lnTo>
                    <a:pt x="130357" y="4099"/>
                  </a:lnTo>
                  <a:lnTo>
                    <a:pt x="125207" y="5347"/>
                  </a:lnTo>
                  <a:lnTo>
                    <a:pt x="120099" y="6757"/>
                  </a:lnTo>
                  <a:lnTo>
                    <a:pt x="115039" y="8329"/>
                  </a:lnTo>
                  <a:lnTo>
                    <a:pt x="110030" y="10061"/>
                  </a:lnTo>
                  <a:lnTo>
                    <a:pt x="105079" y="11950"/>
                  </a:lnTo>
                  <a:lnTo>
                    <a:pt x="100191" y="13996"/>
                  </a:lnTo>
                  <a:lnTo>
                    <a:pt x="95369" y="16195"/>
                  </a:lnTo>
                  <a:lnTo>
                    <a:pt x="90620" y="18546"/>
                  </a:lnTo>
                  <a:lnTo>
                    <a:pt x="85948" y="21046"/>
                  </a:lnTo>
                  <a:lnTo>
                    <a:pt x="81357" y="23694"/>
                  </a:lnTo>
                  <a:lnTo>
                    <a:pt x="76853" y="26485"/>
                  </a:lnTo>
                  <a:lnTo>
                    <a:pt x="72439" y="29418"/>
                  </a:lnTo>
                  <a:lnTo>
                    <a:pt x="68121" y="32489"/>
                  </a:lnTo>
                  <a:lnTo>
                    <a:pt x="63902" y="35696"/>
                  </a:lnTo>
                  <a:lnTo>
                    <a:pt x="59786" y="39034"/>
                  </a:lnTo>
                  <a:lnTo>
                    <a:pt x="55779" y="42502"/>
                  </a:lnTo>
                  <a:lnTo>
                    <a:pt x="51883" y="46094"/>
                  </a:lnTo>
                  <a:lnTo>
                    <a:pt x="48104" y="49809"/>
                  </a:lnTo>
                  <a:lnTo>
                    <a:pt x="44444" y="53641"/>
                  </a:lnTo>
                  <a:lnTo>
                    <a:pt x="40907" y="57587"/>
                  </a:lnTo>
                  <a:lnTo>
                    <a:pt x="37497" y="61644"/>
                  </a:lnTo>
                  <a:lnTo>
                    <a:pt x="34218" y="65806"/>
                  </a:lnTo>
                  <a:lnTo>
                    <a:pt x="31072" y="70071"/>
                  </a:lnTo>
                  <a:lnTo>
                    <a:pt x="28063" y="74433"/>
                  </a:lnTo>
                  <a:lnTo>
                    <a:pt x="25193" y="78888"/>
                  </a:lnTo>
                  <a:lnTo>
                    <a:pt x="22466" y="83432"/>
                  </a:lnTo>
                  <a:lnTo>
                    <a:pt x="19885" y="88060"/>
                  </a:lnTo>
                  <a:lnTo>
                    <a:pt x="17452" y="92767"/>
                  </a:lnTo>
                  <a:lnTo>
                    <a:pt x="15169" y="97549"/>
                  </a:lnTo>
                  <a:lnTo>
                    <a:pt x="13038" y="102401"/>
                  </a:lnTo>
                  <a:lnTo>
                    <a:pt x="11063" y="107319"/>
                  </a:lnTo>
                  <a:lnTo>
                    <a:pt x="9244" y="112296"/>
                  </a:lnTo>
                  <a:lnTo>
                    <a:pt x="7585" y="117329"/>
                  </a:lnTo>
                  <a:lnTo>
                    <a:pt x="6085" y="122411"/>
                  </a:lnTo>
                  <a:lnTo>
                    <a:pt x="4747" y="127539"/>
                  </a:lnTo>
                  <a:lnTo>
                    <a:pt x="3573" y="132706"/>
                  </a:lnTo>
                  <a:lnTo>
                    <a:pt x="2563" y="137909"/>
                  </a:lnTo>
                  <a:lnTo>
                    <a:pt x="1718" y="143140"/>
                  </a:lnTo>
                  <a:lnTo>
                    <a:pt x="1040" y="148396"/>
                  </a:lnTo>
                  <a:lnTo>
                    <a:pt x="528" y="153670"/>
                  </a:lnTo>
                  <a:lnTo>
                    <a:pt x="184" y="158958"/>
                  </a:lnTo>
                  <a:lnTo>
                    <a:pt x="8" y="164255"/>
                  </a:lnTo>
                  <a:lnTo>
                    <a:pt x="0" y="169554"/>
                  </a:lnTo>
                  <a:lnTo>
                    <a:pt x="159" y="174851"/>
                  </a:lnTo>
                  <a:lnTo>
                    <a:pt x="487" y="180140"/>
                  </a:lnTo>
                  <a:lnTo>
                    <a:pt x="982" y="185416"/>
                  </a:lnTo>
                  <a:lnTo>
                    <a:pt x="1643" y="190674"/>
                  </a:lnTo>
                  <a:lnTo>
                    <a:pt x="2472" y="195908"/>
                  </a:lnTo>
                  <a:lnTo>
                    <a:pt x="3465" y="201113"/>
                  </a:lnTo>
                  <a:lnTo>
                    <a:pt x="4624" y="206284"/>
                  </a:lnTo>
                  <a:lnTo>
                    <a:pt x="5945" y="211416"/>
                  </a:lnTo>
                  <a:lnTo>
                    <a:pt x="7429" y="216503"/>
                  </a:lnTo>
                  <a:lnTo>
                    <a:pt x="9073" y="221541"/>
                  </a:lnTo>
                  <a:lnTo>
                    <a:pt x="10875" y="226524"/>
                  </a:lnTo>
                  <a:lnTo>
                    <a:pt x="12835" y="231447"/>
                  </a:lnTo>
                  <a:lnTo>
                    <a:pt x="14950" y="236306"/>
                  </a:lnTo>
                  <a:lnTo>
                    <a:pt x="17218" y="241096"/>
                  </a:lnTo>
                  <a:lnTo>
                    <a:pt x="19637" y="245811"/>
                  </a:lnTo>
                  <a:lnTo>
                    <a:pt x="22204" y="250447"/>
                  </a:lnTo>
                  <a:lnTo>
                    <a:pt x="24916" y="254999"/>
                  </a:lnTo>
                  <a:lnTo>
                    <a:pt x="27772" y="259464"/>
                  </a:lnTo>
                  <a:lnTo>
                    <a:pt x="30767" y="263835"/>
                  </a:lnTo>
                  <a:lnTo>
                    <a:pt x="33900" y="268109"/>
                  </a:lnTo>
                  <a:lnTo>
                    <a:pt x="37166" y="272282"/>
                  </a:lnTo>
                  <a:lnTo>
                    <a:pt x="40563" y="276349"/>
                  </a:lnTo>
                  <a:lnTo>
                    <a:pt x="44087" y="280307"/>
                  </a:lnTo>
                  <a:lnTo>
                    <a:pt x="47735" y="284150"/>
                  </a:lnTo>
                  <a:lnTo>
                    <a:pt x="51503" y="287877"/>
                  </a:lnTo>
                  <a:lnTo>
                    <a:pt x="55387" y="291481"/>
                  </a:lnTo>
                  <a:lnTo>
                    <a:pt x="59384" y="294961"/>
                  </a:lnTo>
                  <a:lnTo>
                    <a:pt x="63489" y="298313"/>
                  </a:lnTo>
                  <a:lnTo>
                    <a:pt x="67698" y="301533"/>
                  </a:lnTo>
                  <a:lnTo>
                    <a:pt x="72006" y="304618"/>
                  </a:lnTo>
                  <a:lnTo>
                    <a:pt x="76411" y="307564"/>
                  </a:lnTo>
                  <a:lnTo>
                    <a:pt x="80906" y="310370"/>
                  </a:lnTo>
                  <a:lnTo>
                    <a:pt x="85489" y="313031"/>
                  </a:lnTo>
                  <a:lnTo>
                    <a:pt x="90153" y="315546"/>
                  </a:lnTo>
                  <a:lnTo>
                    <a:pt x="94895" y="317912"/>
                  </a:lnTo>
                  <a:lnTo>
                    <a:pt x="99709" y="320127"/>
                  </a:lnTo>
                  <a:lnTo>
                    <a:pt x="104591" y="322188"/>
                  </a:lnTo>
                  <a:lnTo>
                    <a:pt x="109536" y="324093"/>
                  </a:lnTo>
                  <a:lnTo>
                    <a:pt x="114539" y="325840"/>
                  </a:lnTo>
                  <a:lnTo>
                    <a:pt x="119595" y="327428"/>
                  </a:lnTo>
                  <a:lnTo>
                    <a:pt x="124699" y="328854"/>
                  </a:lnTo>
                  <a:lnTo>
                    <a:pt x="129845" y="330119"/>
                  </a:lnTo>
                  <a:lnTo>
                    <a:pt x="135029" y="331219"/>
                  </a:lnTo>
                  <a:lnTo>
                    <a:pt x="140244" y="332155"/>
                  </a:lnTo>
                  <a:lnTo>
                    <a:pt x="145487" y="332925"/>
                  </a:lnTo>
                  <a:lnTo>
                    <a:pt x="150752" y="333528"/>
                  </a:lnTo>
                  <a:lnTo>
                    <a:pt x="156034" y="333964"/>
                  </a:lnTo>
                  <a:lnTo>
                    <a:pt x="161326" y="334233"/>
                  </a:lnTo>
                  <a:lnTo>
                    <a:pt x="166624" y="334334"/>
                  </a:lnTo>
                  <a:lnTo>
                    <a:pt x="171923" y="334266"/>
                  </a:lnTo>
                  <a:lnTo>
                    <a:pt x="177217" y="334031"/>
                  </a:lnTo>
                  <a:lnTo>
                    <a:pt x="182501" y="333628"/>
                  </a:lnTo>
                  <a:lnTo>
                    <a:pt x="187769" y="333058"/>
                  </a:lnTo>
                  <a:lnTo>
                    <a:pt x="193017" y="332321"/>
                  </a:lnTo>
                  <a:lnTo>
                    <a:pt x="198239" y="331418"/>
                  </a:lnTo>
                  <a:lnTo>
                    <a:pt x="203429" y="330350"/>
                  </a:lnTo>
                  <a:lnTo>
                    <a:pt x="208583" y="329118"/>
                  </a:lnTo>
                  <a:lnTo>
                    <a:pt x="213696" y="327724"/>
                  </a:lnTo>
                  <a:lnTo>
                    <a:pt x="218762" y="326168"/>
                  </a:lnTo>
                  <a:lnTo>
                    <a:pt x="223775" y="324452"/>
                  </a:lnTo>
                  <a:lnTo>
                    <a:pt x="228732" y="322578"/>
                  </a:lnTo>
                  <a:lnTo>
                    <a:pt x="233627" y="320548"/>
                  </a:lnTo>
                  <a:lnTo>
                    <a:pt x="238455" y="318364"/>
                  </a:lnTo>
                  <a:lnTo>
                    <a:pt x="243212" y="316028"/>
                  </a:lnTo>
                  <a:lnTo>
                    <a:pt x="247892" y="313542"/>
                  </a:lnTo>
                  <a:lnTo>
                    <a:pt x="252491" y="310909"/>
                  </a:lnTo>
                  <a:lnTo>
                    <a:pt x="257004" y="308132"/>
                  </a:lnTo>
                  <a:lnTo>
                    <a:pt x="261427" y="305213"/>
                  </a:lnTo>
                  <a:lnTo>
                    <a:pt x="265755" y="302156"/>
                  </a:lnTo>
                  <a:lnTo>
                    <a:pt x="269984" y="298962"/>
                  </a:lnTo>
                  <a:lnTo>
                    <a:pt x="274110" y="295637"/>
                  </a:lnTo>
                  <a:lnTo>
                    <a:pt x="278128" y="292182"/>
                  </a:lnTo>
                  <a:lnTo>
                    <a:pt x="282035" y="288601"/>
                  </a:lnTo>
                  <a:lnTo>
                    <a:pt x="285826" y="284899"/>
                  </a:lnTo>
                  <a:lnTo>
                    <a:pt x="289498" y="281078"/>
                  </a:lnTo>
                  <a:lnTo>
                    <a:pt x="293047" y="277143"/>
                  </a:lnTo>
                  <a:lnTo>
                    <a:pt x="296470" y="273097"/>
                  </a:lnTo>
                  <a:lnTo>
                    <a:pt x="299763" y="268945"/>
                  </a:lnTo>
                  <a:lnTo>
                    <a:pt x="302922" y="264691"/>
                  </a:lnTo>
                  <a:lnTo>
                    <a:pt x="305945" y="260338"/>
                  </a:lnTo>
                  <a:lnTo>
                    <a:pt x="308828" y="255892"/>
                  </a:lnTo>
                  <a:lnTo>
                    <a:pt x="311569" y="251357"/>
                  </a:lnTo>
                  <a:lnTo>
                    <a:pt x="314165" y="246737"/>
                  </a:lnTo>
                  <a:lnTo>
                    <a:pt x="316614" y="242037"/>
                  </a:lnTo>
                  <a:lnTo>
                    <a:pt x="318912" y="237262"/>
                  </a:lnTo>
                  <a:lnTo>
                    <a:pt x="321057" y="232417"/>
                  </a:lnTo>
                  <a:lnTo>
                    <a:pt x="323048" y="227506"/>
                  </a:lnTo>
                  <a:lnTo>
                    <a:pt x="324882" y="222534"/>
                  </a:lnTo>
                  <a:lnTo>
                    <a:pt x="326558" y="217507"/>
                  </a:lnTo>
                  <a:lnTo>
                    <a:pt x="328073" y="212429"/>
                  </a:lnTo>
                  <a:lnTo>
                    <a:pt x="329427" y="207305"/>
                  </a:lnTo>
                  <a:lnTo>
                    <a:pt x="330618" y="202142"/>
                  </a:lnTo>
                  <a:lnTo>
                    <a:pt x="331644" y="196943"/>
                  </a:lnTo>
                  <a:lnTo>
                    <a:pt x="332505" y="191714"/>
                  </a:lnTo>
                  <a:lnTo>
                    <a:pt x="333200" y="186460"/>
                  </a:lnTo>
                  <a:lnTo>
                    <a:pt x="333728" y="181188"/>
                  </a:lnTo>
                  <a:lnTo>
                    <a:pt x="334089" y="175901"/>
                  </a:lnTo>
                  <a:lnTo>
                    <a:pt x="334282" y="170605"/>
                  </a:lnTo>
                  <a:lnTo>
                    <a:pt x="334307" y="165306"/>
                  </a:lnTo>
                  <a:lnTo>
                    <a:pt x="334164" y="160008"/>
                  </a:lnTo>
                  <a:lnTo>
                    <a:pt x="333853" y="154718"/>
                  </a:lnTo>
                  <a:lnTo>
                    <a:pt x="333375" y="149441"/>
                  </a:lnTo>
                  <a:lnTo>
                    <a:pt x="332729" y="144181"/>
                  </a:lnTo>
                  <a:lnTo>
                    <a:pt x="331918" y="138944"/>
                  </a:lnTo>
                  <a:lnTo>
                    <a:pt x="330940" y="133736"/>
                  </a:lnTo>
                  <a:lnTo>
                    <a:pt x="329798" y="128561"/>
                  </a:lnTo>
                  <a:lnTo>
                    <a:pt x="328493" y="123425"/>
                  </a:lnTo>
                  <a:lnTo>
                    <a:pt x="327026" y="118333"/>
                  </a:lnTo>
                  <a:lnTo>
                    <a:pt x="325397" y="113290"/>
                  </a:lnTo>
                  <a:lnTo>
                    <a:pt x="323610" y="108302"/>
                  </a:lnTo>
                  <a:lnTo>
                    <a:pt x="321666" y="103372"/>
                  </a:lnTo>
                  <a:lnTo>
                    <a:pt x="319566" y="98506"/>
                  </a:lnTo>
                  <a:lnTo>
                    <a:pt x="317313" y="93710"/>
                  </a:lnTo>
                  <a:lnTo>
                    <a:pt x="314909" y="88987"/>
                  </a:lnTo>
                  <a:lnTo>
                    <a:pt x="312357" y="84343"/>
                  </a:lnTo>
                  <a:lnTo>
                    <a:pt x="309659" y="79782"/>
                  </a:lnTo>
                  <a:lnTo>
                    <a:pt x="306818" y="75309"/>
                  </a:lnTo>
                  <a:lnTo>
                    <a:pt x="303836" y="70928"/>
                  </a:lnTo>
                  <a:lnTo>
                    <a:pt x="300717" y="66644"/>
                  </a:lnTo>
                  <a:lnTo>
                    <a:pt x="297464" y="62461"/>
                  </a:lnTo>
                  <a:lnTo>
                    <a:pt x="294079" y="58383"/>
                  </a:lnTo>
                  <a:lnTo>
                    <a:pt x="290568" y="54415"/>
                  </a:lnTo>
                  <a:lnTo>
                    <a:pt x="286932" y="50560"/>
                  </a:lnTo>
                  <a:lnTo>
                    <a:pt x="283176" y="46822"/>
                  </a:lnTo>
                  <a:lnTo>
                    <a:pt x="279303" y="43204"/>
                  </a:lnTo>
                  <a:lnTo>
                    <a:pt x="275317" y="39712"/>
                  </a:lnTo>
                  <a:lnTo>
                    <a:pt x="271223" y="36348"/>
                  </a:lnTo>
                  <a:lnTo>
                    <a:pt x="267024" y="33115"/>
                  </a:lnTo>
                  <a:lnTo>
                    <a:pt x="262725" y="3001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1045"/>
              <a:ext cx="95575" cy="137150"/>
            </a:xfrm>
            <a:custGeom>
              <a:avLst/>
              <a:pathLst>
                <a:path w="95575" h="137150">
                  <a:moveTo>
                    <a:pt x="95575" y="0"/>
                  </a:moveTo>
                  <a:lnTo>
                    <a:pt x="0" y="13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99385"/>
              <a:ext cx="95575" cy="138810"/>
            </a:xfrm>
            <a:custGeom>
              <a:avLst/>
              <a:pathLst>
                <a:path w="95575" h="138810">
                  <a:moveTo>
                    <a:pt x="95575" y="1659"/>
                  </a:moveTo>
                  <a:lnTo>
                    <a:pt x="93148" y="0"/>
                  </a:lnTo>
                  <a:lnTo>
                    <a:pt x="0" y="138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93148" cy="167167"/>
            </a:xfrm>
            <a:custGeom>
              <a:avLst/>
              <a:pathLst>
                <a:path w="93148" h="167167">
                  <a:moveTo>
                    <a:pt x="93148" y="28356"/>
                  </a:moveTo>
                  <a:lnTo>
                    <a:pt x="88266" y="25202"/>
                  </a:lnTo>
                  <a:lnTo>
                    <a:pt x="83278" y="22220"/>
                  </a:lnTo>
                  <a:lnTo>
                    <a:pt x="78190" y="19413"/>
                  </a:lnTo>
                  <a:lnTo>
                    <a:pt x="73007" y="16784"/>
                  </a:lnTo>
                  <a:lnTo>
                    <a:pt x="67735" y="14338"/>
                  </a:lnTo>
                  <a:lnTo>
                    <a:pt x="62382" y="12076"/>
                  </a:lnTo>
                  <a:lnTo>
                    <a:pt x="56954" y="10001"/>
                  </a:lnTo>
                  <a:lnTo>
                    <a:pt x="51456" y="8116"/>
                  </a:lnTo>
                  <a:lnTo>
                    <a:pt x="45897" y="6424"/>
                  </a:lnTo>
                  <a:lnTo>
                    <a:pt x="40282" y="4925"/>
                  </a:lnTo>
                  <a:lnTo>
                    <a:pt x="34618" y="3623"/>
                  </a:lnTo>
                  <a:lnTo>
                    <a:pt x="28912" y="2519"/>
                  </a:lnTo>
                  <a:lnTo>
                    <a:pt x="23172" y="1613"/>
                  </a:lnTo>
                  <a:lnTo>
                    <a:pt x="17403" y="908"/>
                  </a:lnTo>
                  <a:lnTo>
                    <a:pt x="11614" y="403"/>
                  </a:lnTo>
                  <a:lnTo>
                    <a:pt x="581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18563" y="941493"/>
              <a:ext cx="104980" cy="167167"/>
            </a:xfrm>
            <a:custGeom>
              <a:avLst/>
              <a:pathLst>
                <a:path w="104980" h="167167">
                  <a:moveTo>
                    <a:pt x="104980" y="0"/>
                  </a:moveTo>
                  <a:lnTo>
                    <a:pt x="99306" y="96"/>
                  </a:lnTo>
                  <a:lnTo>
                    <a:pt x="93639" y="385"/>
                  </a:lnTo>
                  <a:lnTo>
                    <a:pt x="87984" y="866"/>
                  </a:lnTo>
                  <a:lnTo>
                    <a:pt x="82349" y="1538"/>
                  </a:lnTo>
                  <a:lnTo>
                    <a:pt x="76741" y="2402"/>
                  </a:lnTo>
                  <a:lnTo>
                    <a:pt x="71164" y="3455"/>
                  </a:lnTo>
                  <a:lnTo>
                    <a:pt x="65627" y="4698"/>
                  </a:lnTo>
                  <a:lnTo>
                    <a:pt x="60135" y="6127"/>
                  </a:lnTo>
                  <a:lnTo>
                    <a:pt x="54695" y="7742"/>
                  </a:lnTo>
                  <a:lnTo>
                    <a:pt x="49313" y="9541"/>
                  </a:lnTo>
                  <a:lnTo>
                    <a:pt x="43995" y="11521"/>
                  </a:lnTo>
                  <a:lnTo>
                    <a:pt x="38747" y="13681"/>
                  </a:lnTo>
                  <a:lnTo>
                    <a:pt x="33575" y="16017"/>
                  </a:lnTo>
                  <a:lnTo>
                    <a:pt x="28486" y="18528"/>
                  </a:lnTo>
                  <a:lnTo>
                    <a:pt x="23485" y="21210"/>
                  </a:lnTo>
                  <a:lnTo>
                    <a:pt x="18578" y="24060"/>
                  </a:lnTo>
                  <a:lnTo>
                    <a:pt x="13770" y="27075"/>
                  </a:lnTo>
                  <a:lnTo>
                    <a:pt x="9068" y="30252"/>
                  </a:lnTo>
                  <a:lnTo>
                    <a:pt x="4476" y="33586"/>
                  </a:lnTo>
                  <a:lnTo>
                    <a:pt x="0" y="37075"/>
                  </a:lnTo>
                  <a:lnTo>
                    <a:pt x="1049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563" y="978568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56378" y="978568"/>
              <a:ext cx="334330" cy="297250"/>
            </a:xfrm>
            <a:custGeom>
              <a:avLst/>
              <a:pathLst>
                <a:path w="334330" h="297250">
                  <a:moveTo>
                    <a:pt x="62185" y="0"/>
                  </a:moveTo>
                  <a:lnTo>
                    <a:pt x="58113" y="3393"/>
                  </a:lnTo>
                  <a:lnTo>
                    <a:pt x="54151" y="6914"/>
                  </a:lnTo>
                  <a:lnTo>
                    <a:pt x="50303" y="10559"/>
                  </a:lnTo>
                  <a:lnTo>
                    <a:pt x="46572" y="14324"/>
                  </a:lnTo>
                  <a:lnTo>
                    <a:pt x="42963" y="18205"/>
                  </a:lnTo>
                  <a:lnTo>
                    <a:pt x="39478" y="22199"/>
                  </a:lnTo>
                  <a:lnTo>
                    <a:pt x="36122" y="26301"/>
                  </a:lnTo>
                  <a:lnTo>
                    <a:pt x="32897" y="30508"/>
                  </a:lnTo>
                  <a:lnTo>
                    <a:pt x="29808" y="34815"/>
                  </a:lnTo>
                  <a:lnTo>
                    <a:pt x="26856" y="39217"/>
                  </a:lnTo>
                  <a:lnTo>
                    <a:pt x="24046" y="43711"/>
                  </a:lnTo>
                  <a:lnTo>
                    <a:pt x="21379" y="48292"/>
                  </a:lnTo>
                  <a:lnTo>
                    <a:pt x="18859" y="52955"/>
                  </a:lnTo>
                  <a:lnTo>
                    <a:pt x="16488" y="57695"/>
                  </a:lnTo>
                  <a:lnTo>
                    <a:pt x="14269" y="62509"/>
                  </a:lnTo>
                  <a:lnTo>
                    <a:pt x="12203" y="67390"/>
                  </a:lnTo>
                  <a:lnTo>
                    <a:pt x="10293" y="72334"/>
                  </a:lnTo>
                  <a:lnTo>
                    <a:pt x="8541" y="77336"/>
                  </a:lnTo>
                  <a:lnTo>
                    <a:pt x="6948" y="82392"/>
                  </a:lnTo>
                  <a:lnTo>
                    <a:pt x="5516" y="87495"/>
                  </a:lnTo>
                  <a:lnTo>
                    <a:pt x="4247" y="92641"/>
                  </a:lnTo>
                  <a:lnTo>
                    <a:pt x="3142" y="97825"/>
                  </a:lnTo>
                  <a:lnTo>
                    <a:pt x="2201" y="103041"/>
                  </a:lnTo>
                  <a:lnTo>
                    <a:pt x="1427" y="108285"/>
                  </a:lnTo>
                  <a:lnTo>
                    <a:pt x="819" y="113550"/>
                  </a:lnTo>
                  <a:lnTo>
                    <a:pt x="378" y="118832"/>
                  </a:lnTo>
                  <a:lnTo>
                    <a:pt x="105" y="124125"/>
                  </a:lnTo>
                  <a:lnTo>
                    <a:pt x="0" y="129425"/>
                  </a:lnTo>
                  <a:lnTo>
                    <a:pt x="62" y="134725"/>
                  </a:lnTo>
                  <a:lnTo>
                    <a:pt x="293" y="140020"/>
                  </a:lnTo>
                  <a:lnTo>
                    <a:pt x="692" y="145305"/>
                  </a:lnTo>
                  <a:lnTo>
                    <a:pt x="1258" y="150575"/>
                  </a:lnTo>
                  <a:lnTo>
                    <a:pt x="1991" y="155825"/>
                  </a:lnTo>
                  <a:lnTo>
                    <a:pt x="2890" y="161049"/>
                  </a:lnTo>
                  <a:lnTo>
                    <a:pt x="3954" y="166241"/>
                  </a:lnTo>
                  <a:lnTo>
                    <a:pt x="5182" y="171397"/>
                  </a:lnTo>
                  <a:lnTo>
                    <a:pt x="6573" y="176512"/>
                  </a:lnTo>
                  <a:lnTo>
                    <a:pt x="8125" y="181580"/>
                  </a:lnTo>
                  <a:lnTo>
                    <a:pt x="9837" y="186596"/>
                  </a:lnTo>
                  <a:lnTo>
                    <a:pt x="11708" y="191555"/>
                  </a:lnTo>
                  <a:lnTo>
                    <a:pt x="13734" y="196453"/>
                  </a:lnTo>
                  <a:lnTo>
                    <a:pt x="15915" y="201284"/>
                  </a:lnTo>
                  <a:lnTo>
                    <a:pt x="18248" y="206043"/>
                  </a:lnTo>
                  <a:lnTo>
                    <a:pt x="20731" y="210726"/>
                  </a:lnTo>
                  <a:lnTo>
                    <a:pt x="23361" y="215328"/>
                  </a:lnTo>
                  <a:lnTo>
                    <a:pt x="26135" y="219844"/>
                  </a:lnTo>
                  <a:lnTo>
                    <a:pt x="29052" y="224270"/>
                  </a:lnTo>
                  <a:lnTo>
                    <a:pt x="32107" y="228601"/>
                  </a:lnTo>
                  <a:lnTo>
                    <a:pt x="35298" y="232833"/>
                  </a:lnTo>
                  <a:lnTo>
                    <a:pt x="38621" y="236962"/>
                  </a:lnTo>
                  <a:lnTo>
                    <a:pt x="42074" y="240984"/>
                  </a:lnTo>
                  <a:lnTo>
                    <a:pt x="45652" y="244894"/>
                  </a:lnTo>
                  <a:lnTo>
                    <a:pt x="49353" y="248688"/>
                  </a:lnTo>
                  <a:lnTo>
                    <a:pt x="53172" y="252364"/>
                  </a:lnTo>
                  <a:lnTo>
                    <a:pt x="57106" y="255916"/>
                  </a:lnTo>
                  <a:lnTo>
                    <a:pt x="61150" y="259342"/>
                  </a:lnTo>
                  <a:lnTo>
                    <a:pt x="65301" y="262638"/>
                  </a:lnTo>
                  <a:lnTo>
                    <a:pt x="69554" y="265801"/>
                  </a:lnTo>
                  <a:lnTo>
                    <a:pt x="73906" y="268827"/>
                  </a:lnTo>
                  <a:lnTo>
                    <a:pt x="78351" y="271714"/>
                  </a:lnTo>
                  <a:lnTo>
                    <a:pt x="82885" y="274459"/>
                  </a:lnTo>
                  <a:lnTo>
                    <a:pt x="87505" y="277058"/>
                  </a:lnTo>
                  <a:lnTo>
                    <a:pt x="92204" y="279510"/>
                  </a:lnTo>
                  <a:lnTo>
                    <a:pt x="96979" y="281811"/>
                  </a:lnTo>
                  <a:lnTo>
                    <a:pt x="101824" y="283960"/>
                  </a:lnTo>
                  <a:lnTo>
                    <a:pt x="106735" y="285954"/>
                  </a:lnTo>
                  <a:lnTo>
                    <a:pt x="111706" y="287792"/>
                  </a:lnTo>
                  <a:lnTo>
                    <a:pt x="116734" y="289470"/>
                  </a:lnTo>
                  <a:lnTo>
                    <a:pt x="121812" y="290989"/>
                  </a:lnTo>
                  <a:lnTo>
                    <a:pt x="126936" y="292346"/>
                  </a:lnTo>
                  <a:lnTo>
                    <a:pt x="132100" y="293540"/>
                  </a:lnTo>
                  <a:lnTo>
                    <a:pt x="137299" y="294570"/>
                  </a:lnTo>
                  <a:lnTo>
                    <a:pt x="142529" y="295434"/>
                  </a:lnTo>
                  <a:lnTo>
                    <a:pt x="147783" y="296132"/>
                  </a:lnTo>
                  <a:lnTo>
                    <a:pt x="153057" y="296663"/>
                  </a:lnTo>
                  <a:lnTo>
                    <a:pt x="158344" y="297026"/>
                  </a:lnTo>
                  <a:lnTo>
                    <a:pt x="163641" y="297222"/>
                  </a:lnTo>
                  <a:lnTo>
                    <a:pt x="168941" y="297250"/>
                  </a:lnTo>
                  <a:lnTo>
                    <a:pt x="174240" y="297109"/>
                  </a:lnTo>
                  <a:lnTo>
                    <a:pt x="179531" y="296801"/>
                  </a:lnTo>
                  <a:lnTo>
                    <a:pt x="184810" y="296325"/>
                  </a:lnTo>
                  <a:lnTo>
                    <a:pt x="190071" y="295682"/>
                  </a:lnTo>
                  <a:lnTo>
                    <a:pt x="195310" y="294873"/>
                  </a:lnTo>
                  <a:lnTo>
                    <a:pt x="200520" y="293898"/>
                  </a:lnTo>
                  <a:lnTo>
                    <a:pt x="205696" y="292758"/>
                  </a:lnTo>
                  <a:lnTo>
                    <a:pt x="210834" y="291455"/>
                  </a:lnTo>
                  <a:lnTo>
                    <a:pt x="215927" y="289989"/>
                  </a:lnTo>
                  <a:lnTo>
                    <a:pt x="220972" y="288363"/>
                  </a:lnTo>
                  <a:lnTo>
                    <a:pt x="225963" y="286578"/>
                  </a:lnTo>
                  <a:lnTo>
                    <a:pt x="230894" y="284635"/>
                  </a:lnTo>
                  <a:lnTo>
                    <a:pt x="235761" y="282537"/>
                  </a:lnTo>
                  <a:lnTo>
                    <a:pt x="240560" y="280286"/>
                  </a:lnTo>
                  <a:lnTo>
                    <a:pt x="245285" y="277883"/>
                  </a:lnTo>
                  <a:lnTo>
                    <a:pt x="249931" y="275332"/>
                  </a:lnTo>
                  <a:lnTo>
                    <a:pt x="254494" y="272636"/>
                  </a:lnTo>
                  <a:lnTo>
                    <a:pt x="258969" y="269795"/>
                  </a:lnTo>
                  <a:lnTo>
                    <a:pt x="263352" y="266815"/>
                  </a:lnTo>
                  <a:lnTo>
                    <a:pt x="267638" y="263697"/>
                  </a:lnTo>
                  <a:lnTo>
                    <a:pt x="271823" y="260444"/>
                  </a:lnTo>
                  <a:lnTo>
                    <a:pt x="275903" y="257061"/>
                  </a:lnTo>
                  <a:lnTo>
                    <a:pt x="279874" y="253550"/>
                  </a:lnTo>
                  <a:lnTo>
                    <a:pt x="283731" y="249914"/>
                  </a:lnTo>
                  <a:lnTo>
                    <a:pt x="287471" y="246159"/>
                  </a:lnTo>
                  <a:lnTo>
                    <a:pt x="291090" y="242286"/>
                  </a:lnTo>
                  <a:lnTo>
                    <a:pt x="294585" y="238301"/>
                  </a:lnTo>
                  <a:lnTo>
                    <a:pt x="297951" y="234207"/>
                  </a:lnTo>
                  <a:lnTo>
                    <a:pt x="301186" y="230009"/>
                  </a:lnTo>
                  <a:lnTo>
                    <a:pt x="304287" y="225710"/>
                  </a:lnTo>
                  <a:lnTo>
                    <a:pt x="307249" y="221314"/>
                  </a:lnTo>
                  <a:lnTo>
                    <a:pt x="310071" y="216827"/>
                  </a:lnTo>
                  <a:lnTo>
                    <a:pt x="312749" y="212253"/>
                  </a:lnTo>
                  <a:lnTo>
                    <a:pt x="315280" y="207597"/>
                  </a:lnTo>
                  <a:lnTo>
                    <a:pt x="317663" y="202862"/>
                  </a:lnTo>
                  <a:lnTo>
                    <a:pt x="319894" y="198054"/>
                  </a:lnTo>
                  <a:lnTo>
                    <a:pt x="321972" y="193178"/>
                  </a:lnTo>
                  <a:lnTo>
                    <a:pt x="323894" y="188239"/>
                  </a:lnTo>
                  <a:lnTo>
                    <a:pt x="325659" y="183241"/>
                  </a:lnTo>
                  <a:lnTo>
                    <a:pt x="327264" y="178189"/>
                  </a:lnTo>
                  <a:lnTo>
                    <a:pt x="328709" y="173090"/>
                  </a:lnTo>
                  <a:lnTo>
                    <a:pt x="329991" y="167947"/>
                  </a:lnTo>
                  <a:lnTo>
                    <a:pt x="331109" y="162765"/>
                  </a:lnTo>
                  <a:lnTo>
                    <a:pt x="332062" y="157552"/>
                  </a:lnTo>
                  <a:lnTo>
                    <a:pt x="332850" y="152310"/>
                  </a:lnTo>
                  <a:lnTo>
                    <a:pt x="333471" y="147046"/>
                  </a:lnTo>
                  <a:lnTo>
                    <a:pt x="333925" y="141765"/>
                  </a:lnTo>
                  <a:lnTo>
                    <a:pt x="334211" y="136473"/>
                  </a:lnTo>
                  <a:lnTo>
                    <a:pt x="334330" y="131174"/>
                  </a:lnTo>
                  <a:lnTo>
                    <a:pt x="334280" y="125874"/>
                  </a:lnTo>
                  <a:lnTo>
                    <a:pt x="334062" y="120578"/>
                  </a:lnTo>
                  <a:lnTo>
                    <a:pt x="333677" y="115291"/>
                  </a:lnTo>
                  <a:lnTo>
                    <a:pt x="333124" y="110020"/>
                  </a:lnTo>
                  <a:lnTo>
                    <a:pt x="332404" y="104769"/>
                  </a:lnTo>
                  <a:lnTo>
                    <a:pt x="331518" y="99543"/>
                  </a:lnTo>
                  <a:lnTo>
                    <a:pt x="330467" y="94348"/>
                  </a:lnTo>
                  <a:lnTo>
                    <a:pt x="329252" y="89189"/>
                  </a:lnTo>
                  <a:lnTo>
                    <a:pt x="327873" y="84071"/>
                  </a:lnTo>
                  <a:lnTo>
                    <a:pt x="326334" y="78999"/>
                  </a:lnTo>
                  <a:lnTo>
                    <a:pt x="324634" y="73978"/>
                  </a:lnTo>
                  <a:lnTo>
                    <a:pt x="322776" y="69014"/>
                  </a:lnTo>
                  <a:lnTo>
                    <a:pt x="320761" y="64112"/>
                  </a:lnTo>
                  <a:lnTo>
                    <a:pt x="318592" y="59276"/>
                  </a:lnTo>
                  <a:lnTo>
                    <a:pt x="316271" y="54511"/>
                  </a:lnTo>
                  <a:lnTo>
                    <a:pt x="313800" y="49821"/>
                  </a:lnTo>
                  <a:lnTo>
                    <a:pt x="311182" y="45213"/>
                  </a:lnTo>
                  <a:lnTo>
                    <a:pt x="308418" y="40690"/>
                  </a:lnTo>
                  <a:lnTo>
                    <a:pt x="305513" y="36257"/>
                  </a:lnTo>
                  <a:lnTo>
                    <a:pt x="302469" y="31918"/>
                  </a:lnTo>
                  <a:lnTo>
                    <a:pt x="299288" y="27678"/>
                  </a:lnTo>
                  <a:lnTo>
                    <a:pt x="295975" y="23541"/>
                  </a:lnTo>
                  <a:lnTo>
                    <a:pt x="292532" y="19511"/>
                  </a:lnTo>
                  <a:lnTo>
                    <a:pt x="288963" y="15592"/>
                  </a:lnTo>
                  <a:lnTo>
                    <a:pt x="285272" y="11788"/>
                  </a:lnTo>
                  <a:lnTo>
                    <a:pt x="281462" y="8103"/>
                  </a:lnTo>
                  <a:lnTo>
                    <a:pt x="167166" y="130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114296" cy="167167"/>
            </a:xfrm>
            <a:custGeom>
              <a:avLst/>
              <a:pathLst>
                <a:path w="114296" h="167167">
                  <a:moveTo>
                    <a:pt x="114296" y="45178"/>
                  </a:moveTo>
                  <a:lnTo>
                    <a:pt x="110056" y="41339"/>
                  </a:lnTo>
                  <a:lnTo>
                    <a:pt x="105686" y="37647"/>
                  </a:lnTo>
                  <a:lnTo>
                    <a:pt x="101193" y="34107"/>
                  </a:lnTo>
                  <a:lnTo>
                    <a:pt x="96581" y="30723"/>
                  </a:lnTo>
                  <a:lnTo>
                    <a:pt x="91856" y="27498"/>
                  </a:lnTo>
                  <a:lnTo>
                    <a:pt x="87024" y="24437"/>
                  </a:lnTo>
                  <a:lnTo>
                    <a:pt x="82089" y="21543"/>
                  </a:lnTo>
                  <a:lnTo>
                    <a:pt x="77059" y="18820"/>
                  </a:lnTo>
                  <a:lnTo>
                    <a:pt x="71938" y="16270"/>
                  </a:lnTo>
                  <a:lnTo>
                    <a:pt x="66733" y="13897"/>
                  </a:lnTo>
                  <a:lnTo>
                    <a:pt x="61450" y="11704"/>
                  </a:lnTo>
                  <a:lnTo>
                    <a:pt x="56095" y="9693"/>
                  </a:lnTo>
                  <a:lnTo>
                    <a:pt x="50675" y="7865"/>
                  </a:lnTo>
                  <a:lnTo>
                    <a:pt x="45195" y="6225"/>
                  </a:lnTo>
                  <a:lnTo>
                    <a:pt x="39662" y="4773"/>
                  </a:lnTo>
                  <a:lnTo>
                    <a:pt x="34082" y="3511"/>
                  </a:lnTo>
                  <a:lnTo>
                    <a:pt x="28463" y="2441"/>
                  </a:lnTo>
                  <a:lnTo>
                    <a:pt x="22810" y="1563"/>
                  </a:lnTo>
                  <a:lnTo>
                    <a:pt x="17131" y="880"/>
                  </a:lnTo>
                  <a:lnTo>
                    <a:pt x="11432" y="391"/>
                  </a:lnTo>
                  <a:lnTo>
                    <a:pt x="571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19092" y="941493"/>
              <a:ext cx="167123" cy="167167"/>
            </a:xfrm>
            <a:custGeom>
              <a:avLst/>
              <a:pathLst>
                <a:path w="167123" h="167167">
                  <a:moveTo>
                    <a:pt x="167123" y="0"/>
                  </a:moveTo>
                  <a:lnTo>
                    <a:pt x="161733" y="86"/>
                  </a:lnTo>
                  <a:lnTo>
                    <a:pt x="156349" y="347"/>
                  </a:lnTo>
                  <a:lnTo>
                    <a:pt x="150976" y="781"/>
                  </a:lnTo>
                  <a:lnTo>
                    <a:pt x="145619" y="1388"/>
                  </a:lnTo>
                  <a:lnTo>
                    <a:pt x="140285" y="2168"/>
                  </a:lnTo>
                  <a:lnTo>
                    <a:pt x="134979" y="3119"/>
                  </a:lnTo>
                  <a:lnTo>
                    <a:pt x="129707" y="4241"/>
                  </a:lnTo>
                  <a:lnTo>
                    <a:pt x="124473" y="5532"/>
                  </a:lnTo>
                  <a:lnTo>
                    <a:pt x="119283" y="6991"/>
                  </a:lnTo>
                  <a:lnTo>
                    <a:pt x="114144" y="8617"/>
                  </a:lnTo>
                  <a:lnTo>
                    <a:pt x="109059" y="10408"/>
                  </a:lnTo>
                  <a:lnTo>
                    <a:pt x="104035" y="12361"/>
                  </a:lnTo>
                  <a:lnTo>
                    <a:pt x="99076" y="14476"/>
                  </a:lnTo>
                  <a:lnTo>
                    <a:pt x="94189" y="16749"/>
                  </a:lnTo>
                  <a:lnTo>
                    <a:pt x="89377" y="19179"/>
                  </a:lnTo>
                  <a:lnTo>
                    <a:pt x="84645" y="21763"/>
                  </a:lnTo>
                  <a:lnTo>
                    <a:pt x="80000" y="24498"/>
                  </a:lnTo>
                  <a:lnTo>
                    <a:pt x="75445" y="27381"/>
                  </a:lnTo>
                  <a:lnTo>
                    <a:pt x="70986" y="30410"/>
                  </a:lnTo>
                  <a:lnTo>
                    <a:pt x="66626" y="33581"/>
                  </a:lnTo>
                  <a:lnTo>
                    <a:pt x="62371" y="36890"/>
                  </a:lnTo>
                  <a:lnTo>
                    <a:pt x="58225" y="40336"/>
                  </a:lnTo>
                  <a:lnTo>
                    <a:pt x="54193" y="43913"/>
                  </a:lnTo>
                  <a:lnTo>
                    <a:pt x="50277" y="47618"/>
                  </a:lnTo>
                  <a:lnTo>
                    <a:pt x="46483" y="51448"/>
                  </a:lnTo>
                  <a:lnTo>
                    <a:pt x="42815" y="55398"/>
                  </a:lnTo>
                  <a:lnTo>
                    <a:pt x="39276" y="59464"/>
                  </a:lnTo>
                  <a:lnTo>
                    <a:pt x="35870" y="63642"/>
                  </a:lnTo>
                  <a:lnTo>
                    <a:pt x="32600" y="67928"/>
                  </a:lnTo>
                  <a:lnTo>
                    <a:pt x="29470" y="72317"/>
                  </a:lnTo>
                  <a:lnTo>
                    <a:pt x="26483" y="76804"/>
                  </a:lnTo>
                  <a:lnTo>
                    <a:pt x="23643" y="81386"/>
                  </a:lnTo>
                  <a:lnTo>
                    <a:pt x="20952" y="86057"/>
                  </a:lnTo>
                  <a:lnTo>
                    <a:pt x="18413" y="90812"/>
                  </a:lnTo>
                  <a:lnTo>
                    <a:pt x="16028" y="95647"/>
                  </a:lnTo>
                  <a:lnTo>
                    <a:pt x="13800" y="100556"/>
                  </a:lnTo>
                  <a:lnTo>
                    <a:pt x="11732" y="105534"/>
                  </a:lnTo>
                  <a:lnTo>
                    <a:pt x="9826" y="110576"/>
                  </a:lnTo>
                  <a:lnTo>
                    <a:pt x="8083" y="115677"/>
                  </a:lnTo>
                  <a:lnTo>
                    <a:pt x="6506" y="120832"/>
                  </a:lnTo>
                  <a:lnTo>
                    <a:pt x="5095" y="126035"/>
                  </a:lnTo>
                  <a:lnTo>
                    <a:pt x="3853" y="131280"/>
                  </a:lnTo>
                  <a:lnTo>
                    <a:pt x="2781" y="136563"/>
                  </a:lnTo>
                  <a:lnTo>
                    <a:pt x="1880" y="141878"/>
                  </a:lnTo>
                  <a:lnTo>
                    <a:pt x="1150" y="147219"/>
                  </a:lnTo>
                  <a:lnTo>
                    <a:pt x="593" y="152581"/>
                  </a:lnTo>
                  <a:lnTo>
                    <a:pt x="210" y="157958"/>
                  </a:lnTo>
                  <a:lnTo>
                    <a:pt x="0" y="163345"/>
                  </a:lnTo>
                  <a:lnTo>
                    <a:pt x="1671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56" y="1104838"/>
              <a:ext cx="167159" cy="160342"/>
            </a:xfrm>
            <a:custGeom>
              <a:avLst/>
              <a:pathLst>
                <a:path w="167159" h="160342">
                  <a:moveTo>
                    <a:pt x="35" y="0"/>
                  </a:moveTo>
                  <a:lnTo>
                    <a:pt x="0" y="5431"/>
                  </a:lnTo>
                  <a:lnTo>
                    <a:pt x="140" y="10861"/>
                  </a:lnTo>
                  <a:lnTo>
                    <a:pt x="457" y="16284"/>
                  </a:lnTo>
                  <a:lnTo>
                    <a:pt x="950" y="21694"/>
                  </a:lnTo>
                  <a:lnTo>
                    <a:pt x="1618" y="27084"/>
                  </a:lnTo>
                  <a:lnTo>
                    <a:pt x="2461" y="32450"/>
                  </a:lnTo>
                  <a:lnTo>
                    <a:pt x="3478" y="37786"/>
                  </a:lnTo>
                  <a:lnTo>
                    <a:pt x="4668" y="43086"/>
                  </a:lnTo>
                  <a:lnTo>
                    <a:pt x="6030" y="48345"/>
                  </a:lnTo>
                  <a:lnTo>
                    <a:pt x="7561" y="53556"/>
                  </a:lnTo>
                  <a:lnTo>
                    <a:pt x="9262" y="58715"/>
                  </a:lnTo>
                  <a:lnTo>
                    <a:pt x="11128" y="63816"/>
                  </a:lnTo>
                  <a:lnTo>
                    <a:pt x="13160" y="68854"/>
                  </a:lnTo>
                  <a:lnTo>
                    <a:pt x="15354" y="73823"/>
                  </a:lnTo>
                  <a:lnTo>
                    <a:pt x="17709" y="78718"/>
                  </a:lnTo>
                  <a:lnTo>
                    <a:pt x="20221" y="83534"/>
                  </a:lnTo>
                  <a:lnTo>
                    <a:pt x="22888" y="88266"/>
                  </a:lnTo>
                  <a:lnTo>
                    <a:pt x="25708" y="92909"/>
                  </a:lnTo>
                  <a:lnTo>
                    <a:pt x="28677" y="97458"/>
                  </a:lnTo>
                  <a:lnTo>
                    <a:pt x="31792" y="101908"/>
                  </a:lnTo>
                  <a:lnTo>
                    <a:pt x="35051" y="106254"/>
                  </a:lnTo>
                  <a:lnTo>
                    <a:pt x="38448" y="110492"/>
                  </a:lnTo>
                  <a:lnTo>
                    <a:pt x="41982" y="114617"/>
                  </a:lnTo>
                  <a:lnTo>
                    <a:pt x="45648" y="118626"/>
                  </a:lnTo>
                  <a:lnTo>
                    <a:pt x="49442" y="122513"/>
                  </a:lnTo>
                  <a:lnTo>
                    <a:pt x="53360" y="126275"/>
                  </a:lnTo>
                  <a:lnTo>
                    <a:pt x="57399" y="129908"/>
                  </a:lnTo>
                  <a:lnTo>
                    <a:pt x="61553" y="133407"/>
                  </a:lnTo>
                  <a:lnTo>
                    <a:pt x="65819" y="136770"/>
                  </a:lnTo>
                  <a:lnTo>
                    <a:pt x="70192" y="139992"/>
                  </a:lnTo>
                  <a:lnTo>
                    <a:pt x="74668" y="143071"/>
                  </a:lnTo>
                  <a:lnTo>
                    <a:pt x="79240" y="146002"/>
                  </a:lnTo>
                  <a:lnTo>
                    <a:pt x="83906" y="148784"/>
                  </a:lnTo>
                  <a:lnTo>
                    <a:pt x="88660" y="151412"/>
                  </a:lnTo>
                  <a:lnTo>
                    <a:pt x="93497" y="153884"/>
                  </a:lnTo>
                  <a:lnTo>
                    <a:pt x="98411" y="156198"/>
                  </a:lnTo>
                  <a:lnTo>
                    <a:pt x="103398" y="158352"/>
                  </a:lnTo>
                  <a:lnTo>
                    <a:pt x="108452" y="160342"/>
                  </a:lnTo>
                  <a:lnTo>
                    <a:pt x="167159" y="3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27508" y="941493"/>
              <a:ext cx="225863" cy="334328"/>
            </a:xfrm>
            <a:custGeom>
              <a:avLst/>
              <a:pathLst>
                <a:path w="225863" h="334328">
                  <a:moveTo>
                    <a:pt x="0" y="323687"/>
                  </a:moveTo>
                  <a:lnTo>
                    <a:pt x="5009" y="325475"/>
                  </a:lnTo>
                  <a:lnTo>
                    <a:pt x="10073" y="327104"/>
                  </a:lnTo>
                  <a:lnTo>
                    <a:pt x="15186" y="328570"/>
                  </a:lnTo>
                  <a:lnTo>
                    <a:pt x="20344" y="329873"/>
                  </a:lnTo>
                  <a:lnTo>
                    <a:pt x="25540" y="331011"/>
                  </a:lnTo>
                  <a:lnTo>
                    <a:pt x="30770" y="331983"/>
                  </a:lnTo>
                  <a:lnTo>
                    <a:pt x="36028" y="332789"/>
                  </a:lnTo>
                  <a:lnTo>
                    <a:pt x="41309" y="333427"/>
                  </a:lnTo>
                  <a:lnTo>
                    <a:pt x="46608" y="333896"/>
                  </a:lnTo>
                  <a:lnTo>
                    <a:pt x="51918" y="334197"/>
                  </a:lnTo>
                  <a:lnTo>
                    <a:pt x="57236" y="334328"/>
                  </a:lnTo>
                  <a:lnTo>
                    <a:pt x="62555" y="334290"/>
                  </a:lnTo>
                  <a:lnTo>
                    <a:pt x="67871" y="334083"/>
                  </a:lnTo>
                  <a:lnTo>
                    <a:pt x="73177" y="333707"/>
                  </a:lnTo>
                  <a:lnTo>
                    <a:pt x="78468" y="333162"/>
                  </a:lnTo>
                  <a:lnTo>
                    <a:pt x="83740" y="332449"/>
                  </a:lnTo>
                  <a:lnTo>
                    <a:pt x="88986" y="331569"/>
                  </a:lnTo>
                  <a:lnTo>
                    <a:pt x="94201" y="330523"/>
                  </a:lnTo>
                  <a:lnTo>
                    <a:pt x="99381" y="329311"/>
                  </a:lnTo>
                  <a:lnTo>
                    <a:pt x="104519" y="327934"/>
                  </a:lnTo>
                  <a:lnTo>
                    <a:pt x="109611" y="326395"/>
                  </a:lnTo>
                  <a:lnTo>
                    <a:pt x="114651" y="324695"/>
                  </a:lnTo>
                  <a:lnTo>
                    <a:pt x="119635" y="322835"/>
                  </a:lnTo>
                  <a:lnTo>
                    <a:pt x="124557" y="320818"/>
                  </a:lnTo>
                  <a:lnTo>
                    <a:pt x="129412" y="318645"/>
                  </a:lnTo>
                  <a:lnTo>
                    <a:pt x="134196" y="316319"/>
                  </a:lnTo>
                  <a:lnTo>
                    <a:pt x="138903" y="313841"/>
                  </a:lnTo>
                  <a:lnTo>
                    <a:pt x="143529" y="311216"/>
                  </a:lnTo>
                  <a:lnTo>
                    <a:pt x="148070" y="308444"/>
                  </a:lnTo>
                  <a:lnTo>
                    <a:pt x="152519" y="305529"/>
                  </a:lnTo>
                  <a:lnTo>
                    <a:pt x="156874" y="302474"/>
                  </a:lnTo>
                  <a:lnTo>
                    <a:pt x="161130" y="299282"/>
                  </a:lnTo>
                  <a:lnTo>
                    <a:pt x="165281" y="295957"/>
                  </a:lnTo>
                  <a:lnTo>
                    <a:pt x="169325" y="292501"/>
                  </a:lnTo>
                  <a:lnTo>
                    <a:pt x="173257" y="288918"/>
                  </a:lnTo>
                  <a:lnTo>
                    <a:pt x="177072" y="285211"/>
                  </a:lnTo>
                  <a:lnTo>
                    <a:pt x="180768" y="281386"/>
                  </a:lnTo>
                  <a:lnTo>
                    <a:pt x="184340" y="277444"/>
                  </a:lnTo>
                  <a:lnTo>
                    <a:pt x="187785" y="273391"/>
                  </a:lnTo>
                  <a:lnTo>
                    <a:pt x="191100" y="269230"/>
                  </a:lnTo>
                  <a:lnTo>
                    <a:pt x="194280" y="264966"/>
                  </a:lnTo>
                  <a:lnTo>
                    <a:pt x="197323" y="260603"/>
                  </a:lnTo>
                  <a:lnTo>
                    <a:pt x="200226" y="256146"/>
                  </a:lnTo>
                  <a:lnTo>
                    <a:pt x="202985" y="251598"/>
                  </a:lnTo>
                  <a:lnTo>
                    <a:pt x="205598" y="246965"/>
                  </a:lnTo>
                  <a:lnTo>
                    <a:pt x="208063" y="242251"/>
                  </a:lnTo>
                  <a:lnTo>
                    <a:pt x="210376" y="237461"/>
                  </a:lnTo>
                  <a:lnTo>
                    <a:pt x="212536" y="232600"/>
                  </a:lnTo>
                  <a:lnTo>
                    <a:pt x="214540" y="227672"/>
                  </a:lnTo>
                  <a:lnTo>
                    <a:pt x="216386" y="222683"/>
                  </a:lnTo>
                  <a:lnTo>
                    <a:pt x="218073" y="217638"/>
                  </a:lnTo>
                  <a:lnTo>
                    <a:pt x="219598" y="212542"/>
                  </a:lnTo>
                  <a:lnTo>
                    <a:pt x="220960" y="207400"/>
                  </a:lnTo>
                  <a:lnTo>
                    <a:pt x="222158" y="202218"/>
                  </a:lnTo>
                  <a:lnTo>
                    <a:pt x="223190" y="196999"/>
                  </a:lnTo>
                  <a:lnTo>
                    <a:pt x="224056" y="191751"/>
                  </a:lnTo>
                  <a:lnTo>
                    <a:pt x="224755" y="186478"/>
                  </a:lnTo>
                  <a:lnTo>
                    <a:pt x="225285" y="181185"/>
                  </a:lnTo>
                  <a:lnTo>
                    <a:pt x="225647" y="175878"/>
                  </a:lnTo>
                  <a:lnTo>
                    <a:pt x="225839" y="170562"/>
                  </a:lnTo>
                  <a:lnTo>
                    <a:pt x="225863" y="165242"/>
                  </a:lnTo>
                  <a:lnTo>
                    <a:pt x="225717" y="159925"/>
                  </a:lnTo>
                  <a:lnTo>
                    <a:pt x="225402" y="154615"/>
                  </a:lnTo>
                  <a:lnTo>
                    <a:pt x="224918" y="149317"/>
                  </a:lnTo>
                  <a:lnTo>
                    <a:pt x="224266" y="144038"/>
                  </a:lnTo>
                  <a:lnTo>
                    <a:pt x="223446" y="138782"/>
                  </a:lnTo>
                  <a:lnTo>
                    <a:pt x="222460" y="133555"/>
                  </a:lnTo>
                  <a:lnTo>
                    <a:pt x="221308" y="128362"/>
                  </a:lnTo>
                  <a:lnTo>
                    <a:pt x="219991" y="123208"/>
                  </a:lnTo>
                  <a:lnTo>
                    <a:pt x="218510" y="118099"/>
                  </a:lnTo>
                  <a:lnTo>
                    <a:pt x="216868" y="113039"/>
                  </a:lnTo>
                  <a:lnTo>
                    <a:pt x="215066" y="108035"/>
                  </a:lnTo>
                  <a:lnTo>
                    <a:pt x="213106" y="103090"/>
                  </a:lnTo>
                  <a:lnTo>
                    <a:pt x="210989" y="98210"/>
                  </a:lnTo>
                  <a:lnTo>
                    <a:pt x="208718" y="93400"/>
                  </a:lnTo>
                  <a:lnTo>
                    <a:pt x="206295" y="88664"/>
                  </a:lnTo>
                  <a:lnTo>
                    <a:pt x="203722" y="84008"/>
                  </a:lnTo>
                  <a:lnTo>
                    <a:pt x="201003" y="79436"/>
                  </a:lnTo>
                  <a:lnTo>
                    <a:pt x="198140" y="74953"/>
                  </a:lnTo>
                  <a:lnTo>
                    <a:pt x="195135" y="70564"/>
                  </a:lnTo>
                  <a:lnTo>
                    <a:pt x="191992" y="66272"/>
                  </a:lnTo>
                  <a:lnTo>
                    <a:pt x="188715" y="62082"/>
                  </a:lnTo>
                  <a:lnTo>
                    <a:pt x="185305" y="57999"/>
                  </a:lnTo>
                  <a:lnTo>
                    <a:pt x="181768" y="54026"/>
                  </a:lnTo>
                  <a:lnTo>
                    <a:pt x="178106" y="50168"/>
                  </a:lnTo>
                  <a:lnTo>
                    <a:pt x="174323" y="46428"/>
                  </a:lnTo>
                  <a:lnTo>
                    <a:pt x="170423" y="42811"/>
                  </a:lnTo>
                  <a:lnTo>
                    <a:pt x="166410" y="39320"/>
                  </a:lnTo>
                  <a:lnTo>
                    <a:pt x="162287" y="35957"/>
                  </a:lnTo>
                  <a:lnTo>
                    <a:pt x="158060" y="32728"/>
                  </a:lnTo>
                  <a:lnTo>
                    <a:pt x="153733" y="29635"/>
                  </a:lnTo>
                  <a:lnTo>
                    <a:pt x="149309" y="26681"/>
                  </a:lnTo>
                  <a:lnTo>
                    <a:pt x="144793" y="23870"/>
                  </a:lnTo>
                  <a:lnTo>
                    <a:pt x="140190" y="21203"/>
                  </a:lnTo>
                  <a:lnTo>
                    <a:pt x="135505" y="18685"/>
                  </a:lnTo>
                  <a:lnTo>
                    <a:pt x="130742" y="16316"/>
                  </a:lnTo>
                  <a:lnTo>
                    <a:pt x="125906" y="14101"/>
                  </a:lnTo>
                  <a:lnTo>
                    <a:pt x="121002" y="12040"/>
                  </a:lnTo>
                  <a:lnTo>
                    <a:pt x="116035" y="10137"/>
                  </a:lnTo>
                  <a:lnTo>
                    <a:pt x="111009" y="8392"/>
                  </a:lnTo>
                  <a:lnTo>
                    <a:pt x="105931" y="6809"/>
                  </a:lnTo>
                  <a:lnTo>
                    <a:pt x="100805" y="5387"/>
                  </a:lnTo>
                  <a:lnTo>
                    <a:pt x="95637" y="4130"/>
                  </a:lnTo>
                  <a:lnTo>
                    <a:pt x="90431" y="3037"/>
                  </a:lnTo>
                  <a:lnTo>
                    <a:pt x="85192" y="2111"/>
                  </a:lnTo>
                  <a:lnTo>
                    <a:pt x="79928" y="1352"/>
                  </a:lnTo>
                  <a:lnTo>
                    <a:pt x="74641" y="761"/>
                  </a:lnTo>
                  <a:lnTo>
                    <a:pt x="69339" y="338"/>
                  </a:lnTo>
                  <a:lnTo>
                    <a:pt x="64025" y="84"/>
                  </a:lnTo>
                  <a:lnTo>
                    <a:pt x="58706" y="0"/>
                  </a:lnTo>
                  <a:lnTo>
                    <a:pt x="587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797336" y="1071028"/>
              <a:ext cx="167165" cy="334325"/>
            </a:xfrm>
            <a:custGeom>
              <a:avLst/>
              <a:pathLst>
                <a:path w="167165" h="334325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4" y="2128"/>
                  </a:lnTo>
                  <a:lnTo>
                    <a:pt x="135315" y="3062"/>
                  </a:lnTo>
                  <a:lnTo>
                    <a:pt x="130089" y="4163"/>
                  </a:lnTo>
                  <a:lnTo>
                    <a:pt x="124901" y="5430"/>
                  </a:lnTo>
                  <a:lnTo>
                    <a:pt x="119756" y="6863"/>
                  </a:lnTo>
                  <a:lnTo>
                    <a:pt x="114660" y="8459"/>
                  </a:lnTo>
                  <a:lnTo>
                    <a:pt x="109617" y="10217"/>
                  </a:lnTo>
                  <a:lnTo>
                    <a:pt x="104632" y="12136"/>
                  </a:lnTo>
                  <a:lnTo>
                    <a:pt x="99712" y="14212"/>
                  </a:lnTo>
                  <a:lnTo>
                    <a:pt x="94861" y="16445"/>
                  </a:lnTo>
                  <a:lnTo>
                    <a:pt x="90083" y="18832"/>
                  </a:lnTo>
                  <a:lnTo>
                    <a:pt x="85384" y="21370"/>
                  </a:lnTo>
                  <a:lnTo>
                    <a:pt x="80768" y="24056"/>
                  </a:lnTo>
                  <a:lnTo>
                    <a:pt x="76241" y="26889"/>
                  </a:lnTo>
                  <a:lnTo>
                    <a:pt x="71806" y="29865"/>
                  </a:lnTo>
                  <a:lnTo>
                    <a:pt x="67469" y="32982"/>
                  </a:lnTo>
                  <a:lnTo>
                    <a:pt x="63233" y="36235"/>
                  </a:lnTo>
                  <a:lnTo>
                    <a:pt x="59104" y="39622"/>
                  </a:lnTo>
                  <a:lnTo>
                    <a:pt x="55085" y="43139"/>
                  </a:lnTo>
                  <a:lnTo>
                    <a:pt x="51180" y="46782"/>
                  </a:lnTo>
                  <a:lnTo>
                    <a:pt x="47394" y="50549"/>
                  </a:lnTo>
                  <a:lnTo>
                    <a:pt x="43729" y="54434"/>
                  </a:lnTo>
                  <a:lnTo>
                    <a:pt x="40191" y="58435"/>
                  </a:lnTo>
                  <a:lnTo>
                    <a:pt x="36783" y="62546"/>
                  </a:lnTo>
                  <a:lnTo>
                    <a:pt x="33507" y="66764"/>
                  </a:lnTo>
                  <a:lnTo>
                    <a:pt x="30368" y="71085"/>
                  </a:lnTo>
                  <a:lnTo>
                    <a:pt x="27369" y="75504"/>
                  </a:lnTo>
                  <a:lnTo>
                    <a:pt x="24512" y="80016"/>
                  </a:lnTo>
                  <a:lnTo>
                    <a:pt x="21801" y="84618"/>
                  </a:lnTo>
                  <a:lnTo>
                    <a:pt x="19238" y="89303"/>
                  </a:lnTo>
                  <a:lnTo>
                    <a:pt x="16826" y="94069"/>
                  </a:lnTo>
                  <a:lnTo>
                    <a:pt x="14568" y="98908"/>
                  </a:lnTo>
                  <a:lnTo>
                    <a:pt x="12466" y="103818"/>
                  </a:lnTo>
                  <a:lnTo>
                    <a:pt x="10521" y="108792"/>
                  </a:lnTo>
                  <a:lnTo>
                    <a:pt x="8736" y="113825"/>
                  </a:lnTo>
                  <a:lnTo>
                    <a:pt x="7113" y="118913"/>
                  </a:lnTo>
                  <a:lnTo>
                    <a:pt x="5653" y="124051"/>
                  </a:lnTo>
                  <a:lnTo>
                    <a:pt x="4358" y="129232"/>
                  </a:lnTo>
                  <a:lnTo>
                    <a:pt x="3230" y="134452"/>
                  </a:lnTo>
                  <a:lnTo>
                    <a:pt x="2268" y="139705"/>
                  </a:lnTo>
                  <a:lnTo>
                    <a:pt x="1475" y="144987"/>
                  </a:lnTo>
                  <a:lnTo>
                    <a:pt x="851" y="150291"/>
                  </a:lnTo>
                  <a:lnTo>
                    <a:pt x="397" y="155612"/>
                  </a:lnTo>
                  <a:lnTo>
                    <a:pt x="113" y="160945"/>
                  </a:lnTo>
                  <a:lnTo>
                    <a:pt x="0" y="166285"/>
                  </a:lnTo>
                  <a:lnTo>
                    <a:pt x="57" y="171625"/>
                  </a:lnTo>
                  <a:lnTo>
                    <a:pt x="284" y="176961"/>
                  </a:lnTo>
                  <a:lnTo>
                    <a:pt x="682" y="182287"/>
                  </a:lnTo>
                  <a:lnTo>
                    <a:pt x="1250" y="187597"/>
                  </a:lnTo>
                  <a:lnTo>
                    <a:pt x="1988" y="192887"/>
                  </a:lnTo>
                  <a:lnTo>
                    <a:pt x="2893" y="198150"/>
                  </a:lnTo>
                  <a:lnTo>
                    <a:pt x="3967" y="203382"/>
                  </a:lnTo>
                  <a:lnTo>
                    <a:pt x="5207" y="208576"/>
                  </a:lnTo>
                  <a:lnTo>
                    <a:pt x="6613" y="213729"/>
                  </a:lnTo>
                  <a:lnTo>
                    <a:pt x="8182" y="218834"/>
                  </a:lnTo>
                  <a:lnTo>
                    <a:pt x="9913" y="223886"/>
                  </a:lnTo>
                  <a:lnTo>
                    <a:pt x="11806" y="228880"/>
                  </a:lnTo>
                  <a:lnTo>
                    <a:pt x="13856" y="233811"/>
                  </a:lnTo>
                  <a:lnTo>
                    <a:pt x="16063" y="238675"/>
                  </a:lnTo>
                  <a:lnTo>
                    <a:pt x="18425" y="243465"/>
                  </a:lnTo>
                  <a:lnTo>
                    <a:pt x="20938" y="248177"/>
                  </a:lnTo>
                  <a:lnTo>
                    <a:pt x="23600" y="252807"/>
                  </a:lnTo>
                  <a:lnTo>
                    <a:pt x="26409" y="257349"/>
                  </a:lnTo>
                  <a:lnTo>
                    <a:pt x="29362" y="261800"/>
                  </a:lnTo>
                  <a:lnTo>
                    <a:pt x="32455" y="266153"/>
                  </a:lnTo>
                  <a:lnTo>
                    <a:pt x="35686" y="270406"/>
                  </a:lnTo>
                  <a:lnTo>
                    <a:pt x="39051" y="274553"/>
                  </a:lnTo>
                  <a:lnTo>
                    <a:pt x="42547" y="278591"/>
                  </a:lnTo>
                  <a:lnTo>
                    <a:pt x="46169" y="282515"/>
                  </a:lnTo>
                  <a:lnTo>
                    <a:pt x="49916" y="286321"/>
                  </a:lnTo>
                  <a:lnTo>
                    <a:pt x="53782" y="290006"/>
                  </a:lnTo>
                  <a:lnTo>
                    <a:pt x="57764" y="293565"/>
                  </a:lnTo>
                  <a:lnTo>
                    <a:pt x="61857" y="296995"/>
                  </a:lnTo>
                  <a:lnTo>
                    <a:pt x="66058" y="300293"/>
                  </a:lnTo>
                  <a:lnTo>
                    <a:pt x="70362" y="303454"/>
                  </a:lnTo>
                  <a:lnTo>
                    <a:pt x="74765" y="306477"/>
                  </a:lnTo>
                  <a:lnTo>
                    <a:pt x="79263" y="309358"/>
                  </a:lnTo>
                  <a:lnTo>
                    <a:pt x="83850" y="312093"/>
                  </a:lnTo>
                  <a:lnTo>
                    <a:pt x="88522" y="314680"/>
                  </a:lnTo>
                  <a:lnTo>
                    <a:pt x="93274" y="317117"/>
                  </a:lnTo>
                  <a:lnTo>
                    <a:pt x="98102" y="319401"/>
                  </a:lnTo>
                  <a:lnTo>
                    <a:pt x="103000" y="321530"/>
                  </a:lnTo>
                  <a:lnTo>
                    <a:pt x="107963" y="323500"/>
                  </a:lnTo>
                  <a:lnTo>
                    <a:pt x="112988" y="325312"/>
                  </a:lnTo>
                  <a:lnTo>
                    <a:pt x="118067" y="326962"/>
                  </a:lnTo>
                  <a:lnTo>
                    <a:pt x="123197" y="328449"/>
                  </a:lnTo>
                  <a:lnTo>
                    <a:pt x="128371" y="329771"/>
                  </a:lnTo>
                  <a:lnTo>
                    <a:pt x="133585" y="330927"/>
                  </a:lnTo>
                  <a:lnTo>
                    <a:pt x="138833" y="331916"/>
                  </a:lnTo>
                  <a:lnTo>
                    <a:pt x="144110" y="332737"/>
                  </a:lnTo>
                  <a:lnTo>
                    <a:pt x="149411" y="333389"/>
                  </a:lnTo>
                  <a:lnTo>
                    <a:pt x="154730" y="333871"/>
                  </a:lnTo>
                  <a:lnTo>
                    <a:pt x="160062" y="334183"/>
                  </a:lnTo>
                  <a:lnTo>
                    <a:pt x="165400" y="33432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2737" y="1238196"/>
              <a:ext cx="1764" cy="167158"/>
            </a:xfrm>
            <a:custGeom>
              <a:avLst/>
              <a:pathLst>
                <a:path w="1764" h="167158">
                  <a:moveTo>
                    <a:pt x="0" y="167158"/>
                  </a:moveTo>
                  <a:lnTo>
                    <a:pt x="17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2737" y="1072154"/>
              <a:ext cx="168911" cy="333200"/>
            </a:xfrm>
            <a:custGeom>
              <a:avLst/>
              <a:pathLst>
                <a:path w="168911" h="333200">
                  <a:moveTo>
                    <a:pt x="0" y="333200"/>
                  </a:moveTo>
                  <a:lnTo>
                    <a:pt x="5342" y="333171"/>
                  </a:lnTo>
                  <a:lnTo>
                    <a:pt x="10680" y="332971"/>
                  </a:lnTo>
                  <a:lnTo>
                    <a:pt x="16009" y="332601"/>
                  </a:lnTo>
                  <a:lnTo>
                    <a:pt x="21324" y="332061"/>
                  </a:lnTo>
                  <a:lnTo>
                    <a:pt x="26619" y="331351"/>
                  </a:lnTo>
                  <a:lnTo>
                    <a:pt x="31888" y="330472"/>
                  </a:lnTo>
                  <a:lnTo>
                    <a:pt x="37127" y="329426"/>
                  </a:lnTo>
                  <a:lnTo>
                    <a:pt x="42330" y="328212"/>
                  </a:lnTo>
                  <a:lnTo>
                    <a:pt x="47491" y="326833"/>
                  </a:lnTo>
                  <a:lnTo>
                    <a:pt x="52605" y="325290"/>
                  </a:lnTo>
                  <a:lnTo>
                    <a:pt x="57668" y="323584"/>
                  </a:lnTo>
                  <a:lnTo>
                    <a:pt x="62673" y="321718"/>
                  </a:lnTo>
                  <a:lnTo>
                    <a:pt x="67616" y="319692"/>
                  </a:lnTo>
                  <a:lnTo>
                    <a:pt x="72492" y="317509"/>
                  </a:lnTo>
                  <a:lnTo>
                    <a:pt x="77296" y="315172"/>
                  </a:lnTo>
                  <a:lnTo>
                    <a:pt x="82023" y="312682"/>
                  </a:lnTo>
                  <a:lnTo>
                    <a:pt x="86667" y="310043"/>
                  </a:lnTo>
                  <a:lnTo>
                    <a:pt x="91225" y="307256"/>
                  </a:lnTo>
                  <a:lnTo>
                    <a:pt x="95692" y="304326"/>
                  </a:lnTo>
                  <a:lnTo>
                    <a:pt x="100062" y="301254"/>
                  </a:lnTo>
                  <a:lnTo>
                    <a:pt x="104333" y="298044"/>
                  </a:lnTo>
                  <a:lnTo>
                    <a:pt x="108498" y="294699"/>
                  </a:lnTo>
                  <a:lnTo>
                    <a:pt x="112555" y="291223"/>
                  </a:lnTo>
                  <a:lnTo>
                    <a:pt x="116498" y="287619"/>
                  </a:lnTo>
                  <a:lnTo>
                    <a:pt x="120324" y="283891"/>
                  </a:lnTo>
                  <a:lnTo>
                    <a:pt x="124029" y="280042"/>
                  </a:lnTo>
                  <a:lnTo>
                    <a:pt x="127609" y="276077"/>
                  </a:lnTo>
                  <a:lnTo>
                    <a:pt x="131061" y="272000"/>
                  </a:lnTo>
                  <a:lnTo>
                    <a:pt x="134381" y="267814"/>
                  </a:lnTo>
                  <a:lnTo>
                    <a:pt x="137565" y="263525"/>
                  </a:lnTo>
                  <a:lnTo>
                    <a:pt x="140611" y="259136"/>
                  </a:lnTo>
                  <a:lnTo>
                    <a:pt x="143514" y="254652"/>
                  </a:lnTo>
                  <a:lnTo>
                    <a:pt x="146273" y="250077"/>
                  </a:lnTo>
                  <a:lnTo>
                    <a:pt x="148885" y="245417"/>
                  </a:lnTo>
                  <a:lnTo>
                    <a:pt x="151346" y="240675"/>
                  </a:lnTo>
                  <a:lnTo>
                    <a:pt x="153654" y="235857"/>
                  </a:lnTo>
                  <a:lnTo>
                    <a:pt x="155807" y="230968"/>
                  </a:lnTo>
                  <a:lnTo>
                    <a:pt x="157803" y="226013"/>
                  </a:lnTo>
                  <a:lnTo>
                    <a:pt x="159640" y="220997"/>
                  </a:lnTo>
                  <a:lnTo>
                    <a:pt x="161315" y="215924"/>
                  </a:lnTo>
                  <a:lnTo>
                    <a:pt x="162828" y="210800"/>
                  </a:lnTo>
                  <a:lnTo>
                    <a:pt x="164176" y="205631"/>
                  </a:lnTo>
                  <a:lnTo>
                    <a:pt x="165358" y="200421"/>
                  </a:lnTo>
                  <a:lnTo>
                    <a:pt x="166373" y="195176"/>
                  </a:lnTo>
                  <a:lnTo>
                    <a:pt x="167220" y="189902"/>
                  </a:lnTo>
                  <a:lnTo>
                    <a:pt x="167898" y="184603"/>
                  </a:lnTo>
                  <a:lnTo>
                    <a:pt x="168406" y="179285"/>
                  </a:lnTo>
                  <a:lnTo>
                    <a:pt x="168744" y="173953"/>
                  </a:lnTo>
                  <a:lnTo>
                    <a:pt x="168911" y="168614"/>
                  </a:lnTo>
                  <a:lnTo>
                    <a:pt x="168908" y="163272"/>
                  </a:lnTo>
                  <a:lnTo>
                    <a:pt x="168734" y="157932"/>
                  </a:lnTo>
                  <a:lnTo>
                    <a:pt x="168390" y="152601"/>
                  </a:lnTo>
                  <a:lnTo>
                    <a:pt x="167875" y="147284"/>
                  </a:lnTo>
                  <a:lnTo>
                    <a:pt x="167191" y="141986"/>
                  </a:lnTo>
                  <a:lnTo>
                    <a:pt x="166338" y="136712"/>
                  </a:lnTo>
                  <a:lnTo>
                    <a:pt x="165317" y="131468"/>
                  </a:lnTo>
                  <a:lnTo>
                    <a:pt x="164129" y="126260"/>
                  </a:lnTo>
                  <a:lnTo>
                    <a:pt x="162775" y="121092"/>
                  </a:lnTo>
                  <a:lnTo>
                    <a:pt x="161256" y="115970"/>
                  </a:lnTo>
                  <a:lnTo>
                    <a:pt x="159575" y="110900"/>
                  </a:lnTo>
                  <a:lnTo>
                    <a:pt x="157732" y="105885"/>
                  </a:lnTo>
                  <a:lnTo>
                    <a:pt x="155730" y="100932"/>
                  </a:lnTo>
                  <a:lnTo>
                    <a:pt x="153571" y="96046"/>
                  </a:lnTo>
                  <a:lnTo>
                    <a:pt x="151257" y="91231"/>
                  </a:lnTo>
                  <a:lnTo>
                    <a:pt x="148791" y="86492"/>
                  </a:lnTo>
                  <a:lnTo>
                    <a:pt x="146174" y="81835"/>
                  </a:lnTo>
                  <a:lnTo>
                    <a:pt x="143409" y="77264"/>
                  </a:lnTo>
                  <a:lnTo>
                    <a:pt x="140500" y="72783"/>
                  </a:lnTo>
                  <a:lnTo>
                    <a:pt x="137449" y="68398"/>
                  </a:lnTo>
                  <a:lnTo>
                    <a:pt x="134260" y="64112"/>
                  </a:lnTo>
                  <a:lnTo>
                    <a:pt x="130935" y="59930"/>
                  </a:lnTo>
                  <a:lnTo>
                    <a:pt x="127479" y="55857"/>
                  </a:lnTo>
                  <a:lnTo>
                    <a:pt x="123894" y="51896"/>
                  </a:lnTo>
                  <a:lnTo>
                    <a:pt x="120184" y="48052"/>
                  </a:lnTo>
                  <a:lnTo>
                    <a:pt x="116354" y="44329"/>
                  </a:lnTo>
                  <a:lnTo>
                    <a:pt x="112406" y="40729"/>
                  </a:lnTo>
                  <a:lnTo>
                    <a:pt x="108346" y="37258"/>
                  </a:lnTo>
                  <a:lnTo>
                    <a:pt x="104176" y="33918"/>
                  </a:lnTo>
                  <a:lnTo>
                    <a:pt x="99902" y="30713"/>
                  </a:lnTo>
                  <a:lnTo>
                    <a:pt x="95528" y="27646"/>
                  </a:lnTo>
                  <a:lnTo>
                    <a:pt x="91058" y="24721"/>
                  </a:lnTo>
                  <a:lnTo>
                    <a:pt x="86497" y="21940"/>
                  </a:lnTo>
                  <a:lnTo>
                    <a:pt x="81849" y="19306"/>
                  </a:lnTo>
                  <a:lnTo>
                    <a:pt x="77119" y="16822"/>
                  </a:lnTo>
                  <a:lnTo>
                    <a:pt x="72313" y="14490"/>
                  </a:lnTo>
                  <a:lnTo>
                    <a:pt x="67434" y="12314"/>
                  </a:lnTo>
                  <a:lnTo>
                    <a:pt x="62489" y="10294"/>
                  </a:lnTo>
                  <a:lnTo>
                    <a:pt x="57481" y="8433"/>
                  </a:lnTo>
                  <a:lnTo>
                    <a:pt x="52416" y="6733"/>
                  </a:lnTo>
                  <a:lnTo>
                    <a:pt x="47300" y="5196"/>
                  </a:lnTo>
                  <a:lnTo>
                    <a:pt x="42137" y="3823"/>
                  </a:lnTo>
                  <a:lnTo>
                    <a:pt x="36933" y="2616"/>
                  </a:lnTo>
                  <a:lnTo>
                    <a:pt x="31694" y="1575"/>
                  </a:lnTo>
                  <a:lnTo>
                    <a:pt x="26423" y="703"/>
                  </a:lnTo>
                  <a:lnTo>
                    <a:pt x="21127" y="0"/>
                  </a:lnTo>
                  <a:lnTo>
                    <a:pt x="1764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73995" y="1322571"/>
              <a:ext cx="114725" cy="167167"/>
            </a:xfrm>
            <a:custGeom>
              <a:avLst/>
              <a:pathLst>
                <a:path w="114725" h="167167">
                  <a:moveTo>
                    <a:pt x="114725" y="0"/>
                  </a:moveTo>
                  <a:lnTo>
                    <a:pt x="109228" y="90"/>
                  </a:lnTo>
                  <a:lnTo>
                    <a:pt x="103738" y="361"/>
                  </a:lnTo>
                  <a:lnTo>
                    <a:pt x="98259" y="812"/>
                  </a:lnTo>
                  <a:lnTo>
                    <a:pt x="92798" y="1444"/>
                  </a:lnTo>
                  <a:lnTo>
                    <a:pt x="87361" y="2254"/>
                  </a:lnTo>
                  <a:lnTo>
                    <a:pt x="81954" y="3243"/>
                  </a:lnTo>
                  <a:lnTo>
                    <a:pt x="76582" y="4409"/>
                  </a:lnTo>
                  <a:lnTo>
                    <a:pt x="71251" y="5751"/>
                  </a:lnTo>
                  <a:lnTo>
                    <a:pt x="65967" y="7268"/>
                  </a:lnTo>
                  <a:lnTo>
                    <a:pt x="60736" y="8958"/>
                  </a:lnTo>
                  <a:lnTo>
                    <a:pt x="55563" y="10818"/>
                  </a:lnTo>
                  <a:lnTo>
                    <a:pt x="50454" y="12848"/>
                  </a:lnTo>
                  <a:lnTo>
                    <a:pt x="45415" y="15045"/>
                  </a:lnTo>
                  <a:lnTo>
                    <a:pt x="40451" y="17406"/>
                  </a:lnTo>
                  <a:lnTo>
                    <a:pt x="35567" y="19929"/>
                  </a:lnTo>
                  <a:lnTo>
                    <a:pt x="30768" y="22611"/>
                  </a:lnTo>
                  <a:lnTo>
                    <a:pt x="26061" y="25450"/>
                  </a:lnTo>
                  <a:lnTo>
                    <a:pt x="21449" y="28442"/>
                  </a:lnTo>
                  <a:lnTo>
                    <a:pt x="16938" y="31584"/>
                  </a:lnTo>
                  <a:lnTo>
                    <a:pt x="12533" y="34872"/>
                  </a:lnTo>
                  <a:lnTo>
                    <a:pt x="8239" y="38304"/>
                  </a:lnTo>
                  <a:lnTo>
                    <a:pt x="4059" y="41875"/>
                  </a:lnTo>
                  <a:lnTo>
                    <a:pt x="0" y="45581"/>
                  </a:lnTo>
                  <a:lnTo>
                    <a:pt x="11472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3995" y="1368153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21565" y="1364973"/>
              <a:ext cx="334303" cy="291933"/>
            </a:xfrm>
            <a:custGeom>
              <a:avLst/>
              <a:pathLst>
                <a:path w="334303" h="291933">
                  <a:moveTo>
                    <a:pt x="52430" y="3180"/>
                  </a:moveTo>
                  <a:lnTo>
                    <a:pt x="48625" y="6886"/>
                  </a:lnTo>
                  <a:lnTo>
                    <a:pt x="44939" y="10712"/>
                  </a:lnTo>
                  <a:lnTo>
                    <a:pt x="41377" y="14653"/>
                  </a:lnTo>
                  <a:lnTo>
                    <a:pt x="37942" y="18705"/>
                  </a:lnTo>
                  <a:lnTo>
                    <a:pt x="34637" y="22864"/>
                  </a:lnTo>
                  <a:lnTo>
                    <a:pt x="31466" y="27126"/>
                  </a:lnTo>
                  <a:lnTo>
                    <a:pt x="28433" y="31486"/>
                  </a:lnTo>
                  <a:lnTo>
                    <a:pt x="25539" y="35941"/>
                  </a:lnTo>
                  <a:lnTo>
                    <a:pt x="22788" y="40486"/>
                  </a:lnTo>
                  <a:lnTo>
                    <a:pt x="20183" y="45115"/>
                  </a:lnTo>
                  <a:lnTo>
                    <a:pt x="17727" y="49825"/>
                  </a:lnTo>
                  <a:lnTo>
                    <a:pt x="15421" y="54611"/>
                  </a:lnTo>
                  <a:lnTo>
                    <a:pt x="13269" y="59467"/>
                  </a:lnTo>
                  <a:lnTo>
                    <a:pt x="11272" y="64390"/>
                  </a:lnTo>
                  <a:lnTo>
                    <a:pt x="9432" y="69373"/>
                  </a:lnTo>
                  <a:lnTo>
                    <a:pt x="7752" y="74413"/>
                  </a:lnTo>
                  <a:lnTo>
                    <a:pt x="6232" y="79503"/>
                  </a:lnTo>
                  <a:lnTo>
                    <a:pt x="4875" y="84639"/>
                  </a:lnTo>
                  <a:lnTo>
                    <a:pt x="3682" y="89815"/>
                  </a:lnTo>
                  <a:lnTo>
                    <a:pt x="2654" y="95027"/>
                  </a:lnTo>
                  <a:lnTo>
                    <a:pt x="1792" y="100269"/>
                  </a:lnTo>
                  <a:lnTo>
                    <a:pt x="1098" y="105535"/>
                  </a:lnTo>
                  <a:lnTo>
                    <a:pt x="570" y="110821"/>
                  </a:lnTo>
                  <a:lnTo>
                    <a:pt x="211" y="116121"/>
                  </a:lnTo>
                  <a:lnTo>
                    <a:pt x="21" y="121430"/>
                  </a:lnTo>
                  <a:lnTo>
                    <a:pt x="0" y="126742"/>
                  </a:lnTo>
                  <a:lnTo>
                    <a:pt x="147" y="132052"/>
                  </a:lnTo>
                  <a:lnTo>
                    <a:pt x="463" y="137355"/>
                  </a:lnTo>
                  <a:lnTo>
                    <a:pt x="947" y="142645"/>
                  </a:lnTo>
                  <a:lnTo>
                    <a:pt x="1599" y="147917"/>
                  </a:lnTo>
                  <a:lnTo>
                    <a:pt x="2418" y="153165"/>
                  </a:lnTo>
                  <a:lnTo>
                    <a:pt x="3403" y="158385"/>
                  </a:lnTo>
                  <a:lnTo>
                    <a:pt x="4554" y="163571"/>
                  </a:lnTo>
                  <a:lnTo>
                    <a:pt x="5869" y="168718"/>
                  </a:lnTo>
                  <a:lnTo>
                    <a:pt x="7347" y="173820"/>
                  </a:lnTo>
                  <a:lnTo>
                    <a:pt x="8987" y="178873"/>
                  </a:lnTo>
                  <a:lnTo>
                    <a:pt x="10786" y="183872"/>
                  </a:lnTo>
                  <a:lnTo>
                    <a:pt x="12743" y="188810"/>
                  </a:lnTo>
                  <a:lnTo>
                    <a:pt x="14856" y="193684"/>
                  </a:lnTo>
                  <a:lnTo>
                    <a:pt x="17122" y="198488"/>
                  </a:lnTo>
                  <a:lnTo>
                    <a:pt x="19540" y="203218"/>
                  </a:lnTo>
                  <a:lnTo>
                    <a:pt x="22108" y="207869"/>
                  </a:lnTo>
                  <a:lnTo>
                    <a:pt x="24821" y="212435"/>
                  </a:lnTo>
                  <a:lnTo>
                    <a:pt x="27679" y="216914"/>
                  </a:lnTo>
                  <a:lnTo>
                    <a:pt x="30677" y="221299"/>
                  </a:lnTo>
                  <a:lnTo>
                    <a:pt x="33813" y="225586"/>
                  </a:lnTo>
                  <a:lnTo>
                    <a:pt x="37084" y="229772"/>
                  </a:lnTo>
                  <a:lnTo>
                    <a:pt x="40486" y="233852"/>
                  </a:lnTo>
                  <a:lnTo>
                    <a:pt x="44016" y="237821"/>
                  </a:lnTo>
                  <a:lnTo>
                    <a:pt x="47670" y="241677"/>
                  </a:lnTo>
                  <a:lnTo>
                    <a:pt x="51445" y="245414"/>
                  </a:lnTo>
                  <a:lnTo>
                    <a:pt x="55337" y="249030"/>
                  </a:lnTo>
                  <a:lnTo>
                    <a:pt x="59342" y="252520"/>
                  </a:lnTo>
                  <a:lnTo>
                    <a:pt x="63455" y="255881"/>
                  </a:lnTo>
                  <a:lnTo>
                    <a:pt x="67674" y="259110"/>
                  </a:lnTo>
                  <a:lnTo>
                    <a:pt x="71993" y="262203"/>
                  </a:lnTo>
                  <a:lnTo>
                    <a:pt x="76407" y="265157"/>
                  </a:lnTo>
                  <a:lnTo>
                    <a:pt x="80914" y="267970"/>
                  </a:lnTo>
                  <a:lnTo>
                    <a:pt x="85508" y="270637"/>
                  </a:lnTo>
                  <a:lnTo>
                    <a:pt x="90184" y="273158"/>
                  </a:lnTo>
                  <a:lnTo>
                    <a:pt x="94937" y="275529"/>
                  </a:lnTo>
                  <a:lnTo>
                    <a:pt x="99764" y="277747"/>
                  </a:lnTo>
                  <a:lnTo>
                    <a:pt x="104659" y="279811"/>
                  </a:lnTo>
                  <a:lnTo>
                    <a:pt x="109617" y="281719"/>
                  </a:lnTo>
                  <a:lnTo>
                    <a:pt x="114633" y="283468"/>
                  </a:lnTo>
                  <a:lnTo>
                    <a:pt x="119702" y="285056"/>
                  </a:lnTo>
                  <a:lnTo>
                    <a:pt x="124819" y="286483"/>
                  </a:lnTo>
                  <a:lnTo>
                    <a:pt x="129978" y="287747"/>
                  </a:lnTo>
                  <a:lnTo>
                    <a:pt x="135176" y="288846"/>
                  </a:lnTo>
                  <a:lnTo>
                    <a:pt x="140405" y="289779"/>
                  </a:lnTo>
                  <a:lnTo>
                    <a:pt x="145662" y="290545"/>
                  </a:lnTo>
                  <a:lnTo>
                    <a:pt x="150940" y="291145"/>
                  </a:lnTo>
                  <a:lnTo>
                    <a:pt x="156235" y="291576"/>
                  </a:lnTo>
                  <a:lnTo>
                    <a:pt x="161540" y="291839"/>
                  </a:lnTo>
                  <a:lnTo>
                    <a:pt x="166851" y="291933"/>
                  </a:lnTo>
                  <a:lnTo>
                    <a:pt x="172163" y="291858"/>
                  </a:lnTo>
                  <a:lnTo>
                    <a:pt x="177470" y="291614"/>
                  </a:lnTo>
                  <a:lnTo>
                    <a:pt x="182766" y="291202"/>
                  </a:lnTo>
                  <a:lnTo>
                    <a:pt x="188046" y="290622"/>
                  </a:lnTo>
                  <a:lnTo>
                    <a:pt x="193305" y="289875"/>
                  </a:lnTo>
                  <a:lnTo>
                    <a:pt x="198538" y="288961"/>
                  </a:lnTo>
                  <a:lnTo>
                    <a:pt x="203739" y="287881"/>
                  </a:lnTo>
                  <a:lnTo>
                    <a:pt x="208904" y="286636"/>
                  </a:lnTo>
                  <a:lnTo>
                    <a:pt x="214026" y="285228"/>
                  </a:lnTo>
                  <a:lnTo>
                    <a:pt x="219101" y="283657"/>
                  </a:lnTo>
                  <a:lnTo>
                    <a:pt x="224123" y="281927"/>
                  </a:lnTo>
                  <a:lnTo>
                    <a:pt x="229088" y="280037"/>
                  </a:lnTo>
                  <a:lnTo>
                    <a:pt x="233990" y="277991"/>
                  </a:lnTo>
                  <a:lnTo>
                    <a:pt x="238825" y="275790"/>
                  </a:lnTo>
                  <a:lnTo>
                    <a:pt x="243587" y="273437"/>
                  </a:lnTo>
                  <a:lnTo>
                    <a:pt x="248272" y="270933"/>
                  </a:lnTo>
                  <a:lnTo>
                    <a:pt x="252875" y="268282"/>
                  </a:lnTo>
                  <a:lnTo>
                    <a:pt x="257392" y="265486"/>
                  </a:lnTo>
                  <a:lnTo>
                    <a:pt x="261818" y="262548"/>
                  </a:lnTo>
                  <a:lnTo>
                    <a:pt x="266148" y="259470"/>
                  </a:lnTo>
                  <a:lnTo>
                    <a:pt x="270378" y="256257"/>
                  </a:lnTo>
                  <a:lnTo>
                    <a:pt x="274504" y="252911"/>
                  </a:lnTo>
                  <a:lnTo>
                    <a:pt x="278521" y="249436"/>
                  </a:lnTo>
                  <a:lnTo>
                    <a:pt x="282426" y="245834"/>
                  </a:lnTo>
                  <a:lnTo>
                    <a:pt x="286215" y="242110"/>
                  </a:lnTo>
                  <a:lnTo>
                    <a:pt x="289883" y="238268"/>
                  </a:lnTo>
                  <a:lnTo>
                    <a:pt x="293427" y="234312"/>
                  </a:lnTo>
                  <a:lnTo>
                    <a:pt x="296844" y="230244"/>
                  </a:lnTo>
                  <a:lnTo>
                    <a:pt x="300130" y="226070"/>
                  </a:lnTo>
                  <a:lnTo>
                    <a:pt x="303282" y="221794"/>
                  </a:lnTo>
                  <a:lnTo>
                    <a:pt x="306296" y="217420"/>
                  </a:lnTo>
                  <a:lnTo>
                    <a:pt x="309170" y="212952"/>
                  </a:lnTo>
                  <a:lnTo>
                    <a:pt x="311900" y="208395"/>
                  </a:lnTo>
                  <a:lnTo>
                    <a:pt x="314484" y="203754"/>
                  </a:lnTo>
                  <a:lnTo>
                    <a:pt x="316919" y="199033"/>
                  </a:lnTo>
                  <a:lnTo>
                    <a:pt x="319203" y="194237"/>
                  </a:lnTo>
                  <a:lnTo>
                    <a:pt x="321334" y="189371"/>
                  </a:lnTo>
                  <a:lnTo>
                    <a:pt x="323309" y="184440"/>
                  </a:lnTo>
                  <a:lnTo>
                    <a:pt x="325126" y="179448"/>
                  </a:lnTo>
                  <a:lnTo>
                    <a:pt x="326784" y="174401"/>
                  </a:lnTo>
                  <a:lnTo>
                    <a:pt x="328280" y="169304"/>
                  </a:lnTo>
                  <a:lnTo>
                    <a:pt x="329614" y="164162"/>
                  </a:lnTo>
                  <a:lnTo>
                    <a:pt x="330784" y="158980"/>
                  </a:lnTo>
                  <a:lnTo>
                    <a:pt x="331788" y="153764"/>
                  </a:lnTo>
                  <a:lnTo>
                    <a:pt x="332627" y="148518"/>
                  </a:lnTo>
                  <a:lnTo>
                    <a:pt x="333298" y="143249"/>
                  </a:lnTo>
                  <a:lnTo>
                    <a:pt x="333801" y="137961"/>
                  </a:lnTo>
                  <a:lnTo>
                    <a:pt x="334136" y="132659"/>
                  </a:lnTo>
                  <a:lnTo>
                    <a:pt x="334303" y="127350"/>
                  </a:lnTo>
                  <a:lnTo>
                    <a:pt x="334300" y="122037"/>
                  </a:lnTo>
                  <a:lnTo>
                    <a:pt x="334129" y="116728"/>
                  </a:lnTo>
                  <a:lnTo>
                    <a:pt x="333790" y="111427"/>
                  </a:lnTo>
                  <a:lnTo>
                    <a:pt x="333282" y="106139"/>
                  </a:lnTo>
                  <a:lnTo>
                    <a:pt x="332606" y="100870"/>
                  </a:lnTo>
                  <a:lnTo>
                    <a:pt x="331763" y="95625"/>
                  </a:lnTo>
                  <a:lnTo>
                    <a:pt x="330754" y="90410"/>
                  </a:lnTo>
                  <a:lnTo>
                    <a:pt x="329580" y="85229"/>
                  </a:lnTo>
                  <a:lnTo>
                    <a:pt x="328242" y="80088"/>
                  </a:lnTo>
                  <a:lnTo>
                    <a:pt x="326741" y="74992"/>
                  </a:lnTo>
                  <a:lnTo>
                    <a:pt x="325079" y="69947"/>
                  </a:lnTo>
                  <a:lnTo>
                    <a:pt x="323257" y="64957"/>
                  </a:lnTo>
                  <a:lnTo>
                    <a:pt x="321278" y="60027"/>
                  </a:lnTo>
                  <a:lnTo>
                    <a:pt x="319144" y="55163"/>
                  </a:lnTo>
                  <a:lnTo>
                    <a:pt x="316855" y="50369"/>
                  </a:lnTo>
                  <a:lnTo>
                    <a:pt x="314416" y="45650"/>
                  </a:lnTo>
                  <a:lnTo>
                    <a:pt x="311828" y="41011"/>
                  </a:lnTo>
                  <a:lnTo>
                    <a:pt x="309094" y="36456"/>
                  </a:lnTo>
                  <a:lnTo>
                    <a:pt x="306216" y="31991"/>
                  </a:lnTo>
                  <a:lnTo>
                    <a:pt x="303198" y="27620"/>
                  </a:lnTo>
                  <a:lnTo>
                    <a:pt x="300043" y="23346"/>
                  </a:lnTo>
                  <a:lnTo>
                    <a:pt x="296753" y="19175"/>
                  </a:lnTo>
                  <a:lnTo>
                    <a:pt x="293333" y="15111"/>
                  </a:lnTo>
                  <a:lnTo>
                    <a:pt x="289785" y="11157"/>
                  </a:lnTo>
                  <a:lnTo>
                    <a:pt x="286113" y="7318"/>
                  </a:lnTo>
                  <a:lnTo>
                    <a:pt x="282322" y="3598"/>
                  </a:lnTo>
                  <a:lnTo>
                    <a:pt x="278414" y="0"/>
                  </a:lnTo>
                  <a:lnTo>
                    <a:pt x="167155" y="1247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111258" cy="167167"/>
            </a:xfrm>
            <a:custGeom>
              <a:avLst/>
              <a:pathLst>
                <a:path w="111258" h="167167">
                  <a:moveTo>
                    <a:pt x="111258" y="42401"/>
                  </a:moveTo>
                  <a:lnTo>
                    <a:pt x="107068" y="38787"/>
                  </a:lnTo>
                  <a:lnTo>
                    <a:pt x="102760" y="35314"/>
                  </a:lnTo>
                  <a:lnTo>
                    <a:pt x="98340" y="31985"/>
                  </a:lnTo>
                  <a:lnTo>
                    <a:pt x="93812" y="28805"/>
                  </a:lnTo>
                  <a:lnTo>
                    <a:pt x="89182" y="25776"/>
                  </a:lnTo>
                  <a:lnTo>
                    <a:pt x="84454" y="22902"/>
                  </a:lnTo>
                  <a:lnTo>
                    <a:pt x="79633" y="20186"/>
                  </a:lnTo>
                  <a:lnTo>
                    <a:pt x="74725" y="17631"/>
                  </a:lnTo>
                  <a:lnTo>
                    <a:pt x="69735" y="15240"/>
                  </a:lnTo>
                  <a:lnTo>
                    <a:pt x="64669" y="13015"/>
                  </a:lnTo>
                  <a:lnTo>
                    <a:pt x="59532" y="10959"/>
                  </a:lnTo>
                  <a:lnTo>
                    <a:pt x="54329" y="9074"/>
                  </a:lnTo>
                  <a:lnTo>
                    <a:pt x="49067" y="7363"/>
                  </a:lnTo>
                  <a:lnTo>
                    <a:pt x="43752" y="5827"/>
                  </a:lnTo>
                  <a:lnTo>
                    <a:pt x="38388" y="4467"/>
                  </a:lnTo>
                  <a:lnTo>
                    <a:pt x="32982" y="3286"/>
                  </a:lnTo>
                  <a:lnTo>
                    <a:pt x="27541" y="2284"/>
                  </a:lnTo>
                  <a:lnTo>
                    <a:pt x="22069" y="1463"/>
                  </a:lnTo>
                  <a:lnTo>
                    <a:pt x="16573" y="823"/>
                  </a:lnTo>
                  <a:lnTo>
                    <a:pt x="11058" y="366"/>
                  </a:lnTo>
                  <a:lnTo>
                    <a:pt x="553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04901" y="1681503"/>
              <a:ext cx="81623" cy="167167"/>
            </a:xfrm>
            <a:custGeom>
              <a:avLst/>
              <a:pathLst>
                <a:path w="81623" h="167167">
                  <a:moveTo>
                    <a:pt x="81623" y="0"/>
                  </a:moveTo>
                  <a:lnTo>
                    <a:pt x="75939" y="96"/>
                  </a:lnTo>
                  <a:lnTo>
                    <a:pt x="70262" y="386"/>
                  </a:lnTo>
                  <a:lnTo>
                    <a:pt x="64598" y="869"/>
                  </a:lnTo>
                  <a:lnTo>
                    <a:pt x="58954" y="1544"/>
                  </a:lnTo>
                  <a:lnTo>
                    <a:pt x="53335" y="2410"/>
                  </a:lnTo>
                  <a:lnTo>
                    <a:pt x="47750" y="3467"/>
                  </a:lnTo>
                  <a:lnTo>
                    <a:pt x="42203" y="4714"/>
                  </a:lnTo>
                  <a:lnTo>
                    <a:pt x="36703" y="6148"/>
                  </a:lnTo>
                  <a:lnTo>
                    <a:pt x="31254" y="7768"/>
                  </a:lnTo>
                  <a:lnTo>
                    <a:pt x="25863" y="9573"/>
                  </a:lnTo>
                  <a:lnTo>
                    <a:pt x="20537" y="11560"/>
                  </a:lnTo>
                  <a:lnTo>
                    <a:pt x="15282" y="13727"/>
                  </a:lnTo>
                  <a:lnTo>
                    <a:pt x="10103" y="16072"/>
                  </a:lnTo>
                  <a:lnTo>
                    <a:pt x="5007" y="18591"/>
                  </a:lnTo>
                  <a:lnTo>
                    <a:pt x="0" y="21282"/>
                  </a:lnTo>
                  <a:lnTo>
                    <a:pt x="8162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4901" y="1702785"/>
              <a:ext cx="81623" cy="145885"/>
            </a:xfrm>
            <a:custGeom>
              <a:avLst/>
              <a:pathLst>
                <a:path w="81623" h="145885">
                  <a:moveTo>
                    <a:pt x="0" y="0"/>
                  </a:moveTo>
                  <a:lnTo>
                    <a:pt x="81623" y="1458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19373" y="1681503"/>
              <a:ext cx="334299" cy="334334"/>
            </a:xfrm>
            <a:custGeom>
              <a:avLst/>
              <a:pathLst>
                <a:path w="334299" h="334334">
                  <a:moveTo>
                    <a:pt x="85527" y="21282"/>
                  </a:moveTo>
                  <a:lnTo>
                    <a:pt x="80941" y="23944"/>
                  </a:lnTo>
                  <a:lnTo>
                    <a:pt x="76442" y="26750"/>
                  </a:lnTo>
                  <a:lnTo>
                    <a:pt x="72035" y="29697"/>
                  </a:lnTo>
                  <a:lnTo>
                    <a:pt x="67723" y="32783"/>
                  </a:lnTo>
                  <a:lnTo>
                    <a:pt x="63511" y="36004"/>
                  </a:lnTo>
                  <a:lnTo>
                    <a:pt x="59403" y="39357"/>
                  </a:lnTo>
                  <a:lnTo>
                    <a:pt x="55404" y="42838"/>
                  </a:lnTo>
                  <a:lnTo>
                    <a:pt x="51517" y="46445"/>
                  </a:lnTo>
                  <a:lnTo>
                    <a:pt x="47746" y="50173"/>
                  </a:lnTo>
                  <a:lnTo>
                    <a:pt x="44096" y="54019"/>
                  </a:lnTo>
                  <a:lnTo>
                    <a:pt x="40569" y="57978"/>
                  </a:lnTo>
                  <a:lnTo>
                    <a:pt x="37170" y="62048"/>
                  </a:lnTo>
                  <a:lnTo>
                    <a:pt x="33902" y="66223"/>
                  </a:lnTo>
                  <a:lnTo>
                    <a:pt x="30767" y="70500"/>
                  </a:lnTo>
                  <a:lnTo>
                    <a:pt x="27770" y="74874"/>
                  </a:lnTo>
                  <a:lnTo>
                    <a:pt x="24913" y="79341"/>
                  </a:lnTo>
                  <a:lnTo>
                    <a:pt x="22199" y="83896"/>
                  </a:lnTo>
                  <a:lnTo>
                    <a:pt x="19631" y="88535"/>
                  </a:lnTo>
                  <a:lnTo>
                    <a:pt x="17212" y="93253"/>
                  </a:lnTo>
                  <a:lnTo>
                    <a:pt x="14943" y="98045"/>
                  </a:lnTo>
                  <a:lnTo>
                    <a:pt x="12827" y="102908"/>
                  </a:lnTo>
                  <a:lnTo>
                    <a:pt x="10867" y="107834"/>
                  </a:lnTo>
                  <a:lnTo>
                    <a:pt x="9064" y="112821"/>
                  </a:lnTo>
                  <a:lnTo>
                    <a:pt x="7420" y="117862"/>
                  </a:lnTo>
                  <a:lnTo>
                    <a:pt x="5937" y="122952"/>
                  </a:lnTo>
                  <a:lnTo>
                    <a:pt x="4615" y="128087"/>
                  </a:lnTo>
                  <a:lnTo>
                    <a:pt x="3458" y="133262"/>
                  </a:lnTo>
                  <a:lnTo>
                    <a:pt x="2465" y="138470"/>
                  </a:lnTo>
                  <a:lnTo>
                    <a:pt x="1638" y="143708"/>
                  </a:lnTo>
                  <a:lnTo>
                    <a:pt x="977" y="148969"/>
                  </a:lnTo>
                  <a:lnTo>
                    <a:pt x="483" y="154248"/>
                  </a:lnTo>
                  <a:lnTo>
                    <a:pt x="157" y="159540"/>
                  </a:lnTo>
                  <a:lnTo>
                    <a:pt x="0" y="164840"/>
                  </a:lnTo>
                  <a:lnTo>
                    <a:pt x="10" y="170143"/>
                  </a:lnTo>
                  <a:lnTo>
                    <a:pt x="188" y="175442"/>
                  </a:lnTo>
                  <a:lnTo>
                    <a:pt x="535" y="180733"/>
                  </a:lnTo>
                  <a:lnTo>
                    <a:pt x="1049" y="186011"/>
                  </a:lnTo>
                  <a:lnTo>
                    <a:pt x="1730" y="191269"/>
                  </a:lnTo>
                  <a:lnTo>
                    <a:pt x="2578" y="196503"/>
                  </a:lnTo>
                  <a:lnTo>
                    <a:pt x="3591" y="201708"/>
                  </a:lnTo>
                  <a:lnTo>
                    <a:pt x="4768" y="206878"/>
                  </a:lnTo>
                  <a:lnTo>
                    <a:pt x="6110" y="212008"/>
                  </a:lnTo>
                  <a:lnTo>
                    <a:pt x="7613" y="217093"/>
                  </a:lnTo>
                  <a:lnTo>
                    <a:pt x="9276" y="222127"/>
                  </a:lnTo>
                  <a:lnTo>
                    <a:pt x="11099" y="227106"/>
                  </a:lnTo>
                  <a:lnTo>
                    <a:pt x="13078" y="232025"/>
                  </a:lnTo>
                  <a:lnTo>
                    <a:pt x="15213" y="236879"/>
                  </a:lnTo>
                  <a:lnTo>
                    <a:pt x="17500" y="241663"/>
                  </a:lnTo>
                  <a:lnTo>
                    <a:pt x="19938" y="246372"/>
                  </a:lnTo>
                  <a:lnTo>
                    <a:pt x="22524" y="251001"/>
                  </a:lnTo>
                  <a:lnTo>
                    <a:pt x="25256" y="255545"/>
                  </a:lnTo>
                  <a:lnTo>
                    <a:pt x="28130" y="260001"/>
                  </a:lnTo>
                  <a:lnTo>
                    <a:pt x="31144" y="264363"/>
                  </a:lnTo>
                  <a:lnTo>
                    <a:pt x="34295" y="268628"/>
                  </a:lnTo>
                  <a:lnTo>
                    <a:pt x="37580" y="272790"/>
                  </a:lnTo>
                  <a:lnTo>
                    <a:pt x="40995" y="276846"/>
                  </a:lnTo>
                  <a:lnTo>
                    <a:pt x="44537" y="280792"/>
                  </a:lnTo>
                  <a:lnTo>
                    <a:pt x="48202" y="284624"/>
                  </a:lnTo>
                  <a:lnTo>
                    <a:pt x="51987" y="288337"/>
                  </a:lnTo>
                  <a:lnTo>
                    <a:pt x="55888" y="291929"/>
                  </a:lnTo>
                  <a:lnTo>
                    <a:pt x="59900" y="295395"/>
                  </a:lnTo>
                  <a:lnTo>
                    <a:pt x="64021" y="298731"/>
                  </a:lnTo>
                  <a:lnTo>
                    <a:pt x="68246" y="301936"/>
                  </a:lnTo>
                  <a:lnTo>
                    <a:pt x="72569" y="305005"/>
                  </a:lnTo>
                  <a:lnTo>
                    <a:pt x="76989" y="307935"/>
                  </a:lnTo>
                  <a:lnTo>
                    <a:pt x="81498" y="310724"/>
                  </a:lnTo>
                  <a:lnTo>
                    <a:pt x="86094" y="313368"/>
                  </a:lnTo>
                  <a:lnTo>
                    <a:pt x="90772" y="315865"/>
                  </a:lnTo>
                  <a:lnTo>
                    <a:pt x="95526" y="318213"/>
                  </a:lnTo>
                  <a:lnTo>
                    <a:pt x="100353" y="320408"/>
                  </a:lnTo>
                  <a:lnTo>
                    <a:pt x="105246" y="322450"/>
                  </a:lnTo>
                  <a:lnTo>
                    <a:pt x="110202" y="324335"/>
                  </a:lnTo>
                  <a:lnTo>
                    <a:pt x="115215" y="326062"/>
                  </a:lnTo>
                  <a:lnTo>
                    <a:pt x="120281" y="327629"/>
                  </a:lnTo>
                  <a:lnTo>
                    <a:pt x="125394" y="329035"/>
                  </a:lnTo>
                  <a:lnTo>
                    <a:pt x="130548" y="330278"/>
                  </a:lnTo>
                  <a:lnTo>
                    <a:pt x="135740" y="331357"/>
                  </a:lnTo>
                  <a:lnTo>
                    <a:pt x="140963" y="332270"/>
                  </a:lnTo>
                  <a:lnTo>
                    <a:pt x="146212" y="333018"/>
                  </a:lnTo>
                  <a:lnTo>
                    <a:pt x="151483" y="333598"/>
                  </a:lnTo>
                  <a:lnTo>
                    <a:pt x="156769" y="334012"/>
                  </a:lnTo>
                  <a:lnTo>
                    <a:pt x="162065" y="334257"/>
                  </a:lnTo>
                  <a:lnTo>
                    <a:pt x="167367" y="334334"/>
                  </a:lnTo>
                  <a:lnTo>
                    <a:pt x="172669" y="334243"/>
                  </a:lnTo>
                  <a:lnTo>
                    <a:pt x="177965" y="333984"/>
                  </a:lnTo>
                  <a:lnTo>
                    <a:pt x="183250" y="333557"/>
                  </a:lnTo>
                  <a:lnTo>
                    <a:pt x="188519" y="332963"/>
                  </a:lnTo>
                  <a:lnTo>
                    <a:pt x="193766" y="332202"/>
                  </a:lnTo>
                  <a:lnTo>
                    <a:pt x="198987" y="331275"/>
                  </a:lnTo>
                  <a:lnTo>
                    <a:pt x="204176" y="330183"/>
                  </a:lnTo>
                  <a:lnTo>
                    <a:pt x="209327" y="328926"/>
                  </a:lnTo>
                  <a:lnTo>
                    <a:pt x="214436" y="327507"/>
                  </a:lnTo>
                  <a:lnTo>
                    <a:pt x="219497" y="325927"/>
                  </a:lnTo>
                  <a:lnTo>
                    <a:pt x="224506" y="324187"/>
                  </a:lnTo>
                  <a:lnTo>
                    <a:pt x="229457" y="322289"/>
                  </a:lnTo>
                  <a:lnTo>
                    <a:pt x="234346" y="320235"/>
                  </a:lnTo>
                  <a:lnTo>
                    <a:pt x="239166" y="318027"/>
                  </a:lnTo>
                  <a:lnTo>
                    <a:pt x="243915" y="315667"/>
                  </a:lnTo>
                  <a:lnTo>
                    <a:pt x="248586" y="313158"/>
                  </a:lnTo>
                  <a:lnTo>
                    <a:pt x="253175" y="310502"/>
                  </a:lnTo>
                  <a:lnTo>
                    <a:pt x="257677" y="307701"/>
                  </a:lnTo>
                  <a:lnTo>
                    <a:pt x="262089" y="304760"/>
                  </a:lnTo>
                  <a:lnTo>
                    <a:pt x="266405" y="301679"/>
                  </a:lnTo>
                  <a:lnTo>
                    <a:pt x="270621" y="298464"/>
                  </a:lnTo>
                  <a:lnTo>
                    <a:pt x="274733" y="295116"/>
                  </a:lnTo>
                  <a:lnTo>
                    <a:pt x="278737" y="291640"/>
                  </a:lnTo>
                  <a:lnTo>
                    <a:pt x="282628" y="288038"/>
                  </a:lnTo>
                  <a:lnTo>
                    <a:pt x="286403" y="284315"/>
                  </a:lnTo>
                  <a:lnTo>
                    <a:pt x="290059" y="280474"/>
                  </a:lnTo>
                  <a:lnTo>
                    <a:pt x="293591" y="276519"/>
                  </a:lnTo>
                  <a:lnTo>
                    <a:pt x="296995" y="272454"/>
                  </a:lnTo>
                  <a:lnTo>
                    <a:pt x="300269" y="268283"/>
                  </a:lnTo>
                  <a:lnTo>
                    <a:pt x="303409" y="264011"/>
                  </a:lnTo>
                  <a:lnTo>
                    <a:pt x="306412" y="259640"/>
                  </a:lnTo>
                  <a:lnTo>
                    <a:pt x="309274" y="255177"/>
                  </a:lnTo>
                  <a:lnTo>
                    <a:pt x="311994" y="250626"/>
                  </a:lnTo>
                  <a:lnTo>
                    <a:pt x="314568" y="245990"/>
                  </a:lnTo>
                  <a:lnTo>
                    <a:pt x="316994" y="241275"/>
                  </a:lnTo>
                  <a:lnTo>
                    <a:pt x="319269" y="236485"/>
                  </a:lnTo>
                  <a:lnTo>
                    <a:pt x="321391" y="231626"/>
                  </a:lnTo>
                  <a:lnTo>
                    <a:pt x="323357" y="226702"/>
                  </a:lnTo>
                  <a:lnTo>
                    <a:pt x="325167" y="221718"/>
                  </a:lnTo>
                  <a:lnTo>
                    <a:pt x="326818" y="216679"/>
                  </a:lnTo>
                  <a:lnTo>
                    <a:pt x="328308" y="211590"/>
                  </a:lnTo>
                  <a:lnTo>
                    <a:pt x="329635" y="206457"/>
                  </a:lnTo>
                  <a:lnTo>
                    <a:pt x="330800" y="201284"/>
                  </a:lnTo>
                  <a:lnTo>
                    <a:pt x="331799" y="196077"/>
                  </a:lnTo>
                  <a:lnTo>
                    <a:pt x="332633" y="190840"/>
                  </a:lnTo>
                  <a:lnTo>
                    <a:pt x="333301" y="185580"/>
                  </a:lnTo>
                  <a:lnTo>
                    <a:pt x="333801" y="180302"/>
                  </a:lnTo>
                  <a:lnTo>
                    <a:pt x="334134" y="175010"/>
                  </a:lnTo>
                  <a:lnTo>
                    <a:pt x="334299" y="169710"/>
                  </a:lnTo>
                  <a:lnTo>
                    <a:pt x="334295" y="164408"/>
                  </a:lnTo>
                  <a:lnTo>
                    <a:pt x="334124" y="159108"/>
                  </a:lnTo>
                  <a:lnTo>
                    <a:pt x="333784" y="153816"/>
                  </a:lnTo>
                  <a:lnTo>
                    <a:pt x="333277" y="148538"/>
                  </a:lnTo>
                  <a:lnTo>
                    <a:pt x="332603" y="143279"/>
                  </a:lnTo>
                  <a:lnTo>
                    <a:pt x="331762" y="138044"/>
                  </a:lnTo>
                  <a:lnTo>
                    <a:pt x="330755" y="132838"/>
                  </a:lnTo>
                  <a:lnTo>
                    <a:pt x="329584" y="127666"/>
                  </a:lnTo>
                  <a:lnTo>
                    <a:pt x="328250" y="122535"/>
                  </a:lnTo>
                  <a:lnTo>
                    <a:pt x="326753" y="117448"/>
                  </a:lnTo>
                  <a:lnTo>
                    <a:pt x="325096" y="112411"/>
                  </a:lnTo>
                  <a:lnTo>
                    <a:pt x="323280" y="107430"/>
                  </a:lnTo>
                  <a:lnTo>
                    <a:pt x="321307" y="102508"/>
                  </a:lnTo>
                  <a:lnTo>
                    <a:pt x="319179" y="97651"/>
                  </a:lnTo>
                  <a:lnTo>
                    <a:pt x="316898" y="92865"/>
                  </a:lnTo>
                  <a:lnTo>
                    <a:pt x="314466" y="88153"/>
                  </a:lnTo>
                  <a:lnTo>
                    <a:pt x="311886" y="83521"/>
                  </a:lnTo>
                  <a:lnTo>
                    <a:pt x="309160" y="78973"/>
                  </a:lnTo>
                  <a:lnTo>
                    <a:pt x="306292" y="74513"/>
                  </a:lnTo>
                  <a:lnTo>
                    <a:pt x="303283" y="70147"/>
                  </a:lnTo>
                  <a:lnTo>
                    <a:pt x="300138" y="65878"/>
                  </a:lnTo>
                  <a:lnTo>
                    <a:pt x="296859" y="61712"/>
                  </a:lnTo>
                  <a:lnTo>
                    <a:pt x="293449" y="57651"/>
                  </a:lnTo>
                  <a:lnTo>
                    <a:pt x="289912" y="53700"/>
                  </a:lnTo>
                  <a:lnTo>
                    <a:pt x="286252" y="49864"/>
                  </a:lnTo>
                  <a:lnTo>
                    <a:pt x="282472" y="46146"/>
                  </a:lnTo>
                  <a:lnTo>
                    <a:pt x="278575" y="42549"/>
                  </a:lnTo>
                  <a:lnTo>
                    <a:pt x="274567" y="39078"/>
                  </a:lnTo>
                  <a:lnTo>
                    <a:pt x="270451" y="35736"/>
                  </a:lnTo>
                  <a:lnTo>
                    <a:pt x="266230" y="32526"/>
                  </a:lnTo>
                  <a:lnTo>
                    <a:pt x="261910" y="29451"/>
                  </a:lnTo>
                  <a:lnTo>
                    <a:pt x="257495" y="26515"/>
                  </a:lnTo>
                  <a:lnTo>
                    <a:pt x="252989" y="23721"/>
                  </a:lnTo>
                  <a:lnTo>
                    <a:pt x="248396" y="21071"/>
                  </a:lnTo>
                  <a:lnTo>
                    <a:pt x="243722" y="18568"/>
                  </a:lnTo>
                  <a:lnTo>
                    <a:pt x="238971" y="16214"/>
                  </a:lnTo>
                  <a:lnTo>
                    <a:pt x="234147" y="14012"/>
                  </a:lnTo>
                  <a:lnTo>
                    <a:pt x="229256" y="11964"/>
                  </a:lnTo>
                  <a:lnTo>
                    <a:pt x="224303" y="10073"/>
                  </a:lnTo>
                  <a:lnTo>
                    <a:pt x="219292" y="8339"/>
                  </a:lnTo>
                  <a:lnTo>
                    <a:pt x="214228" y="6765"/>
                  </a:lnTo>
                  <a:lnTo>
                    <a:pt x="209118" y="5353"/>
                  </a:lnTo>
                  <a:lnTo>
                    <a:pt x="203965" y="4103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74939" y="2126963"/>
              <a:ext cx="106347" cy="167167"/>
            </a:xfrm>
            <a:custGeom>
              <a:avLst/>
              <a:pathLst>
                <a:path w="106347" h="167167">
                  <a:moveTo>
                    <a:pt x="106347" y="0"/>
                  </a:moveTo>
                  <a:lnTo>
                    <a:pt x="100585" y="99"/>
                  </a:lnTo>
                  <a:lnTo>
                    <a:pt x="94830" y="397"/>
                  </a:lnTo>
                  <a:lnTo>
                    <a:pt x="89088" y="893"/>
                  </a:lnTo>
                  <a:lnTo>
                    <a:pt x="83367" y="1587"/>
                  </a:lnTo>
                  <a:lnTo>
                    <a:pt x="77673" y="2477"/>
                  </a:lnTo>
                  <a:lnTo>
                    <a:pt x="72013" y="3563"/>
                  </a:lnTo>
                  <a:lnTo>
                    <a:pt x="66394" y="4844"/>
                  </a:lnTo>
                  <a:lnTo>
                    <a:pt x="60823" y="6318"/>
                  </a:lnTo>
                  <a:lnTo>
                    <a:pt x="55306" y="7983"/>
                  </a:lnTo>
                  <a:lnTo>
                    <a:pt x="49849" y="9837"/>
                  </a:lnTo>
                  <a:lnTo>
                    <a:pt x="44459" y="11878"/>
                  </a:lnTo>
                  <a:lnTo>
                    <a:pt x="39143" y="14103"/>
                  </a:lnTo>
                  <a:lnTo>
                    <a:pt x="33907" y="16511"/>
                  </a:lnTo>
                  <a:lnTo>
                    <a:pt x="28757" y="19097"/>
                  </a:lnTo>
                  <a:lnTo>
                    <a:pt x="23699" y="21860"/>
                  </a:lnTo>
                  <a:lnTo>
                    <a:pt x="18740" y="24795"/>
                  </a:lnTo>
                  <a:lnTo>
                    <a:pt x="13884" y="27899"/>
                  </a:lnTo>
                  <a:lnTo>
                    <a:pt x="9139" y="31169"/>
                  </a:lnTo>
                  <a:lnTo>
                    <a:pt x="4509" y="34601"/>
                  </a:lnTo>
                  <a:lnTo>
                    <a:pt x="0" y="38190"/>
                  </a:lnTo>
                  <a:lnTo>
                    <a:pt x="1063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14125" y="2127377"/>
              <a:ext cx="334324" cy="333916"/>
            </a:xfrm>
            <a:custGeom>
              <a:avLst/>
              <a:pathLst>
                <a:path w="334324" h="333916">
                  <a:moveTo>
                    <a:pt x="60814" y="37776"/>
                  </a:moveTo>
                  <a:lnTo>
                    <a:pt x="56774" y="41217"/>
                  </a:lnTo>
                  <a:lnTo>
                    <a:pt x="52846" y="44783"/>
                  </a:lnTo>
                  <a:lnTo>
                    <a:pt x="49032" y="48473"/>
                  </a:lnTo>
                  <a:lnTo>
                    <a:pt x="45338" y="52282"/>
                  </a:lnTo>
                  <a:lnTo>
                    <a:pt x="41766" y="56206"/>
                  </a:lnTo>
                  <a:lnTo>
                    <a:pt x="38321" y="60241"/>
                  </a:lnTo>
                  <a:lnTo>
                    <a:pt x="35005" y="64384"/>
                  </a:lnTo>
                  <a:lnTo>
                    <a:pt x="31823" y="68630"/>
                  </a:lnTo>
                  <a:lnTo>
                    <a:pt x="28777" y="72975"/>
                  </a:lnTo>
                  <a:lnTo>
                    <a:pt x="25870" y="77414"/>
                  </a:lnTo>
                  <a:lnTo>
                    <a:pt x="23106" y="81943"/>
                  </a:lnTo>
                  <a:lnTo>
                    <a:pt x="20487" y="86558"/>
                  </a:lnTo>
                  <a:lnTo>
                    <a:pt x="18015" y="91254"/>
                  </a:lnTo>
                  <a:lnTo>
                    <a:pt x="15694" y="96025"/>
                  </a:lnTo>
                  <a:lnTo>
                    <a:pt x="13526" y="100868"/>
                  </a:lnTo>
                  <a:lnTo>
                    <a:pt x="11512" y="105777"/>
                  </a:lnTo>
                  <a:lnTo>
                    <a:pt x="9656" y="110748"/>
                  </a:lnTo>
                  <a:lnTo>
                    <a:pt x="7957" y="115775"/>
                  </a:lnTo>
                  <a:lnTo>
                    <a:pt x="6420" y="120854"/>
                  </a:lnTo>
                  <a:lnTo>
                    <a:pt x="5044" y="125978"/>
                  </a:lnTo>
                  <a:lnTo>
                    <a:pt x="3831" y="131144"/>
                  </a:lnTo>
                  <a:lnTo>
                    <a:pt x="2784" y="136346"/>
                  </a:lnTo>
                  <a:lnTo>
                    <a:pt x="1901" y="141578"/>
                  </a:lnTo>
                  <a:lnTo>
                    <a:pt x="1186" y="146836"/>
                  </a:lnTo>
                  <a:lnTo>
                    <a:pt x="637" y="152114"/>
                  </a:lnTo>
                  <a:lnTo>
                    <a:pt x="256" y="157406"/>
                  </a:lnTo>
                  <a:lnTo>
                    <a:pt x="44" y="162708"/>
                  </a:lnTo>
                  <a:lnTo>
                    <a:pt x="0" y="168014"/>
                  </a:lnTo>
                  <a:lnTo>
                    <a:pt x="124" y="173319"/>
                  </a:lnTo>
                  <a:lnTo>
                    <a:pt x="416" y="178617"/>
                  </a:lnTo>
                  <a:lnTo>
                    <a:pt x="877" y="183903"/>
                  </a:lnTo>
                  <a:lnTo>
                    <a:pt x="1505" y="189172"/>
                  </a:lnTo>
                  <a:lnTo>
                    <a:pt x="2300" y="194418"/>
                  </a:lnTo>
                  <a:lnTo>
                    <a:pt x="3261" y="199637"/>
                  </a:lnTo>
                  <a:lnTo>
                    <a:pt x="4387" y="204822"/>
                  </a:lnTo>
                  <a:lnTo>
                    <a:pt x="5677" y="209969"/>
                  </a:lnTo>
                  <a:lnTo>
                    <a:pt x="7130" y="215072"/>
                  </a:lnTo>
                  <a:lnTo>
                    <a:pt x="8744" y="220127"/>
                  </a:lnTo>
                  <a:lnTo>
                    <a:pt x="10518" y="225128"/>
                  </a:lnTo>
                  <a:lnTo>
                    <a:pt x="12450" y="230070"/>
                  </a:lnTo>
                  <a:lnTo>
                    <a:pt x="14537" y="234948"/>
                  </a:lnTo>
                  <a:lnTo>
                    <a:pt x="16778" y="239758"/>
                  </a:lnTo>
                  <a:lnTo>
                    <a:pt x="19171" y="244494"/>
                  </a:lnTo>
                  <a:lnTo>
                    <a:pt x="21713" y="249152"/>
                  </a:lnTo>
                  <a:lnTo>
                    <a:pt x="24401" y="253726"/>
                  </a:lnTo>
                  <a:lnTo>
                    <a:pt x="27234" y="258214"/>
                  </a:lnTo>
                  <a:lnTo>
                    <a:pt x="30207" y="262608"/>
                  </a:lnTo>
                  <a:lnTo>
                    <a:pt x="33318" y="266907"/>
                  </a:lnTo>
                  <a:lnTo>
                    <a:pt x="36564" y="271104"/>
                  </a:lnTo>
                  <a:lnTo>
                    <a:pt x="39942" y="275197"/>
                  </a:lnTo>
                  <a:lnTo>
                    <a:pt x="43448" y="279180"/>
                  </a:lnTo>
                  <a:lnTo>
                    <a:pt x="47078" y="283049"/>
                  </a:lnTo>
                  <a:lnTo>
                    <a:pt x="50830" y="286802"/>
                  </a:lnTo>
                  <a:lnTo>
                    <a:pt x="54698" y="290434"/>
                  </a:lnTo>
                  <a:lnTo>
                    <a:pt x="58680" y="293941"/>
                  </a:lnTo>
                  <a:lnTo>
                    <a:pt x="62772" y="297320"/>
                  </a:lnTo>
                  <a:lnTo>
                    <a:pt x="66968" y="300567"/>
                  </a:lnTo>
                  <a:lnTo>
                    <a:pt x="71266" y="303680"/>
                  </a:lnTo>
                  <a:lnTo>
                    <a:pt x="75660" y="306654"/>
                  </a:lnTo>
                  <a:lnTo>
                    <a:pt x="80146" y="309488"/>
                  </a:lnTo>
                  <a:lnTo>
                    <a:pt x="84720" y="312177"/>
                  </a:lnTo>
                  <a:lnTo>
                    <a:pt x="89377" y="314721"/>
                  </a:lnTo>
                  <a:lnTo>
                    <a:pt x="94112" y="317115"/>
                  </a:lnTo>
                  <a:lnTo>
                    <a:pt x="98921" y="319358"/>
                  </a:lnTo>
                  <a:lnTo>
                    <a:pt x="103799" y="321447"/>
                  </a:lnTo>
                  <a:lnTo>
                    <a:pt x="108740" y="323380"/>
                  </a:lnTo>
                  <a:lnTo>
                    <a:pt x="113741" y="325155"/>
                  </a:lnTo>
                  <a:lnTo>
                    <a:pt x="118795" y="326771"/>
                  </a:lnTo>
                  <a:lnTo>
                    <a:pt x="123898" y="328225"/>
                  </a:lnTo>
                  <a:lnTo>
                    <a:pt x="129044" y="329517"/>
                  </a:lnTo>
                  <a:lnTo>
                    <a:pt x="134229" y="330645"/>
                  </a:lnTo>
                  <a:lnTo>
                    <a:pt x="139447" y="331607"/>
                  </a:lnTo>
                  <a:lnTo>
                    <a:pt x="144693" y="332404"/>
                  </a:lnTo>
                  <a:lnTo>
                    <a:pt x="149962" y="333034"/>
                  </a:lnTo>
                  <a:lnTo>
                    <a:pt x="155248" y="333496"/>
                  </a:lnTo>
                  <a:lnTo>
                    <a:pt x="160546" y="333790"/>
                  </a:lnTo>
                  <a:lnTo>
                    <a:pt x="165851" y="333916"/>
                  </a:lnTo>
                  <a:lnTo>
                    <a:pt x="171157" y="333873"/>
                  </a:lnTo>
                  <a:lnTo>
                    <a:pt x="176459" y="333662"/>
                  </a:lnTo>
                  <a:lnTo>
                    <a:pt x="181751" y="333283"/>
                  </a:lnTo>
                  <a:lnTo>
                    <a:pt x="187029" y="332736"/>
                  </a:lnTo>
                  <a:lnTo>
                    <a:pt x="192287" y="332022"/>
                  </a:lnTo>
                  <a:lnTo>
                    <a:pt x="197520" y="331141"/>
                  </a:lnTo>
                  <a:lnTo>
                    <a:pt x="202722" y="330095"/>
                  </a:lnTo>
                  <a:lnTo>
                    <a:pt x="207888" y="328884"/>
                  </a:lnTo>
                  <a:lnTo>
                    <a:pt x="213013" y="327510"/>
                  </a:lnTo>
                  <a:lnTo>
                    <a:pt x="218092" y="325974"/>
                  </a:lnTo>
                  <a:lnTo>
                    <a:pt x="223120" y="324277"/>
                  </a:lnTo>
                  <a:lnTo>
                    <a:pt x="228091" y="322422"/>
                  </a:lnTo>
                  <a:lnTo>
                    <a:pt x="233001" y="320410"/>
                  </a:lnTo>
                  <a:lnTo>
                    <a:pt x="237844" y="318243"/>
                  </a:lnTo>
                  <a:lnTo>
                    <a:pt x="242617" y="315923"/>
                  </a:lnTo>
                  <a:lnTo>
                    <a:pt x="247313" y="313453"/>
                  </a:lnTo>
                  <a:lnTo>
                    <a:pt x="251929" y="310835"/>
                  </a:lnTo>
                  <a:lnTo>
                    <a:pt x="256459" y="308072"/>
                  </a:lnTo>
                  <a:lnTo>
                    <a:pt x="260899" y="305167"/>
                  </a:lnTo>
                  <a:lnTo>
                    <a:pt x="265245" y="302122"/>
                  </a:lnTo>
                  <a:lnTo>
                    <a:pt x="269491" y="298941"/>
                  </a:lnTo>
                  <a:lnTo>
                    <a:pt x="273635" y="295627"/>
                  </a:lnTo>
                  <a:lnTo>
                    <a:pt x="277672" y="292183"/>
                  </a:lnTo>
                  <a:lnTo>
                    <a:pt x="281597" y="288612"/>
                  </a:lnTo>
                  <a:lnTo>
                    <a:pt x="285407" y="284919"/>
                  </a:lnTo>
                  <a:lnTo>
                    <a:pt x="289098" y="281107"/>
                  </a:lnTo>
                  <a:lnTo>
                    <a:pt x="292665" y="277179"/>
                  </a:lnTo>
                  <a:lnTo>
                    <a:pt x="296107" y="273140"/>
                  </a:lnTo>
                  <a:lnTo>
                    <a:pt x="299418" y="268994"/>
                  </a:lnTo>
                  <a:lnTo>
                    <a:pt x="302597" y="264745"/>
                  </a:lnTo>
                  <a:lnTo>
                    <a:pt x="305639" y="260398"/>
                  </a:lnTo>
                  <a:lnTo>
                    <a:pt x="308541" y="255956"/>
                  </a:lnTo>
                  <a:lnTo>
                    <a:pt x="311301" y="251424"/>
                  </a:lnTo>
                  <a:lnTo>
                    <a:pt x="313915" y="246806"/>
                  </a:lnTo>
                  <a:lnTo>
                    <a:pt x="316382" y="242108"/>
                  </a:lnTo>
                  <a:lnTo>
                    <a:pt x="318699" y="237334"/>
                  </a:lnTo>
                  <a:lnTo>
                    <a:pt x="320862" y="232489"/>
                  </a:lnTo>
                  <a:lnTo>
                    <a:pt x="322871" y="227578"/>
                  </a:lnTo>
                  <a:lnTo>
                    <a:pt x="324723" y="222606"/>
                  </a:lnTo>
                  <a:lnTo>
                    <a:pt x="326416" y="217577"/>
                  </a:lnTo>
                  <a:lnTo>
                    <a:pt x="327949" y="212497"/>
                  </a:lnTo>
                  <a:lnTo>
                    <a:pt x="329320" y="207371"/>
                  </a:lnTo>
                  <a:lnTo>
                    <a:pt x="330527" y="202204"/>
                  </a:lnTo>
                  <a:lnTo>
                    <a:pt x="331570" y="197001"/>
                  </a:lnTo>
                  <a:lnTo>
                    <a:pt x="332447" y="191768"/>
                  </a:lnTo>
                  <a:lnTo>
                    <a:pt x="333158" y="186510"/>
                  </a:lnTo>
                  <a:lnTo>
                    <a:pt x="333701" y="181231"/>
                  </a:lnTo>
                  <a:lnTo>
                    <a:pt x="334077" y="175939"/>
                  </a:lnTo>
                  <a:lnTo>
                    <a:pt x="334285" y="170636"/>
                  </a:lnTo>
                  <a:lnTo>
                    <a:pt x="334324" y="165330"/>
                  </a:lnTo>
                  <a:lnTo>
                    <a:pt x="334194" y="160026"/>
                  </a:lnTo>
                  <a:lnTo>
                    <a:pt x="333897" y="154728"/>
                  </a:lnTo>
                  <a:lnTo>
                    <a:pt x="333431" y="149442"/>
                  </a:lnTo>
                  <a:lnTo>
                    <a:pt x="332798" y="144174"/>
                  </a:lnTo>
                  <a:lnTo>
                    <a:pt x="331998" y="138928"/>
                  </a:lnTo>
                  <a:lnTo>
                    <a:pt x="331032" y="133711"/>
                  </a:lnTo>
                  <a:lnTo>
                    <a:pt x="329900" y="128527"/>
                  </a:lnTo>
                  <a:lnTo>
                    <a:pt x="328605" y="123381"/>
                  </a:lnTo>
                  <a:lnTo>
                    <a:pt x="327147" y="118279"/>
                  </a:lnTo>
                  <a:lnTo>
                    <a:pt x="325528" y="113226"/>
                  </a:lnTo>
                  <a:lnTo>
                    <a:pt x="323750" y="108227"/>
                  </a:lnTo>
                  <a:lnTo>
                    <a:pt x="321813" y="103287"/>
                  </a:lnTo>
                  <a:lnTo>
                    <a:pt x="319721" y="98410"/>
                  </a:lnTo>
                  <a:lnTo>
                    <a:pt x="317475" y="93603"/>
                  </a:lnTo>
                  <a:lnTo>
                    <a:pt x="315078" y="88869"/>
                  </a:lnTo>
                  <a:lnTo>
                    <a:pt x="312531" y="84214"/>
                  </a:lnTo>
                  <a:lnTo>
                    <a:pt x="309838" y="79642"/>
                  </a:lnTo>
                  <a:lnTo>
                    <a:pt x="307002" y="75157"/>
                  </a:lnTo>
                  <a:lnTo>
                    <a:pt x="304024" y="70765"/>
                  </a:lnTo>
                  <a:lnTo>
                    <a:pt x="300909" y="66470"/>
                  </a:lnTo>
                  <a:lnTo>
                    <a:pt x="297659" y="62276"/>
                  </a:lnTo>
                  <a:lnTo>
                    <a:pt x="294277" y="58187"/>
                  </a:lnTo>
                  <a:lnTo>
                    <a:pt x="290768" y="54207"/>
                  </a:lnTo>
                  <a:lnTo>
                    <a:pt x="287133" y="50341"/>
                  </a:lnTo>
                  <a:lnTo>
                    <a:pt x="283378" y="46592"/>
                  </a:lnTo>
                  <a:lnTo>
                    <a:pt x="279506" y="42964"/>
                  </a:lnTo>
                  <a:lnTo>
                    <a:pt x="275521" y="39461"/>
                  </a:lnTo>
                  <a:lnTo>
                    <a:pt x="271426" y="36086"/>
                  </a:lnTo>
                  <a:lnTo>
                    <a:pt x="267226" y="32842"/>
                  </a:lnTo>
                  <a:lnTo>
                    <a:pt x="262926" y="29734"/>
                  </a:lnTo>
                  <a:lnTo>
                    <a:pt x="258529" y="26764"/>
                  </a:lnTo>
                  <a:lnTo>
                    <a:pt x="254040" y="23935"/>
                  </a:lnTo>
                  <a:lnTo>
                    <a:pt x="249464" y="21249"/>
                  </a:lnTo>
                  <a:lnTo>
                    <a:pt x="244804" y="18710"/>
                  </a:lnTo>
                  <a:lnTo>
                    <a:pt x="240066" y="16321"/>
                  </a:lnTo>
                  <a:lnTo>
                    <a:pt x="235255" y="14083"/>
                  </a:lnTo>
                  <a:lnTo>
                    <a:pt x="230376" y="11999"/>
                  </a:lnTo>
                  <a:lnTo>
                    <a:pt x="225432" y="10070"/>
                  </a:lnTo>
                  <a:lnTo>
                    <a:pt x="220430" y="8300"/>
                  </a:lnTo>
                  <a:lnTo>
                    <a:pt x="215374" y="6689"/>
                  </a:lnTo>
                  <a:lnTo>
                    <a:pt x="210270" y="5240"/>
                  </a:lnTo>
                  <a:lnTo>
                    <a:pt x="205122" y="3953"/>
                  </a:lnTo>
                  <a:lnTo>
                    <a:pt x="199936" y="2830"/>
                  </a:lnTo>
                  <a:lnTo>
                    <a:pt x="194717" y="1873"/>
                  </a:lnTo>
                  <a:lnTo>
                    <a:pt x="189470" y="1081"/>
                  </a:lnTo>
                  <a:lnTo>
                    <a:pt x="184201" y="456"/>
                  </a:lnTo>
                  <a:lnTo>
                    <a:pt x="178914" y="0"/>
                  </a:lnTo>
                  <a:lnTo>
                    <a:pt x="167162" y="1667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11752" cy="167167"/>
            </a:xfrm>
            <a:custGeom>
              <a:avLst/>
              <a:pathLst>
                <a:path w="11752" h="167167">
                  <a:moveTo>
                    <a:pt x="11752" y="4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23591" y="2633064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2" y="5326"/>
                  </a:lnTo>
                  <a:lnTo>
                    <a:pt x="120193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4" y="16134"/>
                  </a:lnTo>
                  <a:lnTo>
                    <a:pt x="90762" y="18476"/>
                  </a:lnTo>
                  <a:lnTo>
                    <a:pt x="86096" y="20968"/>
                  </a:lnTo>
                  <a:lnTo>
                    <a:pt x="81512" y="23605"/>
                  </a:lnTo>
                  <a:lnTo>
                    <a:pt x="77013" y="26386"/>
                  </a:lnTo>
                  <a:lnTo>
                    <a:pt x="72605" y="29309"/>
                  </a:lnTo>
                  <a:lnTo>
                    <a:pt x="68291" y="32369"/>
                  </a:lnTo>
                  <a:lnTo>
                    <a:pt x="64076" y="35564"/>
                  </a:lnTo>
                  <a:lnTo>
                    <a:pt x="59964" y="38891"/>
                  </a:lnTo>
                  <a:lnTo>
                    <a:pt x="55960" y="42346"/>
                  </a:lnTo>
                  <a:lnTo>
                    <a:pt x="52067" y="45926"/>
                  </a:lnTo>
                  <a:lnTo>
                    <a:pt x="48289" y="49628"/>
                  </a:lnTo>
                  <a:lnTo>
                    <a:pt x="44630" y="53447"/>
                  </a:lnTo>
                  <a:lnTo>
                    <a:pt x="41094" y="57380"/>
                  </a:lnTo>
                  <a:lnTo>
                    <a:pt x="37683" y="61423"/>
                  </a:lnTo>
                  <a:lnTo>
                    <a:pt x="34403" y="65572"/>
                  </a:lnTo>
                  <a:lnTo>
                    <a:pt x="31255" y="69823"/>
                  </a:lnTo>
                  <a:lnTo>
                    <a:pt x="28244" y="74171"/>
                  </a:lnTo>
                  <a:lnTo>
                    <a:pt x="25372" y="78612"/>
                  </a:lnTo>
                  <a:lnTo>
                    <a:pt x="22641" y="83142"/>
                  </a:lnTo>
                  <a:lnTo>
                    <a:pt x="20055" y="87755"/>
                  </a:lnTo>
                  <a:lnTo>
                    <a:pt x="17617" y="92449"/>
                  </a:lnTo>
                  <a:lnTo>
                    <a:pt x="15328" y="97217"/>
                  </a:lnTo>
                  <a:lnTo>
                    <a:pt x="13191" y="102055"/>
                  </a:lnTo>
                  <a:lnTo>
                    <a:pt x="11208" y="106959"/>
                  </a:lnTo>
                  <a:lnTo>
                    <a:pt x="9381" y="111922"/>
                  </a:lnTo>
                  <a:lnTo>
                    <a:pt x="7713" y="116941"/>
                  </a:lnTo>
                  <a:lnTo>
                    <a:pt x="6203" y="122010"/>
                  </a:lnTo>
                  <a:lnTo>
                    <a:pt x="4856" y="127125"/>
                  </a:lnTo>
                  <a:lnTo>
                    <a:pt x="3670" y="132279"/>
                  </a:lnTo>
                  <a:lnTo>
                    <a:pt x="2648" y="137469"/>
                  </a:lnTo>
                  <a:lnTo>
                    <a:pt x="1791" y="142688"/>
                  </a:lnTo>
                  <a:lnTo>
                    <a:pt x="1099" y="147931"/>
                  </a:lnTo>
                  <a:lnTo>
                    <a:pt x="574" y="153194"/>
                  </a:lnTo>
                  <a:lnTo>
                    <a:pt x="215" y="158471"/>
                  </a:lnTo>
                  <a:lnTo>
                    <a:pt x="24" y="163757"/>
                  </a:lnTo>
                  <a:lnTo>
                    <a:pt x="0" y="169046"/>
                  </a:lnTo>
                  <a:lnTo>
                    <a:pt x="143" y="174333"/>
                  </a:lnTo>
                  <a:lnTo>
                    <a:pt x="453" y="179613"/>
                  </a:lnTo>
                  <a:lnTo>
                    <a:pt x="930" y="184881"/>
                  </a:lnTo>
                  <a:lnTo>
                    <a:pt x="1574" y="190130"/>
                  </a:lnTo>
                  <a:lnTo>
                    <a:pt x="2383" y="195357"/>
                  </a:lnTo>
                  <a:lnTo>
                    <a:pt x="3357" y="200556"/>
                  </a:lnTo>
                  <a:lnTo>
                    <a:pt x="4496" y="205721"/>
                  </a:lnTo>
                  <a:lnTo>
                    <a:pt x="5797" y="210847"/>
                  </a:lnTo>
                  <a:lnTo>
                    <a:pt x="7259" y="215930"/>
                  </a:lnTo>
                  <a:lnTo>
                    <a:pt x="8882" y="220964"/>
                  </a:lnTo>
                  <a:lnTo>
                    <a:pt x="10663" y="225944"/>
                  </a:lnTo>
                  <a:lnTo>
                    <a:pt x="12601" y="230866"/>
                  </a:lnTo>
                  <a:lnTo>
                    <a:pt x="14693" y="235723"/>
                  </a:lnTo>
                  <a:lnTo>
                    <a:pt x="16938" y="240512"/>
                  </a:lnTo>
                  <a:lnTo>
                    <a:pt x="19334" y="245228"/>
                  </a:lnTo>
                  <a:lnTo>
                    <a:pt x="21877" y="249865"/>
                  </a:lnTo>
                  <a:lnTo>
                    <a:pt x="24566" y="254420"/>
                  </a:lnTo>
                  <a:lnTo>
                    <a:pt x="27398" y="258887"/>
                  </a:lnTo>
                  <a:lnTo>
                    <a:pt x="30370" y="263262"/>
                  </a:lnTo>
                  <a:lnTo>
                    <a:pt x="33478" y="267541"/>
                  </a:lnTo>
                  <a:lnTo>
                    <a:pt x="36720" y="271720"/>
                  </a:lnTo>
                  <a:lnTo>
                    <a:pt x="40093" y="275794"/>
                  </a:lnTo>
                  <a:lnTo>
                    <a:pt x="43593" y="279760"/>
                  </a:lnTo>
                  <a:lnTo>
                    <a:pt x="47217" y="283612"/>
                  </a:lnTo>
                  <a:lnTo>
                    <a:pt x="50961" y="287348"/>
                  </a:lnTo>
                  <a:lnTo>
                    <a:pt x="54821" y="290964"/>
                  </a:lnTo>
                  <a:lnTo>
                    <a:pt x="58794" y="294456"/>
                  </a:lnTo>
                  <a:lnTo>
                    <a:pt x="62875" y="297820"/>
                  </a:lnTo>
                  <a:lnTo>
                    <a:pt x="67060" y="301054"/>
                  </a:lnTo>
                  <a:lnTo>
                    <a:pt x="71346" y="304153"/>
                  </a:lnTo>
                  <a:lnTo>
                    <a:pt x="75727" y="307116"/>
                  </a:lnTo>
                  <a:lnTo>
                    <a:pt x="80201" y="309938"/>
                  </a:lnTo>
                  <a:lnTo>
                    <a:pt x="84761" y="312618"/>
                  </a:lnTo>
                  <a:lnTo>
                    <a:pt x="89403" y="315151"/>
                  </a:lnTo>
                  <a:lnTo>
                    <a:pt x="94124" y="317537"/>
                  </a:lnTo>
                  <a:lnTo>
                    <a:pt x="98917" y="319772"/>
                  </a:lnTo>
                  <a:lnTo>
                    <a:pt x="103779" y="321855"/>
                  </a:lnTo>
                  <a:lnTo>
                    <a:pt x="108705" y="323782"/>
                  </a:lnTo>
                  <a:lnTo>
                    <a:pt x="113689" y="325553"/>
                  </a:lnTo>
                  <a:lnTo>
                    <a:pt x="118726" y="327165"/>
                  </a:lnTo>
                  <a:lnTo>
                    <a:pt x="123812" y="328617"/>
                  </a:lnTo>
                  <a:lnTo>
                    <a:pt x="128941" y="329908"/>
                  </a:lnTo>
                  <a:lnTo>
                    <a:pt x="134109" y="331035"/>
                  </a:lnTo>
                  <a:lnTo>
                    <a:pt x="139309" y="331999"/>
                  </a:lnTo>
                  <a:lnTo>
                    <a:pt x="144538" y="332797"/>
                  </a:lnTo>
                  <a:lnTo>
                    <a:pt x="149789" y="333430"/>
                  </a:lnTo>
                  <a:lnTo>
                    <a:pt x="155057" y="333896"/>
                  </a:lnTo>
                  <a:lnTo>
                    <a:pt x="160338" y="334195"/>
                  </a:lnTo>
                  <a:lnTo>
                    <a:pt x="165625" y="334327"/>
                  </a:lnTo>
                  <a:lnTo>
                    <a:pt x="170914" y="334292"/>
                  </a:lnTo>
                  <a:lnTo>
                    <a:pt x="176199" y="334090"/>
                  </a:lnTo>
                  <a:lnTo>
                    <a:pt x="181476" y="333720"/>
                  </a:lnTo>
                  <a:lnTo>
                    <a:pt x="186737" y="333184"/>
                  </a:lnTo>
                  <a:lnTo>
                    <a:pt x="191980" y="332481"/>
                  </a:lnTo>
                  <a:lnTo>
                    <a:pt x="197197" y="331613"/>
                  </a:lnTo>
                  <a:lnTo>
                    <a:pt x="202384" y="330580"/>
                  </a:lnTo>
                  <a:lnTo>
                    <a:pt x="207536" y="329384"/>
                  </a:lnTo>
                  <a:lnTo>
                    <a:pt x="212648" y="328026"/>
                  </a:lnTo>
                  <a:lnTo>
                    <a:pt x="217714" y="326506"/>
                  </a:lnTo>
                  <a:lnTo>
                    <a:pt x="222729" y="324827"/>
                  </a:lnTo>
                  <a:lnTo>
                    <a:pt x="227689" y="322990"/>
                  </a:lnTo>
                  <a:lnTo>
                    <a:pt x="232588" y="320997"/>
                  </a:lnTo>
                  <a:lnTo>
                    <a:pt x="237422" y="318850"/>
                  </a:lnTo>
                  <a:lnTo>
                    <a:pt x="242186" y="316551"/>
                  </a:lnTo>
                  <a:lnTo>
                    <a:pt x="246874" y="314103"/>
                  </a:lnTo>
                  <a:lnTo>
                    <a:pt x="251482" y="311507"/>
                  </a:lnTo>
                  <a:lnTo>
                    <a:pt x="256006" y="308767"/>
                  </a:lnTo>
                  <a:lnTo>
                    <a:pt x="260441" y="305886"/>
                  </a:lnTo>
                  <a:lnTo>
                    <a:pt x="264783" y="302865"/>
                  </a:lnTo>
                  <a:lnTo>
                    <a:pt x="269027" y="299709"/>
                  </a:lnTo>
                  <a:lnTo>
                    <a:pt x="273169" y="296420"/>
                  </a:lnTo>
                  <a:lnTo>
                    <a:pt x="277205" y="293001"/>
                  </a:lnTo>
                  <a:lnTo>
                    <a:pt x="281131" y="289457"/>
                  </a:lnTo>
                  <a:lnTo>
                    <a:pt x="284942" y="285790"/>
                  </a:lnTo>
                  <a:lnTo>
                    <a:pt x="288636" y="282004"/>
                  </a:lnTo>
                  <a:lnTo>
                    <a:pt x="292208" y="278104"/>
                  </a:lnTo>
                  <a:lnTo>
                    <a:pt x="295655" y="274092"/>
                  </a:lnTo>
                  <a:lnTo>
                    <a:pt x="298974" y="269973"/>
                  </a:lnTo>
                  <a:lnTo>
                    <a:pt x="302160" y="265752"/>
                  </a:lnTo>
                  <a:lnTo>
                    <a:pt x="305211" y="261432"/>
                  </a:lnTo>
                  <a:lnTo>
                    <a:pt x="308124" y="257017"/>
                  </a:lnTo>
                  <a:lnTo>
                    <a:pt x="310896" y="252512"/>
                  </a:lnTo>
                  <a:lnTo>
                    <a:pt x="313524" y="247922"/>
                  </a:lnTo>
                  <a:lnTo>
                    <a:pt x="316006" y="243252"/>
                  </a:lnTo>
                  <a:lnTo>
                    <a:pt x="318338" y="238505"/>
                  </a:lnTo>
                  <a:lnTo>
                    <a:pt x="320519" y="233686"/>
                  </a:lnTo>
                  <a:lnTo>
                    <a:pt x="322547" y="228801"/>
                  </a:lnTo>
                  <a:lnTo>
                    <a:pt x="324419" y="223855"/>
                  </a:lnTo>
                  <a:lnTo>
                    <a:pt x="326133" y="218851"/>
                  </a:lnTo>
                  <a:lnTo>
                    <a:pt x="327689" y="213796"/>
                  </a:lnTo>
                  <a:lnTo>
                    <a:pt x="329084" y="208694"/>
                  </a:lnTo>
                  <a:lnTo>
                    <a:pt x="330316" y="203551"/>
                  </a:lnTo>
                  <a:lnTo>
                    <a:pt x="331386" y="198371"/>
                  </a:lnTo>
                  <a:lnTo>
                    <a:pt x="332291" y="193160"/>
                  </a:lnTo>
                  <a:lnTo>
                    <a:pt x="333030" y="187923"/>
                  </a:lnTo>
                  <a:lnTo>
                    <a:pt x="333604" y="182665"/>
                  </a:lnTo>
                  <a:lnTo>
                    <a:pt x="334011" y="177391"/>
                  </a:lnTo>
                  <a:lnTo>
                    <a:pt x="334251" y="172108"/>
                  </a:lnTo>
                  <a:lnTo>
                    <a:pt x="334323" y="166819"/>
                  </a:lnTo>
                  <a:lnTo>
                    <a:pt x="334229" y="161531"/>
                  </a:lnTo>
                  <a:lnTo>
                    <a:pt x="333967" y="156248"/>
                  </a:lnTo>
                  <a:lnTo>
                    <a:pt x="333538" y="150977"/>
                  </a:lnTo>
                  <a:lnTo>
                    <a:pt x="332942" y="145721"/>
                  </a:lnTo>
                  <a:lnTo>
                    <a:pt x="332181" y="140487"/>
                  </a:lnTo>
                  <a:lnTo>
                    <a:pt x="331254" y="135280"/>
                  </a:lnTo>
                  <a:lnTo>
                    <a:pt x="330164" y="130105"/>
                  </a:lnTo>
                  <a:lnTo>
                    <a:pt x="328909" y="124966"/>
                  </a:lnTo>
                  <a:lnTo>
                    <a:pt x="327493" y="119870"/>
                  </a:lnTo>
                  <a:lnTo>
                    <a:pt x="325917" y="114822"/>
                  </a:lnTo>
                  <a:lnTo>
                    <a:pt x="324182" y="109825"/>
                  </a:lnTo>
                  <a:lnTo>
                    <a:pt x="322289" y="104886"/>
                  </a:lnTo>
                  <a:lnTo>
                    <a:pt x="320241" y="100010"/>
                  </a:lnTo>
                  <a:lnTo>
                    <a:pt x="318040" y="95201"/>
                  </a:lnTo>
                  <a:lnTo>
                    <a:pt x="315688" y="9046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23528"/>
              <a:ext cx="148531" cy="76703"/>
            </a:xfrm>
            <a:custGeom>
              <a:avLst/>
              <a:pathLst>
                <a:path w="148531" h="76703">
                  <a:moveTo>
                    <a:pt x="148531" y="0"/>
                  </a:moveTo>
                  <a:lnTo>
                    <a:pt x="0" y="767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8546"/>
              <a:ext cx="148531" cy="161684"/>
            </a:xfrm>
            <a:custGeom>
              <a:avLst/>
              <a:pathLst>
                <a:path w="148531" h="161684">
                  <a:moveTo>
                    <a:pt x="148531" y="84981"/>
                  </a:moveTo>
                  <a:lnTo>
                    <a:pt x="145879" y="80050"/>
                  </a:lnTo>
                  <a:lnTo>
                    <a:pt x="143064" y="75211"/>
                  </a:lnTo>
                  <a:lnTo>
                    <a:pt x="140088" y="70469"/>
                  </a:lnTo>
                  <a:lnTo>
                    <a:pt x="136955" y="65830"/>
                  </a:lnTo>
                  <a:lnTo>
                    <a:pt x="133668" y="61297"/>
                  </a:lnTo>
                  <a:lnTo>
                    <a:pt x="130232" y="56878"/>
                  </a:lnTo>
                  <a:lnTo>
                    <a:pt x="126649" y="52576"/>
                  </a:lnTo>
                  <a:lnTo>
                    <a:pt x="122925" y="48396"/>
                  </a:lnTo>
                  <a:lnTo>
                    <a:pt x="119062" y="44343"/>
                  </a:lnTo>
                  <a:lnTo>
                    <a:pt x="115066" y="40422"/>
                  </a:lnTo>
                  <a:lnTo>
                    <a:pt x="110941" y="36637"/>
                  </a:lnTo>
                  <a:lnTo>
                    <a:pt x="106692" y="32992"/>
                  </a:lnTo>
                  <a:lnTo>
                    <a:pt x="102323" y="29492"/>
                  </a:lnTo>
                  <a:lnTo>
                    <a:pt x="97839" y="26140"/>
                  </a:lnTo>
                  <a:lnTo>
                    <a:pt x="93245" y="22939"/>
                  </a:lnTo>
                  <a:lnTo>
                    <a:pt x="88547" y="19895"/>
                  </a:lnTo>
                  <a:lnTo>
                    <a:pt x="83750" y="17009"/>
                  </a:lnTo>
                  <a:lnTo>
                    <a:pt x="78858" y="14286"/>
                  </a:lnTo>
                  <a:lnTo>
                    <a:pt x="73878" y="11728"/>
                  </a:lnTo>
                  <a:lnTo>
                    <a:pt x="68815" y="9338"/>
                  </a:lnTo>
                  <a:lnTo>
                    <a:pt x="63675" y="7120"/>
                  </a:lnTo>
                  <a:lnTo>
                    <a:pt x="58464" y="5074"/>
                  </a:lnTo>
                  <a:lnTo>
                    <a:pt x="53187" y="3204"/>
                  </a:lnTo>
                  <a:lnTo>
                    <a:pt x="47851" y="1512"/>
                  </a:lnTo>
                  <a:lnTo>
                    <a:pt x="42460" y="0"/>
                  </a:lnTo>
                  <a:lnTo>
                    <a:pt x="0" y="161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42460" cy="167167"/>
            </a:xfrm>
            <a:custGeom>
              <a:avLst/>
              <a:pathLst>
                <a:path w="42460" h="167167">
                  <a:moveTo>
                    <a:pt x="42460" y="5482"/>
                  </a:moveTo>
                  <a:lnTo>
                    <a:pt x="36501" y="4033"/>
                  </a:lnTo>
                  <a:lnTo>
                    <a:pt x="30493" y="2804"/>
                  </a:lnTo>
                  <a:lnTo>
                    <a:pt x="24444" y="1796"/>
                  </a:lnTo>
                  <a:lnTo>
                    <a:pt x="18361" y="1011"/>
                  </a:lnTo>
                  <a:lnTo>
                    <a:pt x="12255" y="449"/>
                  </a:lnTo>
                  <a:lnTo>
                    <a:pt x="6131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358833" y="3170392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1" y="1345"/>
                  </a:lnTo>
                  <a:lnTo>
                    <a:pt x="140729" y="2100"/>
                  </a:lnTo>
                  <a:lnTo>
                    <a:pt x="135504" y="3022"/>
                  </a:lnTo>
                  <a:lnTo>
                    <a:pt x="130311" y="4108"/>
                  </a:lnTo>
                  <a:lnTo>
                    <a:pt x="125155" y="5359"/>
                  </a:lnTo>
                  <a:lnTo>
                    <a:pt x="120042" y="6773"/>
                  </a:lnTo>
                  <a:lnTo>
                    <a:pt x="114976" y="8349"/>
                  </a:lnTo>
                  <a:lnTo>
                    <a:pt x="109962" y="10085"/>
                  </a:lnTo>
                  <a:lnTo>
                    <a:pt x="105006" y="11978"/>
                  </a:lnTo>
                  <a:lnTo>
                    <a:pt x="100113" y="14029"/>
                  </a:lnTo>
                  <a:lnTo>
                    <a:pt x="95287" y="16233"/>
                  </a:lnTo>
                  <a:lnTo>
                    <a:pt x="90533" y="18589"/>
                  </a:lnTo>
                  <a:lnTo>
                    <a:pt x="85857" y="21095"/>
                  </a:lnTo>
                  <a:lnTo>
                    <a:pt x="81262" y="23749"/>
                  </a:lnTo>
                  <a:lnTo>
                    <a:pt x="76754" y="26546"/>
                  </a:lnTo>
                  <a:lnTo>
                    <a:pt x="72337" y="29486"/>
                  </a:lnTo>
                  <a:lnTo>
                    <a:pt x="68016" y="32564"/>
                  </a:lnTo>
                  <a:lnTo>
                    <a:pt x="63795" y="35777"/>
                  </a:lnTo>
                  <a:lnTo>
                    <a:pt x="59677" y="39123"/>
                  </a:lnTo>
                  <a:lnTo>
                    <a:pt x="55668" y="42598"/>
                  </a:lnTo>
                  <a:lnTo>
                    <a:pt x="51771" y="46198"/>
                  </a:lnTo>
                  <a:lnTo>
                    <a:pt x="47990" y="49921"/>
                  </a:lnTo>
                  <a:lnTo>
                    <a:pt x="44330" y="53761"/>
                  </a:lnTo>
                  <a:lnTo>
                    <a:pt x="40793" y="57715"/>
                  </a:lnTo>
                  <a:lnTo>
                    <a:pt x="37383" y="61780"/>
                  </a:lnTo>
                  <a:lnTo>
                    <a:pt x="34104" y="65951"/>
                  </a:lnTo>
                  <a:lnTo>
                    <a:pt x="30959" y="70224"/>
                  </a:lnTo>
                  <a:lnTo>
                    <a:pt x="27951" y="74595"/>
                  </a:lnTo>
                  <a:lnTo>
                    <a:pt x="25084" y="79058"/>
                  </a:lnTo>
                  <a:lnTo>
                    <a:pt x="22359" y="83611"/>
                  </a:lnTo>
                  <a:lnTo>
                    <a:pt x="19781" y="88248"/>
                  </a:lnTo>
                  <a:lnTo>
                    <a:pt x="17351" y="92964"/>
                  </a:lnTo>
                  <a:lnTo>
                    <a:pt x="15071" y="97755"/>
                  </a:lnTo>
                  <a:lnTo>
                    <a:pt x="12945" y="102616"/>
                  </a:lnTo>
                  <a:lnTo>
                    <a:pt x="10974" y="107542"/>
                  </a:lnTo>
                  <a:lnTo>
                    <a:pt x="9161" y="112528"/>
                  </a:lnTo>
                  <a:lnTo>
                    <a:pt x="7507" y="117569"/>
                  </a:lnTo>
                  <a:lnTo>
                    <a:pt x="6013" y="122660"/>
                  </a:lnTo>
                  <a:lnTo>
                    <a:pt x="4682" y="127795"/>
                  </a:lnTo>
                  <a:lnTo>
                    <a:pt x="3514" y="132971"/>
                  </a:lnTo>
                  <a:lnTo>
                    <a:pt x="2511" y="138181"/>
                  </a:lnTo>
                  <a:lnTo>
                    <a:pt x="1675" y="143420"/>
                  </a:lnTo>
                  <a:lnTo>
                    <a:pt x="1004" y="148683"/>
                  </a:lnTo>
                  <a:lnTo>
                    <a:pt x="501" y="153965"/>
                  </a:lnTo>
                  <a:lnTo>
                    <a:pt x="166" y="159259"/>
                  </a:lnTo>
                  <a:lnTo>
                    <a:pt x="0" y="164562"/>
                  </a:lnTo>
                  <a:lnTo>
                    <a:pt x="1" y="169868"/>
                  </a:lnTo>
                  <a:lnTo>
                    <a:pt x="171" y="175171"/>
                  </a:lnTo>
                  <a:lnTo>
                    <a:pt x="509" y="180465"/>
                  </a:lnTo>
                  <a:lnTo>
                    <a:pt x="1015" y="185747"/>
                  </a:lnTo>
                  <a:lnTo>
                    <a:pt x="1688" y="191009"/>
                  </a:lnTo>
                  <a:lnTo>
                    <a:pt x="2528" y="196248"/>
                  </a:lnTo>
                  <a:lnTo>
                    <a:pt x="3534" y="201457"/>
                  </a:lnTo>
                  <a:lnTo>
                    <a:pt x="4704" y="206632"/>
                  </a:lnTo>
                  <a:lnTo>
                    <a:pt x="6039" y="211767"/>
                  </a:lnTo>
                  <a:lnTo>
                    <a:pt x="7535" y="216857"/>
                  </a:lnTo>
                  <a:lnTo>
                    <a:pt x="9192" y="221897"/>
                  </a:lnTo>
                  <a:lnTo>
                    <a:pt x="11009" y="226882"/>
                  </a:lnTo>
                  <a:lnTo>
                    <a:pt x="12982" y="231807"/>
                  </a:lnTo>
                  <a:lnTo>
                    <a:pt x="15111" y="236667"/>
                  </a:lnTo>
                  <a:lnTo>
                    <a:pt x="17393" y="241456"/>
                  </a:lnTo>
                  <a:lnTo>
                    <a:pt x="19826" y="246171"/>
                  </a:lnTo>
                  <a:lnTo>
                    <a:pt x="22408" y="250806"/>
                  </a:lnTo>
                  <a:lnTo>
                    <a:pt x="25135" y="255357"/>
                  </a:lnTo>
                  <a:lnTo>
                    <a:pt x="28005" y="259819"/>
                  </a:lnTo>
                  <a:lnTo>
                    <a:pt x="31015" y="264188"/>
                  </a:lnTo>
                  <a:lnTo>
                    <a:pt x="34162" y="268459"/>
                  </a:lnTo>
                  <a:lnTo>
                    <a:pt x="37444" y="272628"/>
                  </a:lnTo>
                  <a:lnTo>
                    <a:pt x="40856" y="276691"/>
                  </a:lnTo>
                  <a:lnTo>
                    <a:pt x="44395" y="280644"/>
                  </a:lnTo>
                  <a:lnTo>
                    <a:pt x="48058" y="284482"/>
                  </a:lnTo>
                  <a:lnTo>
                    <a:pt x="51841" y="288202"/>
                  </a:lnTo>
                  <a:lnTo>
                    <a:pt x="55740" y="291800"/>
                  </a:lnTo>
                  <a:lnTo>
                    <a:pt x="59751" y="295273"/>
                  </a:lnTo>
                  <a:lnTo>
                    <a:pt x="63870" y="298616"/>
                  </a:lnTo>
                  <a:lnTo>
                    <a:pt x="68094" y="301828"/>
                  </a:lnTo>
                  <a:lnTo>
                    <a:pt x="72417" y="304903"/>
                  </a:lnTo>
                  <a:lnTo>
                    <a:pt x="76835" y="307840"/>
                  </a:lnTo>
                  <a:lnTo>
                    <a:pt x="81345" y="310635"/>
                  </a:lnTo>
                  <a:lnTo>
                    <a:pt x="85941" y="313285"/>
                  </a:lnTo>
                  <a:lnTo>
                    <a:pt x="90619" y="315789"/>
                  </a:lnTo>
                  <a:lnTo>
                    <a:pt x="95374" y="318142"/>
                  </a:lnTo>
                  <a:lnTo>
                    <a:pt x="100201" y="320344"/>
                  </a:lnTo>
                  <a:lnTo>
                    <a:pt x="105095" y="322391"/>
                  </a:lnTo>
                  <a:lnTo>
                    <a:pt x="110053" y="324282"/>
                  </a:lnTo>
                  <a:lnTo>
                    <a:pt x="115067" y="326015"/>
                  </a:lnTo>
                  <a:lnTo>
                    <a:pt x="120134" y="327588"/>
                  </a:lnTo>
                  <a:lnTo>
                    <a:pt x="125249" y="328999"/>
                  </a:lnTo>
                  <a:lnTo>
                    <a:pt x="130405" y="330247"/>
                  </a:lnTo>
                  <a:lnTo>
                    <a:pt x="135599" y="331331"/>
                  </a:lnTo>
                  <a:lnTo>
                    <a:pt x="140824" y="332249"/>
                  </a:lnTo>
                  <a:lnTo>
                    <a:pt x="146076" y="333001"/>
                  </a:lnTo>
                  <a:lnTo>
                    <a:pt x="151349" y="333586"/>
                  </a:lnTo>
                  <a:lnTo>
                    <a:pt x="156639" y="334004"/>
                  </a:lnTo>
                  <a:lnTo>
                    <a:pt x="161938" y="334253"/>
                  </a:lnTo>
                  <a:lnTo>
                    <a:pt x="167243" y="334334"/>
                  </a:lnTo>
                  <a:lnTo>
                    <a:pt x="172548" y="334247"/>
                  </a:lnTo>
                  <a:lnTo>
                    <a:pt x="177847" y="333992"/>
                  </a:lnTo>
                  <a:lnTo>
                    <a:pt x="183136" y="333568"/>
                  </a:lnTo>
                  <a:lnTo>
                    <a:pt x="188408" y="332977"/>
                  </a:lnTo>
                  <a:lnTo>
                    <a:pt x="193659" y="332219"/>
                  </a:lnTo>
                  <a:lnTo>
                    <a:pt x="198884" y="331294"/>
                  </a:lnTo>
                  <a:lnTo>
                    <a:pt x="204076" y="330204"/>
                  </a:lnTo>
                  <a:lnTo>
                    <a:pt x="209231" y="328950"/>
                  </a:lnTo>
                  <a:lnTo>
                    <a:pt x="214344" y="327533"/>
                  </a:lnTo>
                  <a:lnTo>
                    <a:pt x="219409" y="325955"/>
                  </a:lnTo>
                  <a:lnTo>
                    <a:pt x="224422" y="324216"/>
                  </a:lnTo>
                  <a:lnTo>
                    <a:pt x="229377" y="322320"/>
                  </a:lnTo>
                  <a:lnTo>
                    <a:pt x="234269" y="320267"/>
                  </a:lnTo>
                  <a:lnTo>
                    <a:pt x="239094" y="318060"/>
                  </a:lnTo>
                  <a:lnTo>
                    <a:pt x="243846" y="315700"/>
                  </a:lnTo>
                  <a:lnTo>
                    <a:pt x="248521" y="313192"/>
                  </a:lnTo>
                  <a:lnTo>
                    <a:pt x="253114" y="310536"/>
                  </a:lnTo>
                  <a:lnTo>
                    <a:pt x="257620" y="307736"/>
                  </a:lnTo>
                  <a:lnTo>
                    <a:pt x="262035" y="304794"/>
                  </a:lnTo>
                  <a:lnTo>
                    <a:pt x="266355" y="301713"/>
                  </a:lnTo>
                  <a:lnTo>
                    <a:pt x="270575" y="298497"/>
                  </a:lnTo>
                  <a:lnTo>
                    <a:pt x="274690" y="295149"/>
                  </a:lnTo>
                  <a:lnTo>
                    <a:pt x="278697" y="291672"/>
                  </a:lnTo>
                  <a:lnTo>
                    <a:pt x="282592" y="288069"/>
                  </a:lnTo>
                  <a:lnTo>
                    <a:pt x="286371" y="284345"/>
                  </a:lnTo>
                  <a:lnTo>
                    <a:pt x="290029" y="280502"/>
                  </a:lnTo>
                  <a:lnTo>
                    <a:pt x="293564" y="276546"/>
                  </a:lnTo>
                  <a:lnTo>
                    <a:pt x="296971" y="272479"/>
                  </a:lnTo>
                  <a:lnTo>
                    <a:pt x="300248" y="268306"/>
                  </a:lnTo>
                  <a:lnTo>
                    <a:pt x="303390" y="264031"/>
                  </a:lnTo>
                  <a:lnTo>
                    <a:pt x="306395" y="259659"/>
                  </a:lnTo>
                  <a:lnTo>
                    <a:pt x="309260" y="255193"/>
                  </a:lnTo>
                  <a:lnTo>
                    <a:pt x="311982" y="250639"/>
                  </a:lnTo>
                  <a:lnTo>
                    <a:pt x="314558" y="246001"/>
                  </a:lnTo>
                  <a:lnTo>
                    <a:pt x="316986" y="241283"/>
                  </a:lnTo>
                  <a:lnTo>
                    <a:pt x="319262" y="236491"/>
                  </a:lnTo>
                  <a:lnTo>
                    <a:pt x="321385" y="231629"/>
                  </a:lnTo>
                  <a:lnTo>
                    <a:pt x="323353" y="226702"/>
                  </a:lnTo>
                  <a:lnTo>
                    <a:pt x="325164" y="221715"/>
                  </a:lnTo>
                  <a:lnTo>
                    <a:pt x="326815" y="216673"/>
                  </a:lnTo>
                  <a:lnTo>
                    <a:pt x="328306" y="211581"/>
                  </a:lnTo>
                  <a:lnTo>
                    <a:pt x="329634" y="206445"/>
                  </a:lnTo>
                  <a:lnTo>
                    <a:pt x="330799" y="201269"/>
                  </a:lnTo>
                  <a:lnTo>
                    <a:pt x="331799" y="196058"/>
                  </a:lnTo>
                  <a:lnTo>
                    <a:pt x="332632" y="190819"/>
                  </a:lnTo>
                  <a:lnTo>
                    <a:pt x="333300" y="185555"/>
                  </a:lnTo>
                  <a:lnTo>
                    <a:pt x="333800" y="180273"/>
                  </a:lnTo>
                  <a:lnTo>
                    <a:pt x="334131" y="174978"/>
                  </a:lnTo>
                  <a:lnTo>
                    <a:pt x="334295" y="169675"/>
                  </a:lnTo>
                  <a:lnTo>
                    <a:pt x="334291" y="164370"/>
                  </a:lnTo>
                  <a:lnTo>
                    <a:pt x="334118" y="159067"/>
                  </a:lnTo>
                  <a:lnTo>
                    <a:pt x="333777" y="153772"/>
                  </a:lnTo>
                  <a:lnTo>
                    <a:pt x="333268" y="148491"/>
                  </a:lnTo>
                  <a:lnTo>
                    <a:pt x="332591" y="143229"/>
                  </a:lnTo>
                  <a:lnTo>
                    <a:pt x="331748" y="137991"/>
                  </a:lnTo>
                  <a:lnTo>
                    <a:pt x="330740" y="132782"/>
                  </a:lnTo>
                  <a:lnTo>
                    <a:pt x="329566" y="127608"/>
                  </a:lnTo>
                  <a:lnTo>
                    <a:pt x="328229" y="122474"/>
                  </a:lnTo>
                  <a:lnTo>
                    <a:pt x="326729" y="117385"/>
                  </a:lnTo>
                  <a:lnTo>
                    <a:pt x="325069" y="112346"/>
                  </a:lnTo>
                  <a:lnTo>
                    <a:pt x="323250" y="107362"/>
                  </a:lnTo>
                  <a:lnTo>
                    <a:pt x="321274" y="102438"/>
                  </a:lnTo>
                  <a:lnTo>
                    <a:pt x="319142" y="97580"/>
                  </a:lnTo>
                  <a:lnTo>
                    <a:pt x="316857" y="92791"/>
                  </a:lnTo>
                  <a:lnTo>
                    <a:pt x="314421" y="88078"/>
                  </a:lnTo>
                  <a:lnTo>
                    <a:pt x="311837" y="83444"/>
                  </a:lnTo>
                  <a:lnTo>
                    <a:pt x="309108" y="78895"/>
                  </a:lnTo>
                  <a:lnTo>
                    <a:pt x="306235" y="74434"/>
                  </a:lnTo>
                  <a:lnTo>
                    <a:pt x="303222" y="70067"/>
                  </a:lnTo>
                  <a:lnTo>
                    <a:pt x="300072" y="65798"/>
                  </a:lnTo>
                  <a:lnTo>
                    <a:pt x="296789" y="61631"/>
                  </a:lnTo>
                  <a:lnTo>
                    <a:pt x="293374" y="57570"/>
                  </a:lnTo>
                  <a:lnTo>
                    <a:pt x="289833" y="53619"/>
                  </a:lnTo>
                  <a:lnTo>
                    <a:pt x="286168" y="49783"/>
                  </a:lnTo>
                  <a:lnTo>
                    <a:pt x="282383" y="46065"/>
                  </a:lnTo>
                  <a:lnTo>
                    <a:pt x="278482" y="42469"/>
                  </a:lnTo>
                  <a:lnTo>
                    <a:pt x="274468" y="38999"/>
                  </a:lnTo>
                  <a:lnTo>
                    <a:pt x="270347" y="35658"/>
                  </a:lnTo>
                  <a:lnTo>
                    <a:pt x="266122" y="32449"/>
                  </a:lnTo>
                  <a:lnTo>
                    <a:pt x="261797" y="29376"/>
                  </a:lnTo>
                  <a:lnTo>
                    <a:pt x="257377" y="26442"/>
                  </a:lnTo>
                  <a:lnTo>
                    <a:pt x="252866" y="23650"/>
                  </a:lnTo>
                  <a:lnTo>
                    <a:pt x="248268" y="21002"/>
                  </a:lnTo>
                  <a:lnTo>
                    <a:pt x="243589" y="18501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894"/>
              <a:ext cx="76442" cy="148665"/>
            </a:xfrm>
            <a:custGeom>
              <a:avLst/>
              <a:pathLst>
                <a:path w="76442" h="148665">
                  <a:moveTo>
                    <a:pt x="76442" y="0"/>
                  </a:moveTo>
                  <a:lnTo>
                    <a:pt x="0" y="148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3201"/>
              <a:ext cx="76442" cy="154358"/>
            </a:xfrm>
            <a:custGeom>
              <a:avLst/>
              <a:pathLst>
                <a:path w="76442" h="154358">
                  <a:moveTo>
                    <a:pt x="76442" y="5692"/>
                  </a:moveTo>
                  <a:lnTo>
                    <a:pt x="64175" y="0"/>
                  </a:lnTo>
                  <a:lnTo>
                    <a:pt x="0" y="1543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64175" cy="167167"/>
            </a:xfrm>
            <a:custGeom>
              <a:avLst/>
              <a:pathLst>
                <a:path w="64175" h="167167">
                  <a:moveTo>
                    <a:pt x="64175" y="12809"/>
                  </a:moveTo>
                  <a:lnTo>
                    <a:pt x="58606" y="10610"/>
                  </a:lnTo>
                  <a:lnTo>
                    <a:pt x="52962" y="8611"/>
                  </a:lnTo>
                  <a:lnTo>
                    <a:pt x="47250" y="6816"/>
                  </a:lnTo>
                  <a:lnTo>
                    <a:pt x="41477" y="5227"/>
                  </a:lnTo>
                  <a:lnTo>
                    <a:pt x="35651" y="3845"/>
                  </a:lnTo>
                  <a:lnTo>
                    <a:pt x="29779" y="2673"/>
                  </a:lnTo>
                  <a:lnTo>
                    <a:pt x="23869" y="1712"/>
                  </a:lnTo>
                  <a:lnTo>
                    <a:pt x="17929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19357" y="4659281"/>
              <a:ext cx="167167" cy="167461"/>
            </a:xfrm>
            <a:custGeom>
              <a:avLst/>
              <a:pathLst>
                <a:path w="167167" h="167461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7" y="774"/>
                  </a:lnTo>
                  <a:lnTo>
                    <a:pt x="145766" y="1375"/>
                  </a:lnTo>
                  <a:lnTo>
                    <a:pt x="140457" y="2147"/>
                  </a:lnTo>
                  <a:lnTo>
                    <a:pt x="135176" y="3089"/>
                  </a:lnTo>
                  <a:lnTo>
                    <a:pt x="129927" y="4200"/>
                  </a:lnTo>
                  <a:lnTo>
                    <a:pt x="124717" y="5479"/>
                  </a:lnTo>
                  <a:lnTo>
                    <a:pt x="119551" y="6924"/>
                  </a:lnTo>
                  <a:lnTo>
                    <a:pt x="114434" y="8535"/>
                  </a:lnTo>
                  <a:lnTo>
                    <a:pt x="109371" y="10308"/>
                  </a:lnTo>
                  <a:lnTo>
                    <a:pt x="104368" y="12244"/>
                  </a:lnTo>
                  <a:lnTo>
                    <a:pt x="99429" y="14339"/>
                  </a:lnTo>
                  <a:lnTo>
                    <a:pt x="94560" y="16591"/>
                  </a:lnTo>
                  <a:lnTo>
                    <a:pt x="89766" y="18998"/>
                  </a:lnTo>
                  <a:lnTo>
                    <a:pt x="85051" y="21558"/>
                  </a:lnTo>
                  <a:lnTo>
                    <a:pt x="80421" y="24268"/>
                  </a:lnTo>
                  <a:lnTo>
                    <a:pt x="75880" y="27125"/>
                  </a:lnTo>
                  <a:lnTo>
                    <a:pt x="71434" y="30126"/>
                  </a:lnTo>
                  <a:lnTo>
                    <a:pt x="67086" y="33268"/>
                  </a:lnTo>
                  <a:lnTo>
                    <a:pt x="62841" y="36549"/>
                  </a:lnTo>
                  <a:lnTo>
                    <a:pt x="58704" y="39964"/>
                  </a:lnTo>
                  <a:lnTo>
                    <a:pt x="54678" y="43509"/>
                  </a:lnTo>
                  <a:lnTo>
                    <a:pt x="50768" y="47183"/>
                  </a:lnTo>
                  <a:lnTo>
                    <a:pt x="46978" y="50979"/>
                  </a:lnTo>
                  <a:lnTo>
                    <a:pt x="43311" y="54896"/>
                  </a:lnTo>
                  <a:lnTo>
                    <a:pt x="39773" y="58928"/>
                  </a:lnTo>
                  <a:lnTo>
                    <a:pt x="36365" y="63071"/>
                  </a:lnTo>
                  <a:lnTo>
                    <a:pt x="33092" y="67322"/>
                  </a:lnTo>
                  <a:lnTo>
                    <a:pt x="29958" y="71675"/>
                  </a:lnTo>
                  <a:lnTo>
                    <a:pt x="26964" y="76127"/>
                  </a:lnTo>
                  <a:lnTo>
                    <a:pt x="24115" y="80673"/>
                  </a:lnTo>
                  <a:lnTo>
                    <a:pt x="21413" y="85308"/>
                  </a:lnTo>
                  <a:lnTo>
                    <a:pt x="18862" y="90027"/>
                  </a:lnTo>
                  <a:lnTo>
                    <a:pt x="16463" y="94825"/>
                  </a:lnTo>
                  <a:lnTo>
                    <a:pt x="14219" y="99698"/>
                  </a:lnTo>
                  <a:lnTo>
                    <a:pt x="12133" y="104640"/>
                  </a:lnTo>
                  <a:lnTo>
                    <a:pt x="10207" y="109647"/>
                  </a:lnTo>
                  <a:lnTo>
                    <a:pt x="8442" y="114713"/>
                  </a:lnTo>
                  <a:lnTo>
                    <a:pt x="6840" y="119833"/>
                  </a:lnTo>
                  <a:lnTo>
                    <a:pt x="5404" y="125002"/>
                  </a:lnTo>
                  <a:lnTo>
                    <a:pt x="4135" y="130214"/>
                  </a:lnTo>
                  <a:lnTo>
                    <a:pt x="3033" y="135465"/>
                  </a:lnTo>
                  <a:lnTo>
                    <a:pt x="2100" y="140748"/>
                  </a:lnTo>
                  <a:lnTo>
                    <a:pt x="1337" y="146058"/>
                  </a:lnTo>
                  <a:lnTo>
                    <a:pt x="745" y="151390"/>
                  </a:lnTo>
                  <a:lnTo>
                    <a:pt x="325" y="156738"/>
                  </a:lnTo>
                  <a:lnTo>
                    <a:pt x="76" y="162097"/>
                  </a:lnTo>
                  <a:lnTo>
                    <a:pt x="0" y="1674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57" y="4826449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357" y="4826449"/>
              <a:ext cx="167167" cy="19071"/>
            </a:xfrm>
            <a:custGeom>
              <a:avLst/>
              <a:pathLst>
                <a:path w="167167" h="19071">
                  <a:moveTo>
                    <a:pt x="0" y="294"/>
                  </a:moveTo>
                  <a:lnTo>
                    <a:pt x="281" y="9698"/>
                  </a:lnTo>
                  <a:lnTo>
                    <a:pt x="1091" y="19071"/>
                  </a:lnTo>
                  <a:lnTo>
                    <a:pt x="16716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449" y="4659281"/>
              <a:ext cx="333225" cy="334334"/>
            </a:xfrm>
            <a:custGeom>
              <a:avLst/>
              <a:pathLst>
                <a:path w="333225" h="334334">
                  <a:moveTo>
                    <a:pt x="0" y="186239"/>
                  </a:moveTo>
                  <a:lnTo>
                    <a:pt x="688" y="191494"/>
                  </a:lnTo>
                  <a:lnTo>
                    <a:pt x="1542" y="196726"/>
                  </a:lnTo>
                  <a:lnTo>
                    <a:pt x="2562" y="201928"/>
                  </a:lnTo>
                  <a:lnTo>
                    <a:pt x="3746" y="207094"/>
                  </a:lnTo>
                  <a:lnTo>
                    <a:pt x="5094" y="212221"/>
                  </a:lnTo>
                  <a:lnTo>
                    <a:pt x="6603" y="217302"/>
                  </a:lnTo>
                  <a:lnTo>
                    <a:pt x="8273" y="222333"/>
                  </a:lnTo>
                  <a:lnTo>
                    <a:pt x="10101" y="227309"/>
                  </a:lnTo>
                  <a:lnTo>
                    <a:pt x="12087" y="232224"/>
                  </a:lnTo>
                  <a:lnTo>
                    <a:pt x="14227" y="237073"/>
                  </a:lnTo>
                  <a:lnTo>
                    <a:pt x="16519" y="241853"/>
                  </a:lnTo>
                  <a:lnTo>
                    <a:pt x="18963" y="246557"/>
                  </a:lnTo>
                  <a:lnTo>
                    <a:pt x="21554" y="251181"/>
                  </a:lnTo>
                  <a:lnTo>
                    <a:pt x="24290" y="255721"/>
                  </a:lnTo>
                  <a:lnTo>
                    <a:pt x="27169" y="260172"/>
                  </a:lnTo>
                  <a:lnTo>
                    <a:pt x="30187" y="264529"/>
                  </a:lnTo>
                  <a:lnTo>
                    <a:pt x="33343" y="268789"/>
                  </a:lnTo>
                  <a:lnTo>
                    <a:pt x="36631" y="272946"/>
                  </a:lnTo>
                  <a:lnTo>
                    <a:pt x="40050" y="276997"/>
                  </a:lnTo>
                  <a:lnTo>
                    <a:pt x="43596" y="280937"/>
                  </a:lnTo>
                  <a:lnTo>
                    <a:pt x="47265" y="284763"/>
                  </a:lnTo>
                  <a:lnTo>
                    <a:pt x="51053" y="288471"/>
                  </a:lnTo>
                  <a:lnTo>
                    <a:pt x="54957" y="292057"/>
                  </a:lnTo>
                  <a:lnTo>
                    <a:pt x="58972" y="295517"/>
                  </a:lnTo>
                  <a:lnTo>
                    <a:pt x="63095" y="298849"/>
                  </a:lnTo>
                  <a:lnTo>
                    <a:pt x="67322" y="302047"/>
                  </a:lnTo>
                  <a:lnTo>
                    <a:pt x="71648" y="305111"/>
                  </a:lnTo>
                  <a:lnTo>
                    <a:pt x="76069" y="308035"/>
                  </a:lnTo>
                  <a:lnTo>
                    <a:pt x="80581" y="310818"/>
                  </a:lnTo>
                  <a:lnTo>
                    <a:pt x="85178" y="313456"/>
                  </a:lnTo>
                  <a:lnTo>
                    <a:pt x="89857" y="315948"/>
                  </a:lnTo>
                  <a:lnTo>
                    <a:pt x="94613" y="318289"/>
                  </a:lnTo>
                  <a:lnTo>
                    <a:pt x="99440" y="320479"/>
                  </a:lnTo>
                  <a:lnTo>
                    <a:pt x="104334" y="322515"/>
                  </a:lnTo>
                  <a:lnTo>
                    <a:pt x="109291" y="324394"/>
                  </a:lnTo>
                  <a:lnTo>
                    <a:pt x="114304" y="326116"/>
                  </a:lnTo>
                  <a:lnTo>
                    <a:pt x="119370" y="327677"/>
                  </a:lnTo>
                  <a:lnTo>
                    <a:pt x="124482" y="329077"/>
                  </a:lnTo>
                  <a:lnTo>
                    <a:pt x="129637" y="330315"/>
                  </a:lnTo>
                  <a:lnTo>
                    <a:pt x="134828" y="331388"/>
                  </a:lnTo>
                  <a:lnTo>
                    <a:pt x="140050" y="332296"/>
                  </a:lnTo>
                  <a:lnTo>
                    <a:pt x="145298" y="333038"/>
                  </a:lnTo>
                  <a:lnTo>
                    <a:pt x="150568" y="333614"/>
                  </a:lnTo>
                  <a:lnTo>
                    <a:pt x="155853" y="334022"/>
                  </a:lnTo>
                  <a:lnTo>
                    <a:pt x="161148" y="334262"/>
                  </a:lnTo>
                  <a:lnTo>
                    <a:pt x="166449" y="334334"/>
                  </a:lnTo>
                  <a:lnTo>
                    <a:pt x="171749" y="334238"/>
                  </a:lnTo>
                  <a:lnTo>
                    <a:pt x="177043" y="333974"/>
                  </a:lnTo>
                  <a:lnTo>
                    <a:pt x="182326" y="333543"/>
                  </a:lnTo>
                  <a:lnTo>
                    <a:pt x="187593" y="332944"/>
                  </a:lnTo>
                  <a:lnTo>
                    <a:pt x="192838" y="332178"/>
                  </a:lnTo>
                  <a:lnTo>
                    <a:pt x="198056" y="331247"/>
                  </a:lnTo>
                  <a:lnTo>
                    <a:pt x="203242" y="330150"/>
                  </a:lnTo>
                  <a:lnTo>
                    <a:pt x="208391" y="328890"/>
                  </a:lnTo>
                  <a:lnTo>
                    <a:pt x="213497" y="327467"/>
                  </a:lnTo>
                  <a:lnTo>
                    <a:pt x="218556" y="325883"/>
                  </a:lnTo>
                  <a:lnTo>
                    <a:pt x="223562" y="324139"/>
                  </a:lnTo>
                  <a:lnTo>
                    <a:pt x="228510" y="322238"/>
                  </a:lnTo>
                  <a:lnTo>
                    <a:pt x="233395" y="320180"/>
                  </a:lnTo>
                  <a:lnTo>
                    <a:pt x="238212" y="317969"/>
                  </a:lnTo>
                  <a:lnTo>
                    <a:pt x="242957" y="315606"/>
                  </a:lnTo>
                  <a:lnTo>
                    <a:pt x="247625" y="313094"/>
                  </a:lnTo>
                  <a:lnTo>
                    <a:pt x="252211" y="310435"/>
                  </a:lnTo>
                  <a:lnTo>
                    <a:pt x="256710" y="307632"/>
                  </a:lnTo>
                  <a:lnTo>
                    <a:pt x="261118" y="304688"/>
                  </a:lnTo>
                  <a:lnTo>
                    <a:pt x="265430" y="301605"/>
                  </a:lnTo>
                  <a:lnTo>
                    <a:pt x="269642" y="298387"/>
                  </a:lnTo>
                  <a:lnTo>
                    <a:pt x="273751" y="295038"/>
                  </a:lnTo>
                  <a:lnTo>
                    <a:pt x="277751" y="291560"/>
                  </a:lnTo>
                  <a:lnTo>
                    <a:pt x="281639" y="287956"/>
                  </a:lnTo>
                  <a:lnTo>
                    <a:pt x="285410" y="284232"/>
                  </a:lnTo>
                  <a:lnTo>
                    <a:pt x="289062" y="280389"/>
                  </a:lnTo>
                  <a:lnTo>
                    <a:pt x="292590" y="276433"/>
                  </a:lnTo>
                  <a:lnTo>
                    <a:pt x="295990" y="272367"/>
                  </a:lnTo>
                  <a:lnTo>
                    <a:pt x="299261" y="268195"/>
                  </a:lnTo>
                  <a:lnTo>
                    <a:pt x="302397" y="263922"/>
                  </a:lnTo>
                  <a:lnTo>
                    <a:pt x="305396" y="259551"/>
                  </a:lnTo>
                  <a:lnTo>
                    <a:pt x="308255" y="255087"/>
                  </a:lnTo>
                  <a:lnTo>
                    <a:pt x="310971" y="250535"/>
                  </a:lnTo>
                  <a:lnTo>
                    <a:pt x="313541" y="245899"/>
                  </a:lnTo>
                  <a:lnTo>
                    <a:pt x="315963" y="241184"/>
                  </a:lnTo>
                  <a:lnTo>
                    <a:pt x="318235" y="236395"/>
                  </a:lnTo>
                  <a:lnTo>
                    <a:pt x="320353" y="231536"/>
                  </a:lnTo>
                  <a:lnTo>
                    <a:pt x="322316" y="226612"/>
                  </a:lnTo>
                  <a:lnTo>
                    <a:pt x="324123" y="221628"/>
                  </a:lnTo>
                  <a:lnTo>
                    <a:pt x="325770" y="216590"/>
                  </a:lnTo>
                  <a:lnTo>
                    <a:pt x="327257" y="211502"/>
                  </a:lnTo>
                  <a:lnTo>
                    <a:pt x="328581" y="206369"/>
                  </a:lnTo>
                  <a:lnTo>
                    <a:pt x="329742" y="201197"/>
                  </a:lnTo>
                  <a:lnTo>
                    <a:pt x="330739" y="195991"/>
                  </a:lnTo>
                  <a:lnTo>
                    <a:pt x="331570" y="190756"/>
                  </a:lnTo>
                  <a:lnTo>
                    <a:pt x="332235" y="185497"/>
                  </a:lnTo>
                  <a:lnTo>
                    <a:pt x="332733" y="180220"/>
                  </a:lnTo>
                  <a:lnTo>
                    <a:pt x="333063" y="174929"/>
                  </a:lnTo>
                  <a:lnTo>
                    <a:pt x="333225" y="169631"/>
                  </a:lnTo>
                  <a:lnTo>
                    <a:pt x="333219" y="164330"/>
                  </a:lnTo>
                  <a:lnTo>
                    <a:pt x="333045" y="159032"/>
                  </a:lnTo>
                  <a:lnTo>
                    <a:pt x="332703" y="153742"/>
                  </a:lnTo>
                  <a:lnTo>
                    <a:pt x="332194" y="148466"/>
                  </a:lnTo>
                  <a:lnTo>
                    <a:pt x="331517" y="143209"/>
                  </a:lnTo>
                  <a:lnTo>
                    <a:pt x="330674" y="137975"/>
                  </a:lnTo>
                  <a:lnTo>
                    <a:pt x="329666" y="132771"/>
                  </a:lnTo>
                  <a:lnTo>
                    <a:pt x="328493" y="127602"/>
                  </a:lnTo>
                  <a:lnTo>
                    <a:pt x="327157" y="122472"/>
                  </a:lnTo>
                  <a:lnTo>
                    <a:pt x="325659" y="117388"/>
                  </a:lnTo>
                  <a:lnTo>
                    <a:pt x="324001" y="112353"/>
                  </a:lnTo>
                  <a:lnTo>
                    <a:pt x="322183" y="107373"/>
                  </a:lnTo>
                  <a:lnTo>
                    <a:pt x="320209" y="102454"/>
                  </a:lnTo>
                  <a:lnTo>
                    <a:pt x="318080" y="97600"/>
                  </a:lnTo>
                  <a:lnTo>
                    <a:pt x="315798" y="92815"/>
                  </a:lnTo>
                  <a:lnTo>
                    <a:pt x="313365" y="88106"/>
                  </a:lnTo>
                  <a:lnTo>
                    <a:pt x="310784" y="83476"/>
                  </a:lnTo>
                  <a:lnTo>
                    <a:pt x="308058" y="78930"/>
                  </a:lnTo>
                  <a:lnTo>
                    <a:pt x="305189" y="74472"/>
                  </a:lnTo>
                  <a:lnTo>
                    <a:pt x="302180" y="70108"/>
                  </a:lnTo>
                  <a:lnTo>
                    <a:pt x="299035" y="65842"/>
                  </a:lnTo>
                  <a:lnTo>
                    <a:pt x="295755" y="61677"/>
                  </a:lnTo>
                  <a:lnTo>
                    <a:pt x="292346" y="57619"/>
                  </a:lnTo>
                  <a:lnTo>
                    <a:pt x="288809" y="53670"/>
                  </a:lnTo>
                  <a:lnTo>
                    <a:pt x="285149" y="49836"/>
                  </a:lnTo>
                  <a:lnTo>
                    <a:pt x="281369" y="46120"/>
                  </a:lnTo>
                  <a:lnTo>
                    <a:pt x="277473" y="42525"/>
                  </a:lnTo>
                  <a:lnTo>
                    <a:pt x="273465" y="39056"/>
                  </a:lnTo>
                  <a:lnTo>
                    <a:pt x="269349" y="35716"/>
                  </a:lnTo>
                  <a:lnTo>
                    <a:pt x="265130" y="32507"/>
                  </a:lnTo>
                  <a:lnTo>
                    <a:pt x="260810" y="29434"/>
                  </a:lnTo>
                  <a:lnTo>
                    <a:pt x="256396" y="26500"/>
                  </a:lnTo>
                  <a:lnTo>
                    <a:pt x="251891" y="23707"/>
                  </a:lnTo>
                  <a:lnTo>
                    <a:pt x="247299" y="21058"/>
                  </a:lnTo>
                  <a:lnTo>
                    <a:pt x="242626" y="18557"/>
                  </a:lnTo>
                  <a:lnTo>
                    <a:pt x="237876" y="16204"/>
                  </a:lnTo>
                  <a:lnTo>
                    <a:pt x="233053" y="14004"/>
                  </a:lnTo>
                  <a:lnTo>
                    <a:pt x="228163" y="11957"/>
                  </a:lnTo>
                  <a:lnTo>
                    <a:pt x="223211" y="10067"/>
                  </a:lnTo>
                  <a:lnTo>
                    <a:pt x="218201" y="8334"/>
                  </a:lnTo>
                  <a:lnTo>
                    <a:pt x="213139" y="6761"/>
                  </a:lnTo>
                  <a:lnTo>
                    <a:pt x="208030" y="5350"/>
                  </a:lnTo>
                  <a:lnTo>
                    <a:pt x="202878" y="4101"/>
                  </a:lnTo>
                  <a:lnTo>
                    <a:pt x="197690" y="3016"/>
                  </a:lnTo>
                  <a:lnTo>
                    <a:pt x="192470" y="2096"/>
                  </a:lnTo>
                  <a:lnTo>
                    <a:pt x="187223" y="1342"/>
                  </a:lnTo>
                  <a:lnTo>
                    <a:pt x="181954" y="755"/>
                  </a:lnTo>
                  <a:lnTo>
                    <a:pt x="176670" y="336"/>
                  </a:lnTo>
                  <a:lnTo>
                    <a:pt x="171376" y="84"/>
                  </a:lnTo>
                  <a:lnTo>
                    <a:pt x="166075" y="0"/>
                  </a:lnTo>
                  <a:lnTo>
                    <a:pt x="1660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2841" y="5018213"/>
              <a:ext cx="5879" cy="167167"/>
            </a:xfrm>
            <a:custGeom>
              <a:avLst/>
              <a:pathLst>
                <a:path w="5879" h="167167">
                  <a:moveTo>
                    <a:pt x="5879" y="0"/>
                  </a:moveTo>
                  <a:lnTo>
                    <a:pt x="0" y="103"/>
                  </a:lnTo>
                  <a:lnTo>
                    <a:pt x="587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2841" y="5018316"/>
              <a:ext cx="5879" cy="167064"/>
            </a:xfrm>
            <a:custGeom>
              <a:avLst/>
              <a:pathLst>
                <a:path w="5879" h="167064">
                  <a:moveTo>
                    <a:pt x="0" y="0"/>
                  </a:moveTo>
                  <a:lnTo>
                    <a:pt x="5879" y="1670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321566" y="5018264"/>
              <a:ext cx="334321" cy="334274"/>
            </a:xfrm>
            <a:custGeom>
              <a:avLst/>
              <a:pathLst>
                <a:path w="334321" h="334274">
                  <a:moveTo>
                    <a:pt x="161274" y="52"/>
                  </a:moveTo>
                  <a:lnTo>
                    <a:pt x="156001" y="321"/>
                  </a:lnTo>
                  <a:lnTo>
                    <a:pt x="150738" y="757"/>
                  </a:lnTo>
                  <a:lnTo>
                    <a:pt x="145492" y="1358"/>
                  </a:lnTo>
                  <a:lnTo>
                    <a:pt x="140267" y="2125"/>
                  </a:lnTo>
                  <a:lnTo>
                    <a:pt x="135069" y="3057"/>
                  </a:lnTo>
                  <a:lnTo>
                    <a:pt x="129903" y="4152"/>
                  </a:lnTo>
                  <a:lnTo>
                    <a:pt x="124774" y="5410"/>
                  </a:lnTo>
                  <a:lnTo>
                    <a:pt x="119688" y="6829"/>
                  </a:lnTo>
                  <a:lnTo>
                    <a:pt x="114649" y="8409"/>
                  </a:lnTo>
                  <a:lnTo>
                    <a:pt x="109662" y="10146"/>
                  </a:lnTo>
                  <a:lnTo>
                    <a:pt x="104733" y="12040"/>
                  </a:lnTo>
                  <a:lnTo>
                    <a:pt x="99866" y="14089"/>
                  </a:lnTo>
                  <a:lnTo>
                    <a:pt x="95066" y="16291"/>
                  </a:lnTo>
                  <a:lnTo>
                    <a:pt x="90338" y="18643"/>
                  </a:lnTo>
                  <a:lnTo>
                    <a:pt x="85687" y="21144"/>
                  </a:lnTo>
                  <a:lnTo>
                    <a:pt x="81117" y="23790"/>
                  </a:lnTo>
                  <a:lnTo>
                    <a:pt x="76633" y="26579"/>
                  </a:lnTo>
                  <a:lnTo>
                    <a:pt x="72239" y="29508"/>
                  </a:lnTo>
                  <a:lnTo>
                    <a:pt x="67940" y="32575"/>
                  </a:lnTo>
                  <a:lnTo>
                    <a:pt x="63740" y="35775"/>
                  </a:lnTo>
                  <a:lnTo>
                    <a:pt x="59643" y="39107"/>
                  </a:lnTo>
                  <a:lnTo>
                    <a:pt x="55653" y="42567"/>
                  </a:lnTo>
                  <a:lnTo>
                    <a:pt x="51775" y="46151"/>
                  </a:lnTo>
                  <a:lnTo>
                    <a:pt x="48012" y="49856"/>
                  </a:lnTo>
                  <a:lnTo>
                    <a:pt x="44368" y="53677"/>
                  </a:lnTo>
                  <a:lnTo>
                    <a:pt x="40846" y="57612"/>
                  </a:lnTo>
                  <a:lnTo>
                    <a:pt x="37450" y="61656"/>
                  </a:lnTo>
                  <a:lnTo>
                    <a:pt x="34184" y="65806"/>
                  </a:lnTo>
                  <a:lnTo>
                    <a:pt x="31050" y="70056"/>
                  </a:lnTo>
                  <a:lnTo>
                    <a:pt x="28052" y="74404"/>
                  </a:lnTo>
                  <a:lnTo>
                    <a:pt x="25193" y="78843"/>
                  </a:lnTo>
                  <a:lnTo>
                    <a:pt x="22476" y="83371"/>
                  </a:lnTo>
                  <a:lnTo>
                    <a:pt x="19903" y="87983"/>
                  </a:lnTo>
                  <a:lnTo>
                    <a:pt x="17477" y="92673"/>
                  </a:lnTo>
                  <a:lnTo>
                    <a:pt x="15201" y="97438"/>
                  </a:lnTo>
                  <a:lnTo>
                    <a:pt x="13076" y="102272"/>
                  </a:lnTo>
                  <a:lnTo>
                    <a:pt x="11104" y="107172"/>
                  </a:lnTo>
                  <a:lnTo>
                    <a:pt x="9289" y="112130"/>
                  </a:lnTo>
                  <a:lnTo>
                    <a:pt x="7631" y="117144"/>
                  </a:lnTo>
                  <a:lnTo>
                    <a:pt x="6132" y="122208"/>
                  </a:lnTo>
                  <a:lnTo>
                    <a:pt x="4794" y="127316"/>
                  </a:lnTo>
                  <a:lnTo>
                    <a:pt x="3618" y="132464"/>
                  </a:lnTo>
                  <a:lnTo>
                    <a:pt x="2605" y="137647"/>
                  </a:lnTo>
                  <a:lnTo>
                    <a:pt x="1756" y="142859"/>
                  </a:lnTo>
                  <a:lnTo>
                    <a:pt x="1072" y="148095"/>
                  </a:lnTo>
                  <a:lnTo>
                    <a:pt x="555" y="153350"/>
                  </a:lnTo>
                  <a:lnTo>
                    <a:pt x="203" y="158619"/>
                  </a:lnTo>
                  <a:lnTo>
                    <a:pt x="18" y="163897"/>
                  </a:lnTo>
                  <a:lnTo>
                    <a:pt x="0" y="169178"/>
                  </a:lnTo>
                  <a:lnTo>
                    <a:pt x="148" y="174456"/>
                  </a:lnTo>
                  <a:lnTo>
                    <a:pt x="463" y="179727"/>
                  </a:lnTo>
                  <a:lnTo>
                    <a:pt x="945" y="184986"/>
                  </a:lnTo>
                  <a:lnTo>
                    <a:pt x="1592" y="190227"/>
                  </a:lnTo>
                  <a:lnTo>
                    <a:pt x="2405" y="195445"/>
                  </a:lnTo>
                  <a:lnTo>
                    <a:pt x="3382" y="200635"/>
                  </a:lnTo>
                  <a:lnTo>
                    <a:pt x="4522" y="205791"/>
                  </a:lnTo>
                  <a:lnTo>
                    <a:pt x="5825" y="210908"/>
                  </a:lnTo>
                  <a:lnTo>
                    <a:pt x="7288" y="215982"/>
                  </a:lnTo>
                  <a:lnTo>
                    <a:pt x="8912" y="221007"/>
                  </a:lnTo>
                  <a:lnTo>
                    <a:pt x="10693" y="225978"/>
                  </a:lnTo>
                  <a:lnTo>
                    <a:pt x="12630" y="230891"/>
                  </a:lnTo>
                  <a:lnTo>
                    <a:pt x="14721" y="235740"/>
                  </a:lnTo>
                  <a:lnTo>
                    <a:pt x="16965" y="240520"/>
                  </a:lnTo>
                  <a:lnTo>
                    <a:pt x="19358" y="245227"/>
                  </a:lnTo>
                  <a:lnTo>
                    <a:pt x="21899" y="249857"/>
                  </a:lnTo>
                  <a:lnTo>
                    <a:pt x="24585" y="254403"/>
                  </a:lnTo>
                  <a:lnTo>
                    <a:pt x="27413" y="258863"/>
                  </a:lnTo>
                  <a:lnTo>
                    <a:pt x="30381" y="263231"/>
                  </a:lnTo>
                  <a:lnTo>
                    <a:pt x="33485" y="267503"/>
                  </a:lnTo>
                  <a:lnTo>
                    <a:pt x="36722" y="271675"/>
                  </a:lnTo>
                  <a:lnTo>
                    <a:pt x="40090" y="275742"/>
                  </a:lnTo>
                  <a:lnTo>
                    <a:pt x="43584" y="279702"/>
                  </a:lnTo>
                  <a:lnTo>
                    <a:pt x="47202" y="283548"/>
                  </a:lnTo>
                  <a:lnTo>
                    <a:pt x="50940" y="287279"/>
                  </a:lnTo>
                  <a:lnTo>
                    <a:pt x="54793" y="290890"/>
                  </a:lnTo>
                  <a:lnTo>
                    <a:pt x="58759" y="294377"/>
                  </a:lnTo>
                  <a:lnTo>
                    <a:pt x="62832" y="297737"/>
                  </a:lnTo>
                  <a:lnTo>
                    <a:pt x="67010" y="300967"/>
                  </a:lnTo>
                  <a:lnTo>
                    <a:pt x="71288" y="304064"/>
                  </a:lnTo>
                  <a:lnTo>
                    <a:pt x="75661" y="307023"/>
                  </a:lnTo>
                  <a:lnTo>
                    <a:pt x="80126" y="309843"/>
                  </a:lnTo>
                  <a:lnTo>
                    <a:pt x="84677" y="312521"/>
                  </a:lnTo>
                  <a:lnTo>
                    <a:pt x="89311" y="315053"/>
                  </a:lnTo>
                  <a:lnTo>
                    <a:pt x="94023" y="317438"/>
                  </a:lnTo>
                  <a:lnTo>
                    <a:pt x="98807" y="319673"/>
                  </a:lnTo>
                  <a:lnTo>
                    <a:pt x="103660" y="321756"/>
                  </a:lnTo>
                  <a:lnTo>
                    <a:pt x="108576" y="323684"/>
                  </a:lnTo>
                  <a:lnTo>
                    <a:pt x="113550" y="325456"/>
                  </a:lnTo>
                  <a:lnTo>
                    <a:pt x="118578" y="327070"/>
                  </a:lnTo>
                  <a:lnTo>
                    <a:pt x="123655" y="328525"/>
                  </a:lnTo>
                  <a:lnTo>
                    <a:pt x="128775" y="329818"/>
                  </a:lnTo>
                  <a:lnTo>
                    <a:pt x="133933" y="330949"/>
                  </a:lnTo>
                  <a:lnTo>
                    <a:pt x="139124" y="331917"/>
                  </a:lnTo>
                  <a:lnTo>
                    <a:pt x="144344" y="332720"/>
                  </a:lnTo>
                  <a:lnTo>
                    <a:pt x="149586" y="333358"/>
                  </a:lnTo>
                  <a:lnTo>
                    <a:pt x="154845" y="333830"/>
                  </a:lnTo>
                  <a:lnTo>
                    <a:pt x="160117" y="334136"/>
                  </a:lnTo>
                  <a:lnTo>
                    <a:pt x="165396" y="334274"/>
                  </a:lnTo>
                  <a:lnTo>
                    <a:pt x="170677" y="334247"/>
                  </a:lnTo>
                  <a:lnTo>
                    <a:pt x="175954" y="334052"/>
                  </a:lnTo>
                  <a:lnTo>
                    <a:pt x="181222" y="333691"/>
                  </a:lnTo>
                  <a:lnTo>
                    <a:pt x="186476" y="333163"/>
                  </a:lnTo>
                  <a:lnTo>
                    <a:pt x="191711" y="332470"/>
                  </a:lnTo>
                  <a:lnTo>
                    <a:pt x="196922" y="331612"/>
                  </a:lnTo>
                  <a:lnTo>
                    <a:pt x="202103" y="330590"/>
                  </a:lnTo>
                  <a:lnTo>
                    <a:pt x="207249" y="329404"/>
                  </a:lnTo>
                  <a:lnTo>
                    <a:pt x="212355" y="328057"/>
                  </a:lnTo>
                  <a:lnTo>
                    <a:pt x="217416" y="326549"/>
                  </a:lnTo>
                  <a:lnTo>
                    <a:pt x="222426" y="324882"/>
                  </a:lnTo>
                  <a:lnTo>
                    <a:pt x="227382" y="323057"/>
                  </a:lnTo>
                  <a:lnTo>
                    <a:pt x="232277" y="321077"/>
                  </a:lnTo>
                  <a:lnTo>
                    <a:pt x="237108" y="318943"/>
                  </a:lnTo>
                  <a:lnTo>
                    <a:pt x="241868" y="316658"/>
                  </a:lnTo>
                  <a:lnTo>
                    <a:pt x="246554" y="314224"/>
                  </a:lnTo>
                  <a:lnTo>
                    <a:pt x="251161" y="311642"/>
                  </a:lnTo>
                  <a:lnTo>
                    <a:pt x="255684" y="308917"/>
                  </a:lnTo>
                  <a:lnTo>
                    <a:pt x="260119" y="306050"/>
                  </a:lnTo>
                  <a:lnTo>
                    <a:pt x="264461" y="303044"/>
                  </a:lnTo>
                  <a:lnTo>
                    <a:pt x="268706" y="299903"/>
                  </a:lnTo>
                  <a:lnTo>
                    <a:pt x="272849" y="296629"/>
                  </a:lnTo>
                  <a:lnTo>
                    <a:pt x="276887" y="293226"/>
                  </a:lnTo>
                  <a:lnTo>
                    <a:pt x="280815" y="289697"/>
                  </a:lnTo>
                  <a:lnTo>
                    <a:pt x="284631" y="286046"/>
                  </a:lnTo>
                  <a:lnTo>
                    <a:pt x="288328" y="282276"/>
                  </a:lnTo>
                  <a:lnTo>
                    <a:pt x="291905" y="278391"/>
                  </a:lnTo>
                  <a:lnTo>
                    <a:pt x="295358" y="274395"/>
                  </a:lnTo>
                  <a:lnTo>
                    <a:pt x="298682" y="270292"/>
                  </a:lnTo>
                  <a:lnTo>
                    <a:pt x="301875" y="266087"/>
                  </a:lnTo>
                  <a:lnTo>
                    <a:pt x="304934" y="261782"/>
                  </a:lnTo>
                  <a:lnTo>
                    <a:pt x="307856" y="257383"/>
                  </a:lnTo>
                  <a:lnTo>
                    <a:pt x="310637" y="252894"/>
                  </a:lnTo>
                  <a:lnTo>
                    <a:pt x="313274" y="248319"/>
                  </a:lnTo>
                  <a:lnTo>
                    <a:pt x="315766" y="243663"/>
                  </a:lnTo>
                  <a:lnTo>
                    <a:pt x="318110" y="238931"/>
                  </a:lnTo>
                  <a:lnTo>
                    <a:pt x="320303" y="234127"/>
                  </a:lnTo>
                  <a:lnTo>
                    <a:pt x="322343" y="229256"/>
                  </a:lnTo>
                  <a:lnTo>
                    <a:pt x="324228" y="224324"/>
                  </a:lnTo>
                  <a:lnTo>
                    <a:pt x="325957" y="219334"/>
                  </a:lnTo>
                  <a:lnTo>
                    <a:pt x="327527" y="214292"/>
                  </a:lnTo>
                  <a:lnTo>
                    <a:pt x="328937" y="209203"/>
                  </a:lnTo>
                  <a:lnTo>
                    <a:pt x="330186" y="204072"/>
                  </a:lnTo>
                  <a:lnTo>
                    <a:pt x="331272" y="198904"/>
                  </a:lnTo>
                  <a:lnTo>
                    <a:pt x="332194" y="193705"/>
                  </a:lnTo>
                  <a:lnTo>
                    <a:pt x="332951" y="188479"/>
                  </a:lnTo>
                  <a:lnTo>
                    <a:pt x="333543" y="183231"/>
                  </a:lnTo>
                  <a:lnTo>
                    <a:pt x="333969" y="177968"/>
                  </a:lnTo>
                  <a:lnTo>
                    <a:pt x="334229" y="172693"/>
                  </a:lnTo>
                  <a:lnTo>
                    <a:pt x="334321" y="167413"/>
                  </a:lnTo>
                  <a:lnTo>
                    <a:pt x="334247" y="162133"/>
                  </a:lnTo>
                  <a:lnTo>
                    <a:pt x="334007" y="156858"/>
                  </a:lnTo>
                  <a:lnTo>
                    <a:pt x="333599" y="151593"/>
                  </a:lnTo>
                  <a:lnTo>
                    <a:pt x="333026" y="146343"/>
                  </a:lnTo>
                  <a:lnTo>
                    <a:pt x="332287" y="141115"/>
                  </a:lnTo>
                  <a:lnTo>
                    <a:pt x="331383" y="135912"/>
                  </a:lnTo>
                  <a:lnTo>
                    <a:pt x="330316" y="130740"/>
                  </a:lnTo>
                  <a:lnTo>
                    <a:pt x="329086" y="125605"/>
                  </a:lnTo>
                  <a:lnTo>
                    <a:pt x="327694" y="120511"/>
                  </a:lnTo>
                  <a:lnTo>
                    <a:pt x="326141" y="115463"/>
                  </a:lnTo>
                  <a:lnTo>
                    <a:pt x="324431" y="110467"/>
                  </a:lnTo>
                  <a:lnTo>
                    <a:pt x="322563" y="105528"/>
                  </a:lnTo>
                  <a:lnTo>
                    <a:pt x="320540" y="100650"/>
                  </a:lnTo>
                  <a:lnTo>
                    <a:pt x="318364" y="95838"/>
                  </a:lnTo>
                  <a:lnTo>
                    <a:pt x="316037" y="91098"/>
                  </a:lnTo>
                  <a:lnTo>
                    <a:pt x="313562" y="86433"/>
                  </a:lnTo>
                  <a:lnTo>
                    <a:pt x="310940" y="81849"/>
                  </a:lnTo>
                  <a:lnTo>
                    <a:pt x="308176" y="77350"/>
                  </a:lnTo>
                  <a:lnTo>
                    <a:pt x="305270" y="72941"/>
                  </a:lnTo>
                  <a:lnTo>
                    <a:pt x="302226" y="68625"/>
                  </a:lnTo>
                  <a:lnTo>
                    <a:pt x="299048" y="64408"/>
                  </a:lnTo>
                  <a:lnTo>
                    <a:pt x="295738" y="60293"/>
                  </a:lnTo>
                  <a:lnTo>
                    <a:pt x="292300" y="56285"/>
                  </a:lnTo>
                  <a:lnTo>
                    <a:pt x="288737" y="52388"/>
                  </a:lnTo>
                  <a:lnTo>
                    <a:pt x="285052" y="48605"/>
                  </a:lnTo>
                  <a:lnTo>
                    <a:pt x="281250" y="44940"/>
                  </a:lnTo>
                  <a:lnTo>
                    <a:pt x="277334" y="41397"/>
                  </a:lnTo>
                  <a:lnTo>
                    <a:pt x="273309" y="37980"/>
                  </a:lnTo>
                  <a:lnTo>
                    <a:pt x="269177" y="34691"/>
                  </a:lnTo>
                  <a:lnTo>
                    <a:pt x="264943" y="31535"/>
                  </a:lnTo>
                  <a:lnTo>
                    <a:pt x="260612" y="28514"/>
                  </a:lnTo>
                  <a:lnTo>
                    <a:pt x="256188" y="25631"/>
                  </a:lnTo>
                  <a:lnTo>
                    <a:pt x="251674" y="22890"/>
                  </a:lnTo>
                  <a:lnTo>
                    <a:pt x="247077" y="20292"/>
                  </a:lnTo>
                  <a:lnTo>
                    <a:pt x="242399" y="17841"/>
                  </a:lnTo>
                  <a:lnTo>
                    <a:pt x="237647" y="15539"/>
                  </a:lnTo>
                  <a:lnTo>
                    <a:pt x="232824" y="13388"/>
                  </a:lnTo>
                  <a:lnTo>
                    <a:pt x="227936" y="11390"/>
                  </a:lnTo>
                  <a:lnTo>
                    <a:pt x="222987" y="9548"/>
                  </a:lnTo>
                  <a:lnTo>
                    <a:pt x="217982" y="7863"/>
                  </a:lnTo>
                  <a:lnTo>
                    <a:pt x="212926" y="6337"/>
                  </a:lnTo>
                  <a:lnTo>
                    <a:pt x="207825" y="4972"/>
                  </a:lnTo>
                  <a:lnTo>
                    <a:pt x="202684" y="3768"/>
                  </a:lnTo>
                  <a:lnTo>
                    <a:pt x="197506" y="2727"/>
                  </a:lnTo>
                  <a:lnTo>
                    <a:pt x="192299" y="1851"/>
                  </a:lnTo>
                  <a:lnTo>
                    <a:pt x="187066" y="1139"/>
                  </a:lnTo>
                  <a:lnTo>
                    <a:pt x="181814" y="593"/>
                  </a:lnTo>
                  <a:lnTo>
                    <a:pt x="176547" y="213"/>
                  </a:lnTo>
                  <a:lnTo>
                    <a:pt x="171271" y="0"/>
                  </a:lnTo>
                  <a:lnTo>
                    <a:pt x="167154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797351" y="5269756"/>
              <a:ext cx="167149" cy="207063"/>
            </a:xfrm>
            <a:custGeom>
              <a:avLst/>
              <a:pathLst>
                <a:path w="167149" h="207063">
                  <a:moveTo>
                    <a:pt x="167149" y="0"/>
                  </a:moveTo>
                  <a:lnTo>
                    <a:pt x="161742" y="87"/>
                  </a:lnTo>
                  <a:lnTo>
                    <a:pt x="156340" y="349"/>
                  </a:lnTo>
                  <a:lnTo>
                    <a:pt x="150950" y="786"/>
                  </a:lnTo>
                  <a:lnTo>
                    <a:pt x="145576" y="1397"/>
                  </a:lnTo>
                  <a:lnTo>
                    <a:pt x="140225" y="2182"/>
                  </a:lnTo>
                  <a:lnTo>
                    <a:pt x="134902" y="3139"/>
                  </a:lnTo>
                  <a:lnTo>
                    <a:pt x="129613" y="4268"/>
                  </a:lnTo>
                  <a:lnTo>
                    <a:pt x="124364" y="5568"/>
                  </a:lnTo>
                  <a:lnTo>
                    <a:pt x="119159" y="7036"/>
                  </a:lnTo>
                  <a:lnTo>
                    <a:pt x="114004" y="8672"/>
                  </a:lnTo>
                  <a:lnTo>
                    <a:pt x="108905" y="10474"/>
                  </a:lnTo>
                  <a:lnTo>
                    <a:pt x="103867" y="12441"/>
                  </a:lnTo>
                  <a:lnTo>
                    <a:pt x="98895" y="14569"/>
                  </a:lnTo>
                  <a:lnTo>
                    <a:pt x="93994" y="16856"/>
                  </a:lnTo>
                  <a:lnTo>
                    <a:pt x="89170" y="19301"/>
                  </a:lnTo>
                  <a:lnTo>
                    <a:pt x="84428" y="21901"/>
                  </a:lnTo>
                  <a:lnTo>
                    <a:pt x="79772" y="24653"/>
                  </a:lnTo>
                  <a:lnTo>
                    <a:pt x="75208" y="27554"/>
                  </a:lnTo>
                  <a:lnTo>
                    <a:pt x="70740" y="30601"/>
                  </a:lnTo>
                  <a:lnTo>
                    <a:pt x="66373" y="33791"/>
                  </a:lnTo>
                  <a:lnTo>
                    <a:pt x="62111" y="37121"/>
                  </a:lnTo>
                  <a:lnTo>
                    <a:pt x="57960" y="40587"/>
                  </a:lnTo>
                  <a:lnTo>
                    <a:pt x="53922" y="44185"/>
                  </a:lnTo>
                  <a:lnTo>
                    <a:pt x="50003" y="47912"/>
                  </a:lnTo>
                  <a:lnTo>
                    <a:pt x="46207" y="51764"/>
                  </a:lnTo>
                  <a:lnTo>
                    <a:pt x="42537" y="55736"/>
                  </a:lnTo>
                  <a:lnTo>
                    <a:pt x="38998" y="59826"/>
                  </a:lnTo>
                  <a:lnTo>
                    <a:pt x="35593" y="64027"/>
                  </a:lnTo>
                  <a:lnTo>
                    <a:pt x="32325" y="68337"/>
                  </a:lnTo>
                  <a:lnTo>
                    <a:pt x="29199" y="72750"/>
                  </a:lnTo>
                  <a:lnTo>
                    <a:pt x="26217" y="77261"/>
                  </a:lnTo>
                  <a:lnTo>
                    <a:pt x="23382" y="81867"/>
                  </a:lnTo>
                  <a:lnTo>
                    <a:pt x="20698" y="86562"/>
                  </a:lnTo>
                  <a:lnTo>
                    <a:pt x="18168" y="91342"/>
                  </a:lnTo>
                  <a:lnTo>
                    <a:pt x="15793" y="96201"/>
                  </a:lnTo>
                  <a:lnTo>
                    <a:pt x="13577" y="101134"/>
                  </a:lnTo>
                  <a:lnTo>
                    <a:pt x="11521" y="106136"/>
                  </a:lnTo>
                  <a:lnTo>
                    <a:pt x="9628" y="111202"/>
                  </a:lnTo>
                  <a:lnTo>
                    <a:pt x="7900" y="116327"/>
                  </a:lnTo>
                  <a:lnTo>
                    <a:pt x="6339" y="121505"/>
                  </a:lnTo>
                  <a:lnTo>
                    <a:pt x="4946" y="126731"/>
                  </a:lnTo>
                  <a:lnTo>
                    <a:pt x="3723" y="131999"/>
                  </a:lnTo>
                  <a:lnTo>
                    <a:pt x="2671" y="137304"/>
                  </a:lnTo>
                  <a:lnTo>
                    <a:pt x="1791" y="142640"/>
                  </a:lnTo>
                  <a:lnTo>
                    <a:pt x="1084" y="148001"/>
                  </a:lnTo>
                  <a:lnTo>
                    <a:pt x="551" y="153383"/>
                  </a:lnTo>
                  <a:lnTo>
                    <a:pt x="192" y="158780"/>
                  </a:lnTo>
                  <a:lnTo>
                    <a:pt x="9" y="164185"/>
                  </a:lnTo>
                  <a:lnTo>
                    <a:pt x="0" y="169593"/>
                  </a:lnTo>
                  <a:lnTo>
                    <a:pt x="165" y="174998"/>
                  </a:lnTo>
                  <a:lnTo>
                    <a:pt x="506" y="180396"/>
                  </a:lnTo>
                  <a:lnTo>
                    <a:pt x="1021" y="185779"/>
                  </a:lnTo>
                  <a:lnTo>
                    <a:pt x="1710" y="191143"/>
                  </a:lnTo>
                  <a:lnTo>
                    <a:pt x="2572" y="196483"/>
                  </a:lnTo>
                  <a:lnTo>
                    <a:pt x="3607" y="201791"/>
                  </a:lnTo>
                  <a:lnTo>
                    <a:pt x="4812" y="20706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802164" y="5269756"/>
              <a:ext cx="329486" cy="334334"/>
            </a:xfrm>
            <a:custGeom>
              <a:avLst/>
              <a:pathLst>
                <a:path w="329486" h="334334">
                  <a:moveTo>
                    <a:pt x="0" y="207063"/>
                  </a:moveTo>
                  <a:lnTo>
                    <a:pt x="1346" y="212190"/>
                  </a:lnTo>
                  <a:lnTo>
                    <a:pt x="2855" y="217272"/>
                  </a:lnTo>
                  <a:lnTo>
                    <a:pt x="4523" y="222303"/>
                  </a:lnTo>
                  <a:lnTo>
                    <a:pt x="6351" y="227279"/>
                  </a:lnTo>
                  <a:lnTo>
                    <a:pt x="8335" y="232195"/>
                  </a:lnTo>
                  <a:lnTo>
                    <a:pt x="10475" y="237045"/>
                  </a:lnTo>
                  <a:lnTo>
                    <a:pt x="12767" y="241825"/>
                  </a:lnTo>
                  <a:lnTo>
                    <a:pt x="15209" y="246530"/>
                  </a:lnTo>
                  <a:lnTo>
                    <a:pt x="17799" y="251155"/>
                  </a:lnTo>
                  <a:lnTo>
                    <a:pt x="20535" y="255695"/>
                  </a:lnTo>
                  <a:lnTo>
                    <a:pt x="23413" y="260147"/>
                  </a:lnTo>
                  <a:lnTo>
                    <a:pt x="26431" y="264505"/>
                  </a:lnTo>
                  <a:lnTo>
                    <a:pt x="29586" y="268765"/>
                  </a:lnTo>
                  <a:lnTo>
                    <a:pt x="32874" y="272923"/>
                  </a:lnTo>
                  <a:lnTo>
                    <a:pt x="36292" y="276975"/>
                  </a:lnTo>
                  <a:lnTo>
                    <a:pt x="39837" y="280916"/>
                  </a:lnTo>
                  <a:lnTo>
                    <a:pt x="43505" y="284743"/>
                  </a:lnTo>
                  <a:lnTo>
                    <a:pt x="47293" y="288452"/>
                  </a:lnTo>
                  <a:lnTo>
                    <a:pt x="51196" y="292038"/>
                  </a:lnTo>
                  <a:lnTo>
                    <a:pt x="55212" y="295499"/>
                  </a:lnTo>
                  <a:lnTo>
                    <a:pt x="59334" y="298832"/>
                  </a:lnTo>
                  <a:lnTo>
                    <a:pt x="63561" y="302031"/>
                  </a:lnTo>
                  <a:lnTo>
                    <a:pt x="67887" y="305095"/>
                  </a:lnTo>
                  <a:lnTo>
                    <a:pt x="72307" y="308021"/>
                  </a:lnTo>
                  <a:lnTo>
                    <a:pt x="76819" y="310804"/>
                  </a:lnTo>
                  <a:lnTo>
                    <a:pt x="81416" y="313444"/>
                  </a:lnTo>
                  <a:lnTo>
                    <a:pt x="86095" y="315936"/>
                  </a:lnTo>
                  <a:lnTo>
                    <a:pt x="90850" y="318278"/>
                  </a:lnTo>
                  <a:lnTo>
                    <a:pt x="95677" y="320469"/>
                  </a:lnTo>
                  <a:lnTo>
                    <a:pt x="100571" y="322505"/>
                  </a:lnTo>
                  <a:lnTo>
                    <a:pt x="105528" y="324386"/>
                  </a:lnTo>
                  <a:lnTo>
                    <a:pt x="110541" y="326108"/>
                  </a:lnTo>
                  <a:lnTo>
                    <a:pt x="115607" y="327670"/>
                  </a:lnTo>
                  <a:lnTo>
                    <a:pt x="120719" y="329071"/>
                  </a:lnTo>
                  <a:lnTo>
                    <a:pt x="125874" y="330309"/>
                  </a:lnTo>
                  <a:lnTo>
                    <a:pt x="131065" y="331383"/>
                  </a:lnTo>
                  <a:lnTo>
                    <a:pt x="136287" y="332292"/>
                  </a:lnTo>
                  <a:lnTo>
                    <a:pt x="141536" y="333035"/>
                  </a:lnTo>
                  <a:lnTo>
                    <a:pt x="146805" y="333611"/>
                  </a:lnTo>
                  <a:lnTo>
                    <a:pt x="152091" y="334020"/>
                  </a:lnTo>
                  <a:lnTo>
                    <a:pt x="157386" y="334261"/>
                  </a:lnTo>
                  <a:lnTo>
                    <a:pt x="162687" y="334334"/>
                  </a:lnTo>
                  <a:lnTo>
                    <a:pt x="167987" y="334239"/>
                  </a:lnTo>
                  <a:lnTo>
                    <a:pt x="173281" y="333976"/>
                  </a:lnTo>
                  <a:lnTo>
                    <a:pt x="178565" y="333545"/>
                  </a:lnTo>
                  <a:lnTo>
                    <a:pt x="183832" y="332947"/>
                  </a:lnTo>
                  <a:lnTo>
                    <a:pt x="189078" y="332182"/>
                  </a:lnTo>
                  <a:lnTo>
                    <a:pt x="194296" y="331251"/>
                  </a:lnTo>
                  <a:lnTo>
                    <a:pt x="199483" y="330155"/>
                  </a:lnTo>
                  <a:lnTo>
                    <a:pt x="204632" y="328895"/>
                  </a:lnTo>
                  <a:lnTo>
                    <a:pt x="209738" y="327473"/>
                  </a:lnTo>
                  <a:lnTo>
                    <a:pt x="214797" y="325889"/>
                  </a:lnTo>
                  <a:lnTo>
                    <a:pt x="219804" y="324146"/>
                  </a:lnTo>
                  <a:lnTo>
                    <a:pt x="224752" y="322245"/>
                  </a:lnTo>
                  <a:lnTo>
                    <a:pt x="229638" y="320188"/>
                  </a:lnTo>
                  <a:lnTo>
                    <a:pt x="234456" y="317977"/>
                  </a:lnTo>
                  <a:lnTo>
                    <a:pt x="239201" y="315615"/>
                  </a:lnTo>
                  <a:lnTo>
                    <a:pt x="243869" y="313103"/>
                  </a:lnTo>
                  <a:lnTo>
                    <a:pt x="248455" y="310445"/>
                  </a:lnTo>
                  <a:lnTo>
                    <a:pt x="252955" y="307642"/>
                  </a:lnTo>
                  <a:lnTo>
                    <a:pt x="257363" y="304698"/>
                  </a:lnTo>
                  <a:lnTo>
                    <a:pt x="261676" y="301616"/>
                  </a:lnTo>
                  <a:lnTo>
                    <a:pt x="265889" y="298399"/>
                  </a:lnTo>
                  <a:lnTo>
                    <a:pt x="269998" y="295049"/>
                  </a:lnTo>
                  <a:lnTo>
                    <a:pt x="273999" y="291571"/>
                  </a:lnTo>
                  <a:lnTo>
                    <a:pt x="277887" y="287968"/>
                  </a:lnTo>
                  <a:lnTo>
                    <a:pt x="281659" y="284244"/>
                  </a:lnTo>
                  <a:lnTo>
                    <a:pt x="285311" y="280402"/>
                  </a:lnTo>
                  <a:lnTo>
                    <a:pt x="288840" y="276446"/>
                  </a:lnTo>
                  <a:lnTo>
                    <a:pt x="292241" y="272380"/>
                  </a:lnTo>
                  <a:lnTo>
                    <a:pt x="295512" y="268208"/>
                  </a:lnTo>
                  <a:lnTo>
                    <a:pt x="298648" y="263935"/>
                  </a:lnTo>
                  <a:lnTo>
                    <a:pt x="301648" y="259564"/>
                  </a:lnTo>
                  <a:lnTo>
                    <a:pt x="304508" y="255100"/>
                  </a:lnTo>
                  <a:lnTo>
                    <a:pt x="307224" y="250548"/>
                  </a:lnTo>
                  <a:lnTo>
                    <a:pt x="309795" y="245912"/>
                  </a:lnTo>
                  <a:lnTo>
                    <a:pt x="312218" y="241197"/>
                  </a:lnTo>
                  <a:lnTo>
                    <a:pt x="314490" y="236408"/>
                  </a:lnTo>
                  <a:lnTo>
                    <a:pt x="316609" y="231549"/>
                  </a:lnTo>
                  <a:lnTo>
                    <a:pt x="318572" y="226625"/>
                  </a:lnTo>
                  <a:lnTo>
                    <a:pt x="320379" y="221641"/>
                  </a:lnTo>
                  <a:lnTo>
                    <a:pt x="322027" y="216603"/>
                  </a:lnTo>
                  <a:lnTo>
                    <a:pt x="323514" y="211515"/>
                  </a:lnTo>
                  <a:lnTo>
                    <a:pt x="324839" y="206382"/>
                  </a:lnTo>
                  <a:lnTo>
                    <a:pt x="326001" y="201210"/>
                  </a:lnTo>
                  <a:lnTo>
                    <a:pt x="326998" y="196004"/>
                  </a:lnTo>
                  <a:lnTo>
                    <a:pt x="327829" y="190768"/>
                  </a:lnTo>
                  <a:lnTo>
                    <a:pt x="328495" y="185509"/>
                  </a:lnTo>
                  <a:lnTo>
                    <a:pt x="328993" y="180231"/>
                  </a:lnTo>
                  <a:lnTo>
                    <a:pt x="329323" y="174941"/>
                  </a:lnTo>
                  <a:lnTo>
                    <a:pt x="329486" y="169642"/>
                  </a:lnTo>
                  <a:lnTo>
                    <a:pt x="329480" y="164341"/>
                  </a:lnTo>
                  <a:lnTo>
                    <a:pt x="329306" y="159043"/>
                  </a:lnTo>
                  <a:lnTo>
                    <a:pt x="328965" y="153753"/>
                  </a:lnTo>
                  <a:lnTo>
                    <a:pt x="328456" y="148477"/>
                  </a:lnTo>
                  <a:lnTo>
                    <a:pt x="327780" y="143219"/>
                  </a:lnTo>
                  <a:lnTo>
                    <a:pt x="326937" y="137985"/>
                  </a:lnTo>
                  <a:lnTo>
                    <a:pt x="325929" y="132781"/>
                  </a:lnTo>
                  <a:lnTo>
                    <a:pt x="324757" y="127611"/>
                  </a:lnTo>
                  <a:lnTo>
                    <a:pt x="323421" y="122481"/>
                  </a:lnTo>
                  <a:lnTo>
                    <a:pt x="321923" y="117396"/>
                  </a:lnTo>
                  <a:lnTo>
                    <a:pt x="320265" y="112361"/>
                  </a:lnTo>
                  <a:lnTo>
                    <a:pt x="318447" y="107382"/>
                  </a:lnTo>
                  <a:lnTo>
                    <a:pt x="316473" y="102462"/>
                  </a:lnTo>
                  <a:lnTo>
                    <a:pt x="314344" y="97607"/>
                  </a:lnTo>
                  <a:lnTo>
                    <a:pt x="312062" y="92823"/>
                  </a:lnTo>
                  <a:lnTo>
                    <a:pt x="309630" y="88113"/>
                  </a:lnTo>
                  <a:lnTo>
                    <a:pt x="307049" y="83482"/>
                  </a:lnTo>
                  <a:lnTo>
                    <a:pt x="304323" y="78936"/>
                  </a:lnTo>
                  <a:lnTo>
                    <a:pt x="301454" y="74478"/>
                  </a:lnTo>
                  <a:lnTo>
                    <a:pt x="298445" y="70114"/>
                  </a:lnTo>
                  <a:lnTo>
                    <a:pt x="295300" y="65847"/>
                  </a:lnTo>
                  <a:lnTo>
                    <a:pt x="292020" y="61682"/>
                  </a:lnTo>
                  <a:lnTo>
                    <a:pt x="288611" y="57623"/>
                  </a:lnTo>
                  <a:lnTo>
                    <a:pt x="285074" y="53675"/>
                  </a:lnTo>
                  <a:lnTo>
                    <a:pt x="281414" y="49840"/>
                  </a:lnTo>
                  <a:lnTo>
                    <a:pt x="277634" y="46124"/>
                  </a:lnTo>
                  <a:lnTo>
                    <a:pt x="273738" y="42529"/>
                  </a:lnTo>
                  <a:lnTo>
                    <a:pt x="269730" y="39059"/>
                  </a:lnTo>
                  <a:lnTo>
                    <a:pt x="265614" y="35719"/>
                  </a:lnTo>
                  <a:lnTo>
                    <a:pt x="261394" y="32510"/>
                  </a:lnTo>
                  <a:lnTo>
                    <a:pt x="257075" y="29437"/>
                  </a:lnTo>
                  <a:lnTo>
                    <a:pt x="252660" y="26502"/>
                  </a:lnTo>
                  <a:lnTo>
                    <a:pt x="248155" y="23709"/>
                  </a:lnTo>
                  <a:lnTo>
                    <a:pt x="243563" y="21060"/>
                  </a:lnTo>
                  <a:lnTo>
                    <a:pt x="238890" y="18558"/>
                  </a:lnTo>
                  <a:lnTo>
                    <a:pt x="234139" y="16206"/>
                  </a:lnTo>
                  <a:lnTo>
                    <a:pt x="229317" y="14005"/>
                  </a:lnTo>
                  <a:lnTo>
                    <a:pt x="224427" y="11958"/>
                  </a:lnTo>
                  <a:lnTo>
                    <a:pt x="219474" y="10068"/>
                  </a:lnTo>
                  <a:lnTo>
                    <a:pt x="214465" y="8335"/>
                  </a:lnTo>
                  <a:lnTo>
                    <a:pt x="209402" y="6762"/>
                  </a:lnTo>
                  <a:lnTo>
                    <a:pt x="204293" y="5350"/>
                  </a:lnTo>
                  <a:lnTo>
                    <a:pt x="199141" y="4101"/>
                  </a:lnTo>
                  <a:lnTo>
                    <a:pt x="193952" y="3016"/>
                  </a:lnTo>
                  <a:lnTo>
                    <a:pt x="188732" y="2097"/>
                  </a:lnTo>
                  <a:lnTo>
                    <a:pt x="183484" y="1343"/>
                  </a:lnTo>
                  <a:lnTo>
                    <a:pt x="178216" y="755"/>
                  </a:lnTo>
                  <a:lnTo>
                    <a:pt x="172932" y="336"/>
                  </a:lnTo>
                  <a:lnTo>
                    <a:pt x="167637" y="84"/>
                  </a:lnTo>
                  <a:lnTo>
                    <a:pt x="162336" y="0"/>
                  </a:lnTo>
                  <a:lnTo>
                    <a:pt x="1623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67436" y="5399291"/>
              <a:ext cx="18779" cy="167167"/>
            </a:xfrm>
            <a:custGeom>
              <a:avLst/>
              <a:pathLst>
                <a:path w="18779" h="167167">
                  <a:moveTo>
                    <a:pt x="18779" y="0"/>
                  </a:moveTo>
                  <a:lnTo>
                    <a:pt x="9374" y="264"/>
                  </a:lnTo>
                  <a:lnTo>
                    <a:pt x="0" y="1058"/>
                  </a:lnTo>
                  <a:lnTo>
                    <a:pt x="187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7436" y="5400349"/>
              <a:ext cx="18779" cy="166109"/>
            </a:xfrm>
            <a:custGeom>
              <a:avLst/>
              <a:pathLst>
                <a:path w="18779" h="166109">
                  <a:moveTo>
                    <a:pt x="0" y="0"/>
                  </a:moveTo>
                  <a:lnTo>
                    <a:pt x="18779" y="166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319048" y="5400349"/>
              <a:ext cx="334334" cy="333255"/>
            </a:xfrm>
            <a:custGeom>
              <a:avLst/>
              <a:pathLst>
                <a:path w="334334" h="333255">
                  <a:moveTo>
                    <a:pt x="148387" y="0"/>
                  </a:moveTo>
                  <a:lnTo>
                    <a:pt x="143129" y="679"/>
                  </a:lnTo>
                  <a:lnTo>
                    <a:pt x="137895" y="1524"/>
                  </a:lnTo>
                  <a:lnTo>
                    <a:pt x="132690" y="2535"/>
                  </a:lnTo>
                  <a:lnTo>
                    <a:pt x="127520" y="3711"/>
                  </a:lnTo>
                  <a:lnTo>
                    <a:pt x="122390" y="5050"/>
                  </a:lnTo>
                  <a:lnTo>
                    <a:pt x="117305" y="6551"/>
                  </a:lnTo>
                  <a:lnTo>
                    <a:pt x="112270" y="8212"/>
                  </a:lnTo>
                  <a:lnTo>
                    <a:pt x="107291" y="10032"/>
                  </a:lnTo>
                  <a:lnTo>
                    <a:pt x="102371" y="12010"/>
                  </a:lnTo>
                  <a:lnTo>
                    <a:pt x="97517" y="14142"/>
                  </a:lnTo>
                  <a:lnTo>
                    <a:pt x="92733" y="16427"/>
                  </a:lnTo>
                  <a:lnTo>
                    <a:pt x="88024" y="18863"/>
                  </a:lnTo>
                  <a:lnTo>
                    <a:pt x="83394" y="21447"/>
                  </a:lnTo>
                  <a:lnTo>
                    <a:pt x="78848" y="24176"/>
                  </a:lnTo>
                  <a:lnTo>
                    <a:pt x="74392" y="27049"/>
                  </a:lnTo>
                  <a:lnTo>
                    <a:pt x="70029" y="30061"/>
                  </a:lnTo>
                  <a:lnTo>
                    <a:pt x="65763" y="33210"/>
                  </a:lnTo>
                  <a:lnTo>
                    <a:pt x="61599" y="36492"/>
                  </a:lnTo>
                  <a:lnTo>
                    <a:pt x="57542" y="39905"/>
                  </a:lnTo>
                  <a:lnTo>
                    <a:pt x="53595" y="43445"/>
                  </a:lnTo>
                  <a:lnTo>
                    <a:pt x="49762" y="47108"/>
                  </a:lnTo>
                  <a:lnTo>
                    <a:pt x="46047" y="50891"/>
                  </a:lnTo>
                  <a:lnTo>
                    <a:pt x="42454" y="54790"/>
                  </a:lnTo>
                  <a:lnTo>
                    <a:pt x="38987" y="58801"/>
                  </a:lnTo>
                  <a:lnTo>
                    <a:pt x="35649" y="62920"/>
                  </a:lnTo>
                  <a:lnTo>
                    <a:pt x="32442" y="67143"/>
                  </a:lnTo>
                  <a:lnTo>
                    <a:pt x="29372" y="71465"/>
                  </a:lnTo>
                  <a:lnTo>
                    <a:pt x="26440" y="75883"/>
                  </a:lnTo>
                  <a:lnTo>
                    <a:pt x="23649" y="80391"/>
                  </a:lnTo>
                  <a:lnTo>
                    <a:pt x="21003" y="84985"/>
                  </a:lnTo>
                  <a:lnTo>
                    <a:pt x="18504" y="89661"/>
                  </a:lnTo>
                  <a:lnTo>
                    <a:pt x="16154" y="94414"/>
                  </a:lnTo>
                  <a:lnTo>
                    <a:pt x="13957" y="99239"/>
                  </a:lnTo>
                  <a:lnTo>
                    <a:pt x="11913" y="104131"/>
                  </a:lnTo>
                  <a:lnTo>
                    <a:pt x="10026" y="109086"/>
                  </a:lnTo>
                  <a:lnTo>
                    <a:pt x="8296" y="114098"/>
                  </a:lnTo>
                  <a:lnTo>
                    <a:pt x="6727" y="119162"/>
                  </a:lnTo>
                  <a:lnTo>
                    <a:pt x="5319" y="124274"/>
                  </a:lnTo>
                  <a:lnTo>
                    <a:pt x="4074" y="129428"/>
                  </a:lnTo>
                  <a:lnTo>
                    <a:pt x="2992" y="134618"/>
                  </a:lnTo>
                  <a:lnTo>
                    <a:pt x="2076" y="139840"/>
                  </a:lnTo>
                  <a:lnTo>
                    <a:pt x="1326" y="145089"/>
                  </a:lnTo>
                  <a:lnTo>
                    <a:pt x="743" y="150359"/>
                  </a:lnTo>
                  <a:lnTo>
                    <a:pt x="327" y="155644"/>
                  </a:lnTo>
                  <a:lnTo>
                    <a:pt x="79" y="160941"/>
                  </a:lnTo>
                  <a:lnTo>
                    <a:pt x="0" y="166242"/>
                  </a:lnTo>
                  <a:lnTo>
                    <a:pt x="88" y="171543"/>
                  </a:lnTo>
                  <a:lnTo>
                    <a:pt x="344" y="176839"/>
                  </a:lnTo>
                  <a:lnTo>
                    <a:pt x="768" y="182124"/>
                  </a:lnTo>
                  <a:lnTo>
                    <a:pt x="1360" y="187393"/>
                  </a:lnTo>
                  <a:lnTo>
                    <a:pt x="2118" y="192640"/>
                  </a:lnTo>
                  <a:lnTo>
                    <a:pt x="3043" y="197861"/>
                  </a:lnTo>
                  <a:lnTo>
                    <a:pt x="4132" y="203050"/>
                  </a:lnTo>
                  <a:lnTo>
                    <a:pt x="5386" y="208201"/>
                  </a:lnTo>
                  <a:lnTo>
                    <a:pt x="6802" y="213311"/>
                  </a:lnTo>
                  <a:lnTo>
                    <a:pt x="8379" y="218372"/>
                  </a:lnTo>
                  <a:lnTo>
                    <a:pt x="10117" y="223382"/>
                  </a:lnTo>
                  <a:lnTo>
                    <a:pt x="12012" y="228333"/>
                  </a:lnTo>
                  <a:lnTo>
                    <a:pt x="14063" y="233222"/>
                  </a:lnTo>
                  <a:lnTo>
                    <a:pt x="16269" y="238044"/>
                  </a:lnTo>
                  <a:lnTo>
                    <a:pt x="18626" y="242793"/>
                  </a:lnTo>
                  <a:lnTo>
                    <a:pt x="21132" y="247465"/>
                  </a:lnTo>
                  <a:lnTo>
                    <a:pt x="23786" y="252055"/>
                  </a:lnTo>
                  <a:lnTo>
                    <a:pt x="26583" y="256559"/>
                  </a:lnTo>
                  <a:lnTo>
                    <a:pt x="29523" y="260972"/>
                  </a:lnTo>
                  <a:lnTo>
                    <a:pt x="32600" y="265289"/>
                  </a:lnTo>
                  <a:lnTo>
                    <a:pt x="35813" y="269507"/>
                  </a:lnTo>
                  <a:lnTo>
                    <a:pt x="39158" y="273620"/>
                  </a:lnTo>
                  <a:lnTo>
                    <a:pt x="42632" y="277626"/>
                  </a:lnTo>
                  <a:lnTo>
                    <a:pt x="46231" y="281519"/>
                  </a:lnTo>
                  <a:lnTo>
                    <a:pt x="49952" y="285296"/>
                  </a:lnTo>
                  <a:lnTo>
                    <a:pt x="53790" y="288953"/>
                  </a:lnTo>
                  <a:lnTo>
                    <a:pt x="57743" y="292487"/>
                  </a:lnTo>
                  <a:lnTo>
                    <a:pt x="61806" y="295893"/>
                  </a:lnTo>
                  <a:lnTo>
                    <a:pt x="65975" y="299169"/>
                  </a:lnTo>
                  <a:lnTo>
                    <a:pt x="70245" y="302311"/>
                  </a:lnTo>
                  <a:lnTo>
                    <a:pt x="74613" y="305316"/>
                  </a:lnTo>
                  <a:lnTo>
                    <a:pt x="79074" y="308182"/>
                  </a:lnTo>
                  <a:lnTo>
                    <a:pt x="83624" y="310904"/>
                  </a:lnTo>
                  <a:lnTo>
                    <a:pt x="88258" y="313480"/>
                  </a:lnTo>
                  <a:lnTo>
                    <a:pt x="92971" y="315909"/>
                  </a:lnTo>
                  <a:lnTo>
                    <a:pt x="97759" y="318186"/>
                  </a:lnTo>
                  <a:lnTo>
                    <a:pt x="102617" y="320311"/>
                  </a:lnTo>
                  <a:lnTo>
                    <a:pt x="107539" y="322280"/>
                  </a:lnTo>
                  <a:lnTo>
                    <a:pt x="112522" y="324093"/>
                  </a:lnTo>
                  <a:lnTo>
                    <a:pt x="117559" y="325746"/>
                  </a:lnTo>
                  <a:lnTo>
                    <a:pt x="122647" y="327239"/>
                  </a:lnTo>
                  <a:lnTo>
                    <a:pt x="127779" y="328570"/>
                  </a:lnTo>
                  <a:lnTo>
                    <a:pt x="132951" y="329737"/>
                  </a:lnTo>
                  <a:lnTo>
                    <a:pt x="138157" y="330740"/>
                  </a:lnTo>
                  <a:lnTo>
                    <a:pt x="143393" y="331577"/>
                  </a:lnTo>
                  <a:lnTo>
                    <a:pt x="148652" y="332248"/>
                  </a:lnTo>
                  <a:lnTo>
                    <a:pt x="153930" y="332751"/>
                  </a:lnTo>
                  <a:lnTo>
                    <a:pt x="159221" y="333087"/>
                  </a:lnTo>
                  <a:lnTo>
                    <a:pt x="164521" y="333255"/>
                  </a:lnTo>
                  <a:lnTo>
                    <a:pt x="169823" y="333255"/>
                  </a:lnTo>
                  <a:lnTo>
                    <a:pt x="175122" y="333087"/>
                  </a:lnTo>
                  <a:lnTo>
                    <a:pt x="180413" y="332751"/>
                  </a:lnTo>
                  <a:lnTo>
                    <a:pt x="185691" y="332247"/>
                  </a:lnTo>
                  <a:lnTo>
                    <a:pt x="190950" y="331576"/>
                  </a:lnTo>
                  <a:lnTo>
                    <a:pt x="196186" y="330738"/>
                  </a:lnTo>
                  <a:lnTo>
                    <a:pt x="201392" y="329735"/>
                  </a:lnTo>
                  <a:lnTo>
                    <a:pt x="206564" y="328568"/>
                  </a:lnTo>
                  <a:lnTo>
                    <a:pt x="211696" y="327236"/>
                  </a:lnTo>
                  <a:lnTo>
                    <a:pt x="216783" y="325743"/>
                  </a:lnTo>
                  <a:lnTo>
                    <a:pt x="221821" y="324090"/>
                  </a:lnTo>
                  <a:lnTo>
                    <a:pt x="226803" y="322277"/>
                  </a:lnTo>
                  <a:lnTo>
                    <a:pt x="231726" y="320307"/>
                  </a:lnTo>
                  <a:lnTo>
                    <a:pt x="236583" y="318182"/>
                  </a:lnTo>
                  <a:lnTo>
                    <a:pt x="241371" y="315904"/>
                  </a:lnTo>
                  <a:lnTo>
                    <a:pt x="246084" y="313476"/>
                  </a:lnTo>
                  <a:lnTo>
                    <a:pt x="250718" y="310899"/>
                  </a:lnTo>
                  <a:lnTo>
                    <a:pt x="255267" y="308177"/>
                  </a:lnTo>
                  <a:lnTo>
                    <a:pt x="259728" y="305311"/>
                  </a:lnTo>
                  <a:lnTo>
                    <a:pt x="264096" y="302306"/>
                  </a:lnTo>
                  <a:lnTo>
                    <a:pt x="268366" y="299164"/>
                  </a:lnTo>
                  <a:lnTo>
                    <a:pt x="272535" y="295887"/>
                  </a:lnTo>
                  <a:lnTo>
                    <a:pt x="276598" y="292481"/>
                  </a:lnTo>
                  <a:lnTo>
                    <a:pt x="280550" y="288947"/>
                  </a:lnTo>
                  <a:lnTo>
                    <a:pt x="284389" y="285289"/>
                  </a:lnTo>
                  <a:lnTo>
                    <a:pt x="288109" y="281512"/>
                  </a:lnTo>
                  <a:lnTo>
                    <a:pt x="291708" y="277619"/>
                  </a:lnTo>
                  <a:lnTo>
                    <a:pt x="295182" y="273613"/>
                  </a:lnTo>
                  <a:lnTo>
                    <a:pt x="298527" y="269499"/>
                  </a:lnTo>
                  <a:lnTo>
                    <a:pt x="301739" y="265282"/>
                  </a:lnTo>
                  <a:lnTo>
                    <a:pt x="304817" y="260964"/>
                  </a:lnTo>
                  <a:lnTo>
                    <a:pt x="307755" y="256551"/>
                  </a:lnTo>
                  <a:lnTo>
                    <a:pt x="310553" y="252047"/>
                  </a:lnTo>
                  <a:lnTo>
                    <a:pt x="313206" y="247457"/>
                  </a:lnTo>
                  <a:lnTo>
                    <a:pt x="315712" y="242785"/>
                  </a:lnTo>
                  <a:lnTo>
                    <a:pt x="318069" y="238035"/>
                  </a:lnTo>
                  <a:lnTo>
                    <a:pt x="320274" y="233214"/>
                  </a:lnTo>
                  <a:lnTo>
                    <a:pt x="322325" y="228325"/>
                  </a:lnTo>
                  <a:lnTo>
                    <a:pt x="324220" y="223373"/>
                  </a:lnTo>
                  <a:lnTo>
                    <a:pt x="325957" y="218364"/>
                  </a:lnTo>
                  <a:lnTo>
                    <a:pt x="327535" y="213302"/>
                  </a:lnTo>
                  <a:lnTo>
                    <a:pt x="328950" y="208192"/>
                  </a:lnTo>
                  <a:lnTo>
                    <a:pt x="330204" y="203041"/>
                  </a:lnTo>
                  <a:lnTo>
                    <a:pt x="331293" y="197852"/>
                  </a:lnTo>
                  <a:lnTo>
                    <a:pt x="332217" y="192631"/>
                  </a:lnTo>
                  <a:lnTo>
                    <a:pt x="332975" y="187383"/>
                  </a:lnTo>
                  <a:lnTo>
                    <a:pt x="333566" y="182115"/>
                  </a:lnTo>
                  <a:lnTo>
                    <a:pt x="333990" y="176830"/>
                  </a:lnTo>
                  <a:lnTo>
                    <a:pt x="334246" y="171534"/>
                  </a:lnTo>
                  <a:lnTo>
                    <a:pt x="334334" y="166233"/>
                  </a:lnTo>
                  <a:lnTo>
                    <a:pt x="334254" y="160931"/>
                  </a:lnTo>
                  <a:lnTo>
                    <a:pt x="334006" y="155635"/>
                  </a:lnTo>
                  <a:lnTo>
                    <a:pt x="333590" y="150349"/>
                  </a:lnTo>
                  <a:lnTo>
                    <a:pt x="333006" y="145080"/>
                  </a:lnTo>
                  <a:lnTo>
                    <a:pt x="332256" y="139831"/>
                  </a:lnTo>
                  <a:lnTo>
                    <a:pt x="331340" y="134609"/>
                  </a:lnTo>
                  <a:lnTo>
                    <a:pt x="330258" y="129419"/>
                  </a:lnTo>
                  <a:lnTo>
                    <a:pt x="329013" y="124265"/>
                  </a:lnTo>
                  <a:lnTo>
                    <a:pt x="327604" y="119153"/>
                  </a:lnTo>
                  <a:lnTo>
                    <a:pt x="326035" y="114089"/>
                  </a:lnTo>
                  <a:lnTo>
                    <a:pt x="324305" y="109077"/>
                  </a:lnTo>
                  <a:lnTo>
                    <a:pt x="322417" y="104123"/>
                  </a:lnTo>
                  <a:lnTo>
                    <a:pt x="320373" y="99231"/>
                  </a:lnTo>
                  <a:lnTo>
                    <a:pt x="318176" y="94406"/>
                  </a:lnTo>
                  <a:lnTo>
                    <a:pt x="315826" y="89653"/>
                  </a:lnTo>
                  <a:lnTo>
                    <a:pt x="313326" y="84977"/>
                  </a:lnTo>
                  <a:lnTo>
                    <a:pt x="310680" y="80383"/>
                  </a:lnTo>
                  <a:lnTo>
                    <a:pt x="307889" y="75875"/>
                  </a:lnTo>
                  <a:lnTo>
                    <a:pt x="304957" y="71457"/>
                  </a:lnTo>
                  <a:lnTo>
                    <a:pt x="301886" y="67135"/>
                  </a:lnTo>
                  <a:lnTo>
                    <a:pt x="298680" y="62913"/>
                  </a:lnTo>
                  <a:lnTo>
                    <a:pt x="295341" y="58794"/>
                  </a:lnTo>
                  <a:lnTo>
                    <a:pt x="291873" y="54784"/>
                  </a:lnTo>
                  <a:lnTo>
                    <a:pt x="288280" y="50885"/>
                  </a:lnTo>
                  <a:lnTo>
                    <a:pt x="284565" y="47102"/>
                  </a:lnTo>
                  <a:lnTo>
                    <a:pt x="280732" y="43439"/>
                  </a:lnTo>
                  <a:lnTo>
                    <a:pt x="276785" y="39899"/>
                  </a:lnTo>
                  <a:lnTo>
                    <a:pt x="272727" y="36486"/>
                  </a:lnTo>
                  <a:lnTo>
                    <a:pt x="268563" y="33204"/>
                  </a:lnTo>
                  <a:lnTo>
                    <a:pt x="264298" y="30055"/>
                  </a:lnTo>
                  <a:lnTo>
                    <a:pt x="259934" y="27043"/>
                  </a:lnTo>
                  <a:lnTo>
                    <a:pt x="255478" y="24172"/>
                  </a:lnTo>
                  <a:lnTo>
                    <a:pt x="250932" y="21442"/>
                  </a:lnTo>
                  <a:lnTo>
                    <a:pt x="246302" y="18859"/>
                  </a:lnTo>
                  <a:lnTo>
                    <a:pt x="241593" y="16423"/>
                  </a:lnTo>
                  <a:lnTo>
                    <a:pt x="236808" y="14138"/>
                  </a:lnTo>
                  <a:lnTo>
                    <a:pt x="231954" y="12006"/>
                  </a:lnTo>
                  <a:lnTo>
                    <a:pt x="227034" y="10029"/>
                  </a:lnTo>
                  <a:lnTo>
                    <a:pt x="222055" y="8209"/>
                  </a:lnTo>
                  <a:lnTo>
                    <a:pt x="217020" y="6548"/>
                  </a:lnTo>
                  <a:lnTo>
                    <a:pt x="211934" y="5047"/>
                  </a:lnTo>
                  <a:lnTo>
                    <a:pt x="206804" y="3709"/>
                  </a:lnTo>
                  <a:lnTo>
                    <a:pt x="201634" y="2533"/>
                  </a:lnTo>
                  <a:lnTo>
                    <a:pt x="196430" y="1522"/>
                  </a:lnTo>
                  <a:lnTo>
                    <a:pt x="191195" y="677"/>
                  </a:lnTo>
                  <a:lnTo>
                    <a:pt x="167167" y="166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24028" cy="167167"/>
            </a:xfrm>
            <a:custGeom>
              <a:avLst/>
              <a:pathLst>
                <a:path w="24028" h="167167">
                  <a:moveTo>
                    <a:pt x="24028" y="1735"/>
                  </a:moveTo>
                  <a:lnTo>
                    <a:pt x="16049" y="772"/>
                  </a:lnTo>
                  <a:lnTo>
                    <a:pt x="8034" y="1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856382" y="5399291"/>
              <a:ext cx="167162" cy="241246"/>
            </a:xfrm>
            <a:custGeom>
              <a:avLst/>
              <a:pathLst>
                <a:path w="167162" h="241246">
                  <a:moveTo>
                    <a:pt x="167162" y="0"/>
                  </a:moveTo>
                  <a:lnTo>
                    <a:pt x="161776" y="86"/>
                  </a:lnTo>
                  <a:lnTo>
                    <a:pt x="156397" y="346"/>
                  </a:lnTo>
                  <a:lnTo>
                    <a:pt x="151028" y="780"/>
                  </a:lnTo>
                  <a:lnTo>
                    <a:pt x="145676" y="1386"/>
                  </a:lnTo>
                  <a:lnTo>
                    <a:pt x="140347" y="2164"/>
                  </a:lnTo>
                  <a:lnTo>
                    <a:pt x="135045" y="3114"/>
                  </a:lnTo>
                  <a:lnTo>
                    <a:pt x="129777" y="4233"/>
                  </a:lnTo>
                  <a:lnTo>
                    <a:pt x="124547" y="5522"/>
                  </a:lnTo>
                  <a:lnTo>
                    <a:pt x="119362" y="6979"/>
                  </a:lnTo>
                  <a:lnTo>
                    <a:pt x="114226" y="8602"/>
                  </a:lnTo>
                  <a:lnTo>
                    <a:pt x="109146" y="10390"/>
                  </a:lnTo>
                  <a:lnTo>
                    <a:pt x="104125" y="12340"/>
                  </a:lnTo>
                  <a:lnTo>
                    <a:pt x="99170" y="14451"/>
                  </a:lnTo>
                  <a:lnTo>
                    <a:pt x="94286" y="16721"/>
                  </a:lnTo>
                  <a:lnTo>
                    <a:pt x="89477" y="19147"/>
                  </a:lnTo>
                  <a:lnTo>
                    <a:pt x="84749" y="21726"/>
                  </a:lnTo>
                  <a:lnTo>
                    <a:pt x="80106" y="24456"/>
                  </a:lnTo>
                  <a:lnTo>
                    <a:pt x="75554" y="27335"/>
                  </a:lnTo>
                  <a:lnTo>
                    <a:pt x="71097" y="30359"/>
                  </a:lnTo>
                  <a:lnTo>
                    <a:pt x="66739" y="33524"/>
                  </a:lnTo>
                  <a:lnTo>
                    <a:pt x="62486" y="36829"/>
                  </a:lnTo>
                  <a:lnTo>
                    <a:pt x="58342" y="40269"/>
                  </a:lnTo>
                  <a:lnTo>
                    <a:pt x="54310" y="43840"/>
                  </a:lnTo>
                  <a:lnTo>
                    <a:pt x="50396" y="47540"/>
                  </a:lnTo>
                  <a:lnTo>
                    <a:pt x="46602" y="51363"/>
                  </a:lnTo>
                  <a:lnTo>
                    <a:pt x="42934" y="55307"/>
                  </a:lnTo>
                  <a:lnTo>
                    <a:pt x="39395" y="59367"/>
                  </a:lnTo>
                  <a:lnTo>
                    <a:pt x="35989" y="63539"/>
                  </a:lnTo>
                  <a:lnTo>
                    <a:pt x="32719" y="67819"/>
                  </a:lnTo>
                  <a:lnTo>
                    <a:pt x="29588" y="72201"/>
                  </a:lnTo>
                  <a:lnTo>
                    <a:pt x="26600" y="76683"/>
                  </a:lnTo>
                  <a:lnTo>
                    <a:pt x="23758" y="81258"/>
                  </a:lnTo>
                  <a:lnTo>
                    <a:pt x="21065" y="85922"/>
                  </a:lnTo>
                  <a:lnTo>
                    <a:pt x="18523" y="90671"/>
                  </a:lnTo>
                  <a:lnTo>
                    <a:pt x="16136" y="95499"/>
                  </a:lnTo>
                  <a:lnTo>
                    <a:pt x="13906" y="100401"/>
                  </a:lnTo>
                  <a:lnTo>
                    <a:pt x="11835" y="105373"/>
                  </a:lnTo>
                  <a:lnTo>
                    <a:pt x="9924" y="110409"/>
                  </a:lnTo>
                  <a:lnTo>
                    <a:pt x="8178" y="115504"/>
                  </a:lnTo>
                  <a:lnTo>
                    <a:pt x="6596" y="120653"/>
                  </a:lnTo>
                  <a:lnTo>
                    <a:pt x="5181" y="125849"/>
                  </a:lnTo>
                  <a:lnTo>
                    <a:pt x="3934" y="131089"/>
                  </a:lnTo>
                  <a:lnTo>
                    <a:pt x="2856" y="136366"/>
                  </a:lnTo>
                  <a:lnTo>
                    <a:pt x="1949" y="141675"/>
                  </a:lnTo>
                  <a:lnTo>
                    <a:pt x="1214" y="147011"/>
                  </a:lnTo>
                  <a:lnTo>
                    <a:pt x="651" y="152367"/>
                  </a:lnTo>
                  <a:lnTo>
                    <a:pt x="260" y="157739"/>
                  </a:lnTo>
                  <a:lnTo>
                    <a:pt x="43" y="163121"/>
                  </a:lnTo>
                  <a:lnTo>
                    <a:pt x="0" y="168506"/>
                  </a:lnTo>
                  <a:lnTo>
                    <a:pt x="129" y="173891"/>
                  </a:lnTo>
                  <a:lnTo>
                    <a:pt x="433" y="179268"/>
                  </a:lnTo>
                  <a:lnTo>
                    <a:pt x="909" y="184633"/>
                  </a:lnTo>
                  <a:lnTo>
                    <a:pt x="1558" y="189980"/>
                  </a:lnTo>
                  <a:lnTo>
                    <a:pt x="2379" y="195303"/>
                  </a:lnTo>
                  <a:lnTo>
                    <a:pt x="3371" y="200597"/>
                  </a:lnTo>
                  <a:lnTo>
                    <a:pt x="4533" y="205856"/>
                  </a:lnTo>
                  <a:lnTo>
                    <a:pt x="5864" y="211075"/>
                  </a:lnTo>
                  <a:lnTo>
                    <a:pt x="7362" y="216249"/>
                  </a:lnTo>
                  <a:lnTo>
                    <a:pt x="9026" y="221371"/>
                  </a:lnTo>
                  <a:lnTo>
                    <a:pt x="10854" y="226437"/>
                  </a:lnTo>
                  <a:lnTo>
                    <a:pt x="12845" y="231442"/>
                  </a:lnTo>
                  <a:lnTo>
                    <a:pt x="14995" y="236380"/>
                  </a:lnTo>
                  <a:lnTo>
                    <a:pt x="17304" y="24124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873686" y="5566459"/>
              <a:ext cx="149857" cy="74079"/>
            </a:xfrm>
            <a:custGeom>
              <a:avLst/>
              <a:pathLst>
                <a:path w="149857" h="74079">
                  <a:moveTo>
                    <a:pt x="0" y="74079"/>
                  </a:moveTo>
                  <a:lnTo>
                    <a:pt x="149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73686" y="5566459"/>
              <a:ext cx="149857" cy="74079"/>
            </a:xfrm>
            <a:custGeom>
              <a:avLst/>
              <a:pathLst>
                <a:path w="149857" h="74079">
                  <a:moveTo>
                    <a:pt x="0" y="74079"/>
                  </a:moveTo>
                  <a:lnTo>
                    <a:pt x="149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73686" y="5566459"/>
              <a:ext cx="149857" cy="74079"/>
            </a:xfrm>
            <a:custGeom>
              <a:avLst/>
              <a:pathLst>
                <a:path w="149857" h="74079">
                  <a:moveTo>
                    <a:pt x="0" y="74079"/>
                  </a:moveTo>
                  <a:lnTo>
                    <a:pt x="149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73686" y="5566459"/>
              <a:ext cx="149857" cy="74079"/>
            </a:xfrm>
            <a:custGeom>
              <a:avLst/>
              <a:pathLst>
                <a:path w="149857" h="74079">
                  <a:moveTo>
                    <a:pt x="0" y="74079"/>
                  </a:moveTo>
                  <a:lnTo>
                    <a:pt x="1498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73686" y="5566459"/>
              <a:ext cx="149857" cy="74079"/>
            </a:xfrm>
            <a:custGeom>
              <a:avLst/>
              <a:pathLst>
                <a:path w="149857" h="74079">
                  <a:moveTo>
                    <a:pt x="0" y="74079"/>
                  </a:moveTo>
                  <a:lnTo>
                    <a:pt x="1498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73686" y="5566459"/>
              <a:ext cx="149857" cy="137819"/>
            </a:xfrm>
            <a:custGeom>
              <a:avLst/>
              <a:pathLst>
                <a:path w="149857" h="137819">
                  <a:moveTo>
                    <a:pt x="0" y="74079"/>
                  </a:moveTo>
                  <a:lnTo>
                    <a:pt x="2605" y="79131"/>
                  </a:lnTo>
                  <a:lnTo>
                    <a:pt x="5381" y="84092"/>
                  </a:lnTo>
                  <a:lnTo>
                    <a:pt x="8323" y="88956"/>
                  </a:lnTo>
                  <a:lnTo>
                    <a:pt x="11430" y="93717"/>
                  </a:lnTo>
                  <a:lnTo>
                    <a:pt x="14696" y="98369"/>
                  </a:lnTo>
                  <a:lnTo>
                    <a:pt x="18119" y="102908"/>
                  </a:lnTo>
                  <a:lnTo>
                    <a:pt x="21694" y="107327"/>
                  </a:lnTo>
                  <a:lnTo>
                    <a:pt x="25418" y="111623"/>
                  </a:lnTo>
                  <a:lnTo>
                    <a:pt x="29285" y="115790"/>
                  </a:lnTo>
                  <a:lnTo>
                    <a:pt x="33292" y="119822"/>
                  </a:lnTo>
                  <a:lnTo>
                    <a:pt x="37433" y="123716"/>
                  </a:lnTo>
                  <a:lnTo>
                    <a:pt x="41705" y="127467"/>
                  </a:lnTo>
                  <a:lnTo>
                    <a:pt x="46101" y="131071"/>
                  </a:lnTo>
                  <a:lnTo>
                    <a:pt x="50618" y="134523"/>
                  </a:lnTo>
                  <a:lnTo>
                    <a:pt x="55249" y="137819"/>
                  </a:lnTo>
                  <a:lnTo>
                    <a:pt x="14985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28936" y="5399291"/>
              <a:ext cx="261755" cy="334334"/>
            </a:xfrm>
            <a:custGeom>
              <a:avLst/>
              <a:pathLst>
                <a:path w="261755" h="334334">
                  <a:moveTo>
                    <a:pt x="0" y="304987"/>
                  </a:moveTo>
                  <a:lnTo>
                    <a:pt x="4418" y="307918"/>
                  </a:lnTo>
                  <a:lnTo>
                    <a:pt x="8928" y="310708"/>
                  </a:lnTo>
                  <a:lnTo>
                    <a:pt x="13523" y="313353"/>
                  </a:lnTo>
                  <a:lnTo>
                    <a:pt x="18201" y="315851"/>
                  </a:lnTo>
                  <a:lnTo>
                    <a:pt x="22955" y="318200"/>
                  </a:lnTo>
                  <a:lnTo>
                    <a:pt x="27781" y="320396"/>
                  </a:lnTo>
                  <a:lnTo>
                    <a:pt x="32675" y="322439"/>
                  </a:lnTo>
                  <a:lnTo>
                    <a:pt x="37631" y="324325"/>
                  </a:lnTo>
                  <a:lnTo>
                    <a:pt x="42644" y="326053"/>
                  </a:lnTo>
                  <a:lnTo>
                    <a:pt x="47709" y="327621"/>
                  </a:lnTo>
                  <a:lnTo>
                    <a:pt x="52822" y="329028"/>
                  </a:lnTo>
                  <a:lnTo>
                    <a:pt x="57977" y="330272"/>
                  </a:lnTo>
                  <a:lnTo>
                    <a:pt x="63168" y="331351"/>
                  </a:lnTo>
                  <a:lnTo>
                    <a:pt x="68391" y="332266"/>
                  </a:lnTo>
                  <a:lnTo>
                    <a:pt x="73641" y="333014"/>
                  </a:lnTo>
                  <a:lnTo>
                    <a:pt x="78911" y="333596"/>
                  </a:lnTo>
                  <a:lnTo>
                    <a:pt x="84198" y="334010"/>
                  </a:lnTo>
                  <a:lnTo>
                    <a:pt x="89495" y="334256"/>
                  </a:lnTo>
                  <a:lnTo>
                    <a:pt x="94797" y="334334"/>
                  </a:lnTo>
                  <a:lnTo>
                    <a:pt x="100099" y="334244"/>
                  </a:lnTo>
                  <a:lnTo>
                    <a:pt x="105395" y="333986"/>
                  </a:lnTo>
                  <a:lnTo>
                    <a:pt x="110681" y="333560"/>
                  </a:lnTo>
                  <a:lnTo>
                    <a:pt x="115950" y="332966"/>
                  </a:lnTo>
                  <a:lnTo>
                    <a:pt x="121198" y="332206"/>
                  </a:lnTo>
                  <a:lnTo>
                    <a:pt x="126419" y="331280"/>
                  </a:lnTo>
                  <a:lnTo>
                    <a:pt x="131608" y="330188"/>
                  </a:lnTo>
                  <a:lnTo>
                    <a:pt x="136760" y="328933"/>
                  </a:lnTo>
                  <a:lnTo>
                    <a:pt x="141869" y="327514"/>
                  </a:lnTo>
                  <a:lnTo>
                    <a:pt x="146931" y="325935"/>
                  </a:lnTo>
                  <a:lnTo>
                    <a:pt x="151940" y="324195"/>
                  </a:lnTo>
                  <a:lnTo>
                    <a:pt x="156892" y="322298"/>
                  </a:lnTo>
                  <a:lnTo>
                    <a:pt x="161781" y="320244"/>
                  </a:lnTo>
                  <a:lnTo>
                    <a:pt x="166602" y="318037"/>
                  </a:lnTo>
                  <a:lnTo>
                    <a:pt x="171351" y="315678"/>
                  </a:lnTo>
                  <a:lnTo>
                    <a:pt x="176022" y="313169"/>
                  </a:lnTo>
                  <a:lnTo>
                    <a:pt x="180612" y="310513"/>
                  </a:lnTo>
                  <a:lnTo>
                    <a:pt x="185115" y="307713"/>
                  </a:lnTo>
                  <a:lnTo>
                    <a:pt x="189527" y="304772"/>
                  </a:lnTo>
                  <a:lnTo>
                    <a:pt x="193844" y="301692"/>
                  </a:lnTo>
                  <a:lnTo>
                    <a:pt x="198061" y="298477"/>
                  </a:lnTo>
                  <a:lnTo>
                    <a:pt x="202173" y="295130"/>
                  </a:lnTo>
                  <a:lnTo>
                    <a:pt x="206178" y="291654"/>
                  </a:lnTo>
                  <a:lnTo>
                    <a:pt x="210070" y="288053"/>
                  </a:lnTo>
                  <a:lnTo>
                    <a:pt x="213846" y="284330"/>
                  </a:lnTo>
                  <a:lnTo>
                    <a:pt x="217502" y="280489"/>
                  </a:lnTo>
                  <a:lnTo>
                    <a:pt x="221034" y="276534"/>
                  </a:lnTo>
                  <a:lnTo>
                    <a:pt x="224439" y="272469"/>
                  </a:lnTo>
                  <a:lnTo>
                    <a:pt x="227714" y="268299"/>
                  </a:lnTo>
                  <a:lnTo>
                    <a:pt x="230855" y="264026"/>
                  </a:lnTo>
                  <a:lnTo>
                    <a:pt x="233858" y="259656"/>
                  </a:lnTo>
                  <a:lnTo>
                    <a:pt x="236721" y="255193"/>
                  </a:lnTo>
                  <a:lnTo>
                    <a:pt x="239442" y="250641"/>
                  </a:lnTo>
                  <a:lnTo>
                    <a:pt x="242016" y="246006"/>
                  </a:lnTo>
                  <a:lnTo>
                    <a:pt x="244443" y="241291"/>
                  </a:lnTo>
                  <a:lnTo>
                    <a:pt x="246718" y="236501"/>
                  </a:lnTo>
                  <a:lnTo>
                    <a:pt x="248841" y="231642"/>
                  </a:lnTo>
                  <a:lnTo>
                    <a:pt x="250808" y="226718"/>
                  </a:lnTo>
                  <a:lnTo>
                    <a:pt x="252618" y="221734"/>
                  </a:lnTo>
                  <a:lnTo>
                    <a:pt x="254269" y="216695"/>
                  </a:lnTo>
                  <a:lnTo>
                    <a:pt x="255760" y="211606"/>
                  </a:lnTo>
                  <a:lnTo>
                    <a:pt x="257088" y="206472"/>
                  </a:lnTo>
                  <a:lnTo>
                    <a:pt x="258253" y="201299"/>
                  </a:lnTo>
                  <a:lnTo>
                    <a:pt x="259253" y="196092"/>
                  </a:lnTo>
                  <a:lnTo>
                    <a:pt x="260088" y="190855"/>
                  </a:lnTo>
                  <a:lnTo>
                    <a:pt x="260756" y="185595"/>
                  </a:lnTo>
                  <a:lnTo>
                    <a:pt x="261257" y="180316"/>
                  </a:lnTo>
                  <a:lnTo>
                    <a:pt x="261590" y="175024"/>
                  </a:lnTo>
                  <a:lnTo>
                    <a:pt x="261755" y="169724"/>
                  </a:lnTo>
                  <a:lnTo>
                    <a:pt x="261752" y="164421"/>
                  </a:lnTo>
                  <a:lnTo>
                    <a:pt x="261581" y="159121"/>
                  </a:lnTo>
                  <a:lnTo>
                    <a:pt x="261242" y="153829"/>
                  </a:lnTo>
                  <a:lnTo>
                    <a:pt x="260735" y="148551"/>
                  </a:lnTo>
                  <a:lnTo>
                    <a:pt x="260061" y="143291"/>
                  </a:lnTo>
                  <a:lnTo>
                    <a:pt x="259221" y="138056"/>
                  </a:lnTo>
                  <a:lnTo>
                    <a:pt x="258214" y="132849"/>
                  </a:lnTo>
                  <a:lnTo>
                    <a:pt x="257044" y="127678"/>
                  </a:lnTo>
                  <a:lnTo>
                    <a:pt x="255710" y="122546"/>
                  </a:lnTo>
                  <a:lnTo>
                    <a:pt x="254213" y="117458"/>
                  </a:lnTo>
                  <a:lnTo>
                    <a:pt x="252556" y="112421"/>
                  </a:lnTo>
                  <a:lnTo>
                    <a:pt x="250741" y="107439"/>
                  </a:lnTo>
                  <a:lnTo>
                    <a:pt x="248768" y="102517"/>
                  </a:lnTo>
                  <a:lnTo>
                    <a:pt x="246640" y="97660"/>
                  </a:lnTo>
                  <a:lnTo>
                    <a:pt x="244359" y="92873"/>
                  </a:lnTo>
                  <a:lnTo>
                    <a:pt x="241927" y="88161"/>
                  </a:lnTo>
                  <a:lnTo>
                    <a:pt x="239347" y="83529"/>
                  </a:lnTo>
                  <a:lnTo>
                    <a:pt x="236622" y="78980"/>
                  </a:lnTo>
                  <a:lnTo>
                    <a:pt x="233753" y="74520"/>
                  </a:lnTo>
                  <a:lnTo>
                    <a:pt x="230745" y="70154"/>
                  </a:lnTo>
                  <a:lnTo>
                    <a:pt x="227599" y="65885"/>
                  </a:lnTo>
                  <a:lnTo>
                    <a:pt x="224320" y="61717"/>
                  </a:lnTo>
                  <a:lnTo>
                    <a:pt x="220910" y="57657"/>
                  </a:lnTo>
                  <a:lnTo>
                    <a:pt x="217373" y="53706"/>
                  </a:lnTo>
                  <a:lnTo>
                    <a:pt x="213713" y="49869"/>
                  </a:lnTo>
                  <a:lnTo>
                    <a:pt x="209933" y="46150"/>
                  </a:lnTo>
                  <a:lnTo>
                    <a:pt x="206037" y="42554"/>
                  </a:lnTo>
                  <a:lnTo>
                    <a:pt x="202028" y="39082"/>
                  </a:lnTo>
                  <a:lnTo>
                    <a:pt x="197912" y="35740"/>
                  </a:lnTo>
                  <a:lnTo>
                    <a:pt x="193692" y="32529"/>
                  </a:lnTo>
                  <a:lnTo>
                    <a:pt x="189371" y="29454"/>
                  </a:lnTo>
                  <a:lnTo>
                    <a:pt x="184956" y="26518"/>
                  </a:lnTo>
                  <a:lnTo>
                    <a:pt x="180450" y="23723"/>
                  </a:lnTo>
                  <a:lnTo>
                    <a:pt x="175857" y="21073"/>
                  </a:lnTo>
                  <a:lnTo>
                    <a:pt x="171182" y="18569"/>
                  </a:lnTo>
                  <a:lnTo>
                    <a:pt x="166431" y="16216"/>
                  </a:lnTo>
                  <a:lnTo>
                    <a:pt x="161607" y="14013"/>
                  </a:lnTo>
                  <a:lnTo>
                    <a:pt x="156716" y="11966"/>
                  </a:lnTo>
                  <a:lnTo>
                    <a:pt x="151762" y="10074"/>
                  </a:lnTo>
                  <a:lnTo>
                    <a:pt x="146751" y="8340"/>
                  </a:lnTo>
                  <a:lnTo>
                    <a:pt x="141687" y="6766"/>
                  </a:lnTo>
                  <a:lnTo>
                    <a:pt x="136576" y="5354"/>
                  </a:lnTo>
                  <a:lnTo>
                    <a:pt x="131423" y="4104"/>
                  </a:lnTo>
                  <a:lnTo>
                    <a:pt x="126233" y="3018"/>
                  </a:lnTo>
                  <a:lnTo>
                    <a:pt x="121011" y="2098"/>
                  </a:lnTo>
                  <a:lnTo>
                    <a:pt x="115762" y="1343"/>
                  </a:lnTo>
                  <a:lnTo>
                    <a:pt x="110492" y="756"/>
                  </a:lnTo>
                  <a:lnTo>
                    <a:pt x="105206" y="336"/>
                  </a:lnTo>
                  <a:lnTo>
                    <a:pt x="99909" y="84"/>
                  </a:lnTo>
                  <a:lnTo>
                    <a:pt x="94607" y="0"/>
                  </a:lnTo>
                  <a:lnTo>
                    <a:pt x="9460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387244" y="5269756"/>
              <a:ext cx="158014" cy="167167"/>
            </a:xfrm>
            <a:custGeom>
              <a:avLst/>
              <a:pathLst>
                <a:path w="158014" h="167167">
                  <a:moveTo>
                    <a:pt x="158014" y="0"/>
                  </a:moveTo>
                  <a:lnTo>
                    <a:pt x="152567" y="88"/>
                  </a:lnTo>
                  <a:lnTo>
                    <a:pt x="147126" y="354"/>
                  </a:lnTo>
                  <a:lnTo>
                    <a:pt x="141697" y="798"/>
                  </a:lnTo>
                  <a:lnTo>
                    <a:pt x="136285" y="1418"/>
                  </a:lnTo>
                  <a:lnTo>
                    <a:pt x="130896" y="2214"/>
                  </a:lnTo>
                  <a:lnTo>
                    <a:pt x="125536" y="3185"/>
                  </a:lnTo>
                  <a:lnTo>
                    <a:pt x="120210" y="4330"/>
                  </a:lnTo>
                  <a:lnTo>
                    <a:pt x="114924" y="5648"/>
                  </a:lnTo>
                  <a:lnTo>
                    <a:pt x="109685" y="7138"/>
                  </a:lnTo>
                  <a:lnTo>
                    <a:pt x="104496" y="8798"/>
                  </a:lnTo>
                  <a:lnTo>
                    <a:pt x="99365" y="10625"/>
                  </a:lnTo>
                  <a:lnTo>
                    <a:pt x="94295" y="12619"/>
                  </a:lnTo>
                  <a:lnTo>
                    <a:pt x="89294" y="14778"/>
                  </a:lnTo>
                  <a:lnTo>
                    <a:pt x="84365" y="17098"/>
                  </a:lnTo>
                  <a:lnTo>
                    <a:pt x="79514" y="19577"/>
                  </a:lnTo>
                  <a:lnTo>
                    <a:pt x="74747" y="22213"/>
                  </a:lnTo>
                  <a:lnTo>
                    <a:pt x="70069" y="25003"/>
                  </a:lnTo>
                  <a:lnTo>
                    <a:pt x="65483" y="27944"/>
                  </a:lnTo>
                  <a:lnTo>
                    <a:pt x="60996" y="31033"/>
                  </a:lnTo>
                  <a:lnTo>
                    <a:pt x="56612" y="34266"/>
                  </a:lnTo>
                  <a:lnTo>
                    <a:pt x="52336" y="37640"/>
                  </a:lnTo>
                  <a:lnTo>
                    <a:pt x="48172" y="41152"/>
                  </a:lnTo>
                  <a:lnTo>
                    <a:pt x="44124" y="44798"/>
                  </a:lnTo>
                  <a:lnTo>
                    <a:pt x="40198" y="48574"/>
                  </a:lnTo>
                  <a:lnTo>
                    <a:pt x="36396" y="52476"/>
                  </a:lnTo>
                  <a:lnTo>
                    <a:pt x="32724" y="56499"/>
                  </a:lnTo>
                  <a:lnTo>
                    <a:pt x="29184" y="60640"/>
                  </a:lnTo>
                  <a:lnTo>
                    <a:pt x="25782" y="64894"/>
                  </a:lnTo>
                  <a:lnTo>
                    <a:pt x="22520" y="69257"/>
                  </a:lnTo>
                  <a:lnTo>
                    <a:pt x="19402" y="73723"/>
                  </a:lnTo>
                  <a:lnTo>
                    <a:pt x="16431" y="78289"/>
                  </a:lnTo>
                  <a:lnTo>
                    <a:pt x="13610" y="82950"/>
                  </a:lnTo>
                  <a:lnTo>
                    <a:pt x="10943" y="87699"/>
                  </a:lnTo>
                  <a:lnTo>
                    <a:pt x="8432" y="92533"/>
                  </a:lnTo>
                  <a:lnTo>
                    <a:pt x="6079" y="97447"/>
                  </a:lnTo>
                  <a:lnTo>
                    <a:pt x="3888" y="102434"/>
                  </a:lnTo>
                  <a:lnTo>
                    <a:pt x="1861" y="107490"/>
                  </a:lnTo>
                  <a:lnTo>
                    <a:pt x="0" y="112610"/>
                  </a:lnTo>
                  <a:lnTo>
                    <a:pt x="1580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387244" y="5382366"/>
              <a:ext cx="158014" cy="54557"/>
            </a:xfrm>
            <a:custGeom>
              <a:avLst/>
              <a:pathLst>
                <a:path w="158014" h="54557">
                  <a:moveTo>
                    <a:pt x="0" y="0"/>
                  </a:moveTo>
                  <a:lnTo>
                    <a:pt x="158014" y="54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87244" y="5382366"/>
              <a:ext cx="158014" cy="54557"/>
            </a:xfrm>
            <a:custGeom>
              <a:avLst/>
              <a:pathLst>
                <a:path w="158014" h="54557">
                  <a:moveTo>
                    <a:pt x="0" y="0"/>
                  </a:moveTo>
                  <a:lnTo>
                    <a:pt x="158014" y="54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87244" y="5382366"/>
              <a:ext cx="158014" cy="54557"/>
            </a:xfrm>
            <a:custGeom>
              <a:avLst/>
              <a:pathLst>
                <a:path w="158014" h="54557">
                  <a:moveTo>
                    <a:pt x="0" y="0"/>
                  </a:moveTo>
                  <a:lnTo>
                    <a:pt x="158014" y="545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87244" y="5382366"/>
              <a:ext cx="158014" cy="54557"/>
            </a:xfrm>
            <a:custGeom>
              <a:avLst/>
              <a:pathLst>
                <a:path w="158014" h="54557">
                  <a:moveTo>
                    <a:pt x="0" y="0"/>
                  </a:moveTo>
                  <a:lnTo>
                    <a:pt x="158014" y="545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113" y="5382366"/>
              <a:ext cx="167144" cy="68947"/>
            </a:xfrm>
            <a:custGeom>
              <a:avLst/>
              <a:pathLst>
                <a:path w="167144" h="68947">
                  <a:moveTo>
                    <a:pt x="9130" y="0"/>
                  </a:moveTo>
                  <a:lnTo>
                    <a:pt x="7323" y="5544"/>
                  </a:lnTo>
                  <a:lnTo>
                    <a:pt x="5711" y="11149"/>
                  </a:lnTo>
                  <a:lnTo>
                    <a:pt x="4295" y="16806"/>
                  </a:lnTo>
                  <a:lnTo>
                    <a:pt x="3078" y="22509"/>
                  </a:lnTo>
                  <a:lnTo>
                    <a:pt x="2060" y="28251"/>
                  </a:lnTo>
                  <a:lnTo>
                    <a:pt x="1243" y="34025"/>
                  </a:lnTo>
                  <a:lnTo>
                    <a:pt x="627" y="39824"/>
                  </a:lnTo>
                  <a:lnTo>
                    <a:pt x="215" y="45641"/>
                  </a:lnTo>
                  <a:lnTo>
                    <a:pt x="5" y="51469"/>
                  </a:lnTo>
                  <a:lnTo>
                    <a:pt x="0" y="57301"/>
                  </a:lnTo>
                  <a:lnTo>
                    <a:pt x="197" y="63129"/>
                  </a:lnTo>
                  <a:lnTo>
                    <a:pt x="598" y="68947"/>
                  </a:lnTo>
                  <a:lnTo>
                    <a:pt x="167144" y="54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711" y="5269756"/>
              <a:ext cx="333699" cy="334333"/>
            </a:xfrm>
            <a:custGeom>
              <a:avLst/>
              <a:pathLst>
                <a:path w="333699" h="334333">
                  <a:moveTo>
                    <a:pt x="0" y="181558"/>
                  </a:moveTo>
                  <a:lnTo>
                    <a:pt x="539" y="186827"/>
                  </a:lnTo>
                  <a:lnTo>
                    <a:pt x="1245" y="192076"/>
                  </a:lnTo>
                  <a:lnTo>
                    <a:pt x="2117" y="197300"/>
                  </a:lnTo>
                  <a:lnTo>
                    <a:pt x="3154" y="202495"/>
                  </a:lnTo>
                  <a:lnTo>
                    <a:pt x="4356" y="207653"/>
                  </a:lnTo>
                  <a:lnTo>
                    <a:pt x="5720" y="212771"/>
                  </a:lnTo>
                  <a:lnTo>
                    <a:pt x="7245" y="217844"/>
                  </a:lnTo>
                  <a:lnTo>
                    <a:pt x="8931" y="222865"/>
                  </a:lnTo>
                  <a:lnTo>
                    <a:pt x="10774" y="227830"/>
                  </a:lnTo>
                  <a:lnTo>
                    <a:pt x="12775" y="232735"/>
                  </a:lnTo>
                  <a:lnTo>
                    <a:pt x="14929" y="237574"/>
                  </a:lnTo>
                  <a:lnTo>
                    <a:pt x="17236" y="242342"/>
                  </a:lnTo>
                  <a:lnTo>
                    <a:pt x="19692" y="247034"/>
                  </a:lnTo>
                  <a:lnTo>
                    <a:pt x="22296" y="251647"/>
                  </a:lnTo>
                  <a:lnTo>
                    <a:pt x="25045" y="256174"/>
                  </a:lnTo>
                  <a:lnTo>
                    <a:pt x="27936" y="260613"/>
                  </a:lnTo>
                  <a:lnTo>
                    <a:pt x="30966" y="264957"/>
                  </a:lnTo>
                  <a:lnTo>
                    <a:pt x="34132" y="269203"/>
                  </a:lnTo>
                  <a:lnTo>
                    <a:pt x="37431" y="273347"/>
                  </a:lnTo>
                  <a:lnTo>
                    <a:pt x="40860" y="277384"/>
                  </a:lnTo>
                  <a:lnTo>
                    <a:pt x="44415" y="281311"/>
                  </a:lnTo>
                  <a:lnTo>
                    <a:pt x="48092" y="285123"/>
                  </a:lnTo>
                  <a:lnTo>
                    <a:pt x="51889" y="288816"/>
                  </a:lnTo>
                  <a:lnTo>
                    <a:pt x="55800" y="292388"/>
                  </a:lnTo>
                  <a:lnTo>
                    <a:pt x="59823" y="295833"/>
                  </a:lnTo>
                  <a:lnTo>
                    <a:pt x="63953" y="299150"/>
                  </a:lnTo>
                  <a:lnTo>
                    <a:pt x="68186" y="302334"/>
                  </a:lnTo>
                  <a:lnTo>
                    <a:pt x="72517" y="305382"/>
                  </a:lnTo>
                  <a:lnTo>
                    <a:pt x="76943" y="308292"/>
                  </a:lnTo>
                  <a:lnTo>
                    <a:pt x="81459" y="311060"/>
                  </a:lnTo>
                  <a:lnTo>
                    <a:pt x="86060" y="313683"/>
                  </a:lnTo>
                  <a:lnTo>
                    <a:pt x="90743" y="316159"/>
                  </a:lnTo>
                  <a:lnTo>
                    <a:pt x="95501" y="318486"/>
                  </a:lnTo>
                  <a:lnTo>
                    <a:pt x="100330" y="320661"/>
                  </a:lnTo>
                  <a:lnTo>
                    <a:pt x="105227" y="322682"/>
                  </a:lnTo>
                  <a:lnTo>
                    <a:pt x="110184" y="324546"/>
                  </a:lnTo>
                  <a:lnTo>
                    <a:pt x="115198" y="326253"/>
                  </a:lnTo>
                  <a:lnTo>
                    <a:pt x="120264" y="327800"/>
                  </a:lnTo>
                  <a:lnTo>
                    <a:pt x="125376" y="329185"/>
                  </a:lnTo>
                  <a:lnTo>
                    <a:pt x="130530" y="330408"/>
                  </a:lnTo>
                  <a:lnTo>
                    <a:pt x="135720" y="331467"/>
                  </a:lnTo>
                  <a:lnTo>
                    <a:pt x="140940" y="332362"/>
                  </a:lnTo>
                  <a:lnTo>
                    <a:pt x="146187" y="333090"/>
                  </a:lnTo>
                  <a:lnTo>
                    <a:pt x="151454" y="333652"/>
                  </a:lnTo>
                  <a:lnTo>
                    <a:pt x="156736" y="334046"/>
                  </a:lnTo>
                  <a:lnTo>
                    <a:pt x="162027" y="334273"/>
                  </a:lnTo>
                  <a:lnTo>
                    <a:pt x="167324" y="334333"/>
                  </a:lnTo>
                  <a:lnTo>
                    <a:pt x="172619" y="334224"/>
                  </a:lnTo>
                  <a:lnTo>
                    <a:pt x="177909" y="333948"/>
                  </a:lnTo>
                  <a:lnTo>
                    <a:pt x="183187" y="333504"/>
                  </a:lnTo>
                  <a:lnTo>
                    <a:pt x="188448" y="332893"/>
                  </a:lnTo>
                  <a:lnTo>
                    <a:pt x="193688" y="332116"/>
                  </a:lnTo>
                  <a:lnTo>
                    <a:pt x="198900" y="331174"/>
                  </a:lnTo>
                  <a:lnTo>
                    <a:pt x="204079" y="330066"/>
                  </a:lnTo>
                  <a:lnTo>
                    <a:pt x="209221" y="328796"/>
                  </a:lnTo>
                  <a:lnTo>
                    <a:pt x="214321" y="327362"/>
                  </a:lnTo>
                  <a:lnTo>
                    <a:pt x="219372" y="325768"/>
                  </a:lnTo>
                  <a:lnTo>
                    <a:pt x="224370" y="324015"/>
                  </a:lnTo>
                  <a:lnTo>
                    <a:pt x="229310" y="322105"/>
                  </a:lnTo>
                  <a:lnTo>
                    <a:pt x="234187" y="320038"/>
                  </a:lnTo>
                  <a:lnTo>
                    <a:pt x="238996" y="317819"/>
                  </a:lnTo>
                  <a:lnTo>
                    <a:pt x="243733" y="315448"/>
                  </a:lnTo>
                  <a:lnTo>
                    <a:pt x="248392" y="312928"/>
                  </a:lnTo>
                  <a:lnTo>
                    <a:pt x="252968" y="310262"/>
                  </a:lnTo>
                  <a:lnTo>
                    <a:pt x="257458" y="307452"/>
                  </a:lnTo>
                  <a:lnTo>
                    <a:pt x="261857" y="304502"/>
                  </a:lnTo>
                  <a:lnTo>
                    <a:pt x="266160" y="301413"/>
                  </a:lnTo>
                  <a:lnTo>
                    <a:pt x="270363" y="298190"/>
                  </a:lnTo>
                  <a:lnTo>
                    <a:pt x="274462" y="294835"/>
                  </a:lnTo>
                  <a:lnTo>
                    <a:pt x="278453" y="291352"/>
                  </a:lnTo>
                  <a:lnTo>
                    <a:pt x="282331" y="287745"/>
                  </a:lnTo>
                  <a:lnTo>
                    <a:pt x="286093" y="284016"/>
                  </a:lnTo>
                  <a:lnTo>
                    <a:pt x="289734" y="280170"/>
                  </a:lnTo>
                  <a:lnTo>
                    <a:pt x="293253" y="276210"/>
                  </a:lnTo>
                  <a:lnTo>
                    <a:pt x="296644" y="272141"/>
                  </a:lnTo>
                  <a:lnTo>
                    <a:pt x="299904" y="267967"/>
                  </a:lnTo>
                  <a:lnTo>
                    <a:pt x="303031" y="263692"/>
                  </a:lnTo>
                  <a:lnTo>
                    <a:pt x="306020" y="259319"/>
                  </a:lnTo>
                  <a:lnTo>
                    <a:pt x="308869" y="254854"/>
                  </a:lnTo>
                  <a:lnTo>
                    <a:pt x="311576" y="250301"/>
                  </a:lnTo>
                  <a:lnTo>
                    <a:pt x="314137" y="245665"/>
                  </a:lnTo>
                  <a:lnTo>
                    <a:pt x="316550" y="240950"/>
                  </a:lnTo>
                  <a:lnTo>
                    <a:pt x="318812" y="236160"/>
                  </a:lnTo>
                  <a:lnTo>
                    <a:pt x="320921" y="231302"/>
                  </a:lnTo>
                  <a:lnTo>
                    <a:pt x="322876" y="226379"/>
                  </a:lnTo>
                  <a:lnTo>
                    <a:pt x="324673" y="221397"/>
                  </a:lnTo>
                  <a:lnTo>
                    <a:pt x="326312" y="216360"/>
                  </a:lnTo>
                  <a:lnTo>
                    <a:pt x="327790" y="211274"/>
                  </a:lnTo>
                  <a:lnTo>
                    <a:pt x="329107" y="206143"/>
                  </a:lnTo>
                  <a:lnTo>
                    <a:pt x="330260" y="200973"/>
                  </a:lnTo>
                  <a:lnTo>
                    <a:pt x="331249" y="195770"/>
                  </a:lnTo>
                  <a:lnTo>
                    <a:pt x="332072" y="190538"/>
                  </a:lnTo>
                  <a:lnTo>
                    <a:pt x="332729" y="185282"/>
                  </a:lnTo>
                  <a:lnTo>
                    <a:pt x="333220" y="180008"/>
                  </a:lnTo>
                  <a:lnTo>
                    <a:pt x="333543" y="174721"/>
                  </a:lnTo>
                  <a:lnTo>
                    <a:pt x="333699" y="169427"/>
                  </a:lnTo>
                  <a:lnTo>
                    <a:pt x="333686" y="164130"/>
                  </a:lnTo>
                  <a:lnTo>
                    <a:pt x="333506" y="158836"/>
                  </a:lnTo>
                  <a:lnTo>
                    <a:pt x="333158" y="153551"/>
                  </a:lnTo>
                  <a:lnTo>
                    <a:pt x="332643" y="148279"/>
                  </a:lnTo>
                  <a:lnTo>
                    <a:pt x="331962" y="143027"/>
                  </a:lnTo>
                  <a:lnTo>
                    <a:pt x="331114" y="137798"/>
                  </a:lnTo>
                  <a:lnTo>
                    <a:pt x="330101" y="132599"/>
                  </a:lnTo>
                  <a:lnTo>
                    <a:pt x="328924" y="127435"/>
                  </a:lnTo>
                  <a:lnTo>
                    <a:pt x="327583" y="122311"/>
                  </a:lnTo>
                  <a:lnTo>
                    <a:pt x="326081" y="117232"/>
                  </a:lnTo>
                  <a:lnTo>
                    <a:pt x="324419" y="112203"/>
                  </a:lnTo>
                  <a:lnTo>
                    <a:pt x="322599" y="107229"/>
                  </a:lnTo>
                  <a:lnTo>
                    <a:pt x="320622" y="102315"/>
                  </a:lnTo>
                  <a:lnTo>
                    <a:pt x="318490" y="97466"/>
                  </a:lnTo>
                  <a:lnTo>
                    <a:pt x="316205" y="92687"/>
                  </a:lnTo>
                  <a:lnTo>
                    <a:pt x="313770" y="87983"/>
                  </a:lnTo>
                  <a:lnTo>
                    <a:pt x="311188" y="83359"/>
                  </a:lnTo>
                  <a:lnTo>
                    <a:pt x="308460" y="78819"/>
                  </a:lnTo>
                  <a:lnTo>
                    <a:pt x="305590" y="74367"/>
                  </a:lnTo>
                  <a:lnTo>
                    <a:pt x="302580" y="70009"/>
                  </a:lnTo>
                  <a:lnTo>
                    <a:pt x="299434" y="65748"/>
                  </a:lnTo>
                  <a:lnTo>
                    <a:pt x="296154" y="61589"/>
                  </a:lnTo>
                  <a:lnTo>
                    <a:pt x="292744" y="57535"/>
                  </a:lnTo>
                  <a:lnTo>
                    <a:pt x="289208" y="53592"/>
                  </a:lnTo>
                  <a:lnTo>
                    <a:pt x="285548" y="49763"/>
                  </a:lnTo>
                  <a:lnTo>
                    <a:pt x="281769" y="46052"/>
                  </a:lnTo>
                  <a:lnTo>
                    <a:pt x="277874" y="42463"/>
                  </a:lnTo>
                  <a:lnTo>
                    <a:pt x="273867" y="38998"/>
                  </a:lnTo>
                  <a:lnTo>
                    <a:pt x="269753" y="35663"/>
                  </a:lnTo>
                  <a:lnTo>
                    <a:pt x="265535" y="32459"/>
                  </a:lnTo>
                  <a:lnTo>
                    <a:pt x="261217" y="29390"/>
                  </a:lnTo>
                  <a:lnTo>
                    <a:pt x="256805" y="26460"/>
                  </a:lnTo>
                  <a:lnTo>
                    <a:pt x="252302" y="23672"/>
                  </a:lnTo>
                  <a:lnTo>
                    <a:pt x="247713" y="21027"/>
                  </a:lnTo>
                  <a:lnTo>
                    <a:pt x="243042" y="18529"/>
                  </a:lnTo>
                  <a:lnTo>
                    <a:pt x="238295" y="16180"/>
                  </a:lnTo>
                  <a:lnTo>
                    <a:pt x="233475" y="13983"/>
                  </a:lnTo>
                  <a:lnTo>
                    <a:pt x="228589" y="11939"/>
                  </a:lnTo>
                  <a:lnTo>
                    <a:pt x="223640" y="10051"/>
                  </a:lnTo>
                  <a:lnTo>
                    <a:pt x="218634" y="8321"/>
                  </a:lnTo>
                  <a:lnTo>
                    <a:pt x="213575" y="6751"/>
                  </a:lnTo>
                  <a:lnTo>
                    <a:pt x="208469" y="5342"/>
                  </a:lnTo>
                  <a:lnTo>
                    <a:pt x="203322" y="4095"/>
                  </a:lnTo>
                  <a:lnTo>
                    <a:pt x="198137" y="3012"/>
                  </a:lnTo>
                  <a:lnTo>
                    <a:pt x="192920" y="2093"/>
                  </a:lnTo>
                  <a:lnTo>
                    <a:pt x="187677" y="1340"/>
                  </a:lnTo>
                  <a:lnTo>
                    <a:pt x="182413" y="754"/>
                  </a:lnTo>
                  <a:lnTo>
                    <a:pt x="177133" y="335"/>
                  </a:lnTo>
                  <a:lnTo>
                    <a:pt x="171842" y="83"/>
                  </a:lnTo>
                  <a:lnTo>
                    <a:pt x="166546" y="0"/>
                  </a:lnTo>
                  <a:lnTo>
                    <a:pt x="1665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85075" y="5018213"/>
              <a:ext cx="135963" cy="167167"/>
            </a:xfrm>
            <a:custGeom>
              <a:avLst/>
              <a:pathLst>
                <a:path w="135963" h="167167">
                  <a:moveTo>
                    <a:pt x="135963" y="0"/>
                  </a:moveTo>
                  <a:lnTo>
                    <a:pt x="130489" y="89"/>
                  </a:lnTo>
                  <a:lnTo>
                    <a:pt x="125020" y="358"/>
                  </a:lnTo>
                  <a:lnTo>
                    <a:pt x="119563" y="806"/>
                  </a:lnTo>
                  <a:lnTo>
                    <a:pt x="114124" y="1432"/>
                  </a:lnTo>
                  <a:lnTo>
                    <a:pt x="108708" y="2236"/>
                  </a:lnTo>
                  <a:lnTo>
                    <a:pt x="103322" y="3217"/>
                  </a:lnTo>
                  <a:lnTo>
                    <a:pt x="97970" y="4374"/>
                  </a:lnTo>
                  <a:lnTo>
                    <a:pt x="92659" y="5706"/>
                  </a:lnTo>
                  <a:lnTo>
                    <a:pt x="87395" y="7210"/>
                  </a:lnTo>
                  <a:lnTo>
                    <a:pt x="82183" y="8887"/>
                  </a:lnTo>
                  <a:lnTo>
                    <a:pt x="77028" y="10733"/>
                  </a:lnTo>
                  <a:lnTo>
                    <a:pt x="71937" y="12747"/>
                  </a:lnTo>
                  <a:lnTo>
                    <a:pt x="66914" y="14926"/>
                  </a:lnTo>
                  <a:lnTo>
                    <a:pt x="61966" y="17269"/>
                  </a:lnTo>
                  <a:lnTo>
                    <a:pt x="57097" y="19773"/>
                  </a:lnTo>
                  <a:lnTo>
                    <a:pt x="52312" y="22435"/>
                  </a:lnTo>
                  <a:lnTo>
                    <a:pt x="47617" y="25252"/>
                  </a:lnTo>
                  <a:lnTo>
                    <a:pt x="43017" y="28221"/>
                  </a:lnTo>
                  <a:lnTo>
                    <a:pt x="38517" y="31339"/>
                  </a:lnTo>
                  <a:lnTo>
                    <a:pt x="34121" y="34603"/>
                  </a:lnTo>
                  <a:lnTo>
                    <a:pt x="29834" y="38010"/>
                  </a:lnTo>
                  <a:lnTo>
                    <a:pt x="25662" y="41554"/>
                  </a:lnTo>
                  <a:lnTo>
                    <a:pt x="21607" y="45234"/>
                  </a:lnTo>
                  <a:lnTo>
                    <a:pt x="17675" y="49044"/>
                  </a:lnTo>
                  <a:lnTo>
                    <a:pt x="13871" y="52981"/>
                  </a:lnTo>
                  <a:lnTo>
                    <a:pt x="10197" y="57041"/>
                  </a:lnTo>
                  <a:lnTo>
                    <a:pt x="6658" y="61218"/>
                  </a:lnTo>
                  <a:lnTo>
                    <a:pt x="3257" y="65510"/>
                  </a:lnTo>
                  <a:lnTo>
                    <a:pt x="0" y="69910"/>
                  </a:lnTo>
                  <a:lnTo>
                    <a:pt x="1359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85075" y="5088124"/>
              <a:ext cx="135963" cy="97256"/>
            </a:xfrm>
            <a:custGeom>
              <a:avLst/>
              <a:pathLst>
                <a:path w="135963" h="97256">
                  <a:moveTo>
                    <a:pt x="0" y="0"/>
                  </a:moveTo>
                  <a:lnTo>
                    <a:pt x="135963" y="972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73325" y="5088124"/>
              <a:ext cx="147713" cy="97256"/>
            </a:xfrm>
            <a:custGeom>
              <a:avLst/>
              <a:pathLst>
                <a:path w="147713" h="97256">
                  <a:moveTo>
                    <a:pt x="11749" y="0"/>
                  </a:moveTo>
                  <a:lnTo>
                    <a:pt x="7552" y="6153"/>
                  </a:lnTo>
                  <a:lnTo>
                    <a:pt x="3633" y="12487"/>
                  </a:lnTo>
                  <a:lnTo>
                    <a:pt x="0" y="18989"/>
                  </a:lnTo>
                  <a:lnTo>
                    <a:pt x="147713" y="972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3883" y="5018213"/>
              <a:ext cx="334306" cy="334334"/>
            </a:xfrm>
            <a:custGeom>
              <a:avLst/>
              <a:pathLst>
                <a:path w="334306" h="334334">
                  <a:moveTo>
                    <a:pt x="19442" y="88900"/>
                  </a:moveTo>
                  <a:lnTo>
                    <a:pt x="17035" y="93622"/>
                  </a:lnTo>
                  <a:lnTo>
                    <a:pt x="14779" y="98418"/>
                  </a:lnTo>
                  <a:lnTo>
                    <a:pt x="12677" y="103283"/>
                  </a:lnTo>
                  <a:lnTo>
                    <a:pt x="10729" y="108212"/>
                  </a:lnTo>
                  <a:lnTo>
                    <a:pt x="8939" y="113200"/>
                  </a:lnTo>
                  <a:lnTo>
                    <a:pt x="7308" y="118242"/>
                  </a:lnTo>
                  <a:lnTo>
                    <a:pt x="5837" y="123334"/>
                  </a:lnTo>
                  <a:lnTo>
                    <a:pt x="4529" y="128470"/>
                  </a:lnTo>
                  <a:lnTo>
                    <a:pt x="3384" y="133645"/>
                  </a:lnTo>
                  <a:lnTo>
                    <a:pt x="2403" y="138853"/>
                  </a:lnTo>
                  <a:lnTo>
                    <a:pt x="1589" y="144090"/>
                  </a:lnTo>
                  <a:lnTo>
                    <a:pt x="940" y="149350"/>
                  </a:lnTo>
                  <a:lnTo>
                    <a:pt x="459" y="154628"/>
                  </a:lnTo>
                  <a:lnTo>
                    <a:pt x="145" y="159918"/>
                  </a:lnTo>
                  <a:lnTo>
                    <a:pt x="0" y="165216"/>
                  </a:lnTo>
                  <a:lnTo>
                    <a:pt x="22" y="170516"/>
                  </a:lnTo>
                  <a:lnTo>
                    <a:pt x="212" y="175812"/>
                  </a:lnTo>
                  <a:lnTo>
                    <a:pt x="570" y="181100"/>
                  </a:lnTo>
                  <a:lnTo>
                    <a:pt x="1095" y="186374"/>
                  </a:lnTo>
                  <a:lnTo>
                    <a:pt x="1788" y="191628"/>
                  </a:lnTo>
                  <a:lnTo>
                    <a:pt x="2646" y="196858"/>
                  </a:lnTo>
                  <a:lnTo>
                    <a:pt x="3670" y="202058"/>
                  </a:lnTo>
                  <a:lnTo>
                    <a:pt x="4858" y="207223"/>
                  </a:lnTo>
                  <a:lnTo>
                    <a:pt x="6209" y="212348"/>
                  </a:lnTo>
                  <a:lnTo>
                    <a:pt x="7723" y="217427"/>
                  </a:lnTo>
                  <a:lnTo>
                    <a:pt x="9396" y="222456"/>
                  </a:lnTo>
                  <a:lnTo>
                    <a:pt x="11228" y="227429"/>
                  </a:lnTo>
                  <a:lnTo>
                    <a:pt x="13216" y="232341"/>
                  </a:lnTo>
                  <a:lnTo>
                    <a:pt x="15360" y="237189"/>
                  </a:lnTo>
                  <a:lnTo>
                    <a:pt x="17656" y="241965"/>
                  </a:lnTo>
                  <a:lnTo>
                    <a:pt x="20102" y="246667"/>
                  </a:lnTo>
                  <a:lnTo>
                    <a:pt x="22696" y="251288"/>
                  </a:lnTo>
                  <a:lnTo>
                    <a:pt x="25435" y="255825"/>
                  </a:lnTo>
                  <a:lnTo>
                    <a:pt x="28317" y="260273"/>
                  </a:lnTo>
                  <a:lnTo>
                    <a:pt x="31338" y="264628"/>
                  </a:lnTo>
                  <a:lnTo>
                    <a:pt x="34496" y="268884"/>
                  </a:lnTo>
                  <a:lnTo>
                    <a:pt x="37787" y="273038"/>
                  </a:lnTo>
                  <a:lnTo>
                    <a:pt x="41208" y="277086"/>
                  </a:lnTo>
                  <a:lnTo>
                    <a:pt x="44756" y="281023"/>
                  </a:lnTo>
                  <a:lnTo>
                    <a:pt x="48427" y="284846"/>
                  </a:lnTo>
                  <a:lnTo>
                    <a:pt x="52217" y="288551"/>
                  </a:lnTo>
                  <a:lnTo>
                    <a:pt x="56122" y="292133"/>
                  </a:lnTo>
                  <a:lnTo>
                    <a:pt x="60139" y="295590"/>
                  </a:lnTo>
                  <a:lnTo>
                    <a:pt x="64264" y="298918"/>
                  </a:lnTo>
                  <a:lnTo>
                    <a:pt x="68492" y="302113"/>
                  </a:lnTo>
                  <a:lnTo>
                    <a:pt x="72820" y="305173"/>
                  </a:lnTo>
                  <a:lnTo>
                    <a:pt x="77242" y="308094"/>
                  </a:lnTo>
                  <a:lnTo>
                    <a:pt x="81755" y="310874"/>
                  </a:lnTo>
                  <a:lnTo>
                    <a:pt x="86353" y="313509"/>
                  </a:lnTo>
                  <a:lnTo>
                    <a:pt x="91033" y="315997"/>
                  </a:lnTo>
                  <a:lnTo>
                    <a:pt x="95789" y="318335"/>
                  </a:lnTo>
                  <a:lnTo>
                    <a:pt x="100617" y="320521"/>
                  </a:lnTo>
                  <a:lnTo>
                    <a:pt x="105511" y="322553"/>
                  </a:lnTo>
                  <a:lnTo>
                    <a:pt x="110468" y="324429"/>
                  </a:lnTo>
                  <a:lnTo>
                    <a:pt x="115482" y="326147"/>
                  </a:lnTo>
                  <a:lnTo>
                    <a:pt x="120547" y="327705"/>
                  </a:lnTo>
                  <a:lnTo>
                    <a:pt x="125660" y="329102"/>
                  </a:lnTo>
                  <a:lnTo>
                    <a:pt x="130814" y="330336"/>
                  </a:lnTo>
                  <a:lnTo>
                    <a:pt x="136005" y="331406"/>
                  </a:lnTo>
                  <a:lnTo>
                    <a:pt x="141227" y="332311"/>
                  </a:lnTo>
                  <a:lnTo>
                    <a:pt x="146475" y="333050"/>
                  </a:lnTo>
                  <a:lnTo>
                    <a:pt x="151743" y="333622"/>
                  </a:lnTo>
                  <a:lnTo>
                    <a:pt x="157028" y="334027"/>
                  </a:lnTo>
                  <a:lnTo>
                    <a:pt x="162322" y="334264"/>
                  </a:lnTo>
                  <a:lnTo>
                    <a:pt x="167622" y="334334"/>
                  </a:lnTo>
                  <a:lnTo>
                    <a:pt x="172921" y="334235"/>
                  </a:lnTo>
                  <a:lnTo>
                    <a:pt x="178214" y="333968"/>
                  </a:lnTo>
                  <a:lnTo>
                    <a:pt x="183496" y="333534"/>
                  </a:lnTo>
                  <a:lnTo>
                    <a:pt x="188761" y="332932"/>
                  </a:lnTo>
                  <a:lnTo>
                    <a:pt x="194005" y="332164"/>
                  </a:lnTo>
                  <a:lnTo>
                    <a:pt x="199222" y="331230"/>
                  </a:lnTo>
                  <a:lnTo>
                    <a:pt x="204407" y="330131"/>
                  </a:lnTo>
                  <a:lnTo>
                    <a:pt x="209554" y="328868"/>
                  </a:lnTo>
                  <a:lnTo>
                    <a:pt x="214659" y="327443"/>
                  </a:lnTo>
                  <a:lnTo>
                    <a:pt x="219715" y="325857"/>
                  </a:lnTo>
                  <a:lnTo>
                    <a:pt x="224719" y="324111"/>
                  </a:lnTo>
                  <a:lnTo>
                    <a:pt x="229666" y="322207"/>
                  </a:lnTo>
                  <a:lnTo>
                    <a:pt x="234549" y="320148"/>
                  </a:lnTo>
                  <a:lnTo>
                    <a:pt x="239364" y="317934"/>
                  </a:lnTo>
                  <a:lnTo>
                    <a:pt x="244107" y="315570"/>
                  </a:lnTo>
                  <a:lnTo>
                    <a:pt x="248773" y="313056"/>
                  </a:lnTo>
                  <a:lnTo>
                    <a:pt x="253357" y="310395"/>
                  </a:lnTo>
                  <a:lnTo>
                    <a:pt x="257854" y="307591"/>
                  </a:lnTo>
                  <a:lnTo>
                    <a:pt x="262260" y="304645"/>
                  </a:lnTo>
                  <a:lnTo>
                    <a:pt x="266570" y="301561"/>
                  </a:lnTo>
                  <a:lnTo>
                    <a:pt x="270780" y="298342"/>
                  </a:lnTo>
                  <a:lnTo>
                    <a:pt x="274886" y="294991"/>
                  </a:lnTo>
                  <a:lnTo>
                    <a:pt x="278884" y="291512"/>
                  </a:lnTo>
                  <a:lnTo>
                    <a:pt x="282770" y="287908"/>
                  </a:lnTo>
                  <a:lnTo>
                    <a:pt x="286539" y="284182"/>
                  </a:lnTo>
                  <a:lnTo>
                    <a:pt x="290188" y="280339"/>
                  </a:lnTo>
                  <a:lnTo>
                    <a:pt x="293714" y="276382"/>
                  </a:lnTo>
                  <a:lnTo>
                    <a:pt x="297113" y="272315"/>
                  </a:lnTo>
                  <a:lnTo>
                    <a:pt x="300380" y="268143"/>
                  </a:lnTo>
                  <a:lnTo>
                    <a:pt x="303514" y="263869"/>
                  </a:lnTo>
                  <a:lnTo>
                    <a:pt x="306511" y="259498"/>
                  </a:lnTo>
                  <a:lnTo>
                    <a:pt x="309368" y="255034"/>
                  </a:lnTo>
                  <a:lnTo>
                    <a:pt x="312082" y="250481"/>
                  </a:lnTo>
                  <a:lnTo>
                    <a:pt x="314650" y="245845"/>
                  </a:lnTo>
                  <a:lnTo>
                    <a:pt x="317070" y="241130"/>
                  </a:lnTo>
                  <a:lnTo>
                    <a:pt x="319339" y="236341"/>
                  </a:lnTo>
                  <a:lnTo>
                    <a:pt x="321456" y="231482"/>
                  </a:lnTo>
                  <a:lnTo>
                    <a:pt x="323417" y="226558"/>
                  </a:lnTo>
                  <a:lnTo>
                    <a:pt x="325221" y="221575"/>
                  </a:lnTo>
                  <a:lnTo>
                    <a:pt x="326866" y="216537"/>
                  </a:lnTo>
                  <a:lnTo>
                    <a:pt x="328351" y="211449"/>
                  </a:lnTo>
                  <a:lnTo>
                    <a:pt x="329674" y="206317"/>
                  </a:lnTo>
                  <a:lnTo>
                    <a:pt x="330833" y="201146"/>
                  </a:lnTo>
                  <a:lnTo>
                    <a:pt x="331828" y="195940"/>
                  </a:lnTo>
                  <a:lnTo>
                    <a:pt x="332657" y="190706"/>
                  </a:lnTo>
                  <a:lnTo>
                    <a:pt x="333320" y="185447"/>
                  </a:lnTo>
                  <a:lnTo>
                    <a:pt x="333816" y="180171"/>
                  </a:lnTo>
                  <a:lnTo>
                    <a:pt x="334145" y="174881"/>
                  </a:lnTo>
                  <a:lnTo>
                    <a:pt x="334306" y="169584"/>
                  </a:lnTo>
                  <a:lnTo>
                    <a:pt x="334298" y="164284"/>
                  </a:lnTo>
                  <a:lnTo>
                    <a:pt x="334123" y="158987"/>
                  </a:lnTo>
                  <a:lnTo>
                    <a:pt x="333780" y="153698"/>
                  </a:lnTo>
                  <a:lnTo>
                    <a:pt x="333269" y="148423"/>
                  </a:lnTo>
                  <a:lnTo>
                    <a:pt x="332591" y="143167"/>
                  </a:lnTo>
                  <a:lnTo>
                    <a:pt x="331747" y="137935"/>
                  </a:lnTo>
                  <a:lnTo>
                    <a:pt x="330738" y="132732"/>
                  </a:lnTo>
                  <a:lnTo>
                    <a:pt x="329564" y="127564"/>
                  </a:lnTo>
                  <a:lnTo>
                    <a:pt x="328227" y="122435"/>
                  </a:lnTo>
                  <a:lnTo>
                    <a:pt x="326728" y="117352"/>
                  </a:lnTo>
                  <a:lnTo>
                    <a:pt x="325069" y="112318"/>
                  </a:lnTo>
                  <a:lnTo>
                    <a:pt x="323251" y="107340"/>
                  </a:lnTo>
                  <a:lnTo>
                    <a:pt x="321276" y="102422"/>
                  </a:lnTo>
                  <a:lnTo>
                    <a:pt x="319146" y="97569"/>
                  </a:lnTo>
                  <a:lnTo>
                    <a:pt x="316863" y="92786"/>
                  </a:lnTo>
                  <a:lnTo>
                    <a:pt x="314430" y="88078"/>
                  </a:lnTo>
                  <a:lnTo>
                    <a:pt x="311849" y="83449"/>
                  </a:lnTo>
                  <a:lnTo>
                    <a:pt x="309122" y="78904"/>
                  </a:lnTo>
                  <a:lnTo>
                    <a:pt x="306253" y="74448"/>
                  </a:lnTo>
                  <a:lnTo>
                    <a:pt x="303244" y="70085"/>
                  </a:lnTo>
                  <a:lnTo>
                    <a:pt x="300098" y="65820"/>
                  </a:lnTo>
                  <a:lnTo>
                    <a:pt x="296819" y="61657"/>
                  </a:lnTo>
                  <a:lnTo>
                    <a:pt x="293409" y="57599"/>
                  </a:lnTo>
                  <a:lnTo>
                    <a:pt x="289872" y="53652"/>
                  </a:lnTo>
                  <a:lnTo>
                    <a:pt x="286212" y="49819"/>
                  </a:lnTo>
                  <a:lnTo>
                    <a:pt x="282432" y="46104"/>
                  </a:lnTo>
                  <a:lnTo>
                    <a:pt x="278537" y="42511"/>
                  </a:lnTo>
                  <a:lnTo>
                    <a:pt x="274529" y="39043"/>
                  </a:lnTo>
                  <a:lnTo>
                    <a:pt x="270414" y="35703"/>
                  </a:lnTo>
                  <a:lnTo>
                    <a:pt x="266195" y="32496"/>
                  </a:lnTo>
                  <a:lnTo>
                    <a:pt x="261876" y="29424"/>
                  </a:lnTo>
                  <a:lnTo>
                    <a:pt x="257462" y="26491"/>
                  </a:lnTo>
                  <a:lnTo>
                    <a:pt x="252957" y="23699"/>
                  </a:lnTo>
                  <a:lnTo>
                    <a:pt x="248366" y="21051"/>
                  </a:lnTo>
                  <a:lnTo>
                    <a:pt x="243693" y="18550"/>
                  </a:lnTo>
                  <a:lnTo>
                    <a:pt x="238944" y="16199"/>
                  </a:lnTo>
                  <a:lnTo>
                    <a:pt x="234122" y="13999"/>
                  </a:lnTo>
                  <a:lnTo>
                    <a:pt x="229233" y="11953"/>
                  </a:lnTo>
                  <a:lnTo>
                    <a:pt x="224282" y="10063"/>
                  </a:lnTo>
                  <a:lnTo>
                    <a:pt x="219273" y="8331"/>
                  </a:lnTo>
                  <a:lnTo>
                    <a:pt x="214211" y="6759"/>
                  </a:lnTo>
                  <a:lnTo>
                    <a:pt x="209103" y="5348"/>
                  </a:lnTo>
                  <a:lnTo>
                    <a:pt x="203952" y="4100"/>
                  </a:lnTo>
                  <a:lnTo>
                    <a:pt x="198764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256085" y="4659281"/>
              <a:ext cx="333225" cy="334334"/>
            </a:xfrm>
            <a:custGeom>
              <a:avLst/>
              <a:pathLst>
                <a:path w="333225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5" y="2096"/>
                  </a:lnTo>
                  <a:lnTo>
                    <a:pt x="135534" y="3016"/>
                  </a:lnTo>
                  <a:lnTo>
                    <a:pt x="130346" y="4101"/>
                  </a:lnTo>
                  <a:lnTo>
                    <a:pt x="125194" y="5350"/>
                  </a:lnTo>
                  <a:lnTo>
                    <a:pt x="120085" y="6761"/>
                  </a:lnTo>
                  <a:lnTo>
                    <a:pt x="115023" y="8334"/>
                  </a:lnTo>
                  <a:lnTo>
                    <a:pt x="110013" y="10067"/>
                  </a:lnTo>
                  <a:lnTo>
                    <a:pt x="105061" y="11957"/>
                  </a:lnTo>
                  <a:lnTo>
                    <a:pt x="100171" y="14004"/>
                  </a:lnTo>
                  <a:lnTo>
                    <a:pt x="95349" y="16204"/>
                  </a:lnTo>
                  <a:lnTo>
                    <a:pt x="90598" y="18557"/>
                  </a:lnTo>
                  <a:lnTo>
                    <a:pt x="85925" y="21058"/>
                  </a:lnTo>
                  <a:lnTo>
                    <a:pt x="81334" y="23707"/>
                  </a:lnTo>
                  <a:lnTo>
                    <a:pt x="76828" y="26500"/>
                  </a:lnTo>
                  <a:lnTo>
                    <a:pt x="72414" y="29434"/>
                  </a:lnTo>
                  <a:lnTo>
                    <a:pt x="68095" y="32507"/>
                  </a:lnTo>
                  <a:lnTo>
                    <a:pt x="63875" y="35716"/>
                  </a:lnTo>
                  <a:lnTo>
                    <a:pt x="59759" y="39056"/>
                  </a:lnTo>
                  <a:lnTo>
                    <a:pt x="55751" y="42525"/>
                  </a:lnTo>
                  <a:lnTo>
                    <a:pt x="51856" y="46120"/>
                  </a:lnTo>
                  <a:lnTo>
                    <a:pt x="48076" y="49836"/>
                  </a:lnTo>
                  <a:lnTo>
                    <a:pt x="44415" y="53670"/>
                  </a:lnTo>
                  <a:lnTo>
                    <a:pt x="40879" y="57619"/>
                  </a:lnTo>
                  <a:lnTo>
                    <a:pt x="37469" y="61677"/>
                  </a:lnTo>
                  <a:lnTo>
                    <a:pt x="34190" y="65842"/>
                  </a:lnTo>
                  <a:lnTo>
                    <a:pt x="31044" y="70108"/>
                  </a:lnTo>
                  <a:lnTo>
                    <a:pt x="28035" y="74472"/>
                  </a:lnTo>
                  <a:lnTo>
                    <a:pt x="25166" y="78930"/>
                  </a:lnTo>
                  <a:lnTo>
                    <a:pt x="22440" y="83476"/>
                  </a:lnTo>
                  <a:lnTo>
                    <a:pt x="19859" y="88106"/>
                  </a:lnTo>
                  <a:lnTo>
                    <a:pt x="17426" y="92815"/>
                  </a:lnTo>
                  <a:lnTo>
                    <a:pt x="15144" y="97600"/>
                  </a:lnTo>
                  <a:lnTo>
                    <a:pt x="13015" y="102454"/>
                  </a:lnTo>
                  <a:lnTo>
                    <a:pt x="11041" y="107373"/>
                  </a:lnTo>
                  <a:lnTo>
                    <a:pt x="9224" y="112353"/>
                  </a:lnTo>
                  <a:lnTo>
                    <a:pt x="7565" y="117388"/>
                  </a:lnTo>
                  <a:lnTo>
                    <a:pt x="6067" y="122472"/>
                  </a:lnTo>
                  <a:lnTo>
                    <a:pt x="4731" y="127602"/>
                  </a:lnTo>
                  <a:lnTo>
                    <a:pt x="3558" y="132771"/>
                  </a:lnTo>
                  <a:lnTo>
                    <a:pt x="2550" y="137975"/>
                  </a:lnTo>
                  <a:lnTo>
                    <a:pt x="1707" y="143209"/>
                  </a:lnTo>
                  <a:lnTo>
                    <a:pt x="1031" y="148466"/>
                  </a:lnTo>
                  <a:lnTo>
                    <a:pt x="521" y="153742"/>
                  </a:lnTo>
                  <a:lnTo>
                    <a:pt x="179" y="159032"/>
                  </a:lnTo>
                  <a:lnTo>
                    <a:pt x="5" y="164330"/>
                  </a:lnTo>
                  <a:lnTo>
                    <a:pt x="0" y="169631"/>
                  </a:lnTo>
                  <a:lnTo>
                    <a:pt x="162" y="174929"/>
                  </a:lnTo>
                  <a:lnTo>
                    <a:pt x="492" y="180220"/>
                  </a:lnTo>
                  <a:lnTo>
                    <a:pt x="989" y="185497"/>
                  </a:lnTo>
                  <a:lnTo>
                    <a:pt x="1654" y="190756"/>
                  </a:lnTo>
                  <a:lnTo>
                    <a:pt x="2485" y="195991"/>
                  </a:lnTo>
                  <a:lnTo>
                    <a:pt x="3482" y="201197"/>
                  </a:lnTo>
                  <a:lnTo>
                    <a:pt x="4643" y="206369"/>
                  </a:lnTo>
                  <a:lnTo>
                    <a:pt x="5968" y="211502"/>
                  </a:lnTo>
                  <a:lnTo>
                    <a:pt x="7454" y="216590"/>
                  </a:lnTo>
                  <a:lnTo>
                    <a:pt x="9102" y="221628"/>
                  </a:lnTo>
                  <a:lnTo>
                    <a:pt x="10908" y="226612"/>
                  </a:lnTo>
                  <a:lnTo>
                    <a:pt x="12871" y="231536"/>
                  </a:lnTo>
                  <a:lnTo>
                    <a:pt x="14989" y="236395"/>
                  </a:lnTo>
                  <a:lnTo>
                    <a:pt x="17261" y="241184"/>
                  </a:lnTo>
                  <a:lnTo>
                    <a:pt x="19683" y="245899"/>
                  </a:lnTo>
                  <a:lnTo>
                    <a:pt x="22253" y="250535"/>
                  </a:lnTo>
                  <a:lnTo>
                    <a:pt x="24969" y="255087"/>
                  </a:lnTo>
                  <a:lnTo>
                    <a:pt x="27828" y="259551"/>
                  </a:lnTo>
                  <a:lnTo>
                    <a:pt x="30828" y="263922"/>
                  </a:lnTo>
                  <a:lnTo>
                    <a:pt x="33964" y="268195"/>
                  </a:lnTo>
                  <a:lnTo>
                    <a:pt x="37234" y="272367"/>
                  </a:lnTo>
                  <a:lnTo>
                    <a:pt x="40635" y="276433"/>
                  </a:lnTo>
                  <a:lnTo>
                    <a:pt x="44162" y="280389"/>
                  </a:lnTo>
                  <a:lnTo>
                    <a:pt x="47814" y="284232"/>
                  </a:lnTo>
                  <a:lnTo>
                    <a:pt x="51586" y="287956"/>
                  </a:lnTo>
                  <a:lnTo>
                    <a:pt x="55473" y="291560"/>
                  </a:lnTo>
                  <a:lnTo>
                    <a:pt x="59473" y="295038"/>
                  </a:lnTo>
                  <a:lnTo>
                    <a:pt x="63582" y="298387"/>
                  </a:lnTo>
                  <a:lnTo>
                    <a:pt x="67794" y="301605"/>
                  </a:lnTo>
                  <a:lnTo>
                    <a:pt x="72107" y="304688"/>
                  </a:lnTo>
                  <a:lnTo>
                    <a:pt x="76515" y="307632"/>
                  </a:lnTo>
                  <a:lnTo>
                    <a:pt x="81014" y="310435"/>
                  </a:lnTo>
                  <a:lnTo>
                    <a:pt x="85599" y="313094"/>
                  </a:lnTo>
                  <a:lnTo>
                    <a:pt x="90267" y="315606"/>
                  </a:lnTo>
                  <a:lnTo>
                    <a:pt x="95012" y="317969"/>
                  </a:lnTo>
                  <a:lnTo>
                    <a:pt x="99829" y="320180"/>
                  </a:lnTo>
                  <a:lnTo>
                    <a:pt x="104715" y="322238"/>
                  </a:lnTo>
                  <a:lnTo>
                    <a:pt x="109663" y="324139"/>
                  </a:lnTo>
                  <a:lnTo>
                    <a:pt x="114668" y="325883"/>
                  </a:lnTo>
                  <a:lnTo>
                    <a:pt x="119727" y="327467"/>
                  </a:lnTo>
                  <a:lnTo>
                    <a:pt x="124833" y="328890"/>
                  </a:lnTo>
                  <a:lnTo>
                    <a:pt x="129982" y="330150"/>
                  </a:lnTo>
                  <a:lnTo>
                    <a:pt x="135168" y="331247"/>
                  </a:lnTo>
                  <a:lnTo>
                    <a:pt x="140386" y="332178"/>
                  </a:lnTo>
                  <a:lnTo>
                    <a:pt x="145632" y="332944"/>
                  </a:lnTo>
                  <a:lnTo>
                    <a:pt x="150898" y="333543"/>
                  </a:lnTo>
                  <a:lnTo>
                    <a:pt x="156182" y="333974"/>
                  </a:lnTo>
                  <a:lnTo>
                    <a:pt x="161476" y="334238"/>
                  </a:lnTo>
                  <a:lnTo>
                    <a:pt x="166776" y="334334"/>
                  </a:lnTo>
                  <a:lnTo>
                    <a:pt x="172076" y="334262"/>
                  </a:lnTo>
                  <a:lnTo>
                    <a:pt x="177371" y="334022"/>
                  </a:lnTo>
                  <a:lnTo>
                    <a:pt x="182656" y="333614"/>
                  </a:lnTo>
                  <a:lnTo>
                    <a:pt x="187926" y="333038"/>
                  </a:lnTo>
                  <a:lnTo>
                    <a:pt x="193174" y="332296"/>
                  </a:lnTo>
                  <a:lnTo>
                    <a:pt x="198397" y="331388"/>
                  </a:lnTo>
                  <a:lnTo>
                    <a:pt x="203588" y="330315"/>
                  </a:lnTo>
                  <a:lnTo>
                    <a:pt x="208742" y="329077"/>
                  </a:lnTo>
                  <a:lnTo>
                    <a:pt x="213855" y="327677"/>
                  </a:lnTo>
                  <a:lnTo>
                    <a:pt x="218920" y="326116"/>
                  </a:lnTo>
                  <a:lnTo>
                    <a:pt x="223934" y="324394"/>
                  </a:lnTo>
                  <a:lnTo>
                    <a:pt x="228890" y="322515"/>
                  </a:lnTo>
                  <a:lnTo>
                    <a:pt x="233784" y="320479"/>
                  </a:lnTo>
                  <a:lnTo>
                    <a:pt x="238612" y="318289"/>
                  </a:lnTo>
                  <a:lnTo>
                    <a:pt x="243367" y="315948"/>
                  </a:lnTo>
                  <a:lnTo>
                    <a:pt x="248046" y="313456"/>
                  </a:lnTo>
                  <a:lnTo>
                    <a:pt x="252644" y="310818"/>
                  </a:lnTo>
                  <a:lnTo>
                    <a:pt x="257155" y="308035"/>
                  </a:lnTo>
                  <a:lnTo>
                    <a:pt x="261576" y="305111"/>
                  </a:lnTo>
                  <a:lnTo>
                    <a:pt x="265902" y="302047"/>
                  </a:lnTo>
                  <a:lnTo>
                    <a:pt x="270129" y="298849"/>
                  </a:lnTo>
                  <a:lnTo>
                    <a:pt x="274252" y="295517"/>
                  </a:lnTo>
                  <a:lnTo>
                    <a:pt x="278268" y="292057"/>
                  </a:lnTo>
                  <a:lnTo>
                    <a:pt x="282172" y="288471"/>
                  </a:lnTo>
                  <a:lnTo>
                    <a:pt x="285960" y="284763"/>
                  </a:lnTo>
                  <a:lnTo>
                    <a:pt x="289628" y="280937"/>
                  </a:lnTo>
                  <a:lnTo>
                    <a:pt x="293174" y="276997"/>
                  </a:lnTo>
                  <a:lnTo>
                    <a:pt x="296593" y="272946"/>
                  </a:lnTo>
                  <a:lnTo>
                    <a:pt x="299882" y="268789"/>
                  </a:lnTo>
                  <a:lnTo>
                    <a:pt x="303037" y="264529"/>
                  </a:lnTo>
                  <a:lnTo>
                    <a:pt x="306055" y="260172"/>
                  </a:lnTo>
                  <a:lnTo>
                    <a:pt x="308934" y="255721"/>
                  </a:lnTo>
                  <a:lnTo>
                    <a:pt x="311671" y="251181"/>
                  </a:lnTo>
                  <a:lnTo>
                    <a:pt x="314262" y="246557"/>
                  </a:lnTo>
                  <a:lnTo>
                    <a:pt x="316705" y="241853"/>
                  </a:lnTo>
                  <a:lnTo>
                    <a:pt x="318998" y="237073"/>
                  </a:lnTo>
                  <a:lnTo>
                    <a:pt x="321138" y="232224"/>
                  </a:lnTo>
                  <a:lnTo>
                    <a:pt x="323123" y="227309"/>
                  </a:lnTo>
                  <a:lnTo>
                    <a:pt x="324951" y="222333"/>
                  </a:lnTo>
                  <a:lnTo>
                    <a:pt x="326621" y="217302"/>
                  </a:lnTo>
                  <a:lnTo>
                    <a:pt x="328130" y="212221"/>
                  </a:lnTo>
                  <a:lnTo>
                    <a:pt x="329478" y="207094"/>
                  </a:lnTo>
                  <a:lnTo>
                    <a:pt x="330662" y="201928"/>
                  </a:lnTo>
                  <a:lnTo>
                    <a:pt x="331682" y="196726"/>
                  </a:lnTo>
                  <a:lnTo>
                    <a:pt x="332537" y="191494"/>
                  </a:lnTo>
                  <a:lnTo>
                    <a:pt x="333225" y="18623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826449"/>
              <a:ext cx="166075" cy="19071"/>
            </a:xfrm>
            <a:custGeom>
              <a:avLst/>
              <a:pathLst>
                <a:path w="166075" h="19071">
                  <a:moveTo>
                    <a:pt x="166075" y="190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826449"/>
              <a:ext cx="166075" cy="19071"/>
            </a:xfrm>
            <a:custGeom>
              <a:avLst/>
              <a:pathLst>
                <a:path w="166075" h="19071">
                  <a:moveTo>
                    <a:pt x="166075" y="190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763088"/>
              <a:ext cx="167151" cy="82432"/>
            </a:xfrm>
            <a:custGeom>
              <a:avLst/>
              <a:pathLst>
                <a:path w="167151" h="82432">
                  <a:moveTo>
                    <a:pt x="166075" y="82432"/>
                  </a:moveTo>
                  <a:lnTo>
                    <a:pt x="166622" y="76852"/>
                  </a:lnTo>
                  <a:lnTo>
                    <a:pt x="166980" y="71257"/>
                  </a:lnTo>
                  <a:lnTo>
                    <a:pt x="167151" y="65653"/>
                  </a:lnTo>
                  <a:lnTo>
                    <a:pt x="167134" y="60047"/>
                  </a:lnTo>
                  <a:lnTo>
                    <a:pt x="166929" y="54445"/>
                  </a:lnTo>
                  <a:lnTo>
                    <a:pt x="166536" y="48852"/>
                  </a:lnTo>
                  <a:lnTo>
                    <a:pt x="165956" y="43276"/>
                  </a:lnTo>
                  <a:lnTo>
                    <a:pt x="165189" y="37722"/>
                  </a:lnTo>
                  <a:lnTo>
                    <a:pt x="164237" y="32198"/>
                  </a:lnTo>
                  <a:lnTo>
                    <a:pt x="163099" y="26708"/>
                  </a:lnTo>
                  <a:lnTo>
                    <a:pt x="161779" y="21259"/>
                  </a:lnTo>
                  <a:lnTo>
                    <a:pt x="160276" y="15858"/>
                  </a:lnTo>
                  <a:lnTo>
                    <a:pt x="158593" y="10511"/>
                  </a:lnTo>
                  <a:lnTo>
                    <a:pt x="156732" y="5222"/>
                  </a:lnTo>
                  <a:lnTo>
                    <a:pt x="154694" y="0"/>
                  </a:lnTo>
                  <a:lnTo>
                    <a:pt x="0" y="63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154694" cy="167167"/>
            </a:xfrm>
            <a:custGeom>
              <a:avLst/>
              <a:pathLst>
                <a:path w="154694" h="167167">
                  <a:moveTo>
                    <a:pt x="154694" y="103806"/>
                  </a:moveTo>
                  <a:lnTo>
                    <a:pt x="152531" y="98762"/>
                  </a:lnTo>
                  <a:lnTo>
                    <a:pt x="150203" y="93792"/>
                  </a:lnTo>
                  <a:lnTo>
                    <a:pt x="147713" y="88900"/>
                  </a:lnTo>
                  <a:lnTo>
                    <a:pt x="145064" y="84093"/>
                  </a:lnTo>
                  <a:lnTo>
                    <a:pt x="142258" y="79376"/>
                  </a:lnTo>
                  <a:lnTo>
                    <a:pt x="139300" y="74753"/>
                  </a:lnTo>
                  <a:lnTo>
                    <a:pt x="136191" y="70229"/>
                  </a:lnTo>
                  <a:lnTo>
                    <a:pt x="132935" y="65811"/>
                  </a:lnTo>
                  <a:lnTo>
                    <a:pt x="129536" y="61501"/>
                  </a:lnTo>
                  <a:lnTo>
                    <a:pt x="125997" y="57305"/>
                  </a:lnTo>
                  <a:lnTo>
                    <a:pt x="122323" y="53228"/>
                  </a:lnTo>
                  <a:lnTo>
                    <a:pt x="118516" y="49274"/>
                  </a:lnTo>
                  <a:lnTo>
                    <a:pt x="114582" y="45447"/>
                  </a:lnTo>
                  <a:lnTo>
                    <a:pt x="110524" y="41751"/>
                  </a:lnTo>
                  <a:lnTo>
                    <a:pt x="106347" y="38190"/>
                  </a:lnTo>
                  <a:lnTo>
                    <a:pt x="102056" y="34768"/>
                  </a:lnTo>
                  <a:lnTo>
                    <a:pt x="97654" y="31489"/>
                  </a:lnTo>
                  <a:lnTo>
                    <a:pt x="93148" y="28356"/>
                  </a:lnTo>
                  <a:lnTo>
                    <a:pt x="88540" y="25373"/>
                  </a:lnTo>
                  <a:lnTo>
                    <a:pt x="83838" y="22543"/>
                  </a:lnTo>
                  <a:lnTo>
                    <a:pt x="79045" y="19869"/>
                  </a:lnTo>
                  <a:lnTo>
                    <a:pt x="74166" y="17353"/>
                  </a:lnTo>
                  <a:lnTo>
                    <a:pt x="69208" y="14999"/>
                  </a:lnTo>
                  <a:lnTo>
                    <a:pt x="64175" y="12809"/>
                  </a:lnTo>
                  <a:lnTo>
                    <a:pt x="59073" y="10785"/>
                  </a:lnTo>
                  <a:lnTo>
                    <a:pt x="53908" y="8930"/>
                  </a:lnTo>
                  <a:lnTo>
                    <a:pt x="48684" y="7246"/>
                  </a:lnTo>
                  <a:lnTo>
                    <a:pt x="43408" y="5734"/>
                  </a:lnTo>
                  <a:lnTo>
                    <a:pt x="38085" y="4396"/>
                  </a:lnTo>
                  <a:lnTo>
                    <a:pt x="32720" y="3233"/>
                  </a:lnTo>
                  <a:lnTo>
                    <a:pt x="27321" y="2247"/>
                  </a:lnTo>
                  <a:lnTo>
                    <a:pt x="21892" y="1439"/>
                  </a:lnTo>
                  <a:lnTo>
                    <a:pt x="16440" y="810"/>
                  </a:lnTo>
                  <a:lnTo>
                    <a:pt x="10969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561305" y="4213821"/>
              <a:ext cx="167167" cy="310395"/>
            </a:xfrm>
            <a:custGeom>
              <a:avLst/>
              <a:pathLst>
                <a:path w="167167" h="310395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5" y="774"/>
                  </a:lnTo>
                  <a:lnTo>
                    <a:pt x="145764" y="1375"/>
                  </a:lnTo>
                  <a:lnTo>
                    <a:pt x="140454" y="2148"/>
                  </a:lnTo>
                  <a:lnTo>
                    <a:pt x="135172" y="3090"/>
                  </a:lnTo>
                  <a:lnTo>
                    <a:pt x="129923" y="4201"/>
                  </a:lnTo>
                  <a:lnTo>
                    <a:pt x="124713" y="5480"/>
                  </a:lnTo>
                  <a:lnTo>
                    <a:pt x="119546" y="6926"/>
                  </a:lnTo>
                  <a:lnTo>
                    <a:pt x="114428" y="8537"/>
                  </a:lnTo>
                  <a:lnTo>
                    <a:pt x="109365" y="10311"/>
                  </a:lnTo>
                  <a:lnTo>
                    <a:pt x="104361" y="12246"/>
                  </a:lnTo>
                  <a:lnTo>
                    <a:pt x="99422" y="14342"/>
                  </a:lnTo>
                  <a:lnTo>
                    <a:pt x="94552" y="16594"/>
                  </a:lnTo>
                  <a:lnTo>
                    <a:pt x="89758" y="19002"/>
                  </a:lnTo>
                  <a:lnTo>
                    <a:pt x="85043" y="21563"/>
                  </a:lnTo>
                  <a:lnTo>
                    <a:pt x="80412" y="24273"/>
                  </a:lnTo>
                  <a:lnTo>
                    <a:pt x="75872" y="27131"/>
                  </a:lnTo>
                  <a:lnTo>
                    <a:pt x="71425" y="30133"/>
                  </a:lnTo>
                  <a:lnTo>
                    <a:pt x="67076" y="33276"/>
                  </a:lnTo>
                  <a:lnTo>
                    <a:pt x="62831" y="36557"/>
                  </a:lnTo>
                  <a:lnTo>
                    <a:pt x="58694" y="39972"/>
                  </a:lnTo>
                  <a:lnTo>
                    <a:pt x="54668" y="43519"/>
                  </a:lnTo>
                  <a:lnTo>
                    <a:pt x="50758" y="47192"/>
                  </a:lnTo>
                  <a:lnTo>
                    <a:pt x="46967" y="50990"/>
                  </a:lnTo>
                  <a:lnTo>
                    <a:pt x="43301" y="54907"/>
                  </a:lnTo>
                  <a:lnTo>
                    <a:pt x="39762" y="58940"/>
                  </a:lnTo>
                  <a:lnTo>
                    <a:pt x="36355" y="63084"/>
                  </a:lnTo>
                  <a:lnTo>
                    <a:pt x="33082" y="67336"/>
                  </a:lnTo>
                  <a:lnTo>
                    <a:pt x="29947" y="71690"/>
                  </a:lnTo>
                  <a:lnTo>
                    <a:pt x="26954" y="76143"/>
                  </a:lnTo>
                  <a:lnTo>
                    <a:pt x="24105" y="80689"/>
                  </a:lnTo>
                  <a:lnTo>
                    <a:pt x="21404" y="85325"/>
                  </a:lnTo>
                  <a:lnTo>
                    <a:pt x="18853" y="90044"/>
                  </a:lnTo>
                  <a:lnTo>
                    <a:pt x="16454" y="94844"/>
                  </a:lnTo>
                  <a:lnTo>
                    <a:pt x="14211" y="99717"/>
                  </a:lnTo>
                  <a:lnTo>
                    <a:pt x="12125" y="104661"/>
                  </a:lnTo>
                  <a:lnTo>
                    <a:pt x="10199" y="109668"/>
                  </a:lnTo>
                  <a:lnTo>
                    <a:pt x="8435" y="114735"/>
                  </a:lnTo>
                  <a:lnTo>
                    <a:pt x="6834" y="119856"/>
                  </a:lnTo>
                  <a:lnTo>
                    <a:pt x="5398" y="125026"/>
                  </a:lnTo>
                  <a:lnTo>
                    <a:pt x="4129" y="130239"/>
                  </a:lnTo>
                  <a:lnTo>
                    <a:pt x="3028" y="135490"/>
                  </a:lnTo>
                  <a:lnTo>
                    <a:pt x="2096" y="140773"/>
                  </a:lnTo>
                  <a:lnTo>
                    <a:pt x="1334" y="146084"/>
                  </a:lnTo>
                  <a:lnTo>
                    <a:pt x="743" y="151417"/>
                  </a:lnTo>
                  <a:lnTo>
                    <a:pt x="323" y="156766"/>
                  </a:lnTo>
                  <a:lnTo>
                    <a:pt x="75" y="162125"/>
                  </a:lnTo>
                  <a:lnTo>
                    <a:pt x="0" y="167490"/>
                  </a:lnTo>
                  <a:lnTo>
                    <a:pt x="96" y="172854"/>
                  </a:lnTo>
                  <a:lnTo>
                    <a:pt x="365" y="178213"/>
                  </a:lnTo>
                  <a:lnTo>
                    <a:pt x="805" y="183560"/>
                  </a:lnTo>
                  <a:lnTo>
                    <a:pt x="1417" y="188890"/>
                  </a:lnTo>
                  <a:lnTo>
                    <a:pt x="2199" y="194198"/>
                  </a:lnTo>
                  <a:lnTo>
                    <a:pt x="3152" y="199478"/>
                  </a:lnTo>
                  <a:lnTo>
                    <a:pt x="4273" y="204725"/>
                  </a:lnTo>
                  <a:lnTo>
                    <a:pt x="5562" y="209933"/>
                  </a:lnTo>
                  <a:lnTo>
                    <a:pt x="7018" y="215097"/>
                  </a:lnTo>
                  <a:lnTo>
                    <a:pt x="8638" y="220212"/>
                  </a:lnTo>
                  <a:lnTo>
                    <a:pt x="10422" y="225272"/>
                  </a:lnTo>
                  <a:lnTo>
                    <a:pt x="12368" y="230272"/>
                  </a:lnTo>
                  <a:lnTo>
                    <a:pt x="14473" y="235207"/>
                  </a:lnTo>
                  <a:lnTo>
                    <a:pt x="16735" y="240072"/>
                  </a:lnTo>
                  <a:lnTo>
                    <a:pt x="19152" y="244862"/>
                  </a:lnTo>
                  <a:lnTo>
                    <a:pt x="21721" y="249572"/>
                  </a:lnTo>
                  <a:lnTo>
                    <a:pt x="24441" y="254197"/>
                  </a:lnTo>
                  <a:lnTo>
                    <a:pt x="27307" y="258733"/>
                  </a:lnTo>
                  <a:lnTo>
                    <a:pt x="30318" y="263174"/>
                  </a:lnTo>
                  <a:lnTo>
                    <a:pt x="33469" y="267516"/>
                  </a:lnTo>
                  <a:lnTo>
                    <a:pt x="36758" y="271755"/>
                  </a:lnTo>
                  <a:lnTo>
                    <a:pt x="40182" y="275886"/>
                  </a:lnTo>
                  <a:lnTo>
                    <a:pt x="43736" y="279905"/>
                  </a:lnTo>
                  <a:lnTo>
                    <a:pt x="47417" y="283808"/>
                  </a:lnTo>
                  <a:lnTo>
                    <a:pt x="51222" y="287590"/>
                  </a:lnTo>
                  <a:lnTo>
                    <a:pt x="55146" y="291249"/>
                  </a:lnTo>
                  <a:lnTo>
                    <a:pt x="59186" y="294780"/>
                  </a:lnTo>
                  <a:lnTo>
                    <a:pt x="63337" y="298180"/>
                  </a:lnTo>
                  <a:lnTo>
                    <a:pt x="67595" y="301444"/>
                  </a:lnTo>
                  <a:lnTo>
                    <a:pt x="71955" y="304570"/>
                  </a:lnTo>
                  <a:lnTo>
                    <a:pt x="76413" y="307555"/>
                  </a:lnTo>
                  <a:lnTo>
                    <a:pt x="80965" y="31039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642271" y="4380988"/>
              <a:ext cx="86201" cy="143228"/>
            </a:xfrm>
            <a:custGeom>
              <a:avLst/>
              <a:pathLst>
                <a:path w="86201" h="143228">
                  <a:moveTo>
                    <a:pt x="0" y="143228"/>
                  </a:moveTo>
                  <a:lnTo>
                    <a:pt x="862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642271" y="4380988"/>
              <a:ext cx="86201" cy="158857"/>
            </a:xfrm>
            <a:custGeom>
              <a:avLst/>
              <a:pathLst>
                <a:path w="86201" h="158857">
                  <a:moveTo>
                    <a:pt x="0" y="143228"/>
                  </a:moveTo>
                  <a:lnTo>
                    <a:pt x="5434" y="146361"/>
                  </a:lnTo>
                  <a:lnTo>
                    <a:pt x="10982" y="149288"/>
                  </a:lnTo>
                  <a:lnTo>
                    <a:pt x="16635" y="152005"/>
                  </a:lnTo>
                  <a:lnTo>
                    <a:pt x="22387" y="154508"/>
                  </a:lnTo>
                  <a:lnTo>
                    <a:pt x="28229" y="156793"/>
                  </a:lnTo>
                  <a:lnTo>
                    <a:pt x="34152" y="158857"/>
                  </a:lnTo>
                  <a:lnTo>
                    <a:pt x="8620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676423" y="4213821"/>
              <a:ext cx="219196" cy="334334"/>
            </a:xfrm>
            <a:custGeom>
              <a:avLst/>
              <a:pathLst>
                <a:path w="219196" h="334334">
                  <a:moveTo>
                    <a:pt x="0" y="326025"/>
                  </a:moveTo>
                  <a:lnTo>
                    <a:pt x="5065" y="327596"/>
                  </a:lnTo>
                  <a:lnTo>
                    <a:pt x="10178" y="329006"/>
                  </a:lnTo>
                  <a:lnTo>
                    <a:pt x="15332" y="330252"/>
                  </a:lnTo>
                  <a:lnTo>
                    <a:pt x="20524" y="331335"/>
                  </a:lnTo>
                  <a:lnTo>
                    <a:pt x="25748" y="332252"/>
                  </a:lnTo>
                  <a:lnTo>
                    <a:pt x="30998" y="333004"/>
                  </a:lnTo>
                  <a:lnTo>
                    <a:pt x="36269" y="333588"/>
                  </a:lnTo>
                  <a:lnTo>
                    <a:pt x="41556" y="334005"/>
                  </a:lnTo>
                  <a:lnTo>
                    <a:pt x="46854" y="334254"/>
                  </a:lnTo>
                  <a:lnTo>
                    <a:pt x="52156" y="334334"/>
                  </a:lnTo>
                  <a:lnTo>
                    <a:pt x="57459" y="334247"/>
                  </a:lnTo>
                  <a:lnTo>
                    <a:pt x="62756" y="333991"/>
                  </a:lnTo>
                  <a:lnTo>
                    <a:pt x="68043" y="333567"/>
                  </a:lnTo>
                  <a:lnTo>
                    <a:pt x="73313" y="332976"/>
                  </a:lnTo>
                  <a:lnTo>
                    <a:pt x="78562" y="332218"/>
                  </a:lnTo>
                  <a:lnTo>
                    <a:pt x="83785" y="331294"/>
                  </a:lnTo>
                  <a:lnTo>
                    <a:pt x="88975" y="330205"/>
                  </a:lnTo>
                  <a:lnTo>
                    <a:pt x="94128" y="328952"/>
                  </a:lnTo>
                  <a:lnTo>
                    <a:pt x="99239" y="327535"/>
                  </a:lnTo>
                  <a:lnTo>
                    <a:pt x="104302" y="325958"/>
                  </a:lnTo>
                  <a:lnTo>
                    <a:pt x="109313" y="324220"/>
                  </a:lnTo>
                  <a:lnTo>
                    <a:pt x="114266" y="322325"/>
                  </a:lnTo>
                  <a:lnTo>
                    <a:pt x="119157" y="320273"/>
                  </a:lnTo>
                  <a:lnTo>
                    <a:pt x="123980" y="318067"/>
                  </a:lnTo>
                  <a:lnTo>
                    <a:pt x="128730" y="315709"/>
                  </a:lnTo>
                  <a:lnTo>
                    <a:pt x="133404" y="313202"/>
                  </a:lnTo>
                  <a:lnTo>
                    <a:pt x="137995" y="310548"/>
                  </a:lnTo>
                  <a:lnTo>
                    <a:pt x="142500" y="307749"/>
                  </a:lnTo>
                  <a:lnTo>
                    <a:pt x="146914" y="304809"/>
                  </a:lnTo>
                  <a:lnTo>
                    <a:pt x="151233" y="301731"/>
                  </a:lnTo>
                  <a:lnTo>
                    <a:pt x="155451" y="298517"/>
                  </a:lnTo>
                  <a:lnTo>
                    <a:pt x="159566" y="295171"/>
                  </a:lnTo>
                  <a:lnTo>
                    <a:pt x="163572" y="291696"/>
                  </a:lnTo>
                  <a:lnTo>
                    <a:pt x="167466" y="288095"/>
                  </a:lnTo>
                  <a:lnTo>
                    <a:pt x="171244" y="284373"/>
                  </a:lnTo>
                  <a:lnTo>
                    <a:pt x="174902" y="280533"/>
                  </a:lnTo>
                  <a:lnTo>
                    <a:pt x="178437" y="276579"/>
                  </a:lnTo>
                  <a:lnTo>
                    <a:pt x="181844" y="272515"/>
                  </a:lnTo>
                  <a:lnTo>
                    <a:pt x="185120" y="268344"/>
                  </a:lnTo>
                  <a:lnTo>
                    <a:pt x="188263" y="264072"/>
                  </a:lnTo>
                  <a:lnTo>
                    <a:pt x="191268" y="259703"/>
                  </a:lnTo>
                  <a:lnTo>
                    <a:pt x="194133" y="255240"/>
                  </a:lnTo>
                  <a:lnTo>
                    <a:pt x="196856" y="250688"/>
                  </a:lnTo>
                  <a:lnTo>
                    <a:pt x="199432" y="246053"/>
                  </a:lnTo>
                  <a:lnTo>
                    <a:pt x="201860" y="241338"/>
                  </a:lnTo>
                  <a:lnTo>
                    <a:pt x="204138" y="236548"/>
                  </a:lnTo>
                  <a:lnTo>
                    <a:pt x="206262" y="231689"/>
                  </a:lnTo>
                  <a:lnTo>
                    <a:pt x="208231" y="226765"/>
                  </a:lnTo>
                  <a:lnTo>
                    <a:pt x="210043" y="221780"/>
                  </a:lnTo>
                  <a:lnTo>
                    <a:pt x="211696" y="216741"/>
                  </a:lnTo>
                  <a:lnTo>
                    <a:pt x="213188" y="211652"/>
                  </a:lnTo>
                  <a:lnTo>
                    <a:pt x="214518" y="206518"/>
                  </a:lnTo>
                  <a:lnTo>
                    <a:pt x="215685" y="201344"/>
                  </a:lnTo>
                  <a:lnTo>
                    <a:pt x="216687" y="196136"/>
                  </a:lnTo>
                  <a:lnTo>
                    <a:pt x="217523" y="190899"/>
                  </a:lnTo>
                  <a:lnTo>
                    <a:pt x="218192" y="185638"/>
                  </a:lnTo>
                  <a:lnTo>
                    <a:pt x="218695" y="180358"/>
                  </a:lnTo>
                  <a:lnTo>
                    <a:pt x="219029" y="175066"/>
                  </a:lnTo>
                  <a:lnTo>
                    <a:pt x="219196" y="169765"/>
                  </a:lnTo>
                  <a:lnTo>
                    <a:pt x="219194" y="164461"/>
                  </a:lnTo>
                  <a:lnTo>
                    <a:pt x="219024" y="159161"/>
                  </a:lnTo>
                  <a:lnTo>
                    <a:pt x="218686" y="153868"/>
                  </a:lnTo>
                  <a:lnTo>
                    <a:pt x="218180" y="148589"/>
                  </a:lnTo>
                  <a:lnTo>
                    <a:pt x="217507" y="143328"/>
                  </a:lnTo>
                  <a:lnTo>
                    <a:pt x="216668" y="138091"/>
                  </a:lnTo>
                  <a:lnTo>
                    <a:pt x="215663" y="132884"/>
                  </a:lnTo>
                  <a:lnTo>
                    <a:pt x="214493" y="127711"/>
                  </a:lnTo>
                  <a:lnTo>
                    <a:pt x="213160" y="122578"/>
                  </a:lnTo>
                  <a:lnTo>
                    <a:pt x="211664" y="117490"/>
                  </a:lnTo>
                  <a:lnTo>
                    <a:pt x="210008" y="112452"/>
                  </a:lnTo>
                  <a:lnTo>
                    <a:pt x="208193" y="107468"/>
                  </a:lnTo>
                  <a:lnTo>
                    <a:pt x="206220" y="102545"/>
                  </a:lnTo>
                  <a:lnTo>
                    <a:pt x="204093" y="97687"/>
                  </a:lnTo>
                  <a:lnTo>
                    <a:pt x="201812" y="92899"/>
                  </a:lnTo>
                  <a:lnTo>
                    <a:pt x="199381" y="88186"/>
                  </a:lnTo>
                  <a:lnTo>
                    <a:pt x="196802" y="83552"/>
                  </a:lnTo>
                  <a:lnTo>
                    <a:pt x="194076" y="79002"/>
                  </a:lnTo>
                  <a:lnTo>
                    <a:pt x="191208" y="74541"/>
                  </a:lnTo>
                  <a:lnTo>
                    <a:pt x="188200" y="70174"/>
                  </a:lnTo>
                  <a:lnTo>
                    <a:pt x="185055" y="65904"/>
                  </a:lnTo>
                  <a:lnTo>
                    <a:pt x="181776" y="61735"/>
                  </a:lnTo>
                  <a:lnTo>
                    <a:pt x="178366" y="57673"/>
                  </a:lnTo>
                  <a:lnTo>
                    <a:pt x="174829" y="53721"/>
                  </a:lnTo>
                  <a:lnTo>
                    <a:pt x="171169" y="49884"/>
                  </a:lnTo>
                  <a:lnTo>
                    <a:pt x="167388" y="46164"/>
                  </a:lnTo>
                  <a:lnTo>
                    <a:pt x="163492" y="42566"/>
                  </a:lnTo>
                  <a:lnTo>
                    <a:pt x="159483" y="39094"/>
                  </a:lnTo>
                  <a:lnTo>
                    <a:pt x="155367" y="35750"/>
                  </a:lnTo>
                  <a:lnTo>
                    <a:pt x="151146" y="32539"/>
                  </a:lnTo>
                  <a:lnTo>
                    <a:pt x="146825" y="29463"/>
                  </a:lnTo>
                  <a:lnTo>
                    <a:pt x="142409" y="26526"/>
                  </a:lnTo>
                  <a:lnTo>
                    <a:pt x="137903" y="23731"/>
                  </a:lnTo>
                  <a:lnTo>
                    <a:pt x="133309" y="21079"/>
                  </a:lnTo>
                  <a:lnTo>
                    <a:pt x="128634" y="18575"/>
                  </a:lnTo>
                  <a:lnTo>
                    <a:pt x="123882" y="16220"/>
                  </a:lnTo>
                  <a:lnTo>
                    <a:pt x="119058" y="14018"/>
                  </a:lnTo>
                  <a:lnTo>
                    <a:pt x="114166" y="11969"/>
                  </a:lnTo>
                  <a:lnTo>
                    <a:pt x="109212" y="10077"/>
                  </a:lnTo>
                  <a:lnTo>
                    <a:pt x="104200" y="8343"/>
                  </a:lnTo>
                  <a:lnTo>
                    <a:pt x="99136" y="6768"/>
                  </a:lnTo>
                  <a:lnTo>
                    <a:pt x="94024" y="5355"/>
                  </a:lnTo>
                  <a:lnTo>
                    <a:pt x="88870" y="4105"/>
                  </a:lnTo>
                  <a:lnTo>
                    <a:pt x="83679" y="3019"/>
                  </a:lnTo>
                  <a:lnTo>
                    <a:pt x="78456" y="2098"/>
                  </a:lnTo>
                  <a:lnTo>
                    <a:pt x="73206" y="1344"/>
                  </a:lnTo>
                  <a:lnTo>
                    <a:pt x="67935" y="756"/>
                  </a:lnTo>
                  <a:lnTo>
                    <a:pt x="62649" y="336"/>
                  </a:lnTo>
                  <a:lnTo>
                    <a:pt x="57351" y="84"/>
                  </a:lnTo>
                  <a:lnTo>
                    <a:pt x="52048" y="0"/>
                  </a:lnTo>
                  <a:lnTo>
                    <a:pt x="520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751846" y="3707720"/>
              <a:ext cx="247244" cy="334323"/>
            </a:xfrm>
            <a:custGeom>
              <a:avLst/>
              <a:pathLst>
                <a:path w="247244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100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3" y="10211"/>
                  </a:lnTo>
                  <a:lnTo>
                    <a:pt x="104650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7"/>
                  </a:lnTo>
                  <a:lnTo>
                    <a:pt x="80791" y="24043"/>
                  </a:lnTo>
                  <a:lnTo>
                    <a:pt x="76264" y="26874"/>
                  </a:lnTo>
                  <a:lnTo>
                    <a:pt x="71830" y="29848"/>
                  </a:lnTo>
                  <a:lnTo>
                    <a:pt x="67494" y="32963"/>
                  </a:lnTo>
                  <a:lnTo>
                    <a:pt x="63259" y="36214"/>
                  </a:lnTo>
                  <a:lnTo>
                    <a:pt x="59130" y="39599"/>
                  </a:lnTo>
                  <a:lnTo>
                    <a:pt x="55111" y="43114"/>
                  </a:lnTo>
                  <a:lnTo>
                    <a:pt x="51207" y="46756"/>
                  </a:lnTo>
                  <a:lnTo>
                    <a:pt x="47421" y="50520"/>
                  </a:lnTo>
                  <a:lnTo>
                    <a:pt x="43757" y="54404"/>
                  </a:lnTo>
                  <a:lnTo>
                    <a:pt x="40219" y="58402"/>
                  </a:lnTo>
                  <a:lnTo>
                    <a:pt x="36810" y="62512"/>
                  </a:lnTo>
                  <a:lnTo>
                    <a:pt x="33534" y="66728"/>
                  </a:lnTo>
                  <a:lnTo>
                    <a:pt x="30395" y="71046"/>
                  </a:lnTo>
                  <a:lnTo>
                    <a:pt x="27395" y="75463"/>
                  </a:lnTo>
                  <a:lnTo>
                    <a:pt x="24538" y="79973"/>
                  </a:lnTo>
                  <a:lnTo>
                    <a:pt x="21826" y="84573"/>
                  </a:lnTo>
                  <a:lnTo>
                    <a:pt x="19263" y="89256"/>
                  </a:lnTo>
                  <a:lnTo>
                    <a:pt x="16850" y="94019"/>
                  </a:lnTo>
                  <a:lnTo>
                    <a:pt x="14591" y="98856"/>
                  </a:lnTo>
                  <a:lnTo>
                    <a:pt x="12487" y="103764"/>
                  </a:lnTo>
                  <a:lnTo>
                    <a:pt x="10541" y="108735"/>
                  </a:lnTo>
                  <a:lnTo>
                    <a:pt x="8755" y="113767"/>
                  </a:lnTo>
                  <a:lnTo>
                    <a:pt x="7131" y="118853"/>
                  </a:lnTo>
                  <a:lnTo>
                    <a:pt x="5669" y="123988"/>
                  </a:lnTo>
                  <a:lnTo>
                    <a:pt x="4373" y="129167"/>
                  </a:lnTo>
                  <a:lnTo>
                    <a:pt x="3242" y="134385"/>
                  </a:lnTo>
                  <a:lnTo>
                    <a:pt x="2279" y="139637"/>
                  </a:lnTo>
                  <a:lnTo>
                    <a:pt x="1484" y="144916"/>
                  </a:lnTo>
                  <a:lnTo>
                    <a:pt x="858" y="150219"/>
                  </a:lnTo>
                  <a:lnTo>
                    <a:pt x="402" y="155538"/>
                  </a:lnTo>
                  <a:lnTo>
                    <a:pt x="115" y="160870"/>
                  </a:lnTo>
                  <a:lnTo>
                    <a:pt x="0" y="166207"/>
                  </a:lnTo>
                  <a:lnTo>
                    <a:pt x="54" y="171546"/>
                  </a:lnTo>
                  <a:lnTo>
                    <a:pt x="279" y="176881"/>
                  </a:lnTo>
                  <a:lnTo>
                    <a:pt x="675" y="182205"/>
                  </a:lnTo>
                  <a:lnTo>
                    <a:pt x="1240" y="187514"/>
                  </a:lnTo>
                  <a:lnTo>
                    <a:pt x="1974" y="192802"/>
                  </a:lnTo>
                  <a:lnTo>
                    <a:pt x="2877" y="198065"/>
                  </a:lnTo>
                  <a:lnTo>
                    <a:pt x="3947" y="203295"/>
                  </a:lnTo>
                  <a:lnTo>
                    <a:pt x="5184" y="208489"/>
                  </a:lnTo>
                  <a:lnTo>
                    <a:pt x="6587" y="213641"/>
                  </a:lnTo>
                  <a:lnTo>
                    <a:pt x="8153" y="218745"/>
                  </a:lnTo>
                  <a:lnTo>
                    <a:pt x="9881" y="223797"/>
                  </a:lnTo>
                  <a:lnTo>
                    <a:pt x="11770" y="228791"/>
                  </a:lnTo>
                  <a:lnTo>
                    <a:pt x="13817" y="233722"/>
                  </a:lnTo>
                  <a:lnTo>
                    <a:pt x="16020" y="238585"/>
                  </a:lnTo>
                  <a:lnTo>
                    <a:pt x="18378" y="243375"/>
                  </a:lnTo>
                  <a:lnTo>
                    <a:pt x="20888" y="248088"/>
                  </a:lnTo>
                  <a:lnTo>
                    <a:pt x="23546" y="252718"/>
                  </a:lnTo>
                  <a:lnTo>
                    <a:pt x="26352" y="257260"/>
                  </a:lnTo>
                  <a:lnTo>
                    <a:pt x="29301" y="261711"/>
                  </a:lnTo>
                  <a:lnTo>
                    <a:pt x="32390" y="266065"/>
                  </a:lnTo>
                  <a:lnTo>
                    <a:pt x="35617" y="270319"/>
                  </a:lnTo>
                  <a:lnTo>
                    <a:pt x="38978" y="274467"/>
                  </a:lnTo>
                  <a:lnTo>
                    <a:pt x="42470" y="278506"/>
                  </a:lnTo>
                  <a:lnTo>
                    <a:pt x="46089" y="282431"/>
                  </a:lnTo>
                  <a:lnTo>
                    <a:pt x="49832" y="286239"/>
                  </a:lnTo>
                  <a:lnTo>
                    <a:pt x="53694" y="289925"/>
                  </a:lnTo>
                  <a:lnTo>
                    <a:pt x="57673" y="293486"/>
                  </a:lnTo>
                  <a:lnTo>
                    <a:pt x="61762" y="296918"/>
                  </a:lnTo>
                  <a:lnTo>
                    <a:pt x="65960" y="300218"/>
                  </a:lnTo>
                  <a:lnTo>
                    <a:pt x="70260" y="303382"/>
                  </a:lnTo>
                  <a:lnTo>
                    <a:pt x="74660" y="306407"/>
                  </a:lnTo>
                  <a:lnTo>
                    <a:pt x="79153" y="309290"/>
                  </a:lnTo>
                  <a:lnTo>
                    <a:pt x="83737" y="312028"/>
                  </a:lnTo>
                  <a:lnTo>
                    <a:pt x="88406" y="314619"/>
                  </a:lnTo>
                  <a:lnTo>
                    <a:pt x="93154" y="317059"/>
                  </a:lnTo>
                  <a:lnTo>
                    <a:pt x="97979" y="319346"/>
                  </a:lnTo>
                  <a:lnTo>
                    <a:pt x="102874" y="321477"/>
                  </a:lnTo>
                  <a:lnTo>
                    <a:pt x="107835" y="323452"/>
                  </a:lnTo>
                  <a:lnTo>
                    <a:pt x="112856" y="325267"/>
                  </a:lnTo>
                  <a:lnTo>
                    <a:pt x="117932" y="326920"/>
                  </a:lnTo>
                  <a:lnTo>
                    <a:pt x="123059" y="328411"/>
                  </a:lnTo>
                  <a:lnTo>
                    <a:pt x="128231" y="329737"/>
                  </a:lnTo>
                  <a:lnTo>
                    <a:pt x="133442" y="330898"/>
                  </a:lnTo>
                  <a:lnTo>
                    <a:pt x="138688" y="331891"/>
                  </a:lnTo>
                  <a:lnTo>
                    <a:pt x="143963" y="332717"/>
                  </a:lnTo>
                  <a:lnTo>
                    <a:pt x="149262" y="333373"/>
                  </a:lnTo>
                  <a:lnTo>
                    <a:pt x="154578" y="333860"/>
                  </a:lnTo>
                  <a:lnTo>
                    <a:pt x="159908" y="334177"/>
                  </a:lnTo>
                  <a:lnTo>
                    <a:pt x="165245" y="334323"/>
                  </a:lnTo>
                  <a:lnTo>
                    <a:pt x="170584" y="334299"/>
                  </a:lnTo>
                  <a:lnTo>
                    <a:pt x="175920" y="334105"/>
                  </a:lnTo>
                  <a:lnTo>
                    <a:pt x="181246" y="333740"/>
                  </a:lnTo>
                  <a:lnTo>
                    <a:pt x="186559" y="333206"/>
                  </a:lnTo>
                  <a:lnTo>
                    <a:pt x="191851" y="332501"/>
                  </a:lnTo>
                  <a:lnTo>
                    <a:pt x="197118" y="331629"/>
                  </a:lnTo>
                  <a:lnTo>
                    <a:pt x="202355" y="330588"/>
                  </a:lnTo>
                  <a:lnTo>
                    <a:pt x="207556" y="329381"/>
                  </a:lnTo>
                  <a:lnTo>
                    <a:pt x="212716" y="328009"/>
                  </a:lnTo>
                  <a:lnTo>
                    <a:pt x="217829" y="326472"/>
                  </a:lnTo>
                  <a:lnTo>
                    <a:pt x="222890" y="324773"/>
                  </a:lnTo>
                  <a:lnTo>
                    <a:pt x="227895" y="322913"/>
                  </a:lnTo>
                  <a:lnTo>
                    <a:pt x="232838" y="320894"/>
                  </a:lnTo>
                  <a:lnTo>
                    <a:pt x="237713" y="318718"/>
                  </a:lnTo>
                  <a:lnTo>
                    <a:pt x="242517" y="316388"/>
                  </a:lnTo>
                  <a:lnTo>
                    <a:pt x="247244" y="31390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985"/>
              <a:ext cx="167150" cy="313641"/>
            </a:xfrm>
            <a:custGeom>
              <a:avLst/>
              <a:pathLst>
                <a:path w="167150" h="313641">
                  <a:moveTo>
                    <a:pt x="80079" y="313641"/>
                  </a:moveTo>
                  <a:lnTo>
                    <a:pt x="84722" y="311010"/>
                  </a:lnTo>
                  <a:lnTo>
                    <a:pt x="89278" y="308233"/>
                  </a:lnTo>
                  <a:lnTo>
                    <a:pt x="93744" y="305311"/>
                  </a:lnTo>
                  <a:lnTo>
                    <a:pt x="98114" y="302248"/>
                  </a:lnTo>
                  <a:lnTo>
                    <a:pt x="102383" y="299048"/>
                  </a:lnTo>
                  <a:lnTo>
                    <a:pt x="106549" y="295713"/>
                  </a:lnTo>
                  <a:lnTo>
                    <a:pt x="110606" y="292246"/>
                  </a:lnTo>
                  <a:lnTo>
                    <a:pt x="114550" y="288652"/>
                  </a:lnTo>
                  <a:lnTo>
                    <a:pt x="118378" y="284934"/>
                  </a:lnTo>
                  <a:lnTo>
                    <a:pt x="122085" y="281096"/>
                  </a:lnTo>
                  <a:lnTo>
                    <a:pt x="125667" y="277141"/>
                  </a:lnTo>
                  <a:lnTo>
                    <a:pt x="129122" y="273074"/>
                  </a:lnTo>
                  <a:lnTo>
                    <a:pt x="132445" y="268898"/>
                  </a:lnTo>
                  <a:lnTo>
                    <a:pt x="135633" y="264619"/>
                  </a:lnTo>
                  <a:lnTo>
                    <a:pt x="138683" y="260240"/>
                  </a:lnTo>
                  <a:lnTo>
                    <a:pt x="141591" y="255766"/>
                  </a:lnTo>
                  <a:lnTo>
                    <a:pt x="144355" y="251202"/>
                  </a:lnTo>
                  <a:lnTo>
                    <a:pt x="146972" y="246551"/>
                  </a:lnTo>
                  <a:lnTo>
                    <a:pt x="149440" y="241820"/>
                  </a:lnTo>
                  <a:lnTo>
                    <a:pt x="151755" y="237012"/>
                  </a:lnTo>
                  <a:lnTo>
                    <a:pt x="153915" y="232132"/>
                  </a:lnTo>
                  <a:lnTo>
                    <a:pt x="155918" y="227187"/>
                  </a:lnTo>
                  <a:lnTo>
                    <a:pt x="157763" y="222179"/>
                  </a:lnTo>
                  <a:lnTo>
                    <a:pt x="159447" y="217116"/>
                  </a:lnTo>
                  <a:lnTo>
                    <a:pt x="160969" y="212001"/>
                  </a:lnTo>
                  <a:lnTo>
                    <a:pt x="162326" y="206840"/>
                  </a:lnTo>
                  <a:lnTo>
                    <a:pt x="163518" y="201639"/>
                  </a:lnTo>
                  <a:lnTo>
                    <a:pt x="164543" y="196402"/>
                  </a:lnTo>
                  <a:lnTo>
                    <a:pt x="165401" y="191135"/>
                  </a:lnTo>
                  <a:lnTo>
                    <a:pt x="166090" y="185844"/>
                  </a:lnTo>
                  <a:lnTo>
                    <a:pt x="166610" y="180533"/>
                  </a:lnTo>
                  <a:lnTo>
                    <a:pt x="166960" y="175208"/>
                  </a:lnTo>
                  <a:lnTo>
                    <a:pt x="167141" y="169875"/>
                  </a:lnTo>
                  <a:lnTo>
                    <a:pt x="167150" y="164539"/>
                  </a:lnTo>
                  <a:lnTo>
                    <a:pt x="166990" y="159205"/>
                  </a:lnTo>
                  <a:lnTo>
                    <a:pt x="166659" y="153879"/>
                  </a:lnTo>
                  <a:lnTo>
                    <a:pt x="166158" y="148567"/>
                  </a:lnTo>
                  <a:lnTo>
                    <a:pt x="165488" y="143273"/>
                  </a:lnTo>
                  <a:lnTo>
                    <a:pt x="164650" y="138003"/>
                  </a:lnTo>
                  <a:lnTo>
                    <a:pt x="163644" y="132762"/>
                  </a:lnTo>
                  <a:lnTo>
                    <a:pt x="162471" y="127556"/>
                  </a:lnTo>
                  <a:lnTo>
                    <a:pt x="161132" y="122391"/>
                  </a:lnTo>
                  <a:lnTo>
                    <a:pt x="159629" y="117271"/>
                  </a:lnTo>
                  <a:lnTo>
                    <a:pt x="157964" y="112201"/>
                  </a:lnTo>
                  <a:lnTo>
                    <a:pt x="156137" y="107187"/>
                  </a:lnTo>
                  <a:lnTo>
                    <a:pt x="154152" y="102234"/>
                  </a:lnTo>
                  <a:lnTo>
                    <a:pt x="152009" y="97347"/>
                  </a:lnTo>
                  <a:lnTo>
                    <a:pt x="149712" y="92530"/>
                  </a:lnTo>
                  <a:lnTo>
                    <a:pt x="147262" y="87790"/>
                  </a:lnTo>
                  <a:lnTo>
                    <a:pt x="144662" y="83130"/>
                  </a:lnTo>
                  <a:lnTo>
                    <a:pt x="141914" y="78555"/>
                  </a:lnTo>
                  <a:lnTo>
                    <a:pt x="139022" y="74071"/>
                  </a:lnTo>
                  <a:lnTo>
                    <a:pt x="135988" y="69681"/>
                  </a:lnTo>
                  <a:lnTo>
                    <a:pt x="132816" y="65390"/>
                  </a:lnTo>
                  <a:lnTo>
                    <a:pt x="129508" y="61203"/>
                  </a:lnTo>
                  <a:lnTo>
                    <a:pt x="126069" y="57123"/>
                  </a:lnTo>
                  <a:lnTo>
                    <a:pt x="122501" y="53155"/>
                  </a:lnTo>
                  <a:lnTo>
                    <a:pt x="118808" y="49303"/>
                  </a:lnTo>
                  <a:lnTo>
                    <a:pt x="114994" y="45571"/>
                  </a:lnTo>
                  <a:lnTo>
                    <a:pt x="111063" y="41962"/>
                  </a:lnTo>
                  <a:lnTo>
                    <a:pt x="107018" y="38481"/>
                  </a:lnTo>
                  <a:lnTo>
                    <a:pt x="102865" y="35131"/>
                  </a:lnTo>
                  <a:lnTo>
                    <a:pt x="98607" y="31915"/>
                  </a:lnTo>
                  <a:lnTo>
                    <a:pt x="94248" y="28836"/>
                  </a:lnTo>
                  <a:lnTo>
                    <a:pt x="89793" y="25899"/>
                  </a:lnTo>
                  <a:lnTo>
                    <a:pt x="85247" y="23104"/>
                  </a:lnTo>
                  <a:lnTo>
                    <a:pt x="80614" y="20457"/>
                  </a:lnTo>
                  <a:lnTo>
                    <a:pt x="75899" y="17958"/>
                  </a:lnTo>
                  <a:lnTo>
                    <a:pt x="71106" y="15612"/>
                  </a:lnTo>
                  <a:lnTo>
                    <a:pt x="66241" y="13419"/>
                  </a:lnTo>
                  <a:lnTo>
                    <a:pt x="61309" y="11383"/>
                  </a:lnTo>
                  <a:lnTo>
                    <a:pt x="56314" y="9506"/>
                  </a:lnTo>
                  <a:lnTo>
                    <a:pt x="51261" y="7788"/>
                  </a:lnTo>
                  <a:lnTo>
                    <a:pt x="46157" y="6233"/>
                  </a:lnTo>
                  <a:lnTo>
                    <a:pt x="41005" y="4842"/>
                  </a:lnTo>
                  <a:lnTo>
                    <a:pt x="35812" y="3616"/>
                  </a:lnTo>
                  <a:lnTo>
                    <a:pt x="30582" y="2556"/>
                  </a:lnTo>
                  <a:lnTo>
                    <a:pt x="25321" y="1664"/>
                  </a:lnTo>
                  <a:lnTo>
                    <a:pt x="20034" y="940"/>
                  </a:lnTo>
                  <a:lnTo>
                    <a:pt x="14726" y="385"/>
                  </a:lnTo>
                  <a:lnTo>
                    <a:pt x="9404" y="0"/>
                  </a:lnTo>
                  <a:lnTo>
                    <a:pt x="0" y="166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9404" cy="167167"/>
            </a:xfrm>
            <a:custGeom>
              <a:avLst/>
              <a:pathLst>
                <a:path w="9404" h="167167">
                  <a:moveTo>
                    <a:pt x="9404" y="2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tx8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2025-06-06T06:16:23Z</dcterms:modified>
  <cp:category/>
</cp:coreProperties>
</file>