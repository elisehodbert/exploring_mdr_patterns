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748477" y="24600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547620" y="1646186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7641" y="3170392"/>
              <a:ext cx="36138" cy="167167"/>
            </a:xfrm>
            <a:custGeom>
              <a:avLst/>
              <a:pathLst>
                <a:path w="36138" h="167167">
                  <a:moveTo>
                    <a:pt x="36138" y="0"/>
                  </a:moveTo>
                  <a:lnTo>
                    <a:pt x="28855" y="158"/>
                  </a:lnTo>
                  <a:lnTo>
                    <a:pt x="21586" y="634"/>
                  </a:lnTo>
                  <a:lnTo>
                    <a:pt x="14344" y="1426"/>
                  </a:lnTo>
                  <a:lnTo>
                    <a:pt x="7144" y="2533"/>
                  </a:lnTo>
                  <a:lnTo>
                    <a:pt x="0" y="3952"/>
                  </a:lnTo>
                  <a:lnTo>
                    <a:pt x="3613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816617" y="3170941"/>
              <a:ext cx="334328" cy="333775"/>
            </a:xfrm>
            <a:custGeom>
              <a:avLst/>
              <a:pathLst>
                <a:path w="334328" h="333775">
                  <a:moveTo>
                    <a:pt x="131023" y="3403"/>
                  </a:moveTo>
                  <a:lnTo>
                    <a:pt x="125874" y="4629"/>
                  </a:lnTo>
                  <a:lnTo>
                    <a:pt x="120766" y="6017"/>
                  </a:lnTo>
                  <a:lnTo>
                    <a:pt x="115706" y="7566"/>
                  </a:lnTo>
                  <a:lnTo>
                    <a:pt x="110696" y="9275"/>
                  </a:lnTo>
                  <a:lnTo>
                    <a:pt x="105744" y="11141"/>
                  </a:lnTo>
                  <a:lnTo>
                    <a:pt x="100852" y="13164"/>
                  </a:lnTo>
                  <a:lnTo>
                    <a:pt x="96028" y="15340"/>
                  </a:lnTo>
                  <a:lnTo>
                    <a:pt x="91274" y="17667"/>
                  </a:lnTo>
                  <a:lnTo>
                    <a:pt x="86597" y="20144"/>
                  </a:lnTo>
                  <a:lnTo>
                    <a:pt x="82000" y="22768"/>
                  </a:lnTo>
                  <a:lnTo>
                    <a:pt x="77489" y="25536"/>
                  </a:lnTo>
                  <a:lnTo>
                    <a:pt x="73068" y="28446"/>
                  </a:lnTo>
                  <a:lnTo>
                    <a:pt x="68741" y="31494"/>
                  </a:lnTo>
                  <a:lnTo>
                    <a:pt x="64513" y="34677"/>
                  </a:lnTo>
                  <a:lnTo>
                    <a:pt x="60387" y="37993"/>
                  </a:lnTo>
                  <a:lnTo>
                    <a:pt x="56369" y="41437"/>
                  </a:lnTo>
                  <a:lnTo>
                    <a:pt x="52462" y="45007"/>
                  </a:lnTo>
                  <a:lnTo>
                    <a:pt x="48669" y="48699"/>
                  </a:lnTo>
                  <a:lnTo>
                    <a:pt x="44996" y="52509"/>
                  </a:lnTo>
                  <a:lnTo>
                    <a:pt x="41445" y="56434"/>
                  </a:lnTo>
                  <a:lnTo>
                    <a:pt x="38020" y="60469"/>
                  </a:lnTo>
                  <a:lnTo>
                    <a:pt x="34724" y="64611"/>
                  </a:lnTo>
                  <a:lnTo>
                    <a:pt x="31561" y="68854"/>
                  </a:lnTo>
                  <a:lnTo>
                    <a:pt x="28534" y="73196"/>
                  </a:lnTo>
                  <a:lnTo>
                    <a:pt x="25646" y="77631"/>
                  </a:lnTo>
                  <a:lnTo>
                    <a:pt x="22900" y="82156"/>
                  </a:lnTo>
                  <a:lnTo>
                    <a:pt x="20299" y="86765"/>
                  </a:lnTo>
                  <a:lnTo>
                    <a:pt x="17844" y="91454"/>
                  </a:lnTo>
                  <a:lnTo>
                    <a:pt x="15540" y="96219"/>
                  </a:lnTo>
                  <a:lnTo>
                    <a:pt x="13387" y="101054"/>
                  </a:lnTo>
                  <a:lnTo>
                    <a:pt x="11389" y="105955"/>
                  </a:lnTo>
                  <a:lnTo>
                    <a:pt x="9546" y="110917"/>
                  </a:lnTo>
                  <a:lnTo>
                    <a:pt x="7862" y="115934"/>
                  </a:lnTo>
                  <a:lnTo>
                    <a:pt x="6337" y="121003"/>
                  </a:lnTo>
                  <a:lnTo>
                    <a:pt x="4974" y="126117"/>
                  </a:lnTo>
                  <a:lnTo>
                    <a:pt x="3773" y="131271"/>
                  </a:lnTo>
                  <a:lnTo>
                    <a:pt x="2736" y="136461"/>
                  </a:lnTo>
                  <a:lnTo>
                    <a:pt x="1864" y="141682"/>
                  </a:lnTo>
                  <a:lnTo>
                    <a:pt x="1157" y="146927"/>
                  </a:lnTo>
                  <a:lnTo>
                    <a:pt x="617" y="152192"/>
                  </a:lnTo>
                  <a:lnTo>
                    <a:pt x="244" y="157472"/>
                  </a:lnTo>
                  <a:lnTo>
                    <a:pt x="38" y="162760"/>
                  </a:lnTo>
                  <a:lnTo>
                    <a:pt x="0" y="168053"/>
                  </a:lnTo>
                  <a:lnTo>
                    <a:pt x="129" y="173344"/>
                  </a:lnTo>
                  <a:lnTo>
                    <a:pt x="425" y="178628"/>
                  </a:lnTo>
                  <a:lnTo>
                    <a:pt x="889" y="183901"/>
                  </a:lnTo>
                  <a:lnTo>
                    <a:pt x="1520" y="189156"/>
                  </a:lnTo>
                  <a:lnTo>
                    <a:pt x="2316" y="194388"/>
                  </a:lnTo>
                  <a:lnTo>
                    <a:pt x="3278" y="199593"/>
                  </a:lnTo>
                  <a:lnTo>
                    <a:pt x="4404" y="204764"/>
                  </a:lnTo>
                  <a:lnTo>
                    <a:pt x="5693" y="209898"/>
                  </a:lnTo>
                  <a:lnTo>
                    <a:pt x="7144" y="214987"/>
                  </a:lnTo>
                  <a:lnTo>
                    <a:pt x="8756" y="220029"/>
                  </a:lnTo>
                  <a:lnTo>
                    <a:pt x="10526" y="225017"/>
                  </a:lnTo>
                  <a:lnTo>
                    <a:pt x="12453" y="229946"/>
                  </a:lnTo>
                  <a:lnTo>
                    <a:pt x="14535" y="234812"/>
                  </a:lnTo>
                  <a:lnTo>
                    <a:pt x="16771" y="239609"/>
                  </a:lnTo>
                  <a:lnTo>
                    <a:pt x="19157" y="244334"/>
                  </a:lnTo>
                  <a:lnTo>
                    <a:pt x="21691" y="248980"/>
                  </a:lnTo>
                  <a:lnTo>
                    <a:pt x="24372" y="253544"/>
                  </a:lnTo>
                  <a:lnTo>
                    <a:pt x="27195" y="258021"/>
                  </a:lnTo>
                  <a:lnTo>
                    <a:pt x="30159" y="262406"/>
                  </a:lnTo>
                  <a:lnTo>
                    <a:pt x="33260" y="266695"/>
                  </a:lnTo>
                  <a:lnTo>
                    <a:pt x="36495" y="270884"/>
                  </a:lnTo>
                  <a:lnTo>
                    <a:pt x="39861" y="274968"/>
                  </a:lnTo>
                  <a:lnTo>
                    <a:pt x="43355" y="278944"/>
                  </a:lnTo>
                  <a:lnTo>
                    <a:pt x="46973" y="282807"/>
                  </a:lnTo>
                  <a:lnTo>
                    <a:pt x="50712" y="286553"/>
                  </a:lnTo>
                  <a:lnTo>
                    <a:pt x="54567" y="290180"/>
                  </a:lnTo>
                  <a:lnTo>
                    <a:pt x="58535" y="293682"/>
                  </a:lnTo>
                  <a:lnTo>
                    <a:pt x="62612" y="297057"/>
                  </a:lnTo>
                  <a:lnTo>
                    <a:pt x="66794" y="300301"/>
                  </a:lnTo>
                  <a:lnTo>
                    <a:pt x="71076" y="303412"/>
                  </a:lnTo>
                  <a:lnTo>
                    <a:pt x="75455" y="306385"/>
                  </a:lnTo>
                  <a:lnTo>
                    <a:pt x="79925" y="309218"/>
                  </a:lnTo>
                  <a:lnTo>
                    <a:pt x="84483" y="311908"/>
                  </a:lnTo>
                  <a:lnTo>
                    <a:pt x="89124" y="314453"/>
                  </a:lnTo>
                  <a:lnTo>
                    <a:pt x="93843" y="316849"/>
                  </a:lnTo>
                  <a:lnTo>
                    <a:pt x="98636" y="319095"/>
                  </a:lnTo>
                  <a:lnTo>
                    <a:pt x="103497" y="321188"/>
                  </a:lnTo>
                  <a:lnTo>
                    <a:pt x="108422" y="323126"/>
                  </a:lnTo>
                  <a:lnTo>
                    <a:pt x="113406" y="324907"/>
                  </a:lnTo>
                  <a:lnTo>
                    <a:pt x="118444" y="326529"/>
                  </a:lnTo>
                  <a:lnTo>
                    <a:pt x="123531" y="327991"/>
                  </a:lnTo>
                  <a:lnTo>
                    <a:pt x="128662" y="329291"/>
                  </a:lnTo>
                  <a:lnTo>
                    <a:pt x="133831" y="330429"/>
                  </a:lnTo>
                  <a:lnTo>
                    <a:pt x="139033" y="331402"/>
                  </a:lnTo>
                  <a:lnTo>
                    <a:pt x="144264" y="332209"/>
                  </a:lnTo>
                  <a:lnTo>
                    <a:pt x="149517" y="332851"/>
                  </a:lnTo>
                  <a:lnTo>
                    <a:pt x="154789" y="333327"/>
                  </a:lnTo>
                  <a:lnTo>
                    <a:pt x="160072" y="333635"/>
                  </a:lnTo>
                  <a:lnTo>
                    <a:pt x="165363" y="333775"/>
                  </a:lnTo>
                  <a:lnTo>
                    <a:pt x="170656" y="333748"/>
                  </a:lnTo>
                  <a:lnTo>
                    <a:pt x="175945" y="333554"/>
                  </a:lnTo>
                  <a:lnTo>
                    <a:pt x="181225" y="333192"/>
                  </a:lnTo>
                  <a:lnTo>
                    <a:pt x="186492" y="332664"/>
                  </a:lnTo>
                  <a:lnTo>
                    <a:pt x="191738" y="331968"/>
                  </a:lnTo>
                  <a:lnTo>
                    <a:pt x="196961" y="331107"/>
                  </a:lnTo>
                  <a:lnTo>
                    <a:pt x="202153" y="330082"/>
                  </a:lnTo>
                  <a:lnTo>
                    <a:pt x="207310" y="328892"/>
                  </a:lnTo>
                  <a:lnTo>
                    <a:pt x="212427" y="327540"/>
                  </a:lnTo>
                  <a:lnTo>
                    <a:pt x="217499" y="326026"/>
                  </a:lnTo>
                  <a:lnTo>
                    <a:pt x="222520" y="324352"/>
                  </a:lnTo>
                  <a:lnTo>
                    <a:pt x="227486" y="322521"/>
                  </a:lnTo>
                  <a:lnTo>
                    <a:pt x="232391" y="320533"/>
                  </a:lnTo>
                  <a:lnTo>
                    <a:pt x="237231" y="318391"/>
                  </a:lnTo>
                  <a:lnTo>
                    <a:pt x="242000" y="316097"/>
                  </a:lnTo>
                  <a:lnTo>
                    <a:pt x="246695" y="313653"/>
                  </a:lnTo>
                  <a:lnTo>
                    <a:pt x="251310" y="311061"/>
                  </a:lnTo>
                  <a:lnTo>
                    <a:pt x="255840" y="308325"/>
                  </a:lnTo>
                  <a:lnTo>
                    <a:pt x="260282" y="305446"/>
                  </a:lnTo>
                  <a:lnTo>
                    <a:pt x="264630" y="302429"/>
                  </a:lnTo>
                  <a:lnTo>
                    <a:pt x="268881" y="299275"/>
                  </a:lnTo>
                  <a:lnTo>
                    <a:pt x="273029" y="295988"/>
                  </a:lnTo>
                  <a:lnTo>
                    <a:pt x="277072" y="292572"/>
                  </a:lnTo>
                  <a:lnTo>
                    <a:pt x="281004" y="289030"/>
                  </a:lnTo>
                  <a:lnTo>
                    <a:pt x="284822" y="285364"/>
                  </a:lnTo>
                  <a:lnTo>
                    <a:pt x="288522" y="281580"/>
                  </a:lnTo>
                  <a:lnTo>
                    <a:pt x="292101" y="277680"/>
                  </a:lnTo>
                  <a:lnTo>
                    <a:pt x="295554" y="273669"/>
                  </a:lnTo>
                  <a:lnTo>
                    <a:pt x="298879" y="269551"/>
                  </a:lnTo>
                  <a:lnTo>
                    <a:pt x="302071" y="265330"/>
                  </a:lnTo>
                  <a:lnTo>
                    <a:pt x="305129" y="261009"/>
                  </a:lnTo>
                  <a:lnTo>
                    <a:pt x="308048" y="256595"/>
                  </a:lnTo>
                  <a:lnTo>
                    <a:pt x="310825" y="252089"/>
                  </a:lnTo>
                  <a:lnTo>
                    <a:pt x="313459" y="247499"/>
                  </a:lnTo>
                  <a:lnTo>
                    <a:pt x="315946" y="242827"/>
                  </a:lnTo>
                  <a:lnTo>
                    <a:pt x="318284" y="238078"/>
                  </a:lnTo>
                  <a:lnTo>
                    <a:pt x="320471" y="233258"/>
                  </a:lnTo>
                  <a:lnTo>
                    <a:pt x="322504" y="228372"/>
                  </a:lnTo>
                  <a:lnTo>
                    <a:pt x="324381" y="223423"/>
                  </a:lnTo>
                  <a:lnTo>
                    <a:pt x="326100" y="218417"/>
                  </a:lnTo>
                  <a:lnTo>
                    <a:pt x="327660" y="213360"/>
                  </a:lnTo>
                  <a:lnTo>
                    <a:pt x="329060" y="208255"/>
                  </a:lnTo>
                  <a:lnTo>
                    <a:pt x="330297" y="203109"/>
                  </a:lnTo>
                  <a:lnTo>
                    <a:pt x="331370" y="197927"/>
                  </a:lnTo>
                  <a:lnTo>
                    <a:pt x="332279" y="192712"/>
                  </a:lnTo>
                  <a:lnTo>
                    <a:pt x="333022" y="187472"/>
                  </a:lnTo>
                  <a:lnTo>
                    <a:pt x="333599" y="182211"/>
                  </a:lnTo>
                  <a:lnTo>
                    <a:pt x="334010" y="176934"/>
                  </a:lnTo>
                  <a:lnTo>
                    <a:pt x="334253" y="171647"/>
                  </a:lnTo>
                  <a:lnTo>
                    <a:pt x="334328" y="166355"/>
                  </a:lnTo>
                  <a:lnTo>
                    <a:pt x="334236" y="161063"/>
                  </a:lnTo>
                  <a:lnTo>
                    <a:pt x="333976" y="155777"/>
                  </a:lnTo>
                  <a:lnTo>
                    <a:pt x="333550" y="150501"/>
                  </a:lnTo>
                  <a:lnTo>
                    <a:pt x="332956" y="145242"/>
                  </a:lnTo>
                  <a:lnTo>
                    <a:pt x="332196" y="140004"/>
                  </a:lnTo>
                  <a:lnTo>
                    <a:pt x="331271" y="134793"/>
                  </a:lnTo>
                  <a:lnTo>
                    <a:pt x="330181" y="129614"/>
                  </a:lnTo>
                  <a:lnTo>
                    <a:pt x="328928" y="124471"/>
                  </a:lnTo>
                  <a:lnTo>
                    <a:pt x="327513" y="119371"/>
                  </a:lnTo>
                  <a:lnTo>
                    <a:pt x="325937" y="114319"/>
                  </a:lnTo>
                  <a:lnTo>
                    <a:pt x="324202" y="109319"/>
                  </a:lnTo>
                  <a:lnTo>
                    <a:pt x="322309" y="104376"/>
                  </a:lnTo>
                  <a:lnTo>
                    <a:pt x="320261" y="99496"/>
                  </a:lnTo>
                  <a:lnTo>
                    <a:pt x="318059" y="94683"/>
                  </a:lnTo>
                  <a:lnTo>
                    <a:pt x="315706" y="89942"/>
                  </a:lnTo>
                  <a:lnTo>
                    <a:pt x="313204" y="85278"/>
                  </a:lnTo>
                  <a:lnTo>
                    <a:pt x="310556" y="80695"/>
                  </a:lnTo>
                  <a:lnTo>
                    <a:pt x="307764" y="76199"/>
                  </a:lnTo>
                  <a:lnTo>
                    <a:pt x="304831" y="71793"/>
                  </a:lnTo>
                  <a:lnTo>
                    <a:pt x="301761" y="67482"/>
                  </a:lnTo>
                  <a:lnTo>
                    <a:pt x="298555" y="63271"/>
                  </a:lnTo>
                  <a:lnTo>
                    <a:pt x="295217" y="59163"/>
                  </a:lnTo>
                  <a:lnTo>
                    <a:pt x="291751" y="55163"/>
                  </a:lnTo>
                  <a:lnTo>
                    <a:pt x="288161" y="51275"/>
                  </a:lnTo>
                  <a:lnTo>
                    <a:pt x="284449" y="47502"/>
                  </a:lnTo>
                  <a:lnTo>
                    <a:pt x="280619" y="43849"/>
                  </a:lnTo>
                  <a:lnTo>
                    <a:pt x="276675" y="40318"/>
                  </a:lnTo>
                  <a:lnTo>
                    <a:pt x="272622" y="36915"/>
                  </a:lnTo>
                  <a:lnTo>
                    <a:pt x="268463" y="33641"/>
                  </a:lnTo>
                  <a:lnTo>
                    <a:pt x="264203" y="30501"/>
                  </a:lnTo>
                  <a:lnTo>
                    <a:pt x="259845" y="27497"/>
                  </a:lnTo>
                  <a:lnTo>
                    <a:pt x="255395" y="24633"/>
                  </a:lnTo>
                  <a:lnTo>
                    <a:pt x="250856" y="21911"/>
                  </a:lnTo>
                  <a:lnTo>
                    <a:pt x="246233" y="19334"/>
                  </a:lnTo>
                  <a:lnTo>
                    <a:pt x="241530" y="16904"/>
                  </a:lnTo>
                  <a:lnTo>
                    <a:pt x="236754" y="14625"/>
                  </a:lnTo>
                  <a:lnTo>
                    <a:pt x="231907" y="12498"/>
                  </a:lnTo>
                  <a:lnTo>
                    <a:pt x="226996" y="10526"/>
                  </a:lnTo>
                  <a:lnTo>
                    <a:pt x="222024" y="8710"/>
                  </a:lnTo>
                  <a:lnTo>
                    <a:pt x="216998" y="7052"/>
                  </a:lnTo>
                  <a:lnTo>
                    <a:pt x="211922" y="5554"/>
                  </a:lnTo>
                  <a:lnTo>
                    <a:pt x="206800" y="4218"/>
                  </a:lnTo>
                  <a:lnTo>
                    <a:pt x="201639" y="3044"/>
                  </a:lnTo>
                  <a:lnTo>
                    <a:pt x="196444" y="2035"/>
                  </a:lnTo>
                  <a:lnTo>
                    <a:pt x="191219" y="1190"/>
                  </a:lnTo>
                  <a:lnTo>
                    <a:pt x="185970" y="512"/>
                  </a:lnTo>
                  <a:lnTo>
                    <a:pt x="180702" y="0"/>
                  </a:lnTo>
                  <a:lnTo>
                    <a:pt x="167161" y="1666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83779" y="3170392"/>
              <a:ext cx="13541" cy="167167"/>
            </a:xfrm>
            <a:custGeom>
              <a:avLst/>
              <a:pathLst>
                <a:path w="13541" h="167167">
                  <a:moveTo>
                    <a:pt x="13541" y="54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6904" y="2633064"/>
              <a:ext cx="162106" cy="167167"/>
            </a:xfrm>
            <a:custGeom>
              <a:avLst/>
              <a:pathLst>
                <a:path w="162106" h="167167">
                  <a:moveTo>
                    <a:pt x="162106" y="0"/>
                  </a:moveTo>
                  <a:lnTo>
                    <a:pt x="156709" y="87"/>
                  </a:lnTo>
                  <a:lnTo>
                    <a:pt x="151316" y="348"/>
                  </a:lnTo>
                  <a:lnTo>
                    <a:pt x="145935" y="783"/>
                  </a:lnTo>
                  <a:lnTo>
                    <a:pt x="140571" y="1392"/>
                  </a:lnTo>
                  <a:lnTo>
                    <a:pt x="135230" y="2174"/>
                  </a:lnTo>
                  <a:lnTo>
                    <a:pt x="129916" y="3128"/>
                  </a:lnTo>
                  <a:lnTo>
                    <a:pt x="124636" y="4253"/>
                  </a:lnTo>
                  <a:lnTo>
                    <a:pt x="119395" y="5548"/>
                  </a:lnTo>
                  <a:lnTo>
                    <a:pt x="114199" y="7011"/>
                  </a:lnTo>
                  <a:lnTo>
                    <a:pt x="109053" y="8642"/>
                  </a:lnTo>
                  <a:lnTo>
                    <a:pt x="103961" y="10437"/>
                  </a:lnTo>
                  <a:lnTo>
                    <a:pt x="98931" y="12397"/>
                  </a:lnTo>
                  <a:lnTo>
                    <a:pt x="93966" y="14517"/>
                  </a:lnTo>
                  <a:lnTo>
                    <a:pt x="89073" y="16797"/>
                  </a:lnTo>
                  <a:lnTo>
                    <a:pt x="84256" y="19234"/>
                  </a:lnTo>
                  <a:lnTo>
                    <a:pt x="79519" y="21825"/>
                  </a:lnTo>
                  <a:lnTo>
                    <a:pt x="74869" y="24567"/>
                  </a:lnTo>
                  <a:lnTo>
                    <a:pt x="70310" y="27458"/>
                  </a:lnTo>
                  <a:lnTo>
                    <a:pt x="65847" y="30495"/>
                  </a:lnTo>
                  <a:lnTo>
                    <a:pt x="61484" y="33675"/>
                  </a:lnTo>
                  <a:lnTo>
                    <a:pt x="57226" y="36993"/>
                  </a:lnTo>
                  <a:lnTo>
                    <a:pt x="53078" y="40448"/>
                  </a:lnTo>
                  <a:lnTo>
                    <a:pt x="49043" y="44034"/>
                  </a:lnTo>
                  <a:lnTo>
                    <a:pt x="45126" y="47750"/>
                  </a:lnTo>
                  <a:lnTo>
                    <a:pt x="41331" y="51589"/>
                  </a:lnTo>
                  <a:lnTo>
                    <a:pt x="37662" y="55549"/>
                  </a:lnTo>
                  <a:lnTo>
                    <a:pt x="34123" y="59626"/>
                  </a:lnTo>
                  <a:lnTo>
                    <a:pt x="30717" y="63814"/>
                  </a:lnTo>
                  <a:lnTo>
                    <a:pt x="27448" y="68111"/>
                  </a:lnTo>
                  <a:lnTo>
                    <a:pt x="24320" y="72510"/>
                  </a:lnTo>
                  <a:lnTo>
                    <a:pt x="21335" y="77009"/>
                  </a:lnTo>
                  <a:lnTo>
                    <a:pt x="18498" y="81601"/>
                  </a:lnTo>
                  <a:lnTo>
                    <a:pt x="15810" y="86283"/>
                  </a:lnTo>
                  <a:lnTo>
                    <a:pt x="13274" y="91049"/>
                  </a:lnTo>
                  <a:lnTo>
                    <a:pt x="10894" y="95895"/>
                  </a:lnTo>
                  <a:lnTo>
                    <a:pt x="8671" y="100814"/>
                  </a:lnTo>
                  <a:lnTo>
                    <a:pt x="6609" y="105803"/>
                  </a:lnTo>
                  <a:lnTo>
                    <a:pt x="4709" y="110856"/>
                  </a:lnTo>
                  <a:lnTo>
                    <a:pt x="2972" y="115968"/>
                  </a:lnTo>
                  <a:lnTo>
                    <a:pt x="1402" y="121133"/>
                  </a:lnTo>
                  <a:lnTo>
                    <a:pt x="0" y="126346"/>
                  </a:lnTo>
                  <a:lnTo>
                    <a:pt x="1621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6904" y="2759411"/>
              <a:ext cx="162106" cy="40820"/>
            </a:xfrm>
            <a:custGeom>
              <a:avLst/>
              <a:pathLst>
                <a:path w="162106" h="40820">
                  <a:moveTo>
                    <a:pt x="0" y="0"/>
                  </a:moveTo>
                  <a:lnTo>
                    <a:pt x="162106" y="408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1847" y="2692721"/>
              <a:ext cx="334330" cy="274666"/>
            </a:xfrm>
            <a:custGeom>
              <a:avLst/>
              <a:pathLst>
                <a:path w="334330" h="274666">
                  <a:moveTo>
                    <a:pt x="5056" y="66689"/>
                  </a:moveTo>
                  <a:lnTo>
                    <a:pt x="3845" y="71845"/>
                  </a:lnTo>
                  <a:lnTo>
                    <a:pt x="2797" y="77036"/>
                  </a:lnTo>
                  <a:lnTo>
                    <a:pt x="1914" y="82257"/>
                  </a:lnTo>
                  <a:lnTo>
                    <a:pt x="1197" y="87504"/>
                  </a:lnTo>
                  <a:lnTo>
                    <a:pt x="647" y="92772"/>
                  </a:lnTo>
                  <a:lnTo>
                    <a:pt x="263" y="98054"/>
                  </a:lnTo>
                  <a:lnTo>
                    <a:pt x="48" y="103345"/>
                  </a:lnTo>
                  <a:lnTo>
                    <a:pt x="0" y="108641"/>
                  </a:lnTo>
                  <a:lnTo>
                    <a:pt x="119" y="113935"/>
                  </a:lnTo>
                  <a:lnTo>
                    <a:pt x="407" y="119223"/>
                  </a:lnTo>
                  <a:lnTo>
                    <a:pt x="861" y="124499"/>
                  </a:lnTo>
                  <a:lnTo>
                    <a:pt x="1483" y="129759"/>
                  </a:lnTo>
                  <a:lnTo>
                    <a:pt x="2271" y="134995"/>
                  </a:lnTo>
                  <a:lnTo>
                    <a:pt x="3224" y="140205"/>
                  </a:lnTo>
                  <a:lnTo>
                    <a:pt x="4342" y="145381"/>
                  </a:lnTo>
                  <a:lnTo>
                    <a:pt x="5623" y="150520"/>
                  </a:lnTo>
                  <a:lnTo>
                    <a:pt x="7067" y="155615"/>
                  </a:lnTo>
                  <a:lnTo>
                    <a:pt x="8671" y="160662"/>
                  </a:lnTo>
                  <a:lnTo>
                    <a:pt x="10434" y="165656"/>
                  </a:lnTo>
                  <a:lnTo>
                    <a:pt x="12354" y="170591"/>
                  </a:lnTo>
                  <a:lnTo>
                    <a:pt x="14430" y="175463"/>
                  </a:lnTo>
                  <a:lnTo>
                    <a:pt x="16659" y="180267"/>
                  </a:lnTo>
                  <a:lnTo>
                    <a:pt x="19040" y="184998"/>
                  </a:lnTo>
                  <a:lnTo>
                    <a:pt x="21568" y="189651"/>
                  </a:lnTo>
                  <a:lnTo>
                    <a:pt x="24243" y="194221"/>
                  </a:lnTo>
                  <a:lnTo>
                    <a:pt x="27062" y="198705"/>
                  </a:lnTo>
                  <a:lnTo>
                    <a:pt x="30021" y="203097"/>
                  </a:lnTo>
                  <a:lnTo>
                    <a:pt x="33117" y="207393"/>
                  </a:lnTo>
                  <a:lnTo>
                    <a:pt x="36348" y="211589"/>
                  </a:lnTo>
                  <a:lnTo>
                    <a:pt x="39711" y="215680"/>
                  </a:lnTo>
                  <a:lnTo>
                    <a:pt x="43201" y="219663"/>
                  </a:lnTo>
                  <a:lnTo>
                    <a:pt x="46816" y="223534"/>
                  </a:lnTo>
                  <a:lnTo>
                    <a:pt x="50551" y="227287"/>
                  </a:lnTo>
                  <a:lnTo>
                    <a:pt x="54404" y="230921"/>
                  </a:lnTo>
                  <a:lnTo>
                    <a:pt x="58370" y="234431"/>
                  </a:lnTo>
                  <a:lnTo>
                    <a:pt x="62445" y="237813"/>
                  </a:lnTo>
                  <a:lnTo>
                    <a:pt x="66625" y="241065"/>
                  </a:lnTo>
                  <a:lnTo>
                    <a:pt x="70906" y="244183"/>
                  </a:lnTo>
                  <a:lnTo>
                    <a:pt x="75283" y="247163"/>
                  </a:lnTo>
                  <a:lnTo>
                    <a:pt x="79753" y="250003"/>
                  </a:lnTo>
                  <a:lnTo>
                    <a:pt x="84310" y="252701"/>
                  </a:lnTo>
                  <a:lnTo>
                    <a:pt x="88951" y="255252"/>
                  </a:lnTo>
                  <a:lnTo>
                    <a:pt x="93670" y="257656"/>
                  </a:lnTo>
                  <a:lnTo>
                    <a:pt x="98463" y="259908"/>
                  </a:lnTo>
                  <a:lnTo>
                    <a:pt x="103325" y="262008"/>
                  </a:lnTo>
                  <a:lnTo>
                    <a:pt x="108250" y="263952"/>
                  </a:lnTo>
                  <a:lnTo>
                    <a:pt x="113235" y="265740"/>
                  </a:lnTo>
                  <a:lnTo>
                    <a:pt x="118275" y="267369"/>
                  </a:lnTo>
                  <a:lnTo>
                    <a:pt x="123363" y="268837"/>
                  </a:lnTo>
                  <a:lnTo>
                    <a:pt x="128495" y="270144"/>
                  </a:lnTo>
                  <a:lnTo>
                    <a:pt x="133666" y="271287"/>
                  </a:lnTo>
                  <a:lnTo>
                    <a:pt x="138870" y="272266"/>
                  </a:lnTo>
                  <a:lnTo>
                    <a:pt x="144103" y="273079"/>
                  </a:lnTo>
                  <a:lnTo>
                    <a:pt x="149360" y="273727"/>
                  </a:lnTo>
                  <a:lnTo>
                    <a:pt x="154633" y="274207"/>
                  </a:lnTo>
                  <a:lnTo>
                    <a:pt x="159920" y="274520"/>
                  </a:lnTo>
                  <a:lnTo>
                    <a:pt x="165214" y="274666"/>
                  </a:lnTo>
                  <a:lnTo>
                    <a:pt x="170510" y="274644"/>
                  </a:lnTo>
                  <a:lnTo>
                    <a:pt x="175802" y="274454"/>
                  </a:lnTo>
                  <a:lnTo>
                    <a:pt x="181086" y="274097"/>
                  </a:lnTo>
                  <a:lnTo>
                    <a:pt x="186356" y="273572"/>
                  </a:lnTo>
                  <a:lnTo>
                    <a:pt x="191606" y="272881"/>
                  </a:lnTo>
                  <a:lnTo>
                    <a:pt x="196832" y="272023"/>
                  </a:lnTo>
                  <a:lnTo>
                    <a:pt x="202028" y="271001"/>
                  </a:lnTo>
                  <a:lnTo>
                    <a:pt x="207189" y="269815"/>
                  </a:lnTo>
                  <a:lnTo>
                    <a:pt x="212310" y="268465"/>
                  </a:lnTo>
                  <a:lnTo>
                    <a:pt x="217386" y="266955"/>
                  </a:lnTo>
                  <a:lnTo>
                    <a:pt x="222412" y="265284"/>
                  </a:lnTo>
                  <a:lnTo>
                    <a:pt x="227381" y="263454"/>
                  </a:lnTo>
                  <a:lnTo>
                    <a:pt x="232291" y="261469"/>
                  </a:lnTo>
                  <a:lnTo>
                    <a:pt x="237135" y="259329"/>
                  </a:lnTo>
                  <a:lnTo>
                    <a:pt x="241909" y="257036"/>
                  </a:lnTo>
                  <a:lnTo>
                    <a:pt x="246608" y="254593"/>
                  </a:lnTo>
                  <a:lnTo>
                    <a:pt x="251227" y="252003"/>
                  </a:lnTo>
                  <a:lnTo>
                    <a:pt x="255762" y="249268"/>
                  </a:lnTo>
                  <a:lnTo>
                    <a:pt x="260207" y="246390"/>
                  </a:lnTo>
                  <a:lnTo>
                    <a:pt x="264560" y="243373"/>
                  </a:lnTo>
                  <a:lnTo>
                    <a:pt x="268814" y="240220"/>
                  </a:lnTo>
                  <a:lnTo>
                    <a:pt x="272967" y="236933"/>
                  </a:lnTo>
                  <a:lnTo>
                    <a:pt x="277014" y="233517"/>
                  </a:lnTo>
                  <a:lnTo>
                    <a:pt x="280950" y="229974"/>
                  </a:lnTo>
                  <a:lnTo>
                    <a:pt x="284772" y="226309"/>
                  </a:lnTo>
                  <a:lnTo>
                    <a:pt x="288476" y="222524"/>
                  </a:lnTo>
                  <a:lnTo>
                    <a:pt x="292058" y="218623"/>
                  </a:lnTo>
                  <a:lnTo>
                    <a:pt x="295515" y="214611"/>
                  </a:lnTo>
                  <a:lnTo>
                    <a:pt x="298843" y="210492"/>
                  </a:lnTo>
                  <a:lnTo>
                    <a:pt x="302039" y="206269"/>
                  </a:lnTo>
                  <a:lnTo>
                    <a:pt x="305100" y="201947"/>
                  </a:lnTo>
                  <a:lnTo>
                    <a:pt x="308022" y="197531"/>
                  </a:lnTo>
                  <a:lnTo>
                    <a:pt x="310803" y="193024"/>
                  </a:lnTo>
                  <a:lnTo>
                    <a:pt x="313439" y="188431"/>
                  </a:lnTo>
                  <a:lnTo>
                    <a:pt x="315929" y="183757"/>
                  </a:lnTo>
                  <a:lnTo>
                    <a:pt x="318270" y="179006"/>
                  </a:lnTo>
                  <a:lnTo>
                    <a:pt x="320459" y="174184"/>
                  </a:lnTo>
                  <a:lnTo>
                    <a:pt x="322494" y="169295"/>
                  </a:lnTo>
                  <a:lnTo>
                    <a:pt x="324373" y="164344"/>
                  </a:lnTo>
                  <a:lnTo>
                    <a:pt x="326094" y="159335"/>
                  </a:lnTo>
                  <a:lnTo>
                    <a:pt x="327656" y="154275"/>
                  </a:lnTo>
                  <a:lnTo>
                    <a:pt x="329057" y="149168"/>
                  </a:lnTo>
                  <a:lnTo>
                    <a:pt x="330295" y="144019"/>
                  </a:lnTo>
                  <a:lnTo>
                    <a:pt x="331370" y="138833"/>
                  </a:lnTo>
                  <a:lnTo>
                    <a:pt x="332280" y="133616"/>
                  </a:lnTo>
                  <a:lnTo>
                    <a:pt x="333024" y="128373"/>
                  </a:lnTo>
                  <a:lnTo>
                    <a:pt x="333601" y="123109"/>
                  </a:lnTo>
                  <a:lnTo>
                    <a:pt x="334012" y="117829"/>
                  </a:lnTo>
                  <a:lnTo>
                    <a:pt x="334255" y="112538"/>
                  </a:lnTo>
                  <a:lnTo>
                    <a:pt x="334330" y="107243"/>
                  </a:lnTo>
                  <a:lnTo>
                    <a:pt x="334238" y="101948"/>
                  </a:lnTo>
                  <a:lnTo>
                    <a:pt x="333978" y="96659"/>
                  </a:lnTo>
                  <a:lnTo>
                    <a:pt x="333551" y="91380"/>
                  </a:lnTo>
                  <a:lnTo>
                    <a:pt x="332956" y="86118"/>
                  </a:lnTo>
                  <a:lnTo>
                    <a:pt x="332195" y="80877"/>
                  </a:lnTo>
                  <a:lnTo>
                    <a:pt x="331269" y="75663"/>
                  </a:lnTo>
                  <a:lnTo>
                    <a:pt x="330178" y="70481"/>
                  </a:lnTo>
                  <a:lnTo>
                    <a:pt x="328923" y="65336"/>
                  </a:lnTo>
                  <a:lnTo>
                    <a:pt x="327506" y="60233"/>
                  </a:lnTo>
                  <a:lnTo>
                    <a:pt x="325928" y="55178"/>
                  </a:lnTo>
                  <a:lnTo>
                    <a:pt x="324191" y="50175"/>
                  </a:lnTo>
                  <a:lnTo>
                    <a:pt x="322296" y="45230"/>
                  </a:lnTo>
                  <a:lnTo>
                    <a:pt x="320245" y="40347"/>
                  </a:lnTo>
                  <a:lnTo>
                    <a:pt x="318041" y="35532"/>
                  </a:lnTo>
                  <a:lnTo>
                    <a:pt x="315685" y="30789"/>
                  </a:lnTo>
                  <a:lnTo>
                    <a:pt x="313180" y="26123"/>
                  </a:lnTo>
                  <a:lnTo>
                    <a:pt x="310529" y="21538"/>
                  </a:lnTo>
                  <a:lnTo>
                    <a:pt x="307734" y="17040"/>
                  </a:lnTo>
                  <a:lnTo>
                    <a:pt x="304798" y="12633"/>
                  </a:lnTo>
                  <a:lnTo>
                    <a:pt x="301723" y="8321"/>
                  </a:lnTo>
                  <a:lnTo>
                    <a:pt x="298514" y="4108"/>
                  </a:lnTo>
                  <a:lnTo>
                    <a:pt x="295173" y="0"/>
                  </a:lnTo>
                  <a:lnTo>
                    <a:pt x="167163" y="1075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919011" y="2633064"/>
              <a:ext cx="128009" cy="167167"/>
            </a:xfrm>
            <a:custGeom>
              <a:avLst/>
              <a:pathLst>
                <a:path w="128009" h="167167">
                  <a:moveTo>
                    <a:pt x="128009" y="59657"/>
                  </a:moveTo>
                  <a:lnTo>
                    <a:pt x="124331" y="55424"/>
                  </a:lnTo>
                  <a:lnTo>
                    <a:pt x="120513" y="51316"/>
                  </a:lnTo>
                  <a:lnTo>
                    <a:pt x="116560" y="47339"/>
                  </a:lnTo>
                  <a:lnTo>
                    <a:pt x="112475" y="43497"/>
                  </a:lnTo>
                  <a:lnTo>
                    <a:pt x="108264" y="39794"/>
                  </a:lnTo>
                  <a:lnTo>
                    <a:pt x="103931" y="36235"/>
                  </a:lnTo>
                  <a:lnTo>
                    <a:pt x="99481" y="32823"/>
                  </a:lnTo>
                  <a:lnTo>
                    <a:pt x="94919" y="29561"/>
                  </a:lnTo>
                  <a:lnTo>
                    <a:pt x="90250" y="26455"/>
                  </a:lnTo>
                  <a:lnTo>
                    <a:pt x="85480" y="23507"/>
                  </a:lnTo>
                  <a:lnTo>
                    <a:pt x="80613" y="20721"/>
                  </a:lnTo>
                  <a:lnTo>
                    <a:pt x="75656" y="18100"/>
                  </a:lnTo>
                  <a:lnTo>
                    <a:pt x="70614" y="15646"/>
                  </a:lnTo>
                  <a:lnTo>
                    <a:pt x="65492" y="13363"/>
                  </a:lnTo>
                  <a:lnTo>
                    <a:pt x="60296" y="11253"/>
                  </a:lnTo>
                  <a:lnTo>
                    <a:pt x="55033" y="9318"/>
                  </a:lnTo>
                  <a:lnTo>
                    <a:pt x="49708" y="7561"/>
                  </a:lnTo>
                  <a:lnTo>
                    <a:pt x="44326" y="5984"/>
                  </a:lnTo>
                  <a:lnTo>
                    <a:pt x="38895" y="4588"/>
                  </a:lnTo>
                  <a:lnTo>
                    <a:pt x="33420" y="3374"/>
                  </a:lnTo>
                  <a:lnTo>
                    <a:pt x="27908" y="2346"/>
                  </a:lnTo>
                  <a:lnTo>
                    <a:pt x="22364" y="1502"/>
                  </a:lnTo>
                  <a:lnTo>
                    <a:pt x="16795" y="845"/>
                  </a:lnTo>
                  <a:lnTo>
                    <a:pt x="11207" y="376"/>
                  </a:lnTo>
                  <a:lnTo>
                    <a:pt x="560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62248" y="2126963"/>
              <a:ext cx="66223" cy="167167"/>
            </a:xfrm>
            <a:custGeom>
              <a:avLst/>
              <a:pathLst>
                <a:path w="66223" h="167167">
                  <a:moveTo>
                    <a:pt x="66223" y="0"/>
                  </a:moveTo>
                  <a:lnTo>
                    <a:pt x="60035" y="114"/>
                  </a:lnTo>
                  <a:lnTo>
                    <a:pt x="53855" y="458"/>
                  </a:lnTo>
                  <a:lnTo>
                    <a:pt x="47691" y="1030"/>
                  </a:lnTo>
                  <a:lnTo>
                    <a:pt x="41553" y="1830"/>
                  </a:lnTo>
                  <a:lnTo>
                    <a:pt x="35449" y="2857"/>
                  </a:lnTo>
                  <a:lnTo>
                    <a:pt x="29388" y="4108"/>
                  </a:lnTo>
                  <a:lnTo>
                    <a:pt x="23376" y="5584"/>
                  </a:lnTo>
                  <a:lnTo>
                    <a:pt x="17424" y="7281"/>
                  </a:lnTo>
                  <a:lnTo>
                    <a:pt x="11538" y="9197"/>
                  </a:lnTo>
                  <a:lnTo>
                    <a:pt x="5727" y="11330"/>
                  </a:lnTo>
                  <a:lnTo>
                    <a:pt x="0" y="13676"/>
                  </a:lnTo>
                  <a:lnTo>
                    <a:pt x="6622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2248" y="2140640"/>
              <a:ext cx="66223" cy="153490"/>
            </a:xfrm>
            <a:custGeom>
              <a:avLst/>
              <a:pathLst>
                <a:path w="66223" h="153490">
                  <a:moveTo>
                    <a:pt x="0" y="0"/>
                  </a:moveTo>
                  <a:lnTo>
                    <a:pt x="66223" y="1534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561315" y="2140640"/>
              <a:ext cx="252629" cy="320657"/>
            </a:xfrm>
            <a:custGeom>
              <a:avLst/>
              <a:pathLst>
                <a:path w="252629" h="320657">
                  <a:moveTo>
                    <a:pt x="100932" y="0"/>
                  </a:moveTo>
                  <a:lnTo>
                    <a:pt x="96092" y="2180"/>
                  </a:lnTo>
                  <a:lnTo>
                    <a:pt x="91323" y="4512"/>
                  </a:lnTo>
                  <a:lnTo>
                    <a:pt x="86631" y="6995"/>
                  </a:lnTo>
                  <a:lnTo>
                    <a:pt x="82020" y="9626"/>
                  </a:lnTo>
                  <a:lnTo>
                    <a:pt x="77495" y="12402"/>
                  </a:lnTo>
                  <a:lnTo>
                    <a:pt x="73061" y="15320"/>
                  </a:lnTo>
                  <a:lnTo>
                    <a:pt x="68721" y="18377"/>
                  </a:lnTo>
                  <a:lnTo>
                    <a:pt x="64481" y="21571"/>
                  </a:lnTo>
                  <a:lnTo>
                    <a:pt x="60344" y="24897"/>
                  </a:lnTo>
                  <a:lnTo>
                    <a:pt x="56314" y="28354"/>
                  </a:lnTo>
                  <a:lnTo>
                    <a:pt x="52397" y="31936"/>
                  </a:lnTo>
                  <a:lnTo>
                    <a:pt x="48595" y="35641"/>
                  </a:lnTo>
                  <a:lnTo>
                    <a:pt x="44913" y="39465"/>
                  </a:lnTo>
                  <a:lnTo>
                    <a:pt x="41354" y="43404"/>
                  </a:lnTo>
                  <a:lnTo>
                    <a:pt x="37922" y="47454"/>
                  </a:lnTo>
                  <a:lnTo>
                    <a:pt x="34621" y="51611"/>
                  </a:lnTo>
                  <a:lnTo>
                    <a:pt x="31453" y="55870"/>
                  </a:lnTo>
                  <a:lnTo>
                    <a:pt x="28422" y="60228"/>
                  </a:lnTo>
                  <a:lnTo>
                    <a:pt x="25530" y="64680"/>
                  </a:lnTo>
                  <a:lnTo>
                    <a:pt x="22782" y="69222"/>
                  </a:lnTo>
                  <a:lnTo>
                    <a:pt x="20179" y="73849"/>
                  </a:lnTo>
                  <a:lnTo>
                    <a:pt x="17724" y="78555"/>
                  </a:lnTo>
                  <a:lnTo>
                    <a:pt x="15420" y="83338"/>
                  </a:lnTo>
                  <a:lnTo>
                    <a:pt x="13269" y="88191"/>
                  </a:lnTo>
                  <a:lnTo>
                    <a:pt x="11274" y="93110"/>
                  </a:lnTo>
                  <a:lnTo>
                    <a:pt x="9435" y="98090"/>
                  </a:lnTo>
                  <a:lnTo>
                    <a:pt x="7756" y="103126"/>
                  </a:lnTo>
                  <a:lnTo>
                    <a:pt x="6237" y="108213"/>
                  </a:lnTo>
                  <a:lnTo>
                    <a:pt x="4880" y="113345"/>
                  </a:lnTo>
                  <a:lnTo>
                    <a:pt x="3688" y="118518"/>
                  </a:lnTo>
                  <a:lnTo>
                    <a:pt x="2660" y="123726"/>
                  </a:lnTo>
                  <a:lnTo>
                    <a:pt x="1797" y="128964"/>
                  </a:lnTo>
                  <a:lnTo>
                    <a:pt x="1102" y="134226"/>
                  </a:lnTo>
                  <a:lnTo>
                    <a:pt x="574" y="139509"/>
                  </a:lnTo>
                  <a:lnTo>
                    <a:pt x="214" y="144805"/>
                  </a:lnTo>
                  <a:lnTo>
                    <a:pt x="23" y="150110"/>
                  </a:lnTo>
                  <a:lnTo>
                    <a:pt x="0" y="155418"/>
                  </a:lnTo>
                  <a:lnTo>
                    <a:pt x="145" y="160725"/>
                  </a:lnTo>
                  <a:lnTo>
                    <a:pt x="459" y="166024"/>
                  </a:lnTo>
                  <a:lnTo>
                    <a:pt x="941" y="171311"/>
                  </a:lnTo>
                  <a:lnTo>
                    <a:pt x="1591" y="176579"/>
                  </a:lnTo>
                  <a:lnTo>
                    <a:pt x="2407" y="181825"/>
                  </a:lnTo>
                  <a:lnTo>
                    <a:pt x="3390" y="187041"/>
                  </a:lnTo>
                  <a:lnTo>
                    <a:pt x="4538" y="192224"/>
                  </a:lnTo>
                  <a:lnTo>
                    <a:pt x="5850" y="197368"/>
                  </a:lnTo>
                  <a:lnTo>
                    <a:pt x="7324" y="202468"/>
                  </a:lnTo>
                  <a:lnTo>
                    <a:pt x="8960" y="207518"/>
                  </a:lnTo>
                  <a:lnTo>
                    <a:pt x="10755" y="212514"/>
                  </a:lnTo>
                  <a:lnTo>
                    <a:pt x="12708" y="217450"/>
                  </a:lnTo>
                  <a:lnTo>
                    <a:pt x="14817" y="222322"/>
                  </a:lnTo>
                  <a:lnTo>
                    <a:pt x="17079" y="227124"/>
                  </a:lnTo>
                  <a:lnTo>
                    <a:pt x="19493" y="231852"/>
                  </a:lnTo>
                  <a:lnTo>
                    <a:pt x="22055" y="236501"/>
                  </a:lnTo>
                  <a:lnTo>
                    <a:pt x="24764" y="241066"/>
                  </a:lnTo>
                  <a:lnTo>
                    <a:pt x="27617" y="245543"/>
                  </a:lnTo>
                  <a:lnTo>
                    <a:pt x="30610" y="249928"/>
                  </a:lnTo>
                  <a:lnTo>
                    <a:pt x="33741" y="254215"/>
                  </a:lnTo>
                  <a:lnTo>
                    <a:pt x="37006" y="258400"/>
                  </a:lnTo>
                  <a:lnTo>
                    <a:pt x="40403" y="262480"/>
                  </a:lnTo>
                  <a:lnTo>
                    <a:pt x="43928" y="266449"/>
                  </a:lnTo>
                  <a:lnTo>
                    <a:pt x="47576" y="270305"/>
                  </a:lnTo>
                  <a:lnTo>
                    <a:pt x="51346" y="274043"/>
                  </a:lnTo>
                  <a:lnTo>
                    <a:pt x="55232" y="277659"/>
                  </a:lnTo>
                  <a:lnTo>
                    <a:pt x="59231" y="281150"/>
                  </a:lnTo>
                  <a:lnTo>
                    <a:pt x="63339" y="284513"/>
                  </a:lnTo>
                  <a:lnTo>
                    <a:pt x="67551" y="287743"/>
                  </a:lnTo>
                  <a:lnTo>
                    <a:pt x="71864" y="290838"/>
                  </a:lnTo>
                  <a:lnTo>
                    <a:pt x="76273" y="293794"/>
                  </a:lnTo>
                  <a:lnTo>
                    <a:pt x="80774" y="296609"/>
                  </a:lnTo>
                  <a:lnTo>
                    <a:pt x="85362" y="299280"/>
                  </a:lnTo>
                  <a:lnTo>
                    <a:pt x="90032" y="301804"/>
                  </a:lnTo>
                  <a:lnTo>
                    <a:pt x="94780" y="304178"/>
                  </a:lnTo>
                  <a:lnTo>
                    <a:pt x="99601" y="306400"/>
                  </a:lnTo>
                  <a:lnTo>
                    <a:pt x="104491" y="308468"/>
                  </a:lnTo>
                  <a:lnTo>
                    <a:pt x="109443" y="310379"/>
                  </a:lnTo>
                  <a:lnTo>
                    <a:pt x="114454" y="312132"/>
                  </a:lnTo>
                  <a:lnTo>
                    <a:pt x="119517" y="313726"/>
                  </a:lnTo>
                  <a:lnTo>
                    <a:pt x="124629" y="315158"/>
                  </a:lnTo>
                  <a:lnTo>
                    <a:pt x="129784" y="316426"/>
                  </a:lnTo>
                  <a:lnTo>
                    <a:pt x="134976" y="317531"/>
                  </a:lnTo>
                  <a:lnTo>
                    <a:pt x="140201" y="318470"/>
                  </a:lnTo>
                  <a:lnTo>
                    <a:pt x="145453" y="319243"/>
                  </a:lnTo>
                  <a:lnTo>
                    <a:pt x="150727" y="319848"/>
                  </a:lnTo>
                  <a:lnTo>
                    <a:pt x="156017" y="320286"/>
                  </a:lnTo>
                  <a:lnTo>
                    <a:pt x="161319" y="320556"/>
                  </a:lnTo>
                  <a:lnTo>
                    <a:pt x="166626" y="320657"/>
                  </a:lnTo>
                  <a:lnTo>
                    <a:pt x="171934" y="320589"/>
                  </a:lnTo>
                  <a:lnTo>
                    <a:pt x="177238" y="320353"/>
                  </a:lnTo>
                  <a:lnTo>
                    <a:pt x="182531" y="319949"/>
                  </a:lnTo>
                  <a:lnTo>
                    <a:pt x="187808" y="319377"/>
                  </a:lnTo>
                  <a:lnTo>
                    <a:pt x="193065" y="318637"/>
                  </a:lnTo>
                  <a:lnTo>
                    <a:pt x="198296" y="317731"/>
                  </a:lnTo>
                  <a:lnTo>
                    <a:pt x="203495" y="316660"/>
                  </a:lnTo>
                  <a:lnTo>
                    <a:pt x="208658" y="315424"/>
                  </a:lnTo>
                  <a:lnTo>
                    <a:pt x="213778" y="314024"/>
                  </a:lnTo>
                  <a:lnTo>
                    <a:pt x="218852" y="312463"/>
                  </a:lnTo>
                  <a:lnTo>
                    <a:pt x="223874" y="310742"/>
                  </a:lnTo>
                  <a:lnTo>
                    <a:pt x="228838" y="308861"/>
                  </a:lnTo>
                  <a:lnTo>
                    <a:pt x="233740" y="306825"/>
                  </a:lnTo>
                  <a:lnTo>
                    <a:pt x="238575" y="304633"/>
                  </a:lnTo>
                  <a:lnTo>
                    <a:pt x="243338" y="302289"/>
                  </a:lnTo>
                  <a:lnTo>
                    <a:pt x="248025" y="299795"/>
                  </a:lnTo>
                  <a:lnTo>
                    <a:pt x="252629" y="297154"/>
                  </a:lnTo>
                  <a:lnTo>
                    <a:pt x="167156" y="1534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728472" y="2126963"/>
              <a:ext cx="167165" cy="310831"/>
            </a:xfrm>
            <a:custGeom>
              <a:avLst/>
              <a:pathLst>
                <a:path w="167165" h="310831">
                  <a:moveTo>
                    <a:pt x="85473" y="310831"/>
                  </a:moveTo>
                  <a:lnTo>
                    <a:pt x="90048" y="308008"/>
                  </a:lnTo>
                  <a:lnTo>
                    <a:pt x="94530" y="305040"/>
                  </a:lnTo>
                  <a:lnTo>
                    <a:pt x="98914" y="301929"/>
                  </a:lnTo>
                  <a:lnTo>
                    <a:pt x="103196" y="298679"/>
                  </a:lnTo>
                  <a:lnTo>
                    <a:pt x="107371" y="295293"/>
                  </a:lnTo>
                  <a:lnTo>
                    <a:pt x="111436" y="291774"/>
                  </a:lnTo>
                  <a:lnTo>
                    <a:pt x="115385" y="288127"/>
                  </a:lnTo>
                  <a:lnTo>
                    <a:pt x="119214" y="284354"/>
                  </a:lnTo>
                  <a:lnTo>
                    <a:pt x="122921" y="280460"/>
                  </a:lnTo>
                  <a:lnTo>
                    <a:pt x="126500" y="276449"/>
                  </a:lnTo>
                  <a:lnTo>
                    <a:pt x="129948" y="272325"/>
                  </a:lnTo>
                  <a:lnTo>
                    <a:pt x="133262" y="268093"/>
                  </a:lnTo>
                  <a:lnTo>
                    <a:pt x="136438" y="263756"/>
                  </a:lnTo>
                  <a:lnTo>
                    <a:pt x="139474" y="259319"/>
                  </a:lnTo>
                  <a:lnTo>
                    <a:pt x="142364" y="254786"/>
                  </a:lnTo>
                  <a:lnTo>
                    <a:pt x="145108" y="250164"/>
                  </a:lnTo>
                  <a:lnTo>
                    <a:pt x="147702" y="245455"/>
                  </a:lnTo>
                  <a:lnTo>
                    <a:pt x="150143" y="240665"/>
                  </a:lnTo>
                  <a:lnTo>
                    <a:pt x="152428" y="235800"/>
                  </a:lnTo>
                  <a:lnTo>
                    <a:pt x="154556" y="230863"/>
                  </a:lnTo>
                  <a:lnTo>
                    <a:pt x="156524" y="225861"/>
                  </a:lnTo>
                  <a:lnTo>
                    <a:pt x="158331" y="220797"/>
                  </a:lnTo>
                  <a:lnTo>
                    <a:pt x="159973" y="215679"/>
                  </a:lnTo>
                  <a:lnTo>
                    <a:pt x="161450" y="210510"/>
                  </a:lnTo>
                  <a:lnTo>
                    <a:pt x="162760" y="205296"/>
                  </a:lnTo>
                  <a:lnTo>
                    <a:pt x="163902" y="200043"/>
                  </a:lnTo>
                  <a:lnTo>
                    <a:pt x="164875" y="194756"/>
                  </a:lnTo>
                  <a:lnTo>
                    <a:pt x="165676" y="189441"/>
                  </a:lnTo>
                  <a:lnTo>
                    <a:pt x="166307" y="184102"/>
                  </a:lnTo>
                  <a:lnTo>
                    <a:pt x="166765" y="178746"/>
                  </a:lnTo>
                  <a:lnTo>
                    <a:pt x="167052" y="173378"/>
                  </a:lnTo>
                  <a:lnTo>
                    <a:pt x="167165" y="168003"/>
                  </a:lnTo>
                  <a:lnTo>
                    <a:pt x="167105" y="162628"/>
                  </a:lnTo>
                  <a:lnTo>
                    <a:pt x="166873" y="157257"/>
                  </a:lnTo>
                  <a:lnTo>
                    <a:pt x="166468" y="151897"/>
                  </a:lnTo>
                  <a:lnTo>
                    <a:pt x="165891" y="146552"/>
                  </a:lnTo>
                  <a:lnTo>
                    <a:pt x="165142" y="141229"/>
                  </a:lnTo>
                  <a:lnTo>
                    <a:pt x="164223" y="135932"/>
                  </a:lnTo>
                  <a:lnTo>
                    <a:pt x="163134" y="130668"/>
                  </a:lnTo>
                  <a:lnTo>
                    <a:pt x="161876" y="125441"/>
                  </a:lnTo>
                  <a:lnTo>
                    <a:pt x="160450" y="120258"/>
                  </a:lnTo>
                  <a:lnTo>
                    <a:pt x="158859" y="115123"/>
                  </a:lnTo>
                  <a:lnTo>
                    <a:pt x="157104" y="110042"/>
                  </a:lnTo>
                  <a:lnTo>
                    <a:pt x="155186" y="105020"/>
                  </a:lnTo>
                  <a:lnTo>
                    <a:pt x="153107" y="100063"/>
                  </a:lnTo>
                  <a:lnTo>
                    <a:pt x="150870" y="95174"/>
                  </a:lnTo>
                  <a:lnTo>
                    <a:pt x="148478" y="90360"/>
                  </a:lnTo>
                  <a:lnTo>
                    <a:pt x="145931" y="85626"/>
                  </a:lnTo>
                  <a:lnTo>
                    <a:pt x="143234" y="80976"/>
                  </a:lnTo>
                  <a:lnTo>
                    <a:pt x="140388" y="76415"/>
                  </a:lnTo>
                  <a:lnTo>
                    <a:pt x="137398" y="71948"/>
                  </a:lnTo>
                  <a:lnTo>
                    <a:pt x="134265" y="67579"/>
                  </a:lnTo>
                  <a:lnTo>
                    <a:pt x="130994" y="63314"/>
                  </a:lnTo>
                  <a:lnTo>
                    <a:pt x="127587" y="59156"/>
                  </a:lnTo>
                  <a:lnTo>
                    <a:pt x="124048" y="55109"/>
                  </a:lnTo>
                  <a:lnTo>
                    <a:pt x="120381" y="51178"/>
                  </a:lnTo>
                  <a:lnTo>
                    <a:pt x="116589" y="47368"/>
                  </a:lnTo>
                  <a:lnTo>
                    <a:pt x="112677" y="43681"/>
                  </a:lnTo>
                  <a:lnTo>
                    <a:pt x="108648" y="40122"/>
                  </a:lnTo>
                  <a:lnTo>
                    <a:pt x="104507" y="36694"/>
                  </a:lnTo>
                  <a:lnTo>
                    <a:pt x="100257" y="33401"/>
                  </a:lnTo>
                  <a:lnTo>
                    <a:pt x="95905" y="30247"/>
                  </a:lnTo>
                  <a:lnTo>
                    <a:pt x="91452" y="27234"/>
                  </a:lnTo>
                  <a:lnTo>
                    <a:pt x="86906" y="24366"/>
                  </a:lnTo>
                  <a:lnTo>
                    <a:pt x="82269" y="21645"/>
                  </a:lnTo>
                  <a:lnTo>
                    <a:pt x="77548" y="19075"/>
                  </a:lnTo>
                  <a:lnTo>
                    <a:pt x="72746" y="16658"/>
                  </a:lnTo>
                  <a:lnTo>
                    <a:pt x="67869" y="14397"/>
                  </a:lnTo>
                  <a:lnTo>
                    <a:pt x="62922" y="12294"/>
                  </a:lnTo>
                  <a:lnTo>
                    <a:pt x="57909" y="10351"/>
                  </a:lnTo>
                  <a:lnTo>
                    <a:pt x="52837" y="8570"/>
                  </a:lnTo>
                  <a:lnTo>
                    <a:pt x="47710" y="6953"/>
                  </a:lnTo>
                  <a:lnTo>
                    <a:pt x="42534" y="5501"/>
                  </a:lnTo>
                  <a:lnTo>
                    <a:pt x="37314" y="4217"/>
                  </a:lnTo>
                  <a:lnTo>
                    <a:pt x="32055" y="3102"/>
                  </a:lnTo>
                  <a:lnTo>
                    <a:pt x="26764" y="2156"/>
                  </a:lnTo>
                  <a:lnTo>
                    <a:pt x="21444" y="1381"/>
                  </a:lnTo>
                  <a:lnTo>
                    <a:pt x="16102" y="777"/>
                  </a:lnTo>
                  <a:lnTo>
                    <a:pt x="10744" y="345"/>
                  </a:lnTo>
                  <a:lnTo>
                    <a:pt x="537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1134" y="1681503"/>
              <a:ext cx="52100" cy="167167"/>
            </a:xfrm>
            <a:custGeom>
              <a:avLst/>
              <a:pathLst>
                <a:path w="52100" h="167167">
                  <a:moveTo>
                    <a:pt x="52100" y="0"/>
                  </a:moveTo>
                  <a:lnTo>
                    <a:pt x="46214" y="103"/>
                  </a:lnTo>
                  <a:lnTo>
                    <a:pt x="40336" y="414"/>
                  </a:lnTo>
                  <a:lnTo>
                    <a:pt x="34472" y="932"/>
                  </a:lnTo>
                  <a:lnTo>
                    <a:pt x="28630" y="1655"/>
                  </a:lnTo>
                  <a:lnTo>
                    <a:pt x="22817" y="2584"/>
                  </a:lnTo>
                  <a:lnTo>
                    <a:pt x="17040" y="3717"/>
                  </a:lnTo>
                  <a:lnTo>
                    <a:pt x="11307" y="5053"/>
                  </a:lnTo>
                  <a:lnTo>
                    <a:pt x="5624" y="6590"/>
                  </a:lnTo>
                  <a:lnTo>
                    <a:pt x="0" y="8326"/>
                  </a:lnTo>
                  <a:lnTo>
                    <a:pt x="5210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1134" y="1689829"/>
              <a:ext cx="52100" cy="158841"/>
            </a:xfrm>
            <a:custGeom>
              <a:avLst/>
              <a:pathLst>
                <a:path w="52100" h="158841">
                  <a:moveTo>
                    <a:pt x="0" y="0"/>
                  </a:moveTo>
                  <a:lnTo>
                    <a:pt x="52100" y="1588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256085" y="1689829"/>
              <a:ext cx="334303" cy="326008"/>
            </a:xfrm>
            <a:custGeom>
              <a:avLst/>
              <a:pathLst>
                <a:path w="334303" h="326008">
                  <a:moveTo>
                    <a:pt x="115049" y="0"/>
                  </a:moveTo>
                  <a:lnTo>
                    <a:pt x="110039" y="1731"/>
                  </a:lnTo>
                  <a:lnTo>
                    <a:pt x="105086" y="3621"/>
                  </a:lnTo>
                  <a:lnTo>
                    <a:pt x="100196" y="5667"/>
                  </a:lnTo>
                  <a:lnTo>
                    <a:pt x="95373" y="7867"/>
                  </a:lnTo>
                  <a:lnTo>
                    <a:pt x="90622" y="10218"/>
                  </a:lnTo>
                  <a:lnTo>
                    <a:pt x="85948" y="12720"/>
                  </a:lnTo>
                  <a:lnTo>
                    <a:pt x="81356" y="15368"/>
                  </a:lnTo>
                  <a:lnTo>
                    <a:pt x="76850" y="18160"/>
                  </a:lnTo>
                  <a:lnTo>
                    <a:pt x="72435" y="21094"/>
                  </a:lnTo>
                  <a:lnTo>
                    <a:pt x="68115" y="24166"/>
                  </a:lnTo>
                  <a:lnTo>
                    <a:pt x="63895" y="27374"/>
                  </a:lnTo>
                  <a:lnTo>
                    <a:pt x="59778" y="30714"/>
                  </a:lnTo>
                  <a:lnTo>
                    <a:pt x="55770" y="34183"/>
                  </a:lnTo>
                  <a:lnTo>
                    <a:pt x="51873" y="37777"/>
                  </a:lnTo>
                  <a:lnTo>
                    <a:pt x="48093" y="41493"/>
                  </a:lnTo>
                  <a:lnTo>
                    <a:pt x="44432" y="45326"/>
                  </a:lnTo>
                  <a:lnTo>
                    <a:pt x="40895" y="49274"/>
                  </a:lnTo>
                  <a:lnTo>
                    <a:pt x="37484" y="53333"/>
                  </a:lnTo>
                  <a:lnTo>
                    <a:pt x="34204" y="57497"/>
                  </a:lnTo>
                  <a:lnTo>
                    <a:pt x="31058" y="61763"/>
                  </a:lnTo>
                  <a:lnTo>
                    <a:pt x="28048" y="66127"/>
                  </a:lnTo>
                  <a:lnTo>
                    <a:pt x="25178" y="70584"/>
                  </a:lnTo>
                  <a:lnTo>
                    <a:pt x="22451" y="75130"/>
                  </a:lnTo>
                  <a:lnTo>
                    <a:pt x="19870" y="79760"/>
                  </a:lnTo>
                  <a:lnTo>
                    <a:pt x="17437" y="84469"/>
                  </a:lnTo>
                  <a:lnTo>
                    <a:pt x="15154" y="89253"/>
                  </a:lnTo>
                  <a:lnTo>
                    <a:pt x="13024" y="94108"/>
                  </a:lnTo>
                  <a:lnTo>
                    <a:pt x="11049" y="99027"/>
                  </a:lnTo>
                  <a:lnTo>
                    <a:pt x="9231" y="104006"/>
                  </a:lnTo>
                  <a:lnTo>
                    <a:pt x="7572" y="109041"/>
                  </a:lnTo>
                  <a:lnTo>
                    <a:pt x="6073" y="114126"/>
                  </a:lnTo>
                  <a:lnTo>
                    <a:pt x="4736" y="119255"/>
                  </a:lnTo>
                  <a:lnTo>
                    <a:pt x="3563" y="124425"/>
                  </a:lnTo>
                  <a:lnTo>
                    <a:pt x="2554" y="129629"/>
                  </a:lnTo>
                  <a:lnTo>
                    <a:pt x="1710" y="134862"/>
                  </a:lnTo>
                  <a:lnTo>
                    <a:pt x="1033" y="140120"/>
                  </a:lnTo>
                  <a:lnTo>
                    <a:pt x="523" y="145396"/>
                  </a:lnTo>
                  <a:lnTo>
                    <a:pt x="181" y="150686"/>
                  </a:lnTo>
                  <a:lnTo>
                    <a:pt x="6" y="155984"/>
                  </a:lnTo>
                  <a:lnTo>
                    <a:pt x="0" y="161285"/>
                  </a:lnTo>
                  <a:lnTo>
                    <a:pt x="161" y="166584"/>
                  </a:lnTo>
                  <a:lnTo>
                    <a:pt x="491" y="171874"/>
                  </a:lnTo>
                  <a:lnTo>
                    <a:pt x="988" y="177152"/>
                  </a:lnTo>
                  <a:lnTo>
                    <a:pt x="1652" y="182411"/>
                  </a:lnTo>
                  <a:lnTo>
                    <a:pt x="2482" y="187647"/>
                  </a:lnTo>
                  <a:lnTo>
                    <a:pt x="3478" y="192853"/>
                  </a:lnTo>
                  <a:lnTo>
                    <a:pt x="4639" y="198026"/>
                  </a:lnTo>
                  <a:lnTo>
                    <a:pt x="5963" y="203158"/>
                  </a:lnTo>
                  <a:lnTo>
                    <a:pt x="7449" y="208247"/>
                  </a:lnTo>
                  <a:lnTo>
                    <a:pt x="9096" y="213286"/>
                  </a:lnTo>
                  <a:lnTo>
                    <a:pt x="10902" y="218269"/>
                  </a:lnTo>
                  <a:lnTo>
                    <a:pt x="12865" y="223194"/>
                  </a:lnTo>
                  <a:lnTo>
                    <a:pt x="14983" y="228053"/>
                  </a:lnTo>
                  <a:lnTo>
                    <a:pt x="17254" y="232843"/>
                  </a:lnTo>
                  <a:lnTo>
                    <a:pt x="19675" y="237558"/>
                  </a:lnTo>
                  <a:lnTo>
                    <a:pt x="22245" y="242195"/>
                  </a:lnTo>
                  <a:lnTo>
                    <a:pt x="24961" y="246747"/>
                  </a:lnTo>
                  <a:lnTo>
                    <a:pt x="27820" y="251211"/>
                  </a:lnTo>
                  <a:lnTo>
                    <a:pt x="30819" y="255583"/>
                  </a:lnTo>
                  <a:lnTo>
                    <a:pt x="33955" y="259856"/>
                  </a:lnTo>
                  <a:lnTo>
                    <a:pt x="37224" y="264029"/>
                  </a:lnTo>
                  <a:lnTo>
                    <a:pt x="40625" y="268095"/>
                  </a:lnTo>
                  <a:lnTo>
                    <a:pt x="44153" y="272052"/>
                  </a:lnTo>
                  <a:lnTo>
                    <a:pt x="47804" y="275895"/>
                  </a:lnTo>
                  <a:lnTo>
                    <a:pt x="51575" y="279620"/>
                  </a:lnTo>
                  <a:lnTo>
                    <a:pt x="55463" y="283224"/>
                  </a:lnTo>
                  <a:lnTo>
                    <a:pt x="59463" y="286702"/>
                  </a:lnTo>
                  <a:lnTo>
                    <a:pt x="63571" y="290053"/>
                  </a:lnTo>
                  <a:lnTo>
                    <a:pt x="67783" y="293271"/>
                  </a:lnTo>
                  <a:lnTo>
                    <a:pt x="72096" y="296354"/>
                  </a:lnTo>
                  <a:lnTo>
                    <a:pt x="76504" y="299298"/>
                  </a:lnTo>
                  <a:lnTo>
                    <a:pt x="81003" y="302102"/>
                  </a:lnTo>
                  <a:lnTo>
                    <a:pt x="85588" y="304761"/>
                  </a:lnTo>
                  <a:lnTo>
                    <a:pt x="90256" y="307274"/>
                  </a:lnTo>
                  <a:lnTo>
                    <a:pt x="95001" y="309637"/>
                  </a:lnTo>
                  <a:lnTo>
                    <a:pt x="99818" y="311849"/>
                  </a:lnTo>
                  <a:lnTo>
                    <a:pt x="104704" y="313907"/>
                  </a:lnTo>
                  <a:lnTo>
                    <a:pt x="109652" y="315809"/>
                  </a:lnTo>
                  <a:lnTo>
                    <a:pt x="114657" y="317553"/>
                  </a:lnTo>
                  <a:lnTo>
                    <a:pt x="119716" y="319137"/>
                  </a:lnTo>
                  <a:lnTo>
                    <a:pt x="124822" y="320561"/>
                  </a:lnTo>
                  <a:lnTo>
                    <a:pt x="129971" y="321822"/>
                  </a:lnTo>
                  <a:lnTo>
                    <a:pt x="135157" y="322918"/>
                  </a:lnTo>
                  <a:lnTo>
                    <a:pt x="140376" y="323850"/>
                  </a:lnTo>
                  <a:lnTo>
                    <a:pt x="145621" y="324616"/>
                  </a:lnTo>
                  <a:lnTo>
                    <a:pt x="150888" y="325215"/>
                  </a:lnTo>
                  <a:lnTo>
                    <a:pt x="156172" y="325647"/>
                  </a:lnTo>
                  <a:lnTo>
                    <a:pt x="161466" y="325911"/>
                  </a:lnTo>
                  <a:lnTo>
                    <a:pt x="166766" y="326008"/>
                  </a:lnTo>
                  <a:lnTo>
                    <a:pt x="172066" y="325936"/>
                  </a:lnTo>
                  <a:lnTo>
                    <a:pt x="177362" y="325696"/>
                  </a:lnTo>
                  <a:lnTo>
                    <a:pt x="182647" y="325288"/>
                  </a:lnTo>
                  <a:lnTo>
                    <a:pt x="187917" y="324713"/>
                  </a:lnTo>
                  <a:lnTo>
                    <a:pt x="193166" y="323971"/>
                  </a:lnTo>
                  <a:lnTo>
                    <a:pt x="198388" y="323063"/>
                  </a:lnTo>
                  <a:lnTo>
                    <a:pt x="203580" y="321990"/>
                  </a:lnTo>
                  <a:lnTo>
                    <a:pt x="208734" y="320753"/>
                  </a:lnTo>
                  <a:lnTo>
                    <a:pt x="213847" y="319353"/>
                  </a:lnTo>
                  <a:lnTo>
                    <a:pt x="218913" y="317792"/>
                  </a:lnTo>
                  <a:lnTo>
                    <a:pt x="223927" y="316071"/>
                  </a:lnTo>
                  <a:lnTo>
                    <a:pt x="228883" y="314191"/>
                  </a:lnTo>
                  <a:lnTo>
                    <a:pt x="233778" y="312156"/>
                  </a:lnTo>
                  <a:lnTo>
                    <a:pt x="238605" y="309966"/>
                  </a:lnTo>
                  <a:lnTo>
                    <a:pt x="243361" y="307625"/>
                  </a:lnTo>
                  <a:lnTo>
                    <a:pt x="248040" y="305133"/>
                  </a:lnTo>
                  <a:lnTo>
                    <a:pt x="252638" y="302495"/>
                  </a:lnTo>
                  <a:lnTo>
                    <a:pt x="257150" y="299712"/>
                  </a:lnTo>
                  <a:lnTo>
                    <a:pt x="261571" y="296788"/>
                  </a:lnTo>
                  <a:lnTo>
                    <a:pt x="265898" y="293725"/>
                  </a:lnTo>
                  <a:lnTo>
                    <a:pt x="270125" y="290526"/>
                  </a:lnTo>
                  <a:lnTo>
                    <a:pt x="274248" y="287195"/>
                  </a:lnTo>
                  <a:lnTo>
                    <a:pt x="278264" y="283734"/>
                  </a:lnTo>
                  <a:lnTo>
                    <a:pt x="282168" y="280149"/>
                  </a:lnTo>
                  <a:lnTo>
                    <a:pt x="285956" y="276441"/>
                  </a:lnTo>
                  <a:lnTo>
                    <a:pt x="289625" y="272615"/>
                  </a:lnTo>
                  <a:lnTo>
                    <a:pt x="293171" y="268674"/>
                  </a:lnTo>
                  <a:lnTo>
                    <a:pt x="296590" y="264623"/>
                  </a:lnTo>
                  <a:lnTo>
                    <a:pt x="299879" y="260466"/>
                  </a:lnTo>
                  <a:lnTo>
                    <a:pt x="303035" y="256206"/>
                  </a:lnTo>
                  <a:lnTo>
                    <a:pt x="306053" y="251849"/>
                  </a:lnTo>
                  <a:lnTo>
                    <a:pt x="308933" y="247398"/>
                  </a:lnTo>
                  <a:lnTo>
                    <a:pt x="311669" y="242858"/>
                  </a:lnTo>
                  <a:lnTo>
                    <a:pt x="314260" y="238233"/>
                  </a:lnTo>
                  <a:lnTo>
                    <a:pt x="316704" y="233529"/>
                  </a:lnTo>
                  <a:lnTo>
                    <a:pt x="318997" y="228750"/>
                  </a:lnTo>
                  <a:lnTo>
                    <a:pt x="321137" y="223900"/>
                  </a:lnTo>
                  <a:lnTo>
                    <a:pt x="323122" y="218985"/>
                  </a:lnTo>
                  <a:lnTo>
                    <a:pt x="324951" y="214009"/>
                  </a:lnTo>
                  <a:lnTo>
                    <a:pt x="326621" y="208978"/>
                  </a:lnTo>
                  <a:lnTo>
                    <a:pt x="328130" y="203897"/>
                  </a:lnTo>
                  <a:lnTo>
                    <a:pt x="329478" y="198770"/>
                  </a:lnTo>
                  <a:lnTo>
                    <a:pt x="330662" y="193603"/>
                  </a:lnTo>
                  <a:lnTo>
                    <a:pt x="331682" y="188401"/>
                  </a:lnTo>
                  <a:lnTo>
                    <a:pt x="332537" y="183169"/>
                  </a:lnTo>
                  <a:lnTo>
                    <a:pt x="333225" y="177913"/>
                  </a:lnTo>
                  <a:lnTo>
                    <a:pt x="333746" y="172638"/>
                  </a:lnTo>
                  <a:lnTo>
                    <a:pt x="334100" y="167349"/>
                  </a:lnTo>
                  <a:lnTo>
                    <a:pt x="334286" y="162051"/>
                  </a:lnTo>
                  <a:lnTo>
                    <a:pt x="334303" y="156750"/>
                  </a:lnTo>
                  <a:lnTo>
                    <a:pt x="334153" y="151451"/>
                  </a:lnTo>
                  <a:lnTo>
                    <a:pt x="333835" y="146160"/>
                  </a:lnTo>
                  <a:lnTo>
                    <a:pt x="333349" y="140881"/>
                  </a:lnTo>
                  <a:lnTo>
                    <a:pt x="332696" y="135621"/>
                  </a:lnTo>
                  <a:lnTo>
                    <a:pt x="331877" y="130383"/>
                  </a:lnTo>
                  <a:lnTo>
                    <a:pt x="330891" y="125175"/>
                  </a:lnTo>
                  <a:lnTo>
                    <a:pt x="329742" y="120000"/>
                  </a:lnTo>
                  <a:lnTo>
                    <a:pt x="328428" y="114864"/>
                  </a:lnTo>
                  <a:lnTo>
                    <a:pt x="326953" y="109773"/>
                  </a:lnTo>
                  <a:lnTo>
                    <a:pt x="325317" y="104731"/>
                  </a:lnTo>
                  <a:lnTo>
                    <a:pt x="323522" y="99743"/>
                  </a:lnTo>
                  <a:lnTo>
                    <a:pt x="321569" y="94815"/>
                  </a:lnTo>
                  <a:lnTo>
                    <a:pt x="319462" y="89951"/>
                  </a:lnTo>
                  <a:lnTo>
                    <a:pt x="317201" y="85156"/>
                  </a:lnTo>
                  <a:lnTo>
                    <a:pt x="314789" y="80435"/>
                  </a:lnTo>
                  <a:lnTo>
                    <a:pt x="312229" y="75794"/>
                  </a:lnTo>
                  <a:lnTo>
                    <a:pt x="309523" y="71235"/>
                  </a:lnTo>
                  <a:lnTo>
                    <a:pt x="306674" y="66765"/>
                  </a:lnTo>
                  <a:lnTo>
                    <a:pt x="303684" y="62388"/>
                  </a:lnTo>
                  <a:lnTo>
                    <a:pt x="300557" y="58107"/>
                  </a:lnTo>
                  <a:lnTo>
                    <a:pt x="297296" y="53928"/>
                  </a:lnTo>
                  <a:lnTo>
                    <a:pt x="293904" y="49854"/>
                  </a:lnTo>
                  <a:lnTo>
                    <a:pt x="290385" y="45890"/>
                  </a:lnTo>
                  <a:lnTo>
                    <a:pt x="286742" y="42039"/>
                  </a:lnTo>
                  <a:lnTo>
                    <a:pt x="282978" y="38306"/>
                  </a:lnTo>
                  <a:lnTo>
                    <a:pt x="279098" y="34694"/>
                  </a:lnTo>
                  <a:lnTo>
                    <a:pt x="275106" y="31207"/>
                  </a:lnTo>
                  <a:lnTo>
                    <a:pt x="271005" y="27848"/>
                  </a:lnTo>
                  <a:lnTo>
                    <a:pt x="266799" y="24621"/>
                  </a:lnTo>
                  <a:lnTo>
                    <a:pt x="262493" y="21529"/>
                  </a:lnTo>
                  <a:lnTo>
                    <a:pt x="258092" y="18575"/>
                  </a:lnTo>
                  <a:lnTo>
                    <a:pt x="253599" y="15762"/>
                  </a:lnTo>
                  <a:lnTo>
                    <a:pt x="167149" y="1588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23235" y="1681503"/>
              <a:ext cx="86449" cy="167167"/>
            </a:xfrm>
            <a:custGeom>
              <a:avLst/>
              <a:pathLst>
                <a:path w="86449" h="167167">
                  <a:moveTo>
                    <a:pt x="86449" y="24089"/>
                  </a:moveTo>
                  <a:lnTo>
                    <a:pt x="81540" y="21235"/>
                  </a:lnTo>
                  <a:lnTo>
                    <a:pt x="76537" y="18550"/>
                  </a:lnTo>
                  <a:lnTo>
                    <a:pt x="71445" y="16036"/>
                  </a:lnTo>
                  <a:lnTo>
                    <a:pt x="66271" y="13697"/>
                  </a:lnTo>
                  <a:lnTo>
                    <a:pt x="61020" y="11535"/>
                  </a:lnTo>
                  <a:lnTo>
                    <a:pt x="55700" y="9552"/>
                  </a:lnTo>
                  <a:lnTo>
                    <a:pt x="50314" y="7751"/>
                  </a:lnTo>
                  <a:lnTo>
                    <a:pt x="44871" y="6134"/>
                  </a:lnTo>
                  <a:lnTo>
                    <a:pt x="39376" y="4703"/>
                  </a:lnTo>
                  <a:lnTo>
                    <a:pt x="33836" y="3460"/>
                  </a:lnTo>
                  <a:lnTo>
                    <a:pt x="28256" y="2405"/>
                  </a:lnTo>
                  <a:lnTo>
                    <a:pt x="22644" y="1540"/>
                  </a:lnTo>
                  <a:lnTo>
                    <a:pt x="17006" y="867"/>
                  </a:lnTo>
                  <a:lnTo>
                    <a:pt x="11348" y="385"/>
                  </a:lnTo>
                  <a:lnTo>
                    <a:pt x="5677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5853878" y="1322571"/>
              <a:ext cx="334326" cy="334320"/>
            </a:xfrm>
            <a:custGeom>
              <a:avLst/>
              <a:pathLst>
                <a:path w="334326" h="334320">
                  <a:moveTo>
                    <a:pt x="167160" y="0"/>
                  </a:moveTo>
                  <a:lnTo>
                    <a:pt x="161878" y="83"/>
                  </a:lnTo>
                  <a:lnTo>
                    <a:pt x="156602" y="333"/>
                  </a:lnTo>
                  <a:lnTo>
                    <a:pt x="151336" y="750"/>
                  </a:lnTo>
                  <a:lnTo>
                    <a:pt x="146086" y="1333"/>
                  </a:lnTo>
                  <a:lnTo>
                    <a:pt x="140857" y="2082"/>
                  </a:lnTo>
                  <a:lnTo>
                    <a:pt x="135654" y="2995"/>
                  </a:lnTo>
                  <a:lnTo>
                    <a:pt x="130482" y="4073"/>
                  </a:lnTo>
                  <a:lnTo>
                    <a:pt x="125348" y="5313"/>
                  </a:lnTo>
                  <a:lnTo>
                    <a:pt x="120255" y="6715"/>
                  </a:lnTo>
                  <a:lnTo>
                    <a:pt x="115209" y="8277"/>
                  </a:lnTo>
                  <a:lnTo>
                    <a:pt x="110214" y="9998"/>
                  </a:lnTo>
                  <a:lnTo>
                    <a:pt x="105277" y="11875"/>
                  </a:lnTo>
                  <a:lnTo>
                    <a:pt x="100401" y="13908"/>
                  </a:lnTo>
                  <a:lnTo>
                    <a:pt x="95592" y="16094"/>
                  </a:lnTo>
                  <a:lnTo>
                    <a:pt x="90855" y="18431"/>
                  </a:lnTo>
                  <a:lnTo>
                    <a:pt x="86194" y="20916"/>
                  </a:lnTo>
                  <a:lnTo>
                    <a:pt x="81613" y="23547"/>
                  </a:lnTo>
                  <a:lnTo>
                    <a:pt x="77118" y="26321"/>
                  </a:lnTo>
                  <a:lnTo>
                    <a:pt x="72713" y="29237"/>
                  </a:lnTo>
                  <a:lnTo>
                    <a:pt x="68402" y="32290"/>
                  </a:lnTo>
                  <a:lnTo>
                    <a:pt x="64190" y="35477"/>
                  </a:lnTo>
                  <a:lnTo>
                    <a:pt x="60081" y="38796"/>
                  </a:lnTo>
                  <a:lnTo>
                    <a:pt x="56078" y="42244"/>
                  </a:lnTo>
                  <a:lnTo>
                    <a:pt x="52187" y="45816"/>
                  </a:lnTo>
                  <a:lnTo>
                    <a:pt x="48410" y="49509"/>
                  </a:lnTo>
                  <a:lnTo>
                    <a:pt x="44752" y="53320"/>
                  </a:lnTo>
                  <a:lnTo>
                    <a:pt x="41216" y="57244"/>
                  </a:lnTo>
                  <a:lnTo>
                    <a:pt x="37806" y="61278"/>
                  </a:lnTo>
                  <a:lnTo>
                    <a:pt x="34525" y="65418"/>
                  </a:lnTo>
                  <a:lnTo>
                    <a:pt x="31376" y="69659"/>
                  </a:lnTo>
                  <a:lnTo>
                    <a:pt x="28363" y="73998"/>
                  </a:lnTo>
                  <a:lnTo>
                    <a:pt x="25489" y="78430"/>
                  </a:lnTo>
                  <a:lnTo>
                    <a:pt x="22756" y="82950"/>
                  </a:lnTo>
                  <a:lnTo>
                    <a:pt x="20167" y="87555"/>
                  </a:lnTo>
                  <a:lnTo>
                    <a:pt x="17725" y="92239"/>
                  </a:lnTo>
                  <a:lnTo>
                    <a:pt x="15432" y="96998"/>
                  </a:lnTo>
                  <a:lnTo>
                    <a:pt x="13291" y="101827"/>
                  </a:lnTo>
                  <a:lnTo>
                    <a:pt x="11303" y="106721"/>
                  </a:lnTo>
                  <a:lnTo>
                    <a:pt x="9471" y="111675"/>
                  </a:lnTo>
                  <a:lnTo>
                    <a:pt x="7797" y="116685"/>
                  </a:lnTo>
                  <a:lnTo>
                    <a:pt x="6281" y="121746"/>
                  </a:lnTo>
                  <a:lnTo>
                    <a:pt x="4927" y="126851"/>
                  </a:lnTo>
                  <a:lnTo>
                    <a:pt x="3734" y="131997"/>
                  </a:lnTo>
                  <a:lnTo>
                    <a:pt x="2704" y="137178"/>
                  </a:lnTo>
                  <a:lnTo>
                    <a:pt x="1839" y="142389"/>
                  </a:lnTo>
                  <a:lnTo>
                    <a:pt x="1139" y="147625"/>
                  </a:lnTo>
                  <a:lnTo>
                    <a:pt x="604" y="152880"/>
                  </a:lnTo>
                  <a:lnTo>
                    <a:pt x="236" y="158150"/>
                  </a:lnTo>
                  <a:lnTo>
                    <a:pt x="34" y="163429"/>
                  </a:lnTo>
                  <a:lnTo>
                    <a:pt x="0" y="168711"/>
                  </a:lnTo>
                  <a:lnTo>
                    <a:pt x="132" y="173992"/>
                  </a:lnTo>
                  <a:lnTo>
                    <a:pt x="431" y="179265"/>
                  </a:lnTo>
                  <a:lnTo>
                    <a:pt x="896" y="184527"/>
                  </a:lnTo>
                  <a:lnTo>
                    <a:pt x="1528" y="189772"/>
                  </a:lnTo>
                  <a:lnTo>
                    <a:pt x="2325" y="194994"/>
                  </a:lnTo>
                  <a:lnTo>
                    <a:pt x="3286" y="200188"/>
                  </a:lnTo>
                  <a:lnTo>
                    <a:pt x="4411" y="205349"/>
                  </a:lnTo>
                  <a:lnTo>
                    <a:pt x="5699" y="210472"/>
                  </a:lnTo>
                  <a:lnTo>
                    <a:pt x="7148" y="215552"/>
                  </a:lnTo>
                  <a:lnTo>
                    <a:pt x="8756" y="220583"/>
                  </a:lnTo>
                  <a:lnTo>
                    <a:pt x="10523" y="225561"/>
                  </a:lnTo>
                  <a:lnTo>
                    <a:pt x="12446" y="230481"/>
                  </a:lnTo>
                  <a:lnTo>
                    <a:pt x="14524" y="235338"/>
                  </a:lnTo>
                  <a:lnTo>
                    <a:pt x="16754" y="240126"/>
                  </a:lnTo>
                  <a:lnTo>
                    <a:pt x="19134" y="244842"/>
                  </a:lnTo>
                  <a:lnTo>
                    <a:pt x="21663" y="249480"/>
                  </a:lnTo>
                  <a:lnTo>
                    <a:pt x="24336" y="254036"/>
                  </a:lnTo>
                  <a:lnTo>
                    <a:pt x="27152" y="258505"/>
                  </a:lnTo>
                  <a:lnTo>
                    <a:pt x="30108" y="262883"/>
                  </a:lnTo>
                  <a:lnTo>
                    <a:pt x="33200" y="267166"/>
                  </a:lnTo>
                  <a:lnTo>
                    <a:pt x="36427" y="271348"/>
                  </a:lnTo>
                  <a:lnTo>
                    <a:pt x="39784" y="275427"/>
                  </a:lnTo>
                  <a:lnTo>
                    <a:pt x="43268" y="279397"/>
                  </a:lnTo>
                  <a:lnTo>
                    <a:pt x="46875" y="283256"/>
                  </a:lnTo>
                  <a:lnTo>
                    <a:pt x="50603" y="286998"/>
                  </a:lnTo>
                  <a:lnTo>
                    <a:pt x="54448" y="290621"/>
                  </a:lnTo>
                  <a:lnTo>
                    <a:pt x="58405" y="294121"/>
                  </a:lnTo>
                  <a:lnTo>
                    <a:pt x="62470" y="297493"/>
                  </a:lnTo>
                  <a:lnTo>
                    <a:pt x="66640" y="300736"/>
                  </a:lnTo>
                  <a:lnTo>
                    <a:pt x="70910" y="303845"/>
                  </a:lnTo>
                  <a:lnTo>
                    <a:pt x="75277" y="306818"/>
                  </a:lnTo>
                  <a:lnTo>
                    <a:pt x="79735" y="309652"/>
                  </a:lnTo>
                  <a:lnTo>
                    <a:pt x="84281" y="312343"/>
                  </a:lnTo>
                  <a:lnTo>
                    <a:pt x="88909" y="314889"/>
                  </a:lnTo>
                  <a:lnTo>
                    <a:pt x="93615" y="317287"/>
                  </a:lnTo>
                  <a:lnTo>
                    <a:pt x="98395" y="319536"/>
                  </a:lnTo>
                  <a:lnTo>
                    <a:pt x="103244" y="321633"/>
                  </a:lnTo>
                  <a:lnTo>
                    <a:pt x="108156" y="323575"/>
                  </a:lnTo>
                  <a:lnTo>
                    <a:pt x="113127" y="325361"/>
                  </a:lnTo>
                  <a:lnTo>
                    <a:pt x="118152" y="326989"/>
                  </a:lnTo>
                  <a:lnTo>
                    <a:pt x="123226" y="328458"/>
                  </a:lnTo>
                  <a:lnTo>
                    <a:pt x="128344" y="329766"/>
                  </a:lnTo>
                  <a:lnTo>
                    <a:pt x="133501" y="330911"/>
                  </a:lnTo>
                  <a:lnTo>
                    <a:pt x="138691" y="331892"/>
                  </a:lnTo>
                  <a:lnTo>
                    <a:pt x="143910" y="332710"/>
                  </a:lnTo>
                  <a:lnTo>
                    <a:pt x="149152" y="333362"/>
                  </a:lnTo>
                  <a:lnTo>
                    <a:pt x="154412" y="333848"/>
                  </a:lnTo>
                  <a:lnTo>
                    <a:pt x="159685" y="334167"/>
                  </a:lnTo>
                  <a:lnTo>
                    <a:pt x="164965" y="334320"/>
                  </a:lnTo>
                  <a:lnTo>
                    <a:pt x="170247" y="334306"/>
                  </a:lnTo>
                  <a:lnTo>
                    <a:pt x="175527" y="334125"/>
                  </a:lnTo>
                  <a:lnTo>
                    <a:pt x="180798" y="333777"/>
                  </a:lnTo>
                  <a:lnTo>
                    <a:pt x="186055" y="333263"/>
                  </a:lnTo>
                  <a:lnTo>
                    <a:pt x="191293" y="332583"/>
                  </a:lnTo>
                  <a:lnTo>
                    <a:pt x="196508" y="331738"/>
                  </a:lnTo>
                  <a:lnTo>
                    <a:pt x="201693" y="330729"/>
                  </a:lnTo>
                  <a:lnTo>
                    <a:pt x="206843" y="329556"/>
                  </a:lnTo>
                  <a:lnTo>
                    <a:pt x="211954" y="328221"/>
                  </a:lnTo>
                  <a:lnTo>
                    <a:pt x="217020" y="326725"/>
                  </a:lnTo>
                  <a:lnTo>
                    <a:pt x="222037" y="325070"/>
                  </a:lnTo>
                  <a:lnTo>
                    <a:pt x="226998" y="323258"/>
                  </a:lnTo>
                  <a:lnTo>
                    <a:pt x="231900" y="321289"/>
                  </a:lnTo>
                  <a:lnTo>
                    <a:pt x="236738" y="319167"/>
                  </a:lnTo>
                  <a:lnTo>
                    <a:pt x="241505" y="316892"/>
                  </a:lnTo>
                  <a:lnTo>
                    <a:pt x="246199" y="314469"/>
                  </a:lnTo>
                  <a:lnTo>
                    <a:pt x="250813" y="311898"/>
                  </a:lnTo>
                  <a:lnTo>
                    <a:pt x="255344" y="309183"/>
                  </a:lnTo>
                  <a:lnTo>
                    <a:pt x="259787" y="306325"/>
                  </a:lnTo>
                  <a:lnTo>
                    <a:pt x="264138" y="303329"/>
                  </a:lnTo>
                  <a:lnTo>
                    <a:pt x="268392" y="300197"/>
                  </a:lnTo>
                  <a:lnTo>
                    <a:pt x="272544" y="296932"/>
                  </a:lnTo>
                  <a:lnTo>
                    <a:pt x="276592" y="293538"/>
                  </a:lnTo>
                  <a:lnTo>
                    <a:pt x="280530" y="290017"/>
                  </a:lnTo>
                  <a:lnTo>
                    <a:pt x="284355" y="286374"/>
                  </a:lnTo>
                  <a:lnTo>
                    <a:pt x="288063" y="282612"/>
                  </a:lnTo>
                  <a:lnTo>
                    <a:pt x="291650" y="278734"/>
                  </a:lnTo>
                  <a:lnTo>
                    <a:pt x="295113" y="274745"/>
                  </a:lnTo>
                  <a:lnTo>
                    <a:pt x="298448" y="270649"/>
                  </a:lnTo>
                  <a:lnTo>
                    <a:pt x="301652" y="266449"/>
                  </a:lnTo>
                  <a:lnTo>
                    <a:pt x="304721" y="262150"/>
                  </a:lnTo>
                  <a:lnTo>
                    <a:pt x="307654" y="257756"/>
                  </a:lnTo>
                  <a:lnTo>
                    <a:pt x="310446" y="253272"/>
                  </a:lnTo>
                  <a:lnTo>
                    <a:pt x="313095" y="248702"/>
                  </a:lnTo>
                  <a:lnTo>
                    <a:pt x="315598" y="244050"/>
                  </a:lnTo>
                  <a:lnTo>
                    <a:pt x="317953" y="239322"/>
                  </a:lnTo>
                  <a:lnTo>
                    <a:pt x="320158" y="234522"/>
                  </a:lnTo>
                  <a:lnTo>
                    <a:pt x="322209" y="229654"/>
                  </a:lnTo>
                  <a:lnTo>
                    <a:pt x="324106" y="224724"/>
                  </a:lnTo>
                  <a:lnTo>
                    <a:pt x="325846" y="219736"/>
                  </a:lnTo>
                  <a:lnTo>
                    <a:pt x="327428" y="214696"/>
                  </a:lnTo>
                  <a:lnTo>
                    <a:pt x="328850" y="209609"/>
                  </a:lnTo>
                  <a:lnTo>
                    <a:pt x="330110" y="204479"/>
                  </a:lnTo>
                  <a:lnTo>
                    <a:pt x="331208" y="199312"/>
                  </a:lnTo>
                  <a:lnTo>
                    <a:pt x="332141" y="194113"/>
                  </a:lnTo>
                  <a:lnTo>
                    <a:pt x="332910" y="188887"/>
                  </a:lnTo>
                  <a:lnTo>
                    <a:pt x="333514" y="183639"/>
                  </a:lnTo>
                  <a:lnTo>
                    <a:pt x="333951" y="178375"/>
                  </a:lnTo>
                  <a:lnTo>
                    <a:pt x="334222" y="173099"/>
                  </a:lnTo>
                  <a:lnTo>
                    <a:pt x="334326" y="167818"/>
                  </a:lnTo>
                  <a:lnTo>
                    <a:pt x="334263" y="162536"/>
                  </a:lnTo>
                  <a:lnTo>
                    <a:pt x="334033" y="157258"/>
                  </a:lnTo>
                  <a:lnTo>
                    <a:pt x="333637" y="151991"/>
                  </a:lnTo>
                  <a:lnTo>
                    <a:pt x="333074" y="146739"/>
                  </a:lnTo>
                  <a:lnTo>
                    <a:pt x="332346" y="141507"/>
                  </a:lnTo>
                  <a:lnTo>
                    <a:pt x="331453" y="136300"/>
                  </a:lnTo>
                  <a:lnTo>
                    <a:pt x="330396" y="131125"/>
                  </a:lnTo>
                  <a:lnTo>
                    <a:pt x="329175" y="125985"/>
                  </a:lnTo>
                  <a:lnTo>
                    <a:pt x="327793" y="120887"/>
                  </a:lnTo>
                  <a:lnTo>
                    <a:pt x="326251" y="115835"/>
                  </a:lnTo>
                  <a:lnTo>
                    <a:pt x="324550" y="110834"/>
                  </a:lnTo>
                  <a:lnTo>
                    <a:pt x="322691" y="105889"/>
                  </a:lnTo>
                  <a:lnTo>
                    <a:pt x="320677" y="101006"/>
                  </a:lnTo>
                  <a:lnTo>
                    <a:pt x="318510" y="96188"/>
                  </a:lnTo>
                  <a:lnTo>
                    <a:pt x="316192" y="91442"/>
                  </a:lnTo>
                  <a:lnTo>
                    <a:pt x="313725" y="86771"/>
                  </a:lnTo>
                  <a:lnTo>
                    <a:pt x="311112" y="82180"/>
                  </a:lnTo>
                  <a:lnTo>
                    <a:pt x="308355" y="77674"/>
                  </a:lnTo>
                  <a:lnTo>
                    <a:pt x="305457" y="73258"/>
                  </a:lnTo>
                  <a:lnTo>
                    <a:pt x="302421" y="68935"/>
                  </a:lnTo>
                  <a:lnTo>
                    <a:pt x="299250" y="64711"/>
                  </a:lnTo>
                  <a:lnTo>
                    <a:pt x="295946" y="60589"/>
                  </a:lnTo>
                  <a:lnTo>
                    <a:pt x="292515" y="56573"/>
                  </a:lnTo>
                  <a:lnTo>
                    <a:pt x="288958" y="52667"/>
                  </a:lnTo>
                  <a:lnTo>
                    <a:pt x="285279" y="48876"/>
                  </a:lnTo>
                  <a:lnTo>
                    <a:pt x="281483" y="45203"/>
                  </a:lnTo>
                  <a:lnTo>
                    <a:pt x="277572" y="41652"/>
                  </a:lnTo>
                  <a:lnTo>
                    <a:pt x="273552" y="38226"/>
                  </a:lnTo>
                  <a:lnTo>
                    <a:pt x="269425" y="34929"/>
                  </a:lnTo>
                  <a:lnTo>
                    <a:pt x="265195" y="31764"/>
                  </a:lnTo>
                  <a:lnTo>
                    <a:pt x="260868" y="28734"/>
                  </a:lnTo>
                  <a:lnTo>
                    <a:pt x="256448" y="25842"/>
                  </a:lnTo>
                  <a:lnTo>
                    <a:pt x="251938" y="23092"/>
                  </a:lnTo>
                  <a:lnTo>
                    <a:pt x="247344" y="20485"/>
                  </a:lnTo>
                  <a:lnTo>
                    <a:pt x="242669" y="18025"/>
                  </a:lnTo>
                  <a:lnTo>
                    <a:pt x="237919" y="15714"/>
                  </a:lnTo>
                  <a:lnTo>
                    <a:pt x="233099" y="13554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36125"/>
              <a:ext cx="65938" cy="153613"/>
            </a:xfrm>
            <a:custGeom>
              <a:avLst/>
              <a:pathLst>
                <a:path w="65938" h="153613">
                  <a:moveTo>
                    <a:pt x="65938" y="0"/>
                  </a:moveTo>
                  <a:lnTo>
                    <a:pt x="0" y="1536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35922"/>
              <a:ext cx="65938" cy="153816"/>
            </a:xfrm>
            <a:custGeom>
              <a:avLst/>
              <a:pathLst>
                <a:path w="65938" h="153816">
                  <a:moveTo>
                    <a:pt x="65938" y="203"/>
                  </a:moveTo>
                  <a:lnTo>
                    <a:pt x="65463" y="0"/>
                  </a:lnTo>
                  <a:lnTo>
                    <a:pt x="0" y="1538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22571"/>
              <a:ext cx="65463" cy="167167"/>
            </a:xfrm>
            <a:custGeom>
              <a:avLst/>
              <a:pathLst>
                <a:path w="65463" h="167167">
                  <a:moveTo>
                    <a:pt x="65463" y="13350"/>
                  </a:moveTo>
                  <a:lnTo>
                    <a:pt x="59793" y="11059"/>
                  </a:lnTo>
                  <a:lnTo>
                    <a:pt x="54044" y="8977"/>
                  </a:lnTo>
                  <a:lnTo>
                    <a:pt x="48223" y="7106"/>
                  </a:lnTo>
                  <a:lnTo>
                    <a:pt x="42337" y="5450"/>
                  </a:lnTo>
                  <a:lnTo>
                    <a:pt x="36395" y="4010"/>
                  </a:lnTo>
                  <a:lnTo>
                    <a:pt x="30404" y="2788"/>
                  </a:lnTo>
                  <a:lnTo>
                    <a:pt x="24372" y="1786"/>
                  </a:lnTo>
                  <a:lnTo>
                    <a:pt x="18307" y="1005"/>
                  </a:lnTo>
                  <a:lnTo>
                    <a:pt x="12218" y="447"/>
                  </a:lnTo>
                  <a:lnTo>
                    <a:pt x="6113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1" y="759"/>
                  </a:lnTo>
                  <a:lnTo>
                    <a:pt x="145949" y="1350"/>
                  </a:lnTo>
                  <a:lnTo>
                    <a:pt x="140688" y="2108"/>
                  </a:lnTo>
                  <a:lnTo>
                    <a:pt x="135454" y="3032"/>
                  </a:lnTo>
                  <a:lnTo>
                    <a:pt x="130252" y="4123"/>
                  </a:lnTo>
                  <a:lnTo>
                    <a:pt x="125088" y="5379"/>
                  </a:lnTo>
                  <a:lnTo>
                    <a:pt x="119966" y="6798"/>
                  </a:lnTo>
                  <a:lnTo>
                    <a:pt x="114891" y="8379"/>
                  </a:lnTo>
                  <a:lnTo>
                    <a:pt x="109869" y="10121"/>
                  </a:lnTo>
                  <a:lnTo>
                    <a:pt x="104906" y="12021"/>
                  </a:lnTo>
                  <a:lnTo>
                    <a:pt x="100005" y="14079"/>
                  </a:lnTo>
                  <a:lnTo>
                    <a:pt x="95172" y="16291"/>
                  </a:lnTo>
                  <a:lnTo>
                    <a:pt x="90412" y="18655"/>
                  </a:lnTo>
                  <a:lnTo>
                    <a:pt x="85729" y="21170"/>
                  </a:lnTo>
                  <a:lnTo>
                    <a:pt x="81129" y="23832"/>
                  </a:lnTo>
                  <a:lnTo>
                    <a:pt x="76616" y="26640"/>
                  </a:lnTo>
                  <a:lnTo>
                    <a:pt x="72194" y="29589"/>
                  </a:lnTo>
                  <a:lnTo>
                    <a:pt x="67868" y="32677"/>
                  </a:lnTo>
                  <a:lnTo>
                    <a:pt x="63643" y="35902"/>
                  </a:lnTo>
                  <a:lnTo>
                    <a:pt x="59522" y="39259"/>
                  </a:lnTo>
                  <a:lnTo>
                    <a:pt x="55510" y="42745"/>
                  </a:lnTo>
                  <a:lnTo>
                    <a:pt x="51611" y="46357"/>
                  </a:lnTo>
                  <a:lnTo>
                    <a:pt x="47829" y="50092"/>
                  </a:lnTo>
                  <a:lnTo>
                    <a:pt x="44167" y="53944"/>
                  </a:lnTo>
                  <a:lnTo>
                    <a:pt x="40630" y="57911"/>
                  </a:lnTo>
                  <a:lnTo>
                    <a:pt x="37220" y="61989"/>
                  </a:lnTo>
                  <a:lnTo>
                    <a:pt x="33942" y="66173"/>
                  </a:lnTo>
                  <a:lnTo>
                    <a:pt x="30799" y="70459"/>
                  </a:lnTo>
                  <a:lnTo>
                    <a:pt x="27793" y="74843"/>
                  </a:lnTo>
                  <a:lnTo>
                    <a:pt x="24929" y="79320"/>
                  </a:lnTo>
                  <a:lnTo>
                    <a:pt x="22208" y="83886"/>
                  </a:lnTo>
                  <a:lnTo>
                    <a:pt x="19634" y="88536"/>
                  </a:lnTo>
                  <a:lnTo>
                    <a:pt x="17208" y="93265"/>
                  </a:lnTo>
                  <a:lnTo>
                    <a:pt x="14935" y="98069"/>
                  </a:lnTo>
                  <a:lnTo>
                    <a:pt x="12815" y="102944"/>
                  </a:lnTo>
                  <a:lnTo>
                    <a:pt x="10851" y="107883"/>
                  </a:lnTo>
                  <a:lnTo>
                    <a:pt x="9046" y="112882"/>
                  </a:lnTo>
                  <a:lnTo>
                    <a:pt x="7400" y="117935"/>
                  </a:lnTo>
                  <a:lnTo>
                    <a:pt x="5915" y="123039"/>
                  </a:lnTo>
                  <a:lnTo>
                    <a:pt x="4594" y="128187"/>
                  </a:lnTo>
                  <a:lnTo>
                    <a:pt x="3437" y="133375"/>
                  </a:lnTo>
                  <a:lnTo>
                    <a:pt x="2445" y="138597"/>
                  </a:lnTo>
                  <a:lnTo>
                    <a:pt x="1620" y="143847"/>
                  </a:lnTo>
                  <a:lnTo>
                    <a:pt x="963" y="149122"/>
                  </a:lnTo>
                  <a:lnTo>
                    <a:pt x="473" y="154414"/>
                  </a:lnTo>
                  <a:lnTo>
                    <a:pt x="152" y="159720"/>
                  </a:lnTo>
                  <a:lnTo>
                    <a:pt x="0" y="165033"/>
                  </a:lnTo>
                  <a:lnTo>
                    <a:pt x="16" y="170348"/>
                  </a:lnTo>
                  <a:lnTo>
                    <a:pt x="202" y="175660"/>
                  </a:lnTo>
                  <a:lnTo>
                    <a:pt x="556" y="180963"/>
                  </a:lnTo>
                  <a:lnTo>
                    <a:pt x="1079" y="186252"/>
                  </a:lnTo>
                  <a:lnTo>
                    <a:pt x="1770" y="191522"/>
                  </a:lnTo>
                  <a:lnTo>
                    <a:pt x="2627" y="196768"/>
                  </a:lnTo>
                  <a:lnTo>
                    <a:pt x="3652" y="201983"/>
                  </a:lnTo>
                  <a:lnTo>
                    <a:pt x="4841" y="207163"/>
                  </a:lnTo>
                  <a:lnTo>
                    <a:pt x="6195" y="212303"/>
                  </a:lnTo>
                  <a:lnTo>
                    <a:pt x="7711" y="217398"/>
                  </a:lnTo>
                  <a:lnTo>
                    <a:pt x="9389" y="222441"/>
                  </a:lnTo>
                  <a:lnTo>
                    <a:pt x="11226" y="227429"/>
                  </a:lnTo>
                  <a:lnTo>
                    <a:pt x="13220" y="232355"/>
                  </a:lnTo>
                  <a:lnTo>
                    <a:pt x="15370" y="237216"/>
                  </a:lnTo>
                  <a:lnTo>
                    <a:pt x="17674" y="242006"/>
                  </a:lnTo>
                  <a:lnTo>
                    <a:pt x="20129" y="246720"/>
                  </a:lnTo>
                  <a:lnTo>
                    <a:pt x="22732" y="251354"/>
                  </a:lnTo>
                  <a:lnTo>
                    <a:pt x="25482" y="255903"/>
                  </a:lnTo>
                  <a:lnTo>
                    <a:pt x="28374" y="260362"/>
                  </a:lnTo>
                  <a:lnTo>
                    <a:pt x="31407" y="264727"/>
                  </a:lnTo>
                  <a:lnTo>
                    <a:pt x="34577" y="268993"/>
                  </a:lnTo>
                  <a:lnTo>
                    <a:pt x="37881" y="273156"/>
                  </a:lnTo>
                  <a:lnTo>
                    <a:pt x="41316" y="277212"/>
                  </a:lnTo>
                  <a:lnTo>
                    <a:pt x="44878" y="281157"/>
                  </a:lnTo>
                  <a:lnTo>
                    <a:pt x="48564" y="284987"/>
                  </a:lnTo>
                  <a:lnTo>
                    <a:pt x="52370" y="288697"/>
                  </a:lnTo>
                  <a:lnTo>
                    <a:pt x="56291" y="292285"/>
                  </a:lnTo>
                  <a:lnTo>
                    <a:pt x="60325" y="295746"/>
                  </a:lnTo>
                  <a:lnTo>
                    <a:pt x="64467" y="299078"/>
                  </a:lnTo>
                  <a:lnTo>
                    <a:pt x="68712" y="302275"/>
                  </a:lnTo>
                  <a:lnTo>
                    <a:pt x="73057" y="305337"/>
                  </a:lnTo>
                  <a:lnTo>
                    <a:pt x="77497" y="308258"/>
                  </a:lnTo>
                  <a:lnTo>
                    <a:pt x="82028" y="311037"/>
                  </a:lnTo>
                  <a:lnTo>
                    <a:pt x="86645" y="313671"/>
                  </a:lnTo>
                  <a:lnTo>
                    <a:pt x="91343" y="316156"/>
                  </a:lnTo>
                  <a:lnTo>
                    <a:pt x="96118" y="318491"/>
                  </a:lnTo>
                  <a:lnTo>
                    <a:pt x="100965" y="320673"/>
                  </a:lnTo>
                  <a:lnTo>
                    <a:pt x="105878" y="322699"/>
                  </a:lnTo>
                  <a:lnTo>
                    <a:pt x="110854" y="324569"/>
                  </a:lnTo>
                  <a:lnTo>
                    <a:pt x="115886" y="326279"/>
                  </a:lnTo>
                  <a:lnTo>
                    <a:pt x="120970" y="327828"/>
                  </a:lnTo>
                  <a:lnTo>
                    <a:pt x="126101" y="329215"/>
                  </a:lnTo>
                  <a:lnTo>
                    <a:pt x="131274" y="330439"/>
                  </a:lnTo>
                  <a:lnTo>
                    <a:pt x="136483" y="331497"/>
                  </a:lnTo>
                  <a:lnTo>
                    <a:pt x="141722" y="332389"/>
                  </a:lnTo>
                  <a:lnTo>
                    <a:pt x="146988" y="333114"/>
                  </a:lnTo>
                  <a:lnTo>
                    <a:pt x="152274" y="333671"/>
                  </a:lnTo>
                  <a:lnTo>
                    <a:pt x="157574" y="334060"/>
                  </a:lnTo>
                  <a:lnTo>
                    <a:pt x="162885" y="334280"/>
                  </a:lnTo>
                  <a:lnTo>
                    <a:pt x="168200" y="334331"/>
                  </a:lnTo>
                  <a:lnTo>
                    <a:pt x="173514" y="334213"/>
                  </a:lnTo>
                  <a:lnTo>
                    <a:pt x="178821" y="333927"/>
                  </a:lnTo>
                  <a:lnTo>
                    <a:pt x="184117" y="333471"/>
                  </a:lnTo>
                  <a:lnTo>
                    <a:pt x="189395" y="332848"/>
                  </a:lnTo>
                  <a:lnTo>
                    <a:pt x="194651" y="332057"/>
                  </a:lnTo>
                  <a:lnTo>
                    <a:pt x="199879" y="331100"/>
                  </a:lnTo>
                  <a:lnTo>
                    <a:pt x="205074" y="329977"/>
                  </a:lnTo>
                  <a:lnTo>
                    <a:pt x="210231" y="328689"/>
                  </a:lnTo>
                  <a:lnTo>
                    <a:pt x="215344" y="327238"/>
                  </a:lnTo>
                  <a:lnTo>
                    <a:pt x="220409" y="325625"/>
                  </a:lnTo>
                  <a:lnTo>
                    <a:pt x="225419" y="323851"/>
                  </a:lnTo>
                  <a:lnTo>
                    <a:pt x="230371" y="321920"/>
                  </a:lnTo>
                  <a:lnTo>
                    <a:pt x="235259" y="319832"/>
                  </a:lnTo>
                  <a:lnTo>
                    <a:pt x="240078" y="317590"/>
                  </a:lnTo>
                  <a:lnTo>
                    <a:pt x="244823" y="315195"/>
                  </a:lnTo>
                  <a:lnTo>
                    <a:pt x="249490" y="312651"/>
                  </a:lnTo>
                  <a:lnTo>
                    <a:pt x="254073" y="309960"/>
                  </a:lnTo>
                  <a:lnTo>
                    <a:pt x="258569" y="307125"/>
                  </a:lnTo>
                  <a:lnTo>
                    <a:pt x="262972" y="304148"/>
                  </a:lnTo>
                  <a:lnTo>
                    <a:pt x="267278" y="301032"/>
                  </a:lnTo>
                  <a:lnTo>
                    <a:pt x="271484" y="297781"/>
                  </a:lnTo>
                  <a:lnTo>
                    <a:pt x="275583" y="294399"/>
                  </a:lnTo>
                  <a:lnTo>
                    <a:pt x="279573" y="290887"/>
                  </a:lnTo>
                  <a:lnTo>
                    <a:pt x="283450" y="287251"/>
                  </a:lnTo>
                  <a:lnTo>
                    <a:pt x="287208" y="283493"/>
                  </a:lnTo>
                  <a:lnTo>
                    <a:pt x="290846" y="279617"/>
                  </a:lnTo>
                  <a:lnTo>
                    <a:pt x="294358" y="275628"/>
                  </a:lnTo>
                  <a:lnTo>
                    <a:pt x="297742" y="271529"/>
                  </a:lnTo>
                  <a:lnTo>
                    <a:pt x="300994" y="267325"/>
                  </a:lnTo>
                  <a:lnTo>
                    <a:pt x="304110" y="263020"/>
                  </a:lnTo>
                  <a:lnTo>
                    <a:pt x="307088" y="258617"/>
                  </a:lnTo>
                  <a:lnTo>
                    <a:pt x="309925" y="254122"/>
                  </a:lnTo>
                  <a:lnTo>
                    <a:pt x="312617" y="249539"/>
                  </a:lnTo>
                  <a:lnTo>
                    <a:pt x="315162" y="244873"/>
                  </a:lnTo>
                  <a:lnTo>
                    <a:pt x="317558" y="240129"/>
                  </a:lnTo>
                  <a:lnTo>
                    <a:pt x="319801" y="235310"/>
                  </a:lnTo>
                  <a:lnTo>
                    <a:pt x="321891" y="230423"/>
                  </a:lnTo>
                  <a:lnTo>
                    <a:pt x="323823" y="225472"/>
                  </a:lnTo>
                  <a:lnTo>
                    <a:pt x="325598" y="220461"/>
                  </a:lnTo>
                  <a:lnTo>
                    <a:pt x="327212" y="215397"/>
                  </a:lnTo>
                  <a:lnTo>
                    <a:pt x="328664" y="210285"/>
                  </a:lnTo>
                  <a:lnTo>
                    <a:pt x="329954" y="205128"/>
                  </a:lnTo>
                  <a:lnTo>
                    <a:pt x="331078" y="199933"/>
                  </a:lnTo>
                  <a:lnTo>
                    <a:pt x="332037" y="194705"/>
                  </a:lnTo>
                  <a:lnTo>
                    <a:pt x="332829" y="189450"/>
                  </a:lnTo>
                  <a:lnTo>
                    <a:pt x="333454" y="184171"/>
                  </a:lnTo>
                  <a:lnTo>
                    <a:pt x="333910" y="178876"/>
                  </a:lnTo>
                  <a:lnTo>
                    <a:pt x="334198" y="173569"/>
                  </a:lnTo>
                  <a:lnTo>
                    <a:pt x="334317" y="168255"/>
                  </a:lnTo>
                  <a:lnTo>
                    <a:pt x="334267" y="162940"/>
                  </a:lnTo>
                  <a:lnTo>
                    <a:pt x="334048" y="157629"/>
                  </a:lnTo>
                  <a:lnTo>
                    <a:pt x="333661" y="152328"/>
                  </a:lnTo>
                  <a:lnTo>
                    <a:pt x="333105" y="147042"/>
                  </a:lnTo>
                  <a:lnTo>
                    <a:pt x="332381" y="141777"/>
                  </a:lnTo>
                  <a:lnTo>
                    <a:pt x="331491" y="136537"/>
                  </a:lnTo>
                  <a:lnTo>
                    <a:pt x="330434" y="131328"/>
                  </a:lnTo>
                  <a:lnTo>
                    <a:pt x="329212" y="126155"/>
                  </a:lnTo>
                  <a:lnTo>
                    <a:pt x="327826" y="121024"/>
                  </a:lnTo>
                  <a:lnTo>
                    <a:pt x="326278" y="115939"/>
                  </a:lnTo>
                  <a:lnTo>
                    <a:pt x="324569" y="11090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181935"/>
              <a:ext cx="157415" cy="56260"/>
            </a:xfrm>
            <a:custGeom>
              <a:avLst/>
              <a:pathLst>
                <a:path w="157415" h="56260">
                  <a:moveTo>
                    <a:pt x="157415" y="0"/>
                  </a:moveTo>
                  <a:lnTo>
                    <a:pt x="0" y="562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180962"/>
              <a:ext cx="157415" cy="57234"/>
            </a:xfrm>
            <a:custGeom>
              <a:avLst/>
              <a:pathLst>
                <a:path w="157415" h="57234">
                  <a:moveTo>
                    <a:pt x="157415" y="973"/>
                  </a:moveTo>
                  <a:lnTo>
                    <a:pt x="157064" y="0"/>
                  </a:lnTo>
                  <a:lnTo>
                    <a:pt x="0" y="572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071028"/>
              <a:ext cx="157064" cy="167167"/>
            </a:xfrm>
            <a:custGeom>
              <a:avLst/>
              <a:pathLst>
                <a:path w="157064" h="167167">
                  <a:moveTo>
                    <a:pt x="157064" y="109933"/>
                  </a:moveTo>
                  <a:lnTo>
                    <a:pt x="155089" y="104780"/>
                  </a:lnTo>
                  <a:lnTo>
                    <a:pt x="152946" y="99696"/>
                  </a:lnTo>
                  <a:lnTo>
                    <a:pt x="150636" y="94685"/>
                  </a:lnTo>
                  <a:lnTo>
                    <a:pt x="148162" y="89753"/>
                  </a:lnTo>
                  <a:lnTo>
                    <a:pt x="145526" y="84905"/>
                  </a:lnTo>
                  <a:lnTo>
                    <a:pt x="142732" y="80147"/>
                  </a:lnTo>
                  <a:lnTo>
                    <a:pt x="139782" y="75484"/>
                  </a:lnTo>
                  <a:lnTo>
                    <a:pt x="136680" y="70920"/>
                  </a:lnTo>
                  <a:lnTo>
                    <a:pt x="133429" y="66462"/>
                  </a:lnTo>
                  <a:lnTo>
                    <a:pt x="130033" y="62113"/>
                  </a:lnTo>
                  <a:lnTo>
                    <a:pt x="126495" y="57879"/>
                  </a:lnTo>
                  <a:lnTo>
                    <a:pt x="122819" y="53764"/>
                  </a:lnTo>
                  <a:lnTo>
                    <a:pt x="119009" y="49772"/>
                  </a:lnTo>
                  <a:lnTo>
                    <a:pt x="115070" y="45908"/>
                  </a:lnTo>
                  <a:lnTo>
                    <a:pt x="111005" y="42176"/>
                  </a:lnTo>
                  <a:lnTo>
                    <a:pt x="106820" y="38581"/>
                  </a:lnTo>
                  <a:lnTo>
                    <a:pt x="102518" y="35125"/>
                  </a:lnTo>
                  <a:lnTo>
                    <a:pt x="98104" y="31814"/>
                  </a:lnTo>
                  <a:lnTo>
                    <a:pt x="93584" y="28650"/>
                  </a:lnTo>
                  <a:lnTo>
                    <a:pt x="88961" y="25637"/>
                  </a:lnTo>
                  <a:lnTo>
                    <a:pt x="84242" y="22778"/>
                  </a:lnTo>
                  <a:lnTo>
                    <a:pt x="79430" y="20076"/>
                  </a:lnTo>
                  <a:lnTo>
                    <a:pt x="74533" y="17535"/>
                  </a:lnTo>
                  <a:lnTo>
                    <a:pt x="69554" y="15156"/>
                  </a:lnTo>
                  <a:lnTo>
                    <a:pt x="64499" y="12944"/>
                  </a:lnTo>
                  <a:lnTo>
                    <a:pt x="59374" y="10899"/>
                  </a:lnTo>
                  <a:lnTo>
                    <a:pt x="54184" y="9025"/>
                  </a:lnTo>
                  <a:lnTo>
                    <a:pt x="48935" y="7322"/>
                  </a:lnTo>
                  <a:lnTo>
                    <a:pt x="43633" y="5795"/>
                  </a:lnTo>
                  <a:lnTo>
                    <a:pt x="38284" y="4442"/>
                  </a:lnTo>
                  <a:lnTo>
                    <a:pt x="32892" y="3268"/>
                  </a:lnTo>
                  <a:lnTo>
                    <a:pt x="27465" y="2271"/>
                  </a:lnTo>
                  <a:lnTo>
                    <a:pt x="22008" y="1455"/>
                  </a:lnTo>
                  <a:lnTo>
                    <a:pt x="16527" y="819"/>
                  </a:lnTo>
                  <a:lnTo>
                    <a:pt x="11028" y="364"/>
                  </a:lnTo>
                  <a:lnTo>
                    <a:pt x="551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945104" y="941493"/>
              <a:ext cx="78439" cy="167167"/>
            </a:xfrm>
            <a:custGeom>
              <a:avLst/>
              <a:pathLst>
                <a:path w="78439" h="167167">
                  <a:moveTo>
                    <a:pt x="78439" y="0"/>
                  </a:moveTo>
                  <a:lnTo>
                    <a:pt x="72608" y="101"/>
                  </a:lnTo>
                  <a:lnTo>
                    <a:pt x="66785" y="406"/>
                  </a:lnTo>
                  <a:lnTo>
                    <a:pt x="60975" y="914"/>
                  </a:lnTo>
                  <a:lnTo>
                    <a:pt x="55187" y="1625"/>
                  </a:lnTo>
                  <a:lnTo>
                    <a:pt x="49427" y="2536"/>
                  </a:lnTo>
                  <a:lnTo>
                    <a:pt x="43702" y="3648"/>
                  </a:lnTo>
                  <a:lnTo>
                    <a:pt x="38020" y="4960"/>
                  </a:lnTo>
                  <a:lnTo>
                    <a:pt x="32387" y="6468"/>
                  </a:lnTo>
                  <a:lnTo>
                    <a:pt x="26810" y="8172"/>
                  </a:lnTo>
                  <a:lnTo>
                    <a:pt x="21295" y="10070"/>
                  </a:lnTo>
                  <a:lnTo>
                    <a:pt x="15851" y="12158"/>
                  </a:lnTo>
                  <a:lnTo>
                    <a:pt x="10482" y="14436"/>
                  </a:lnTo>
                  <a:lnTo>
                    <a:pt x="5196" y="16899"/>
                  </a:lnTo>
                  <a:lnTo>
                    <a:pt x="0" y="19545"/>
                  </a:lnTo>
                  <a:lnTo>
                    <a:pt x="7843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45104" y="961039"/>
              <a:ext cx="78439" cy="147621"/>
            </a:xfrm>
            <a:custGeom>
              <a:avLst/>
              <a:pathLst>
                <a:path w="78439" h="147621">
                  <a:moveTo>
                    <a:pt x="0" y="0"/>
                  </a:moveTo>
                  <a:lnTo>
                    <a:pt x="78439" y="1476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856377" y="961039"/>
              <a:ext cx="334332" cy="314777"/>
            </a:xfrm>
            <a:custGeom>
              <a:avLst/>
              <a:pathLst>
                <a:path w="334332" h="314777">
                  <a:moveTo>
                    <a:pt x="88726" y="0"/>
                  </a:moveTo>
                  <a:lnTo>
                    <a:pt x="84083" y="2562"/>
                  </a:lnTo>
                  <a:lnTo>
                    <a:pt x="79523" y="5270"/>
                  </a:lnTo>
                  <a:lnTo>
                    <a:pt x="75052" y="8122"/>
                  </a:lnTo>
                  <a:lnTo>
                    <a:pt x="70673" y="11114"/>
                  </a:lnTo>
                  <a:lnTo>
                    <a:pt x="66391" y="14244"/>
                  </a:lnTo>
                  <a:lnTo>
                    <a:pt x="62211" y="17508"/>
                  </a:lnTo>
                  <a:lnTo>
                    <a:pt x="58137" y="20903"/>
                  </a:lnTo>
                  <a:lnTo>
                    <a:pt x="54172" y="24425"/>
                  </a:lnTo>
                  <a:lnTo>
                    <a:pt x="50321" y="28071"/>
                  </a:lnTo>
                  <a:lnTo>
                    <a:pt x="46587" y="31838"/>
                  </a:lnTo>
                  <a:lnTo>
                    <a:pt x="42975" y="35721"/>
                  </a:lnTo>
                  <a:lnTo>
                    <a:pt x="39488" y="39717"/>
                  </a:lnTo>
                  <a:lnTo>
                    <a:pt x="36130" y="43821"/>
                  </a:lnTo>
                  <a:lnTo>
                    <a:pt x="32903" y="48030"/>
                  </a:lnTo>
                  <a:lnTo>
                    <a:pt x="29811" y="52339"/>
                  </a:lnTo>
                  <a:lnTo>
                    <a:pt x="26858" y="56744"/>
                  </a:lnTo>
                  <a:lnTo>
                    <a:pt x="24046" y="61240"/>
                  </a:lnTo>
                  <a:lnTo>
                    <a:pt x="21378" y="65824"/>
                  </a:lnTo>
                  <a:lnTo>
                    <a:pt x="18856" y="70490"/>
                  </a:lnTo>
                  <a:lnTo>
                    <a:pt x="16484" y="75233"/>
                  </a:lnTo>
                  <a:lnTo>
                    <a:pt x="14264" y="80049"/>
                  </a:lnTo>
                  <a:lnTo>
                    <a:pt x="12197" y="84933"/>
                  </a:lnTo>
                  <a:lnTo>
                    <a:pt x="10287" y="89881"/>
                  </a:lnTo>
                  <a:lnTo>
                    <a:pt x="8534" y="94886"/>
                  </a:lnTo>
                  <a:lnTo>
                    <a:pt x="6941" y="99945"/>
                  </a:lnTo>
                  <a:lnTo>
                    <a:pt x="5510" y="105051"/>
                  </a:lnTo>
                  <a:lnTo>
                    <a:pt x="4241" y="110200"/>
                  </a:lnTo>
                  <a:lnTo>
                    <a:pt x="3136" y="115387"/>
                  </a:lnTo>
                  <a:lnTo>
                    <a:pt x="2196" y="120607"/>
                  </a:lnTo>
                  <a:lnTo>
                    <a:pt x="1422" y="125854"/>
                  </a:lnTo>
                  <a:lnTo>
                    <a:pt x="815" y="131122"/>
                  </a:lnTo>
                  <a:lnTo>
                    <a:pt x="375" y="136407"/>
                  </a:lnTo>
                  <a:lnTo>
                    <a:pt x="103" y="141704"/>
                  </a:lnTo>
                  <a:lnTo>
                    <a:pt x="0" y="147006"/>
                  </a:lnTo>
                  <a:lnTo>
                    <a:pt x="64" y="152309"/>
                  </a:lnTo>
                  <a:lnTo>
                    <a:pt x="297" y="157607"/>
                  </a:lnTo>
                  <a:lnTo>
                    <a:pt x="698" y="162896"/>
                  </a:lnTo>
                  <a:lnTo>
                    <a:pt x="1266" y="168169"/>
                  </a:lnTo>
                  <a:lnTo>
                    <a:pt x="2001" y="173421"/>
                  </a:lnTo>
                  <a:lnTo>
                    <a:pt x="2903" y="178647"/>
                  </a:lnTo>
                  <a:lnTo>
                    <a:pt x="3970" y="183842"/>
                  </a:lnTo>
                  <a:lnTo>
                    <a:pt x="5201" y="189001"/>
                  </a:lnTo>
                  <a:lnTo>
                    <a:pt x="6595" y="194117"/>
                  </a:lnTo>
                  <a:lnTo>
                    <a:pt x="8151" y="199188"/>
                  </a:lnTo>
                  <a:lnTo>
                    <a:pt x="9866" y="204206"/>
                  </a:lnTo>
                  <a:lnTo>
                    <a:pt x="11740" y="209167"/>
                  </a:lnTo>
                  <a:lnTo>
                    <a:pt x="13771" y="214066"/>
                  </a:lnTo>
                  <a:lnTo>
                    <a:pt x="15956" y="218899"/>
                  </a:lnTo>
                  <a:lnTo>
                    <a:pt x="18293" y="223659"/>
                  </a:lnTo>
                  <a:lnTo>
                    <a:pt x="20780" y="228344"/>
                  </a:lnTo>
                  <a:lnTo>
                    <a:pt x="23414" y="232946"/>
                  </a:lnTo>
                  <a:lnTo>
                    <a:pt x="26193" y="237463"/>
                  </a:lnTo>
                  <a:lnTo>
                    <a:pt x="29114" y="241890"/>
                  </a:lnTo>
                  <a:lnTo>
                    <a:pt x="32174" y="246222"/>
                  </a:lnTo>
                  <a:lnTo>
                    <a:pt x="35369" y="250454"/>
                  </a:lnTo>
                  <a:lnTo>
                    <a:pt x="38698" y="254583"/>
                  </a:lnTo>
                  <a:lnTo>
                    <a:pt x="42155" y="258605"/>
                  </a:lnTo>
                  <a:lnTo>
                    <a:pt x="45739" y="262514"/>
                  </a:lnTo>
                  <a:lnTo>
                    <a:pt x="49444" y="266308"/>
                  </a:lnTo>
                  <a:lnTo>
                    <a:pt x="53268" y="269983"/>
                  </a:lnTo>
                  <a:lnTo>
                    <a:pt x="57207" y="273534"/>
                  </a:lnTo>
                  <a:lnTo>
                    <a:pt x="61257" y="276959"/>
                  </a:lnTo>
                  <a:lnTo>
                    <a:pt x="65413" y="280253"/>
                  </a:lnTo>
                  <a:lnTo>
                    <a:pt x="69671" y="283414"/>
                  </a:lnTo>
                  <a:lnTo>
                    <a:pt x="74028" y="286439"/>
                  </a:lnTo>
                  <a:lnTo>
                    <a:pt x="78478" y="289323"/>
                  </a:lnTo>
                  <a:lnTo>
                    <a:pt x="83018" y="292065"/>
                  </a:lnTo>
                  <a:lnTo>
                    <a:pt x="87642" y="294662"/>
                  </a:lnTo>
                  <a:lnTo>
                    <a:pt x="92346" y="297110"/>
                  </a:lnTo>
                  <a:lnTo>
                    <a:pt x="97126" y="299408"/>
                  </a:lnTo>
                  <a:lnTo>
                    <a:pt x="101976" y="301554"/>
                  </a:lnTo>
                  <a:lnTo>
                    <a:pt x="106892" y="303544"/>
                  </a:lnTo>
                  <a:lnTo>
                    <a:pt x="111868" y="305378"/>
                  </a:lnTo>
                  <a:lnTo>
                    <a:pt x="116900" y="307052"/>
                  </a:lnTo>
                  <a:lnTo>
                    <a:pt x="121983" y="308567"/>
                  </a:lnTo>
                  <a:lnTo>
                    <a:pt x="127111" y="309919"/>
                  </a:lnTo>
                  <a:lnTo>
                    <a:pt x="132279" y="311108"/>
                  </a:lnTo>
                  <a:lnTo>
                    <a:pt x="137483" y="312132"/>
                  </a:lnTo>
                  <a:lnTo>
                    <a:pt x="142716" y="312991"/>
                  </a:lnTo>
                  <a:lnTo>
                    <a:pt x="147974" y="313683"/>
                  </a:lnTo>
                  <a:lnTo>
                    <a:pt x="153252" y="314209"/>
                  </a:lnTo>
                  <a:lnTo>
                    <a:pt x="158543" y="314566"/>
                  </a:lnTo>
                  <a:lnTo>
                    <a:pt x="163843" y="314756"/>
                  </a:lnTo>
                  <a:lnTo>
                    <a:pt x="169146" y="314777"/>
                  </a:lnTo>
                  <a:lnTo>
                    <a:pt x="174448" y="314630"/>
                  </a:lnTo>
                  <a:lnTo>
                    <a:pt x="179742" y="314315"/>
                  </a:lnTo>
                  <a:lnTo>
                    <a:pt x="185023" y="313832"/>
                  </a:lnTo>
                  <a:lnTo>
                    <a:pt x="190287" y="313182"/>
                  </a:lnTo>
                  <a:lnTo>
                    <a:pt x="195527" y="312365"/>
                  </a:lnTo>
                  <a:lnTo>
                    <a:pt x="200738" y="311383"/>
                  </a:lnTo>
                  <a:lnTo>
                    <a:pt x="205916" y="310235"/>
                  </a:lnTo>
                  <a:lnTo>
                    <a:pt x="211055" y="308924"/>
                  </a:lnTo>
                  <a:lnTo>
                    <a:pt x="216150" y="307451"/>
                  </a:lnTo>
                  <a:lnTo>
                    <a:pt x="221195" y="305817"/>
                  </a:lnTo>
                  <a:lnTo>
                    <a:pt x="226186" y="304023"/>
                  </a:lnTo>
                  <a:lnTo>
                    <a:pt x="231117" y="302072"/>
                  </a:lnTo>
                  <a:lnTo>
                    <a:pt x="235985" y="299966"/>
                  </a:lnTo>
                  <a:lnTo>
                    <a:pt x="240782" y="297706"/>
                  </a:lnTo>
                  <a:lnTo>
                    <a:pt x="245506" y="295296"/>
                  </a:lnTo>
                  <a:lnTo>
                    <a:pt x="250151" y="292736"/>
                  </a:lnTo>
                  <a:lnTo>
                    <a:pt x="254713" y="290031"/>
                  </a:lnTo>
                  <a:lnTo>
                    <a:pt x="259186" y="287182"/>
                  </a:lnTo>
                  <a:lnTo>
                    <a:pt x="263567" y="284193"/>
                  </a:lnTo>
                  <a:lnTo>
                    <a:pt x="267850" y="281066"/>
                  </a:lnTo>
                  <a:lnTo>
                    <a:pt x="272033" y="277805"/>
                  </a:lnTo>
                  <a:lnTo>
                    <a:pt x="276110" y="274413"/>
                  </a:lnTo>
                  <a:lnTo>
                    <a:pt x="280077" y="270893"/>
                  </a:lnTo>
                  <a:lnTo>
                    <a:pt x="283930" y="267250"/>
                  </a:lnTo>
                  <a:lnTo>
                    <a:pt x="287666" y="263486"/>
                  </a:lnTo>
                  <a:lnTo>
                    <a:pt x="291281" y="259605"/>
                  </a:lnTo>
                  <a:lnTo>
                    <a:pt x="294771" y="255612"/>
                  </a:lnTo>
                  <a:lnTo>
                    <a:pt x="298132" y="251509"/>
                  </a:lnTo>
                  <a:lnTo>
                    <a:pt x="301362" y="247303"/>
                  </a:lnTo>
                  <a:lnTo>
                    <a:pt x="304456" y="242996"/>
                  </a:lnTo>
                  <a:lnTo>
                    <a:pt x="307413" y="238593"/>
                  </a:lnTo>
                  <a:lnTo>
                    <a:pt x="310228" y="234098"/>
                  </a:lnTo>
                  <a:lnTo>
                    <a:pt x="312899" y="229517"/>
                  </a:lnTo>
                  <a:lnTo>
                    <a:pt x="315423" y="224852"/>
                  </a:lnTo>
                  <a:lnTo>
                    <a:pt x="317799" y="220111"/>
                  </a:lnTo>
                  <a:lnTo>
                    <a:pt x="320022" y="215296"/>
                  </a:lnTo>
                  <a:lnTo>
                    <a:pt x="322092" y="210413"/>
                  </a:lnTo>
                  <a:lnTo>
                    <a:pt x="324006" y="205467"/>
                  </a:lnTo>
                  <a:lnTo>
                    <a:pt x="325762" y="200463"/>
                  </a:lnTo>
                  <a:lnTo>
                    <a:pt x="327358" y="195405"/>
                  </a:lnTo>
                  <a:lnTo>
                    <a:pt x="328793" y="190300"/>
                  </a:lnTo>
                  <a:lnTo>
                    <a:pt x="330066" y="185151"/>
                  </a:lnTo>
                  <a:lnTo>
                    <a:pt x="331174" y="179965"/>
                  </a:lnTo>
                  <a:lnTo>
                    <a:pt x="332118" y="174746"/>
                  </a:lnTo>
                  <a:lnTo>
                    <a:pt x="332895" y="169500"/>
                  </a:lnTo>
                  <a:lnTo>
                    <a:pt x="333506" y="164232"/>
                  </a:lnTo>
                  <a:lnTo>
                    <a:pt x="333949" y="158947"/>
                  </a:lnTo>
                  <a:lnTo>
                    <a:pt x="334224" y="153651"/>
                  </a:lnTo>
                  <a:lnTo>
                    <a:pt x="334332" y="148349"/>
                  </a:lnTo>
                  <a:lnTo>
                    <a:pt x="334271" y="143046"/>
                  </a:lnTo>
                  <a:lnTo>
                    <a:pt x="334041" y="137747"/>
                  </a:lnTo>
                  <a:lnTo>
                    <a:pt x="333644" y="132459"/>
                  </a:lnTo>
                  <a:lnTo>
                    <a:pt x="333079" y="127185"/>
                  </a:lnTo>
                  <a:lnTo>
                    <a:pt x="332348" y="121933"/>
                  </a:lnTo>
                  <a:lnTo>
                    <a:pt x="331450" y="116706"/>
                  </a:lnTo>
                  <a:lnTo>
                    <a:pt x="330386" y="111510"/>
                  </a:lnTo>
                  <a:lnTo>
                    <a:pt x="329159" y="106351"/>
                  </a:lnTo>
                  <a:lnTo>
                    <a:pt x="327768" y="101233"/>
                  </a:lnTo>
                  <a:lnTo>
                    <a:pt x="326216" y="96162"/>
                  </a:lnTo>
                  <a:lnTo>
                    <a:pt x="324503" y="91142"/>
                  </a:lnTo>
                  <a:lnTo>
                    <a:pt x="322633" y="86180"/>
                  </a:lnTo>
                  <a:lnTo>
                    <a:pt x="320605" y="81279"/>
                  </a:lnTo>
                  <a:lnTo>
                    <a:pt x="318424" y="76445"/>
                  </a:lnTo>
                  <a:lnTo>
                    <a:pt x="316090" y="71683"/>
                  </a:lnTo>
                  <a:lnTo>
                    <a:pt x="313606" y="66997"/>
                  </a:lnTo>
                  <a:lnTo>
                    <a:pt x="310975" y="62393"/>
                  </a:lnTo>
                  <a:lnTo>
                    <a:pt x="308199" y="57874"/>
                  </a:lnTo>
                  <a:lnTo>
                    <a:pt x="167166" y="1476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023544" y="941493"/>
              <a:ext cx="141033" cy="167167"/>
            </a:xfrm>
            <a:custGeom>
              <a:avLst/>
              <a:pathLst>
                <a:path w="141033" h="167167">
                  <a:moveTo>
                    <a:pt x="141033" y="77419"/>
                  </a:moveTo>
                  <a:lnTo>
                    <a:pt x="137950" y="72750"/>
                  </a:lnTo>
                  <a:lnTo>
                    <a:pt x="134714" y="68187"/>
                  </a:lnTo>
                  <a:lnTo>
                    <a:pt x="131326" y="63735"/>
                  </a:lnTo>
                  <a:lnTo>
                    <a:pt x="127791" y="59398"/>
                  </a:lnTo>
                  <a:lnTo>
                    <a:pt x="124114" y="55182"/>
                  </a:lnTo>
                  <a:lnTo>
                    <a:pt x="120297" y="51091"/>
                  </a:lnTo>
                  <a:lnTo>
                    <a:pt x="116345" y="47131"/>
                  </a:lnTo>
                  <a:lnTo>
                    <a:pt x="112263" y="43305"/>
                  </a:lnTo>
                  <a:lnTo>
                    <a:pt x="108056" y="39618"/>
                  </a:lnTo>
                  <a:lnTo>
                    <a:pt x="103727" y="36073"/>
                  </a:lnTo>
                  <a:lnTo>
                    <a:pt x="99282" y="32676"/>
                  </a:lnTo>
                  <a:lnTo>
                    <a:pt x="94726" y="29429"/>
                  </a:lnTo>
                  <a:lnTo>
                    <a:pt x="90064" y="26336"/>
                  </a:lnTo>
                  <a:lnTo>
                    <a:pt x="85301" y="23401"/>
                  </a:lnTo>
                  <a:lnTo>
                    <a:pt x="80442" y="20627"/>
                  </a:lnTo>
                  <a:lnTo>
                    <a:pt x="75494" y="18017"/>
                  </a:lnTo>
                  <a:lnTo>
                    <a:pt x="70460" y="15575"/>
                  </a:lnTo>
                  <a:lnTo>
                    <a:pt x="65348" y="13302"/>
                  </a:lnTo>
                  <a:lnTo>
                    <a:pt x="60163" y="11201"/>
                  </a:lnTo>
                  <a:lnTo>
                    <a:pt x="54910" y="9275"/>
                  </a:lnTo>
                  <a:lnTo>
                    <a:pt x="49596" y="7526"/>
                  </a:lnTo>
                  <a:lnTo>
                    <a:pt x="44226" y="5956"/>
                  </a:lnTo>
                  <a:lnTo>
                    <a:pt x="38807" y="4566"/>
                  </a:lnTo>
                  <a:lnTo>
                    <a:pt x="33344" y="3359"/>
                  </a:lnTo>
                  <a:lnTo>
                    <a:pt x="27844" y="2335"/>
                  </a:lnTo>
                  <a:lnTo>
                    <a:pt x="22312" y="1495"/>
                  </a:lnTo>
                  <a:lnTo>
                    <a:pt x="16756" y="841"/>
                  </a:lnTo>
                  <a:lnTo>
                    <a:pt x="11181" y="374"/>
                  </a:lnTo>
                  <a:lnTo>
                    <a:pt x="559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388880" y="941493"/>
              <a:ext cx="97335" cy="167167"/>
            </a:xfrm>
            <a:custGeom>
              <a:avLst/>
              <a:pathLst>
                <a:path w="97335" h="167167">
                  <a:moveTo>
                    <a:pt x="97335" y="0"/>
                  </a:moveTo>
                  <a:lnTo>
                    <a:pt x="91564" y="99"/>
                  </a:lnTo>
                  <a:lnTo>
                    <a:pt x="85800" y="398"/>
                  </a:lnTo>
                  <a:lnTo>
                    <a:pt x="80050" y="896"/>
                  </a:lnTo>
                  <a:lnTo>
                    <a:pt x="74320" y="1591"/>
                  </a:lnTo>
                  <a:lnTo>
                    <a:pt x="68618" y="2485"/>
                  </a:lnTo>
                  <a:lnTo>
                    <a:pt x="62950" y="3574"/>
                  </a:lnTo>
                  <a:lnTo>
                    <a:pt x="57323" y="4859"/>
                  </a:lnTo>
                  <a:lnTo>
                    <a:pt x="51744" y="6337"/>
                  </a:lnTo>
                  <a:lnTo>
                    <a:pt x="46219" y="8006"/>
                  </a:lnTo>
                  <a:lnTo>
                    <a:pt x="40755" y="9866"/>
                  </a:lnTo>
                  <a:lnTo>
                    <a:pt x="35358" y="11913"/>
                  </a:lnTo>
                  <a:lnTo>
                    <a:pt x="30036" y="14145"/>
                  </a:lnTo>
                  <a:lnTo>
                    <a:pt x="24793" y="16559"/>
                  </a:lnTo>
                  <a:lnTo>
                    <a:pt x="19637" y="19153"/>
                  </a:lnTo>
                  <a:lnTo>
                    <a:pt x="14574" y="21924"/>
                  </a:lnTo>
                  <a:lnTo>
                    <a:pt x="9609" y="24867"/>
                  </a:lnTo>
                  <a:lnTo>
                    <a:pt x="4749" y="27981"/>
                  </a:lnTo>
                  <a:lnTo>
                    <a:pt x="0" y="31260"/>
                  </a:lnTo>
                  <a:lnTo>
                    <a:pt x="9733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88880" y="972753"/>
              <a:ext cx="97335" cy="135907"/>
            </a:xfrm>
            <a:custGeom>
              <a:avLst/>
              <a:pathLst>
                <a:path w="97335" h="135907">
                  <a:moveTo>
                    <a:pt x="0" y="0"/>
                  </a:moveTo>
                  <a:lnTo>
                    <a:pt x="97335" y="1359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19061" y="972753"/>
              <a:ext cx="167154" cy="258964"/>
            </a:xfrm>
            <a:custGeom>
              <a:avLst/>
              <a:pathLst>
                <a:path w="167154" h="258964">
                  <a:moveTo>
                    <a:pt x="69818" y="0"/>
                  </a:moveTo>
                  <a:lnTo>
                    <a:pt x="65480" y="3214"/>
                  </a:lnTo>
                  <a:lnTo>
                    <a:pt x="61247" y="6567"/>
                  </a:lnTo>
                  <a:lnTo>
                    <a:pt x="57125" y="10055"/>
                  </a:lnTo>
                  <a:lnTo>
                    <a:pt x="53118" y="13674"/>
                  </a:lnTo>
                  <a:lnTo>
                    <a:pt x="49230" y="17421"/>
                  </a:lnTo>
                  <a:lnTo>
                    <a:pt x="45465" y="21291"/>
                  </a:lnTo>
                  <a:lnTo>
                    <a:pt x="41827" y="25281"/>
                  </a:lnTo>
                  <a:lnTo>
                    <a:pt x="38319" y="29386"/>
                  </a:lnTo>
                  <a:lnTo>
                    <a:pt x="34946" y="33603"/>
                  </a:lnTo>
                  <a:lnTo>
                    <a:pt x="31711" y="37926"/>
                  </a:lnTo>
                  <a:lnTo>
                    <a:pt x="28617" y="42352"/>
                  </a:lnTo>
                  <a:lnTo>
                    <a:pt x="25668" y="46875"/>
                  </a:lnTo>
                  <a:lnTo>
                    <a:pt x="22866" y="51491"/>
                  </a:lnTo>
                  <a:lnTo>
                    <a:pt x="20215" y="56195"/>
                  </a:lnTo>
                  <a:lnTo>
                    <a:pt x="17717" y="60982"/>
                  </a:lnTo>
                  <a:lnTo>
                    <a:pt x="15376" y="65847"/>
                  </a:lnTo>
                  <a:lnTo>
                    <a:pt x="13192" y="70786"/>
                  </a:lnTo>
                  <a:lnTo>
                    <a:pt x="11169" y="75792"/>
                  </a:lnTo>
                  <a:lnTo>
                    <a:pt x="9309" y="80861"/>
                  </a:lnTo>
                  <a:lnTo>
                    <a:pt x="7614" y="85988"/>
                  </a:lnTo>
                  <a:lnTo>
                    <a:pt x="6085" y="91167"/>
                  </a:lnTo>
                  <a:lnTo>
                    <a:pt x="4724" y="96392"/>
                  </a:lnTo>
                  <a:lnTo>
                    <a:pt x="3532" y="101658"/>
                  </a:lnTo>
                  <a:lnTo>
                    <a:pt x="2512" y="106961"/>
                  </a:lnTo>
                  <a:lnTo>
                    <a:pt x="1663" y="112293"/>
                  </a:lnTo>
                  <a:lnTo>
                    <a:pt x="986" y="117650"/>
                  </a:lnTo>
                  <a:lnTo>
                    <a:pt x="483" y="123027"/>
                  </a:lnTo>
                  <a:lnTo>
                    <a:pt x="154" y="128416"/>
                  </a:lnTo>
                  <a:lnTo>
                    <a:pt x="0" y="133814"/>
                  </a:lnTo>
                  <a:lnTo>
                    <a:pt x="19" y="139213"/>
                  </a:lnTo>
                  <a:lnTo>
                    <a:pt x="213" y="144609"/>
                  </a:lnTo>
                  <a:lnTo>
                    <a:pt x="581" y="149997"/>
                  </a:lnTo>
                  <a:lnTo>
                    <a:pt x="1123" y="155369"/>
                  </a:lnTo>
                  <a:lnTo>
                    <a:pt x="1838" y="160721"/>
                  </a:lnTo>
                  <a:lnTo>
                    <a:pt x="2726" y="166047"/>
                  </a:lnTo>
                  <a:lnTo>
                    <a:pt x="3785" y="171342"/>
                  </a:lnTo>
                  <a:lnTo>
                    <a:pt x="5015" y="176600"/>
                  </a:lnTo>
                  <a:lnTo>
                    <a:pt x="6414" y="181815"/>
                  </a:lnTo>
                  <a:lnTo>
                    <a:pt x="7980" y="186982"/>
                  </a:lnTo>
                  <a:lnTo>
                    <a:pt x="9713" y="192097"/>
                  </a:lnTo>
                  <a:lnTo>
                    <a:pt x="11610" y="197152"/>
                  </a:lnTo>
                  <a:lnTo>
                    <a:pt x="13669" y="202144"/>
                  </a:lnTo>
                  <a:lnTo>
                    <a:pt x="15888" y="207066"/>
                  </a:lnTo>
                  <a:lnTo>
                    <a:pt x="18265" y="211914"/>
                  </a:lnTo>
                  <a:lnTo>
                    <a:pt x="20798" y="216683"/>
                  </a:lnTo>
                  <a:lnTo>
                    <a:pt x="23483" y="221368"/>
                  </a:lnTo>
                  <a:lnTo>
                    <a:pt x="26318" y="225964"/>
                  </a:lnTo>
                  <a:lnTo>
                    <a:pt x="29300" y="230465"/>
                  </a:lnTo>
                  <a:lnTo>
                    <a:pt x="32426" y="234868"/>
                  </a:lnTo>
                  <a:lnTo>
                    <a:pt x="35692" y="239168"/>
                  </a:lnTo>
                  <a:lnTo>
                    <a:pt x="39096" y="243359"/>
                  </a:lnTo>
                  <a:lnTo>
                    <a:pt x="42633" y="247439"/>
                  </a:lnTo>
                  <a:lnTo>
                    <a:pt x="46300" y="251403"/>
                  </a:lnTo>
                  <a:lnTo>
                    <a:pt x="50093" y="255246"/>
                  </a:lnTo>
                  <a:lnTo>
                    <a:pt x="54009" y="258964"/>
                  </a:lnTo>
                  <a:lnTo>
                    <a:pt x="167154" y="1359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73070" y="941493"/>
              <a:ext cx="280303" cy="334324"/>
            </a:xfrm>
            <a:custGeom>
              <a:avLst/>
              <a:pathLst>
                <a:path w="280303" h="334324">
                  <a:moveTo>
                    <a:pt x="0" y="290224"/>
                  </a:moveTo>
                  <a:lnTo>
                    <a:pt x="3975" y="293764"/>
                  </a:lnTo>
                  <a:lnTo>
                    <a:pt x="8061" y="297176"/>
                  </a:lnTo>
                  <a:lnTo>
                    <a:pt x="12254" y="300456"/>
                  </a:lnTo>
                  <a:lnTo>
                    <a:pt x="16549" y="303601"/>
                  </a:lnTo>
                  <a:lnTo>
                    <a:pt x="20942" y="306607"/>
                  </a:lnTo>
                  <a:lnTo>
                    <a:pt x="25428" y="309472"/>
                  </a:lnTo>
                  <a:lnTo>
                    <a:pt x="30003" y="312193"/>
                  </a:lnTo>
                  <a:lnTo>
                    <a:pt x="34663" y="314766"/>
                  </a:lnTo>
                  <a:lnTo>
                    <a:pt x="39402" y="317190"/>
                  </a:lnTo>
                  <a:lnTo>
                    <a:pt x="44216" y="319462"/>
                  </a:lnTo>
                  <a:lnTo>
                    <a:pt x="49100" y="321580"/>
                  </a:lnTo>
                  <a:lnTo>
                    <a:pt x="54049" y="323540"/>
                  </a:lnTo>
                  <a:lnTo>
                    <a:pt x="59058" y="325343"/>
                  </a:lnTo>
                  <a:lnTo>
                    <a:pt x="64122" y="326985"/>
                  </a:lnTo>
                  <a:lnTo>
                    <a:pt x="69235" y="328464"/>
                  </a:lnTo>
                  <a:lnTo>
                    <a:pt x="74393" y="329781"/>
                  </a:lnTo>
                  <a:lnTo>
                    <a:pt x="79590" y="330932"/>
                  </a:lnTo>
                  <a:lnTo>
                    <a:pt x="84821" y="331917"/>
                  </a:lnTo>
                  <a:lnTo>
                    <a:pt x="90081" y="332736"/>
                  </a:lnTo>
                  <a:lnTo>
                    <a:pt x="95364" y="333386"/>
                  </a:lnTo>
                  <a:lnTo>
                    <a:pt x="100666" y="333868"/>
                  </a:lnTo>
                  <a:lnTo>
                    <a:pt x="105980" y="334181"/>
                  </a:lnTo>
                  <a:lnTo>
                    <a:pt x="111301" y="334324"/>
                  </a:lnTo>
                  <a:lnTo>
                    <a:pt x="116624" y="334298"/>
                  </a:lnTo>
                  <a:lnTo>
                    <a:pt x="121943" y="334103"/>
                  </a:lnTo>
                  <a:lnTo>
                    <a:pt x="127254" y="333738"/>
                  </a:lnTo>
                  <a:lnTo>
                    <a:pt x="132550" y="333204"/>
                  </a:lnTo>
                  <a:lnTo>
                    <a:pt x="137827" y="332502"/>
                  </a:lnTo>
                  <a:lnTo>
                    <a:pt x="143079" y="331632"/>
                  </a:lnTo>
                  <a:lnTo>
                    <a:pt x="148300" y="330596"/>
                  </a:lnTo>
                  <a:lnTo>
                    <a:pt x="153486" y="329394"/>
                  </a:lnTo>
                  <a:lnTo>
                    <a:pt x="158630" y="328027"/>
                  </a:lnTo>
                  <a:lnTo>
                    <a:pt x="163729" y="326497"/>
                  </a:lnTo>
                  <a:lnTo>
                    <a:pt x="168776" y="324806"/>
                  </a:lnTo>
                  <a:lnTo>
                    <a:pt x="173767" y="322955"/>
                  </a:lnTo>
                  <a:lnTo>
                    <a:pt x="178697" y="320946"/>
                  </a:lnTo>
                  <a:lnTo>
                    <a:pt x="183560" y="318781"/>
                  </a:lnTo>
                  <a:lnTo>
                    <a:pt x="188351" y="316462"/>
                  </a:lnTo>
                  <a:lnTo>
                    <a:pt x="193067" y="313992"/>
                  </a:lnTo>
                  <a:lnTo>
                    <a:pt x="197701" y="311372"/>
                  </a:lnTo>
                  <a:lnTo>
                    <a:pt x="202249" y="308607"/>
                  </a:lnTo>
                  <a:lnTo>
                    <a:pt x="206708" y="305698"/>
                  </a:lnTo>
                  <a:lnTo>
                    <a:pt x="211071" y="302649"/>
                  </a:lnTo>
                  <a:lnTo>
                    <a:pt x="215335" y="299463"/>
                  </a:lnTo>
                  <a:lnTo>
                    <a:pt x="219495" y="296142"/>
                  </a:lnTo>
                  <a:lnTo>
                    <a:pt x="223548" y="292690"/>
                  </a:lnTo>
                  <a:lnTo>
                    <a:pt x="227488" y="289112"/>
                  </a:lnTo>
                  <a:lnTo>
                    <a:pt x="231313" y="285409"/>
                  </a:lnTo>
                  <a:lnTo>
                    <a:pt x="235018" y="281587"/>
                  </a:lnTo>
                  <a:lnTo>
                    <a:pt x="238599" y="277648"/>
                  </a:lnTo>
                  <a:lnTo>
                    <a:pt x="242053" y="273598"/>
                  </a:lnTo>
                  <a:lnTo>
                    <a:pt x="245377" y="269440"/>
                  </a:lnTo>
                  <a:lnTo>
                    <a:pt x="248566" y="265178"/>
                  </a:lnTo>
                  <a:lnTo>
                    <a:pt x="251618" y="260816"/>
                  </a:lnTo>
                  <a:lnTo>
                    <a:pt x="254529" y="256360"/>
                  </a:lnTo>
                  <a:lnTo>
                    <a:pt x="257297" y="251813"/>
                  </a:lnTo>
                  <a:lnTo>
                    <a:pt x="259919" y="247180"/>
                  </a:lnTo>
                  <a:lnTo>
                    <a:pt x="262393" y="242467"/>
                  </a:lnTo>
                  <a:lnTo>
                    <a:pt x="264714" y="237677"/>
                  </a:lnTo>
                  <a:lnTo>
                    <a:pt x="266883" y="232815"/>
                  </a:lnTo>
                  <a:lnTo>
                    <a:pt x="268895" y="227887"/>
                  </a:lnTo>
                  <a:lnTo>
                    <a:pt x="270749" y="222897"/>
                  </a:lnTo>
                  <a:lnTo>
                    <a:pt x="272444" y="217851"/>
                  </a:lnTo>
                  <a:lnTo>
                    <a:pt x="273977" y="212753"/>
                  </a:lnTo>
                  <a:lnTo>
                    <a:pt x="275346" y="207609"/>
                  </a:lnTo>
                  <a:lnTo>
                    <a:pt x="276552" y="202424"/>
                  </a:lnTo>
                  <a:lnTo>
                    <a:pt x="277592" y="197204"/>
                  </a:lnTo>
                  <a:lnTo>
                    <a:pt x="278465" y="191953"/>
                  </a:lnTo>
                  <a:lnTo>
                    <a:pt x="279170" y="186676"/>
                  </a:lnTo>
                  <a:lnTo>
                    <a:pt x="279707" y="181380"/>
                  </a:lnTo>
                  <a:lnTo>
                    <a:pt x="280075" y="176070"/>
                  </a:lnTo>
                  <a:lnTo>
                    <a:pt x="280274" y="170750"/>
                  </a:lnTo>
                  <a:lnTo>
                    <a:pt x="280303" y="165427"/>
                  </a:lnTo>
                  <a:lnTo>
                    <a:pt x="280163" y="160106"/>
                  </a:lnTo>
                  <a:lnTo>
                    <a:pt x="279854" y="154792"/>
                  </a:lnTo>
                  <a:lnTo>
                    <a:pt x="279375" y="149490"/>
                  </a:lnTo>
                  <a:lnTo>
                    <a:pt x="278728" y="144206"/>
                  </a:lnTo>
                  <a:lnTo>
                    <a:pt x="277913" y="138946"/>
                  </a:lnTo>
                  <a:lnTo>
                    <a:pt x="276931" y="133714"/>
                  </a:lnTo>
                  <a:lnTo>
                    <a:pt x="275783" y="128516"/>
                  </a:lnTo>
                  <a:lnTo>
                    <a:pt x="274470" y="123358"/>
                  </a:lnTo>
                  <a:lnTo>
                    <a:pt x="272993" y="118243"/>
                  </a:lnTo>
                  <a:lnTo>
                    <a:pt x="271354" y="113179"/>
                  </a:lnTo>
                  <a:lnTo>
                    <a:pt x="269555" y="108169"/>
                  </a:lnTo>
                  <a:lnTo>
                    <a:pt x="267597" y="103219"/>
                  </a:lnTo>
                  <a:lnTo>
                    <a:pt x="265483" y="98334"/>
                  </a:lnTo>
                  <a:lnTo>
                    <a:pt x="263214" y="93518"/>
                  </a:lnTo>
                  <a:lnTo>
                    <a:pt x="260793" y="88777"/>
                  </a:lnTo>
                  <a:lnTo>
                    <a:pt x="258222" y="84116"/>
                  </a:lnTo>
                  <a:lnTo>
                    <a:pt x="255505" y="79539"/>
                  </a:lnTo>
                  <a:lnTo>
                    <a:pt x="252642" y="75051"/>
                  </a:lnTo>
                  <a:lnTo>
                    <a:pt x="249639" y="70656"/>
                  </a:lnTo>
                  <a:lnTo>
                    <a:pt x="246497" y="66359"/>
                  </a:lnTo>
                  <a:lnTo>
                    <a:pt x="243219" y="62164"/>
                  </a:lnTo>
                  <a:lnTo>
                    <a:pt x="239810" y="58076"/>
                  </a:lnTo>
                  <a:lnTo>
                    <a:pt x="236273" y="54098"/>
                  </a:lnTo>
                  <a:lnTo>
                    <a:pt x="232610" y="50236"/>
                  </a:lnTo>
                  <a:lnTo>
                    <a:pt x="228827" y="46491"/>
                  </a:lnTo>
                  <a:lnTo>
                    <a:pt x="224926" y="42869"/>
                  </a:lnTo>
                  <a:lnTo>
                    <a:pt x="220912" y="39373"/>
                  </a:lnTo>
                  <a:lnTo>
                    <a:pt x="216788" y="36007"/>
                  </a:lnTo>
                  <a:lnTo>
                    <a:pt x="212559" y="32773"/>
                  </a:lnTo>
                  <a:lnTo>
                    <a:pt x="208230" y="29676"/>
                  </a:lnTo>
                  <a:lnTo>
                    <a:pt x="203804" y="26718"/>
                  </a:lnTo>
                  <a:lnTo>
                    <a:pt x="199286" y="23903"/>
                  </a:lnTo>
                  <a:lnTo>
                    <a:pt x="194681" y="21233"/>
                  </a:lnTo>
                  <a:lnTo>
                    <a:pt x="189994" y="18711"/>
                  </a:lnTo>
                  <a:lnTo>
                    <a:pt x="185228" y="16339"/>
                  </a:lnTo>
                  <a:lnTo>
                    <a:pt x="180389" y="14121"/>
                  </a:lnTo>
                  <a:lnTo>
                    <a:pt x="175482" y="12057"/>
                  </a:lnTo>
                  <a:lnTo>
                    <a:pt x="170512" y="10151"/>
                  </a:lnTo>
                  <a:lnTo>
                    <a:pt x="165484" y="8404"/>
                  </a:lnTo>
                  <a:lnTo>
                    <a:pt x="160402" y="6818"/>
                  </a:lnTo>
                  <a:lnTo>
                    <a:pt x="155273" y="5395"/>
                  </a:lnTo>
                  <a:lnTo>
                    <a:pt x="150101" y="4136"/>
                  </a:lnTo>
                  <a:lnTo>
                    <a:pt x="144891" y="3042"/>
                  </a:lnTo>
                  <a:lnTo>
                    <a:pt x="139649" y="2114"/>
                  </a:lnTo>
                  <a:lnTo>
                    <a:pt x="134381" y="1354"/>
                  </a:lnTo>
                  <a:lnTo>
                    <a:pt x="129091" y="762"/>
                  </a:lnTo>
                  <a:lnTo>
                    <a:pt x="123784" y="338"/>
                  </a:lnTo>
                  <a:lnTo>
                    <a:pt x="118467" y="84"/>
                  </a:lnTo>
                  <a:lnTo>
                    <a:pt x="113145" y="0"/>
                  </a:lnTo>
                  <a:lnTo>
                    <a:pt x="11314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797349" y="1071028"/>
              <a:ext cx="173152" cy="334333"/>
            </a:xfrm>
            <a:custGeom>
              <a:avLst/>
              <a:pathLst>
                <a:path w="173152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0" y="758"/>
                  </a:lnTo>
                  <a:lnTo>
                    <a:pt x="145961" y="1348"/>
                  </a:lnTo>
                  <a:lnTo>
                    <a:pt x="140704" y="2105"/>
                  </a:lnTo>
                  <a:lnTo>
                    <a:pt x="135473" y="3028"/>
                  </a:lnTo>
                  <a:lnTo>
                    <a:pt x="130275" y="4118"/>
                  </a:lnTo>
                  <a:lnTo>
                    <a:pt x="125113" y="5371"/>
                  </a:lnTo>
                  <a:lnTo>
                    <a:pt x="119994" y="6789"/>
                  </a:lnTo>
                  <a:lnTo>
                    <a:pt x="114923" y="8368"/>
                  </a:lnTo>
                  <a:lnTo>
                    <a:pt x="109904" y="10107"/>
                  </a:lnTo>
                  <a:lnTo>
                    <a:pt x="104943" y="12005"/>
                  </a:lnTo>
                  <a:lnTo>
                    <a:pt x="100045" y="14060"/>
                  </a:lnTo>
                  <a:lnTo>
                    <a:pt x="95215" y="16269"/>
                  </a:lnTo>
                  <a:lnTo>
                    <a:pt x="90457" y="18631"/>
                  </a:lnTo>
                  <a:lnTo>
                    <a:pt x="85777" y="21142"/>
                  </a:lnTo>
                  <a:lnTo>
                    <a:pt x="81179" y="23801"/>
                  </a:lnTo>
                  <a:lnTo>
                    <a:pt x="76668" y="26605"/>
                  </a:lnTo>
                  <a:lnTo>
                    <a:pt x="72248" y="29550"/>
                  </a:lnTo>
                  <a:lnTo>
                    <a:pt x="67924" y="32635"/>
                  </a:lnTo>
                  <a:lnTo>
                    <a:pt x="63700" y="35855"/>
                  </a:lnTo>
                  <a:lnTo>
                    <a:pt x="59580" y="39208"/>
                  </a:lnTo>
                  <a:lnTo>
                    <a:pt x="55569" y="42690"/>
                  </a:lnTo>
                  <a:lnTo>
                    <a:pt x="51671" y="46298"/>
                  </a:lnTo>
                  <a:lnTo>
                    <a:pt x="47890" y="50027"/>
                  </a:lnTo>
                  <a:lnTo>
                    <a:pt x="44228" y="53875"/>
                  </a:lnTo>
                  <a:lnTo>
                    <a:pt x="40691" y="57838"/>
                  </a:lnTo>
                  <a:lnTo>
                    <a:pt x="37282" y="61911"/>
                  </a:lnTo>
                  <a:lnTo>
                    <a:pt x="34003" y="66090"/>
                  </a:lnTo>
                  <a:lnTo>
                    <a:pt x="30859" y="70371"/>
                  </a:lnTo>
                  <a:lnTo>
                    <a:pt x="27853" y="74750"/>
                  </a:lnTo>
                  <a:lnTo>
                    <a:pt x="24987" y="79222"/>
                  </a:lnTo>
                  <a:lnTo>
                    <a:pt x="22265" y="83783"/>
                  </a:lnTo>
                  <a:lnTo>
                    <a:pt x="19689" y="88428"/>
                  </a:lnTo>
                  <a:lnTo>
                    <a:pt x="17262" y="93152"/>
                  </a:lnTo>
                  <a:lnTo>
                    <a:pt x="14986" y="97951"/>
                  </a:lnTo>
                  <a:lnTo>
                    <a:pt x="12864" y="102821"/>
                  </a:lnTo>
                  <a:lnTo>
                    <a:pt x="10898" y="107755"/>
                  </a:lnTo>
                  <a:lnTo>
                    <a:pt x="9089" y="112749"/>
                  </a:lnTo>
                  <a:lnTo>
                    <a:pt x="7440" y="117798"/>
                  </a:lnTo>
                  <a:lnTo>
                    <a:pt x="5952" y="122897"/>
                  </a:lnTo>
                  <a:lnTo>
                    <a:pt x="4627" y="128040"/>
                  </a:lnTo>
                  <a:lnTo>
                    <a:pt x="3466" y="133223"/>
                  </a:lnTo>
                  <a:lnTo>
                    <a:pt x="2470" y="138441"/>
                  </a:lnTo>
                  <a:lnTo>
                    <a:pt x="1641" y="143687"/>
                  </a:lnTo>
                  <a:lnTo>
                    <a:pt x="978" y="148957"/>
                  </a:lnTo>
                  <a:lnTo>
                    <a:pt x="484" y="154246"/>
                  </a:lnTo>
                  <a:lnTo>
                    <a:pt x="157" y="159547"/>
                  </a:lnTo>
                  <a:lnTo>
                    <a:pt x="0" y="164856"/>
                  </a:lnTo>
                  <a:lnTo>
                    <a:pt x="10" y="170168"/>
                  </a:lnTo>
                  <a:lnTo>
                    <a:pt x="190" y="175476"/>
                  </a:lnTo>
                  <a:lnTo>
                    <a:pt x="538" y="180776"/>
                  </a:lnTo>
                  <a:lnTo>
                    <a:pt x="1055" y="186063"/>
                  </a:lnTo>
                  <a:lnTo>
                    <a:pt x="1739" y="191330"/>
                  </a:lnTo>
                  <a:lnTo>
                    <a:pt x="2590" y="196573"/>
                  </a:lnTo>
                  <a:lnTo>
                    <a:pt x="3607" y="201786"/>
                  </a:lnTo>
                  <a:lnTo>
                    <a:pt x="4790" y="206964"/>
                  </a:lnTo>
                  <a:lnTo>
                    <a:pt x="6136" y="212102"/>
                  </a:lnTo>
                  <a:lnTo>
                    <a:pt x="7645" y="217195"/>
                  </a:lnTo>
                  <a:lnTo>
                    <a:pt x="9315" y="222237"/>
                  </a:lnTo>
                  <a:lnTo>
                    <a:pt x="11144" y="227224"/>
                  </a:lnTo>
                  <a:lnTo>
                    <a:pt x="13131" y="232150"/>
                  </a:lnTo>
                  <a:lnTo>
                    <a:pt x="15273" y="237010"/>
                  </a:lnTo>
                  <a:lnTo>
                    <a:pt x="17569" y="241800"/>
                  </a:lnTo>
                  <a:lnTo>
                    <a:pt x="20015" y="246514"/>
                  </a:lnTo>
                  <a:lnTo>
                    <a:pt x="22610" y="251149"/>
                  </a:lnTo>
                  <a:lnTo>
                    <a:pt x="25351" y="255698"/>
                  </a:lnTo>
                  <a:lnTo>
                    <a:pt x="28236" y="260159"/>
                  </a:lnTo>
                  <a:lnTo>
                    <a:pt x="31260" y="264525"/>
                  </a:lnTo>
                  <a:lnTo>
                    <a:pt x="34422" y="268793"/>
                  </a:lnTo>
                  <a:lnTo>
                    <a:pt x="37717" y="272959"/>
                  </a:lnTo>
                  <a:lnTo>
                    <a:pt x="41144" y="277017"/>
                  </a:lnTo>
                  <a:lnTo>
                    <a:pt x="44697" y="280965"/>
                  </a:lnTo>
                  <a:lnTo>
                    <a:pt x="48374" y="284798"/>
                  </a:lnTo>
                  <a:lnTo>
                    <a:pt x="52171" y="288512"/>
                  </a:lnTo>
                  <a:lnTo>
                    <a:pt x="56084" y="292104"/>
                  </a:lnTo>
                  <a:lnTo>
                    <a:pt x="60110" y="295569"/>
                  </a:lnTo>
                  <a:lnTo>
                    <a:pt x="64243" y="298905"/>
                  </a:lnTo>
                  <a:lnTo>
                    <a:pt x="68480" y="302108"/>
                  </a:lnTo>
                  <a:lnTo>
                    <a:pt x="72817" y="305174"/>
                  </a:lnTo>
                  <a:lnTo>
                    <a:pt x="77249" y="308102"/>
                  </a:lnTo>
                  <a:lnTo>
                    <a:pt x="81772" y="310887"/>
                  </a:lnTo>
                  <a:lnTo>
                    <a:pt x="86381" y="313527"/>
                  </a:lnTo>
                  <a:lnTo>
                    <a:pt x="91071" y="316019"/>
                  </a:lnTo>
                  <a:lnTo>
                    <a:pt x="95839" y="318361"/>
                  </a:lnTo>
                  <a:lnTo>
                    <a:pt x="100678" y="320550"/>
                  </a:lnTo>
                  <a:lnTo>
                    <a:pt x="105585" y="322584"/>
                  </a:lnTo>
                  <a:lnTo>
                    <a:pt x="110553" y="324462"/>
                  </a:lnTo>
                  <a:lnTo>
                    <a:pt x="115579" y="326180"/>
                  </a:lnTo>
                  <a:lnTo>
                    <a:pt x="120657" y="327739"/>
                  </a:lnTo>
                  <a:lnTo>
                    <a:pt x="125782" y="329135"/>
                  </a:lnTo>
                  <a:lnTo>
                    <a:pt x="130948" y="330367"/>
                  </a:lnTo>
                  <a:lnTo>
                    <a:pt x="136151" y="331435"/>
                  </a:lnTo>
                  <a:lnTo>
                    <a:pt x="141386" y="332337"/>
                  </a:lnTo>
                  <a:lnTo>
                    <a:pt x="146646" y="333072"/>
                  </a:lnTo>
                  <a:lnTo>
                    <a:pt x="151927" y="333640"/>
                  </a:lnTo>
                  <a:lnTo>
                    <a:pt x="157224" y="334039"/>
                  </a:lnTo>
                  <a:lnTo>
                    <a:pt x="162530" y="334271"/>
                  </a:lnTo>
                  <a:lnTo>
                    <a:pt x="167841" y="334333"/>
                  </a:lnTo>
                  <a:lnTo>
                    <a:pt x="173152" y="33422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64501" y="1238196"/>
              <a:ext cx="6000" cy="167059"/>
            </a:xfrm>
            <a:custGeom>
              <a:avLst/>
              <a:pathLst>
                <a:path w="6000" h="167059">
                  <a:moveTo>
                    <a:pt x="6000" y="1670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64501" y="1074257"/>
              <a:ext cx="167167" cy="330998"/>
            </a:xfrm>
            <a:custGeom>
              <a:avLst/>
              <a:pathLst>
                <a:path w="167167" h="330998">
                  <a:moveTo>
                    <a:pt x="6000" y="330998"/>
                  </a:moveTo>
                  <a:lnTo>
                    <a:pt x="11336" y="330721"/>
                  </a:lnTo>
                  <a:lnTo>
                    <a:pt x="16661" y="330274"/>
                  </a:lnTo>
                  <a:lnTo>
                    <a:pt x="21968" y="329656"/>
                  </a:lnTo>
                  <a:lnTo>
                    <a:pt x="27253" y="328869"/>
                  </a:lnTo>
                  <a:lnTo>
                    <a:pt x="32511" y="327914"/>
                  </a:lnTo>
                  <a:lnTo>
                    <a:pt x="37735" y="326791"/>
                  </a:lnTo>
                  <a:lnTo>
                    <a:pt x="42920" y="325502"/>
                  </a:lnTo>
                  <a:lnTo>
                    <a:pt x="48062" y="324048"/>
                  </a:lnTo>
                  <a:lnTo>
                    <a:pt x="53154" y="322430"/>
                  </a:lnTo>
                  <a:lnTo>
                    <a:pt x="58192" y="320650"/>
                  </a:lnTo>
                  <a:lnTo>
                    <a:pt x="63171" y="318710"/>
                  </a:lnTo>
                  <a:lnTo>
                    <a:pt x="68085" y="316612"/>
                  </a:lnTo>
                  <a:lnTo>
                    <a:pt x="72930" y="314358"/>
                  </a:lnTo>
                  <a:lnTo>
                    <a:pt x="77700" y="311950"/>
                  </a:lnTo>
                  <a:lnTo>
                    <a:pt x="82391" y="309392"/>
                  </a:lnTo>
                  <a:lnTo>
                    <a:pt x="86997" y="306684"/>
                  </a:lnTo>
                  <a:lnTo>
                    <a:pt x="91515" y="303831"/>
                  </a:lnTo>
                  <a:lnTo>
                    <a:pt x="95939" y="300834"/>
                  </a:lnTo>
                  <a:lnTo>
                    <a:pt x="100265" y="297698"/>
                  </a:lnTo>
                  <a:lnTo>
                    <a:pt x="104489" y="294425"/>
                  </a:lnTo>
                  <a:lnTo>
                    <a:pt x="108606" y="291019"/>
                  </a:lnTo>
                  <a:lnTo>
                    <a:pt x="112612" y="287483"/>
                  </a:lnTo>
                  <a:lnTo>
                    <a:pt x="116503" y="283821"/>
                  </a:lnTo>
                  <a:lnTo>
                    <a:pt x="120275" y="280036"/>
                  </a:lnTo>
                  <a:lnTo>
                    <a:pt x="123924" y="276133"/>
                  </a:lnTo>
                  <a:lnTo>
                    <a:pt x="127446" y="272115"/>
                  </a:lnTo>
                  <a:lnTo>
                    <a:pt x="130839" y="267987"/>
                  </a:lnTo>
                  <a:lnTo>
                    <a:pt x="134097" y="263752"/>
                  </a:lnTo>
                  <a:lnTo>
                    <a:pt x="137219" y="259415"/>
                  </a:lnTo>
                  <a:lnTo>
                    <a:pt x="140200" y="254981"/>
                  </a:lnTo>
                  <a:lnTo>
                    <a:pt x="143038" y="250454"/>
                  </a:lnTo>
                  <a:lnTo>
                    <a:pt x="145730" y="245838"/>
                  </a:lnTo>
                  <a:lnTo>
                    <a:pt x="148273" y="241139"/>
                  </a:lnTo>
                  <a:lnTo>
                    <a:pt x="150665" y="236361"/>
                  </a:lnTo>
                  <a:lnTo>
                    <a:pt x="152902" y="231508"/>
                  </a:lnTo>
                  <a:lnTo>
                    <a:pt x="154984" y="226587"/>
                  </a:lnTo>
                  <a:lnTo>
                    <a:pt x="156907" y="221602"/>
                  </a:lnTo>
                  <a:lnTo>
                    <a:pt x="158670" y="216558"/>
                  </a:lnTo>
                  <a:lnTo>
                    <a:pt x="160270" y="211460"/>
                  </a:lnTo>
                  <a:lnTo>
                    <a:pt x="161707" y="206313"/>
                  </a:lnTo>
                  <a:lnTo>
                    <a:pt x="162979" y="201123"/>
                  </a:lnTo>
                  <a:lnTo>
                    <a:pt x="164084" y="195896"/>
                  </a:lnTo>
                  <a:lnTo>
                    <a:pt x="165021" y="190635"/>
                  </a:lnTo>
                  <a:lnTo>
                    <a:pt x="165790" y="185347"/>
                  </a:lnTo>
                  <a:lnTo>
                    <a:pt x="166390" y="180038"/>
                  </a:lnTo>
                  <a:lnTo>
                    <a:pt x="166819" y="174712"/>
                  </a:lnTo>
                  <a:lnTo>
                    <a:pt x="167079" y="169375"/>
                  </a:lnTo>
                  <a:lnTo>
                    <a:pt x="167167" y="164032"/>
                  </a:lnTo>
                  <a:lnTo>
                    <a:pt x="167085" y="158690"/>
                  </a:lnTo>
                  <a:lnTo>
                    <a:pt x="166831" y="153352"/>
                  </a:lnTo>
                  <a:lnTo>
                    <a:pt x="166408" y="148026"/>
                  </a:lnTo>
                  <a:lnTo>
                    <a:pt x="165814" y="142716"/>
                  </a:lnTo>
                  <a:lnTo>
                    <a:pt x="165051" y="137427"/>
                  </a:lnTo>
                  <a:lnTo>
                    <a:pt x="164120" y="132165"/>
                  </a:lnTo>
                  <a:lnTo>
                    <a:pt x="163020" y="126936"/>
                  </a:lnTo>
                  <a:lnTo>
                    <a:pt x="161755" y="121745"/>
                  </a:lnTo>
                  <a:lnTo>
                    <a:pt x="160323" y="116597"/>
                  </a:lnTo>
                  <a:lnTo>
                    <a:pt x="158728" y="111497"/>
                  </a:lnTo>
                  <a:lnTo>
                    <a:pt x="156971" y="106451"/>
                  </a:lnTo>
                  <a:lnTo>
                    <a:pt x="155054" y="101464"/>
                  </a:lnTo>
                  <a:lnTo>
                    <a:pt x="152978" y="96540"/>
                  </a:lnTo>
                  <a:lnTo>
                    <a:pt x="150746" y="91685"/>
                  </a:lnTo>
                  <a:lnTo>
                    <a:pt x="148360" y="86905"/>
                  </a:lnTo>
                  <a:lnTo>
                    <a:pt x="145822" y="82202"/>
                  </a:lnTo>
                  <a:lnTo>
                    <a:pt x="143135" y="77584"/>
                  </a:lnTo>
                  <a:lnTo>
                    <a:pt x="140302" y="73053"/>
                  </a:lnTo>
                  <a:lnTo>
                    <a:pt x="137326" y="68616"/>
                  </a:lnTo>
                  <a:lnTo>
                    <a:pt x="134209" y="64275"/>
                  </a:lnTo>
                  <a:lnTo>
                    <a:pt x="130955" y="60037"/>
                  </a:lnTo>
                  <a:lnTo>
                    <a:pt x="127568" y="55905"/>
                  </a:lnTo>
                  <a:lnTo>
                    <a:pt x="124050" y="51883"/>
                  </a:lnTo>
                  <a:lnTo>
                    <a:pt x="120405" y="47975"/>
                  </a:lnTo>
                  <a:lnTo>
                    <a:pt x="116638" y="44187"/>
                  </a:lnTo>
                  <a:lnTo>
                    <a:pt x="112751" y="40520"/>
                  </a:lnTo>
                  <a:lnTo>
                    <a:pt x="108749" y="36980"/>
                  </a:lnTo>
                  <a:lnTo>
                    <a:pt x="104636" y="33569"/>
                  </a:lnTo>
                  <a:lnTo>
                    <a:pt x="100416" y="30291"/>
                  </a:lnTo>
                  <a:lnTo>
                    <a:pt x="96093" y="27150"/>
                  </a:lnTo>
                  <a:lnTo>
                    <a:pt x="91672" y="24149"/>
                  </a:lnTo>
                  <a:lnTo>
                    <a:pt x="87158" y="21291"/>
                  </a:lnTo>
                  <a:lnTo>
                    <a:pt x="82554" y="18578"/>
                  </a:lnTo>
                  <a:lnTo>
                    <a:pt x="77866" y="16014"/>
                  </a:lnTo>
                  <a:lnTo>
                    <a:pt x="73099" y="13601"/>
                  </a:lnTo>
                  <a:lnTo>
                    <a:pt x="68257" y="11341"/>
                  </a:lnTo>
                  <a:lnTo>
                    <a:pt x="63345" y="9238"/>
                  </a:lnTo>
                  <a:lnTo>
                    <a:pt x="58368" y="7292"/>
                  </a:lnTo>
                  <a:lnTo>
                    <a:pt x="53332" y="5507"/>
                  </a:lnTo>
                  <a:lnTo>
                    <a:pt x="48241" y="3883"/>
                  </a:lnTo>
                  <a:lnTo>
                    <a:pt x="43101" y="2423"/>
                  </a:lnTo>
                  <a:lnTo>
                    <a:pt x="37917" y="1128"/>
                  </a:lnTo>
                  <a:lnTo>
                    <a:pt x="32695" y="0"/>
                  </a:lnTo>
                  <a:lnTo>
                    <a:pt x="0" y="1639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64501" y="1071028"/>
              <a:ext cx="32695" cy="167167"/>
            </a:xfrm>
            <a:custGeom>
              <a:avLst/>
              <a:pathLst>
                <a:path w="32695" h="167167">
                  <a:moveTo>
                    <a:pt x="32695" y="3228"/>
                  </a:moveTo>
                  <a:lnTo>
                    <a:pt x="26217" y="2068"/>
                  </a:lnTo>
                  <a:lnTo>
                    <a:pt x="19698" y="1164"/>
                  </a:lnTo>
                  <a:lnTo>
                    <a:pt x="13149" y="517"/>
                  </a:lnTo>
                  <a:lnTo>
                    <a:pt x="6579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368466" y="1322571"/>
              <a:ext cx="120254" cy="167167"/>
            </a:xfrm>
            <a:custGeom>
              <a:avLst/>
              <a:pathLst>
                <a:path w="120254" h="167167">
                  <a:moveTo>
                    <a:pt x="120254" y="0"/>
                  </a:moveTo>
                  <a:lnTo>
                    <a:pt x="114662" y="93"/>
                  </a:lnTo>
                  <a:lnTo>
                    <a:pt x="109077" y="374"/>
                  </a:lnTo>
                  <a:lnTo>
                    <a:pt x="103505" y="841"/>
                  </a:lnTo>
                  <a:lnTo>
                    <a:pt x="97951" y="1494"/>
                  </a:lnTo>
                  <a:lnTo>
                    <a:pt x="92422" y="2333"/>
                  </a:lnTo>
                  <a:lnTo>
                    <a:pt x="86924" y="3356"/>
                  </a:lnTo>
                  <a:lnTo>
                    <a:pt x="81464" y="4562"/>
                  </a:lnTo>
                  <a:lnTo>
                    <a:pt x="76047" y="5951"/>
                  </a:lnTo>
                  <a:lnTo>
                    <a:pt x="70680" y="7519"/>
                  </a:lnTo>
                  <a:lnTo>
                    <a:pt x="65367" y="9267"/>
                  </a:lnTo>
                  <a:lnTo>
                    <a:pt x="60117" y="11191"/>
                  </a:lnTo>
                  <a:lnTo>
                    <a:pt x="54934" y="13290"/>
                  </a:lnTo>
                  <a:lnTo>
                    <a:pt x="49823" y="15561"/>
                  </a:lnTo>
                  <a:lnTo>
                    <a:pt x="44792" y="18001"/>
                  </a:lnTo>
                  <a:lnTo>
                    <a:pt x="39845" y="20609"/>
                  </a:lnTo>
                  <a:lnTo>
                    <a:pt x="34988" y="23380"/>
                  </a:lnTo>
                  <a:lnTo>
                    <a:pt x="30226" y="26312"/>
                  </a:lnTo>
                  <a:lnTo>
                    <a:pt x="25565" y="29402"/>
                  </a:lnTo>
                  <a:lnTo>
                    <a:pt x="21011" y="32646"/>
                  </a:lnTo>
                  <a:lnTo>
                    <a:pt x="16567" y="36041"/>
                  </a:lnTo>
                  <a:lnTo>
                    <a:pt x="12239" y="39583"/>
                  </a:lnTo>
                  <a:lnTo>
                    <a:pt x="8032" y="43267"/>
                  </a:lnTo>
                  <a:lnTo>
                    <a:pt x="3951" y="47090"/>
                  </a:lnTo>
                  <a:lnTo>
                    <a:pt x="0" y="51047"/>
                  </a:lnTo>
                  <a:lnTo>
                    <a:pt x="12025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68466" y="1373619"/>
              <a:ext cx="120254" cy="116120"/>
            </a:xfrm>
            <a:custGeom>
              <a:avLst/>
              <a:pathLst>
                <a:path w="120254" h="116120">
                  <a:moveTo>
                    <a:pt x="0" y="0"/>
                  </a:moveTo>
                  <a:lnTo>
                    <a:pt x="120254" y="116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21559" y="1349404"/>
              <a:ext cx="334309" cy="307500"/>
            </a:xfrm>
            <a:custGeom>
              <a:avLst/>
              <a:pathLst>
                <a:path w="334309" h="307500">
                  <a:moveTo>
                    <a:pt x="46907" y="24214"/>
                  </a:moveTo>
                  <a:lnTo>
                    <a:pt x="43293" y="28077"/>
                  </a:lnTo>
                  <a:lnTo>
                    <a:pt x="39802" y="32054"/>
                  </a:lnTo>
                  <a:lnTo>
                    <a:pt x="36439" y="36138"/>
                  </a:lnTo>
                  <a:lnTo>
                    <a:pt x="33208" y="40327"/>
                  </a:lnTo>
                  <a:lnTo>
                    <a:pt x="30110" y="44616"/>
                  </a:lnTo>
                  <a:lnTo>
                    <a:pt x="27150" y="49001"/>
                  </a:lnTo>
                  <a:lnTo>
                    <a:pt x="24329" y="53477"/>
                  </a:lnTo>
                  <a:lnTo>
                    <a:pt x="21652" y="58041"/>
                  </a:lnTo>
                  <a:lnTo>
                    <a:pt x="19121" y="62687"/>
                  </a:lnTo>
                  <a:lnTo>
                    <a:pt x="16738" y="67410"/>
                  </a:lnTo>
                  <a:lnTo>
                    <a:pt x="14506" y="72207"/>
                  </a:lnTo>
                  <a:lnTo>
                    <a:pt x="12426" y="77072"/>
                  </a:lnTo>
                  <a:lnTo>
                    <a:pt x="10502" y="82000"/>
                  </a:lnTo>
                  <a:lnTo>
                    <a:pt x="8734" y="86987"/>
                  </a:lnTo>
                  <a:lnTo>
                    <a:pt x="7125" y="92027"/>
                  </a:lnTo>
                  <a:lnTo>
                    <a:pt x="5677" y="97116"/>
                  </a:lnTo>
                  <a:lnTo>
                    <a:pt x="4390" y="102248"/>
                  </a:lnTo>
                  <a:lnTo>
                    <a:pt x="3266" y="107418"/>
                  </a:lnTo>
                  <a:lnTo>
                    <a:pt x="2307" y="112621"/>
                  </a:lnTo>
                  <a:lnTo>
                    <a:pt x="1512" y="117852"/>
                  </a:lnTo>
                  <a:lnTo>
                    <a:pt x="884" y="123105"/>
                  </a:lnTo>
                  <a:lnTo>
                    <a:pt x="422" y="128375"/>
                  </a:lnTo>
                  <a:lnTo>
                    <a:pt x="127" y="133658"/>
                  </a:lnTo>
                  <a:lnTo>
                    <a:pt x="0" y="138947"/>
                  </a:lnTo>
                  <a:lnTo>
                    <a:pt x="39" y="144238"/>
                  </a:lnTo>
                  <a:lnTo>
                    <a:pt x="247" y="149524"/>
                  </a:lnTo>
                  <a:lnTo>
                    <a:pt x="621" y="154802"/>
                  </a:lnTo>
                  <a:lnTo>
                    <a:pt x="1162" y="160065"/>
                  </a:lnTo>
                  <a:lnTo>
                    <a:pt x="1870" y="165308"/>
                  </a:lnTo>
                  <a:lnTo>
                    <a:pt x="2743" y="170526"/>
                  </a:lnTo>
                  <a:lnTo>
                    <a:pt x="3781" y="175714"/>
                  </a:lnTo>
                  <a:lnTo>
                    <a:pt x="4982" y="180866"/>
                  </a:lnTo>
                  <a:lnTo>
                    <a:pt x="6346" y="185978"/>
                  </a:lnTo>
                  <a:lnTo>
                    <a:pt x="7871" y="191045"/>
                  </a:lnTo>
                  <a:lnTo>
                    <a:pt x="9555" y="196060"/>
                  </a:lnTo>
                  <a:lnTo>
                    <a:pt x="11398" y="201020"/>
                  </a:lnTo>
                  <a:lnTo>
                    <a:pt x="13396" y="205918"/>
                  </a:lnTo>
                  <a:lnTo>
                    <a:pt x="15549" y="210751"/>
                  </a:lnTo>
                  <a:lnTo>
                    <a:pt x="17853" y="215514"/>
                  </a:lnTo>
                  <a:lnTo>
                    <a:pt x="20307" y="220201"/>
                  </a:lnTo>
                  <a:lnTo>
                    <a:pt x="22908" y="224808"/>
                  </a:lnTo>
                  <a:lnTo>
                    <a:pt x="25653" y="229331"/>
                  </a:lnTo>
                  <a:lnTo>
                    <a:pt x="28541" y="233765"/>
                  </a:lnTo>
                  <a:lnTo>
                    <a:pt x="31567" y="238104"/>
                  </a:lnTo>
                  <a:lnTo>
                    <a:pt x="34728" y="242346"/>
                  </a:lnTo>
                  <a:lnTo>
                    <a:pt x="38023" y="246486"/>
                  </a:lnTo>
                  <a:lnTo>
                    <a:pt x="41447" y="250520"/>
                  </a:lnTo>
                  <a:lnTo>
                    <a:pt x="44997" y="254443"/>
                  </a:lnTo>
                  <a:lnTo>
                    <a:pt x="48669" y="258251"/>
                  </a:lnTo>
                  <a:lnTo>
                    <a:pt x="52460" y="261942"/>
                  </a:lnTo>
                  <a:lnTo>
                    <a:pt x="56366" y="265511"/>
                  </a:lnTo>
                  <a:lnTo>
                    <a:pt x="60382" y="268954"/>
                  </a:lnTo>
                  <a:lnTo>
                    <a:pt x="64506" y="272269"/>
                  </a:lnTo>
                  <a:lnTo>
                    <a:pt x="68733" y="275452"/>
                  </a:lnTo>
                  <a:lnTo>
                    <a:pt x="73058" y="278499"/>
                  </a:lnTo>
                  <a:lnTo>
                    <a:pt x="77477" y="281407"/>
                  </a:lnTo>
                  <a:lnTo>
                    <a:pt x="81986" y="284175"/>
                  </a:lnTo>
                  <a:lnTo>
                    <a:pt x="86581" y="286798"/>
                  </a:lnTo>
                  <a:lnTo>
                    <a:pt x="91256" y="289275"/>
                  </a:lnTo>
                  <a:lnTo>
                    <a:pt x="96007" y="291602"/>
                  </a:lnTo>
                  <a:lnTo>
                    <a:pt x="100830" y="293778"/>
                  </a:lnTo>
                  <a:lnTo>
                    <a:pt x="105719" y="295800"/>
                  </a:lnTo>
                  <a:lnTo>
                    <a:pt x="110670" y="297667"/>
                  </a:lnTo>
                  <a:lnTo>
                    <a:pt x="115677" y="299376"/>
                  </a:lnTo>
                  <a:lnTo>
                    <a:pt x="120735" y="300925"/>
                  </a:lnTo>
                  <a:lnTo>
                    <a:pt x="125841" y="302314"/>
                  </a:lnTo>
                  <a:lnTo>
                    <a:pt x="130987" y="303541"/>
                  </a:lnTo>
                  <a:lnTo>
                    <a:pt x="136170" y="304604"/>
                  </a:lnTo>
                  <a:lnTo>
                    <a:pt x="141384" y="305502"/>
                  </a:lnTo>
                  <a:lnTo>
                    <a:pt x="146624" y="306235"/>
                  </a:lnTo>
                  <a:lnTo>
                    <a:pt x="151884" y="306802"/>
                  </a:lnTo>
                  <a:lnTo>
                    <a:pt x="157159" y="307202"/>
                  </a:lnTo>
                  <a:lnTo>
                    <a:pt x="162445" y="307435"/>
                  </a:lnTo>
                  <a:lnTo>
                    <a:pt x="167735" y="307500"/>
                  </a:lnTo>
                  <a:lnTo>
                    <a:pt x="173025" y="307399"/>
                  </a:lnTo>
                  <a:lnTo>
                    <a:pt x="178309" y="307129"/>
                  </a:lnTo>
                  <a:lnTo>
                    <a:pt x="183582" y="306693"/>
                  </a:lnTo>
                  <a:lnTo>
                    <a:pt x="188838" y="306090"/>
                  </a:lnTo>
                  <a:lnTo>
                    <a:pt x="194072" y="305321"/>
                  </a:lnTo>
                  <a:lnTo>
                    <a:pt x="199280" y="304387"/>
                  </a:lnTo>
                  <a:lnTo>
                    <a:pt x="204455" y="303288"/>
                  </a:lnTo>
                  <a:lnTo>
                    <a:pt x="209593" y="302026"/>
                  </a:lnTo>
                  <a:lnTo>
                    <a:pt x="214689" y="300603"/>
                  </a:lnTo>
                  <a:lnTo>
                    <a:pt x="219737" y="299018"/>
                  </a:lnTo>
                  <a:lnTo>
                    <a:pt x="224732" y="297275"/>
                  </a:lnTo>
                  <a:lnTo>
                    <a:pt x="229670" y="295375"/>
                  </a:lnTo>
                  <a:lnTo>
                    <a:pt x="234545" y="293319"/>
                  </a:lnTo>
                  <a:lnTo>
                    <a:pt x="239352" y="291110"/>
                  </a:lnTo>
                  <a:lnTo>
                    <a:pt x="244088" y="288750"/>
                  </a:lnTo>
                  <a:lnTo>
                    <a:pt x="248746" y="286241"/>
                  </a:lnTo>
                  <a:lnTo>
                    <a:pt x="253322" y="283586"/>
                  </a:lnTo>
                  <a:lnTo>
                    <a:pt x="257812" y="280788"/>
                  </a:lnTo>
                  <a:lnTo>
                    <a:pt x="262212" y="277849"/>
                  </a:lnTo>
                  <a:lnTo>
                    <a:pt x="266516" y="274772"/>
                  </a:lnTo>
                  <a:lnTo>
                    <a:pt x="270720" y="271561"/>
                  </a:lnTo>
                  <a:lnTo>
                    <a:pt x="274821" y="268218"/>
                  </a:lnTo>
                  <a:lnTo>
                    <a:pt x="278814" y="264747"/>
                  </a:lnTo>
                  <a:lnTo>
                    <a:pt x="282695" y="261151"/>
                  </a:lnTo>
                  <a:lnTo>
                    <a:pt x="286461" y="257435"/>
                  </a:lnTo>
                  <a:lnTo>
                    <a:pt x="290107" y="253601"/>
                  </a:lnTo>
                  <a:lnTo>
                    <a:pt x="293629" y="249653"/>
                  </a:lnTo>
                  <a:lnTo>
                    <a:pt x="297025" y="245597"/>
                  </a:lnTo>
                  <a:lnTo>
                    <a:pt x="300292" y="241434"/>
                  </a:lnTo>
                  <a:lnTo>
                    <a:pt x="303424" y="237171"/>
                  </a:lnTo>
                  <a:lnTo>
                    <a:pt x="306420" y="232810"/>
                  </a:lnTo>
                  <a:lnTo>
                    <a:pt x="309277" y="228357"/>
                  </a:lnTo>
                  <a:lnTo>
                    <a:pt x="311991" y="223816"/>
                  </a:lnTo>
                  <a:lnTo>
                    <a:pt x="314561" y="219191"/>
                  </a:lnTo>
                  <a:lnTo>
                    <a:pt x="316982" y="214487"/>
                  </a:lnTo>
                  <a:lnTo>
                    <a:pt x="319254" y="209708"/>
                  </a:lnTo>
                  <a:lnTo>
                    <a:pt x="321373" y="204860"/>
                  </a:lnTo>
                  <a:lnTo>
                    <a:pt x="323338" y="199948"/>
                  </a:lnTo>
                  <a:lnTo>
                    <a:pt x="325146" y="194976"/>
                  </a:lnTo>
                  <a:lnTo>
                    <a:pt x="326796" y="189949"/>
                  </a:lnTo>
                  <a:lnTo>
                    <a:pt x="328286" y="184873"/>
                  </a:lnTo>
                  <a:lnTo>
                    <a:pt x="329615" y="179751"/>
                  </a:lnTo>
                  <a:lnTo>
                    <a:pt x="330781" y="174591"/>
                  </a:lnTo>
                  <a:lnTo>
                    <a:pt x="331783" y="169396"/>
                  </a:lnTo>
                  <a:lnTo>
                    <a:pt x="332620" y="164172"/>
                  </a:lnTo>
                  <a:lnTo>
                    <a:pt x="333292" y="158924"/>
                  </a:lnTo>
                  <a:lnTo>
                    <a:pt x="333797" y="153657"/>
                  </a:lnTo>
                  <a:lnTo>
                    <a:pt x="334135" y="148377"/>
                  </a:lnTo>
                  <a:lnTo>
                    <a:pt x="334306" y="143089"/>
                  </a:lnTo>
                  <a:lnTo>
                    <a:pt x="334309" y="137799"/>
                  </a:lnTo>
                  <a:lnTo>
                    <a:pt x="334145" y="132511"/>
                  </a:lnTo>
                  <a:lnTo>
                    <a:pt x="333814" y="127230"/>
                  </a:lnTo>
                  <a:lnTo>
                    <a:pt x="333316" y="121963"/>
                  </a:lnTo>
                  <a:lnTo>
                    <a:pt x="332652" y="116714"/>
                  </a:lnTo>
                  <a:lnTo>
                    <a:pt x="331821" y="111489"/>
                  </a:lnTo>
                  <a:lnTo>
                    <a:pt x="330826" y="106293"/>
                  </a:lnTo>
                  <a:lnTo>
                    <a:pt x="329667" y="101131"/>
                  </a:lnTo>
                  <a:lnTo>
                    <a:pt x="328345" y="96008"/>
                  </a:lnTo>
                  <a:lnTo>
                    <a:pt x="326861" y="90929"/>
                  </a:lnTo>
                  <a:lnTo>
                    <a:pt x="325218" y="85900"/>
                  </a:lnTo>
                  <a:lnTo>
                    <a:pt x="323416" y="80926"/>
                  </a:lnTo>
                  <a:lnTo>
                    <a:pt x="321458" y="76011"/>
                  </a:lnTo>
                  <a:lnTo>
                    <a:pt x="319345" y="71160"/>
                  </a:lnTo>
                  <a:lnTo>
                    <a:pt x="317080" y="66379"/>
                  </a:lnTo>
                  <a:lnTo>
                    <a:pt x="314664" y="61672"/>
                  </a:lnTo>
                  <a:lnTo>
                    <a:pt x="312101" y="57043"/>
                  </a:lnTo>
                  <a:lnTo>
                    <a:pt x="309393" y="52498"/>
                  </a:lnTo>
                  <a:lnTo>
                    <a:pt x="306542" y="48041"/>
                  </a:lnTo>
                  <a:lnTo>
                    <a:pt x="303552" y="43677"/>
                  </a:lnTo>
                  <a:lnTo>
                    <a:pt x="300425" y="39409"/>
                  </a:lnTo>
                  <a:lnTo>
                    <a:pt x="297164" y="35243"/>
                  </a:lnTo>
                  <a:lnTo>
                    <a:pt x="293773" y="31181"/>
                  </a:lnTo>
                  <a:lnTo>
                    <a:pt x="290256" y="27229"/>
                  </a:lnTo>
                  <a:lnTo>
                    <a:pt x="286615" y="23391"/>
                  </a:lnTo>
                  <a:lnTo>
                    <a:pt x="282854" y="19669"/>
                  </a:lnTo>
                  <a:lnTo>
                    <a:pt x="278978" y="16068"/>
                  </a:lnTo>
                  <a:lnTo>
                    <a:pt x="274990" y="12592"/>
                  </a:lnTo>
                  <a:lnTo>
                    <a:pt x="270893" y="9244"/>
                  </a:lnTo>
                  <a:lnTo>
                    <a:pt x="266693" y="6027"/>
                  </a:lnTo>
                  <a:lnTo>
                    <a:pt x="262393" y="2944"/>
                  </a:lnTo>
                  <a:lnTo>
                    <a:pt x="257997" y="0"/>
                  </a:lnTo>
                  <a:lnTo>
                    <a:pt x="167161" y="1403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488720" y="1322571"/>
              <a:ext cx="90836" cy="167167"/>
            </a:xfrm>
            <a:custGeom>
              <a:avLst/>
              <a:pathLst>
                <a:path w="90836" h="167167">
                  <a:moveTo>
                    <a:pt x="90836" y="26832"/>
                  </a:moveTo>
                  <a:lnTo>
                    <a:pt x="86042" y="23844"/>
                  </a:lnTo>
                  <a:lnTo>
                    <a:pt x="81151" y="21018"/>
                  </a:lnTo>
                  <a:lnTo>
                    <a:pt x="76167" y="18360"/>
                  </a:lnTo>
                  <a:lnTo>
                    <a:pt x="71096" y="15872"/>
                  </a:lnTo>
                  <a:lnTo>
                    <a:pt x="65944" y="13556"/>
                  </a:lnTo>
                  <a:lnTo>
                    <a:pt x="60716" y="11416"/>
                  </a:lnTo>
                  <a:lnTo>
                    <a:pt x="55420" y="9453"/>
                  </a:lnTo>
                  <a:lnTo>
                    <a:pt x="50060" y="7671"/>
                  </a:lnTo>
                  <a:lnTo>
                    <a:pt x="44642" y="6071"/>
                  </a:lnTo>
                  <a:lnTo>
                    <a:pt x="39174" y="4654"/>
                  </a:lnTo>
                  <a:lnTo>
                    <a:pt x="33661" y="3424"/>
                  </a:lnTo>
                  <a:lnTo>
                    <a:pt x="28110" y="2380"/>
                  </a:lnTo>
                  <a:lnTo>
                    <a:pt x="22526" y="1524"/>
                  </a:lnTo>
                  <a:lnTo>
                    <a:pt x="16917" y="858"/>
                  </a:lnTo>
                  <a:lnTo>
                    <a:pt x="11289" y="381"/>
                  </a:lnTo>
                  <a:lnTo>
                    <a:pt x="564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998398" y="1681503"/>
              <a:ext cx="88126" cy="167167"/>
            </a:xfrm>
            <a:custGeom>
              <a:avLst/>
              <a:pathLst>
                <a:path w="88126" h="167167">
                  <a:moveTo>
                    <a:pt x="88126" y="0"/>
                  </a:moveTo>
                  <a:lnTo>
                    <a:pt x="82326" y="100"/>
                  </a:lnTo>
                  <a:lnTo>
                    <a:pt x="76532" y="402"/>
                  </a:lnTo>
                  <a:lnTo>
                    <a:pt x="70753" y="905"/>
                  </a:lnTo>
                  <a:lnTo>
                    <a:pt x="64995" y="1608"/>
                  </a:lnTo>
                  <a:lnTo>
                    <a:pt x="59264" y="2510"/>
                  </a:lnTo>
                  <a:lnTo>
                    <a:pt x="53568" y="3610"/>
                  </a:lnTo>
                  <a:lnTo>
                    <a:pt x="47914" y="4908"/>
                  </a:lnTo>
                  <a:lnTo>
                    <a:pt x="42308" y="6401"/>
                  </a:lnTo>
                  <a:lnTo>
                    <a:pt x="36758" y="8088"/>
                  </a:lnTo>
                  <a:lnTo>
                    <a:pt x="31269" y="9966"/>
                  </a:lnTo>
                  <a:lnTo>
                    <a:pt x="25849" y="12033"/>
                  </a:lnTo>
                  <a:lnTo>
                    <a:pt x="20503" y="14287"/>
                  </a:lnTo>
                  <a:lnTo>
                    <a:pt x="15240" y="16726"/>
                  </a:lnTo>
                  <a:lnTo>
                    <a:pt x="10063" y="19345"/>
                  </a:lnTo>
                  <a:lnTo>
                    <a:pt x="4981" y="22143"/>
                  </a:lnTo>
                  <a:lnTo>
                    <a:pt x="0" y="25115"/>
                  </a:lnTo>
                  <a:lnTo>
                    <a:pt x="8812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998398" y="1706619"/>
              <a:ext cx="88126" cy="142051"/>
            </a:xfrm>
            <a:custGeom>
              <a:avLst/>
              <a:pathLst>
                <a:path w="88126" h="142051">
                  <a:moveTo>
                    <a:pt x="0" y="0"/>
                  </a:moveTo>
                  <a:lnTo>
                    <a:pt x="88126" y="1420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998310" y="1706673"/>
              <a:ext cx="88214" cy="141997"/>
            </a:xfrm>
            <a:custGeom>
              <a:avLst/>
              <a:pathLst>
                <a:path w="88214" h="141997">
                  <a:moveTo>
                    <a:pt x="0" y="0"/>
                  </a:moveTo>
                  <a:lnTo>
                    <a:pt x="88214" y="1419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919357" y="1681503"/>
              <a:ext cx="334323" cy="334328"/>
            </a:xfrm>
            <a:custGeom>
              <a:avLst/>
              <a:pathLst>
                <a:path w="334323" h="334328">
                  <a:moveTo>
                    <a:pt x="78952" y="25170"/>
                  </a:moveTo>
                  <a:lnTo>
                    <a:pt x="74504" y="28032"/>
                  </a:lnTo>
                  <a:lnTo>
                    <a:pt x="70148" y="31033"/>
                  </a:lnTo>
                  <a:lnTo>
                    <a:pt x="65890" y="34171"/>
                  </a:lnTo>
                  <a:lnTo>
                    <a:pt x="61733" y="37441"/>
                  </a:lnTo>
                  <a:lnTo>
                    <a:pt x="57682" y="40842"/>
                  </a:lnTo>
                  <a:lnTo>
                    <a:pt x="53740" y="44369"/>
                  </a:lnTo>
                  <a:lnTo>
                    <a:pt x="49912" y="48019"/>
                  </a:lnTo>
                  <a:lnTo>
                    <a:pt x="46201" y="51788"/>
                  </a:lnTo>
                  <a:lnTo>
                    <a:pt x="42611" y="55673"/>
                  </a:lnTo>
                  <a:lnTo>
                    <a:pt x="39146" y="59669"/>
                  </a:lnTo>
                  <a:lnTo>
                    <a:pt x="35809" y="63773"/>
                  </a:lnTo>
                  <a:lnTo>
                    <a:pt x="32604" y="67981"/>
                  </a:lnTo>
                  <a:lnTo>
                    <a:pt x="29533" y="72288"/>
                  </a:lnTo>
                  <a:lnTo>
                    <a:pt x="26601" y="76689"/>
                  </a:lnTo>
                  <a:lnTo>
                    <a:pt x="23808" y="81182"/>
                  </a:lnTo>
                  <a:lnTo>
                    <a:pt x="21160" y="85760"/>
                  </a:lnTo>
                  <a:lnTo>
                    <a:pt x="18658" y="90420"/>
                  </a:lnTo>
                  <a:lnTo>
                    <a:pt x="16304" y="95157"/>
                  </a:lnTo>
                  <a:lnTo>
                    <a:pt x="14101" y="99966"/>
                  </a:lnTo>
                  <a:lnTo>
                    <a:pt x="12052" y="104842"/>
                  </a:lnTo>
                  <a:lnTo>
                    <a:pt x="10158" y="109781"/>
                  </a:lnTo>
                  <a:lnTo>
                    <a:pt x="8421" y="114777"/>
                  </a:lnTo>
                  <a:lnTo>
                    <a:pt x="6843" y="119825"/>
                  </a:lnTo>
                  <a:lnTo>
                    <a:pt x="5425" y="124921"/>
                  </a:lnTo>
                  <a:lnTo>
                    <a:pt x="4170" y="130060"/>
                  </a:lnTo>
                  <a:lnTo>
                    <a:pt x="3077" y="135235"/>
                  </a:lnTo>
                  <a:lnTo>
                    <a:pt x="2149" y="140442"/>
                  </a:lnTo>
                  <a:lnTo>
                    <a:pt x="1386" y="145676"/>
                  </a:lnTo>
                  <a:lnTo>
                    <a:pt x="789" y="150932"/>
                  </a:lnTo>
                  <a:lnTo>
                    <a:pt x="359" y="156204"/>
                  </a:lnTo>
                  <a:lnTo>
                    <a:pt x="96" y="161487"/>
                  </a:lnTo>
                  <a:lnTo>
                    <a:pt x="0" y="166775"/>
                  </a:lnTo>
                  <a:lnTo>
                    <a:pt x="71" y="172064"/>
                  </a:lnTo>
                  <a:lnTo>
                    <a:pt x="309" y="177348"/>
                  </a:lnTo>
                  <a:lnTo>
                    <a:pt x="715" y="182622"/>
                  </a:lnTo>
                  <a:lnTo>
                    <a:pt x="1287" y="187880"/>
                  </a:lnTo>
                  <a:lnTo>
                    <a:pt x="2026" y="193118"/>
                  </a:lnTo>
                  <a:lnTo>
                    <a:pt x="2929" y="198329"/>
                  </a:lnTo>
                  <a:lnTo>
                    <a:pt x="3997" y="203510"/>
                  </a:lnTo>
                  <a:lnTo>
                    <a:pt x="5229" y="208654"/>
                  </a:lnTo>
                  <a:lnTo>
                    <a:pt x="6622" y="213756"/>
                  </a:lnTo>
                  <a:lnTo>
                    <a:pt x="8177" y="218812"/>
                  </a:lnTo>
                  <a:lnTo>
                    <a:pt x="9890" y="223816"/>
                  </a:lnTo>
                  <a:lnTo>
                    <a:pt x="11761" y="228764"/>
                  </a:lnTo>
                  <a:lnTo>
                    <a:pt x="13788" y="233649"/>
                  </a:lnTo>
                  <a:lnTo>
                    <a:pt x="15968" y="238469"/>
                  </a:lnTo>
                  <a:lnTo>
                    <a:pt x="18299" y="243216"/>
                  </a:lnTo>
                  <a:lnTo>
                    <a:pt x="20780" y="247888"/>
                  </a:lnTo>
                  <a:lnTo>
                    <a:pt x="23407" y="252479"/>
                  </a:lnTo>
                  <a:lnTo>
                    <a:pt x="26178" y="256984"/>
                  </a:lnTo>
                  <a:lnTo>
                    <a:pt x="29090" y="261400"/>
                  </a:lnTo>
                  <a:lnTo>
                    <a:pt x="32140" y="265721"/>
                  </a:lnTo>
                  <a:lnTo>
                    <a:pt x="35326" y="269944"/>
                  </a:lnTo>
                  <a:lnTo>
                    <a:pt x="38644" y="274063"/>
                  </a:lnTo>
                  <a:lnTo>
                    <a:pt x="42090" y="278076"/>
                  </a:lnTo>
                  <a:lnTo>
                    <a:pt x="45661" y="281977"/>
                  </a:lnTo>
                  <a:lnTo>
                    <a:pt x="49354" y="285764"/>
                  </a:lnTo>
                  <a:lnTo>
                    <a:pt x="53165" y="289432"/>
                  </a:lnTo>
                  <a:lnTo>
                    <a:pt x="57091" y="292977"/>
                  </a:lnTo>
                  <a:lnTo>
                    <a:pt x="61126" y="296397"/>
                  </a:lnTo>
                  <a:lnTo>
                    <a:pt x="65268" y="299687"/>
                  </a:lnTo>
                  <a:lnTo>
                    <a:pt x="69511" y="302844"/>
                  </a:lnTo>
                  <a:lnTo>
                    <a:pt x="73852" y="305866"/>
                  </a:lnTo>
                  <a:lnTo>
                    <a:pt x="78287" y="308749"/>
                  </a:lnTo>
                  <a:lnTo>
                    <a:pt x="82811" y="311490"/>
                  </a:lnTo>
                  <a:lnTo>
                    <a:pt x="87419" y="314086"/>
                  </a:lnTo>
                  <a:lnTo>
                    <a:pt x="92107" y="316536"/>
                  </a:lnTo>
                  <a:lnTo>
                    <a:pt x="96870" y="318836"/>
                  </a:lnTo>
                  <a:lnTo>
                    <a:pt x="101704" y="320984"/>
                  </a:lnTo>
                  <a:lnTo>
                    <a:pt x="106603" y="322978"/>
                  </a:lnTo>
                  <a:lnTo>
                    <a:pt x="111563" y="324816"/>
                  </a:lnTo>
                  <a:lnTo>
                    <a:pt x="116578" y="326496"/>
                  </a:lnTo>
                  <a:lnTo>
                    <a:pt x="121644" y="328017"/>
                  </a:lnTo>
                  <a:lnTo>
                    <a:pt x="126756" y="329377"/>
                  </a:lnTo>
                  <a:lnTo>
                    <a:pt x="131908" y="330574"/>
                  </a:lnTo>
                  <a:lnTo>
                    <a:pt x="137095" y="331607"/>
                  </a:lnTo>
                  <a:lnTo>
                    <a:pt x="142313" y="332477"/>
                  </a:lnTo>
                  <a:lnTo>
                    <a:pt x="147555" y="333180"/>
                  </a:lnTo>
                  <a:lnTo>
                    <a:pt x="152817" y="333717"/>
                  </a:lnTo>
                  <a:lnTo>
                    <a:pt x="158094" y="334088"/>
                  </a:lnTo>
                  <a:lnTo>
                    <a:pt x="163379" y="334291"/>
                  </a:lnTo>
                  <a:lnTo>
                    <a:pt x="168668" y="334328"/>
                  </a:lnTo>
                  <a:lnTo>
                    <a:pt x="173956" y="334196"/>
                  </a:lnTo>
                  <a:lnTo>
                    <a:pt x="179237" y="333898"/>
                  </a:lnTo>
                  <a:lnTo>
                    <a:pt x="184506" y="333433"/>
                  </a:lnTo>
                  <a:lnTo>
                    <a:pt x="189757" y="332801"/>
                  </a:lnTo>
                  <a:lnTo>
                    <a:pt x="194986" y="332003"/>
                  </a:lnTo>
                  <a:lnTo>
                    <a:pt x="200187" y="331041"/>
                  </a:lnTo>
                  <a:lnTo>
                    <a:pt x="205355" y="329914"/>
                  </a:lnTo>
                  <a:lnTo>
                    <a:pt x="210485" y="328624"/>
                  </a:lnTo>
                  <a:lnTo>
                    <a:pt x="215571" y="327173"/>
                  </a:lnTo>
                  <a:lnTo>
                    <a:pt x="220609" y="325561"/>
                  </a:lnTo>
                  <a:lnTo>
                    <a:pt x="225594" y="323791"/>
                  </a:lnTo>
                  <a:lnTo>
                    <a:pt x="230520" y="321864"/>
                  </a:lnTo>
                  <a:lnTo>
                    <a:pt x="235382" y="319783"/>
                  </a:lnTo>
                  <a:lnTo>
                    <a:pt x="240176" y="317548"/>
                  </a:lnTo>
                  <a:lnTo>
                    <a:pt x="244897" y="315163"/>
                  </a:lnTo>
                  <a:lnTo>
                    <a:pt x="249541" y="312630"/>
                  </a:lnTo>
                  <a:lnTo>
                    <a:pt x="254102" y="309951"/>
                  </a:lnTo>
                  <a:lnTo>
                    <a:pt x="258575" y="307129"/>
                  </a:lnTo>
                  <a:lnTo>
                    <a:pt x="262958" y="304167"/>
                  </a:lnTo>
                  <a:lnTo>
                    <a:pt x="267244" y="301068"/>
                  </a:lnTo>
                  <a:lnTo>
                    <a:pt x="271430" y="297835"/>
                  </a:lnTo>
                  <a:lnTo>
                    <a:pt x="275512" y="294471"/>
                  </a:lnTo>
                  <a:lnTo>
                    <a:pt x="279485" y="290979"/>
                  </a:lnTo>
                  <a:lnTo>
                    <a:pt x="283346" y="287364"/>
                  </a:lnTo>
                  <a:lnTo>
                    <a:pt x="287091" y="283628"/>
                  </a:lnTo>
                  <a:lnTo>
                    <a:pt x="290715" y="279776"/>
                  </a:lnTo>
                  <a:lnTo>
                    <a:pt x="294216" y="275810"/>
                  </a:lnTo>
                  <a:lnTo>
                    <a:pt x="297589" y="271737"/>
                  </a:lnTo>
                  <a:lnTo>
                    <a:pt x="300832" y="267558"/>
                  </a:lnTo>
                  <a:lnTo>
                    <a:pt x="303942" y="263279"/>
                  </a:lnTo>
                  <a:lnTo>
                    <a:pt x="306914" y="258904"/>
                  </a:lnTo>
                  <a:lnTo>
                    <a:pt x="309746" y="254437"/>
                  </a:lnTo>
                  <a:lnTo>
                    <a:pt x="312436" y="249882"/>
                  </a:lnTo>
                  <a:lnTo>
                    <a:pt x="314980" y="245245"/>
                  </a:lnTo>
                  <a:lnTo>
                    <a:pt x="317376" y="240529"/>
                  </a:lnTo>
                  <a:lnTo>
                    <a:pt x="319622" y="235740"/>
                  </a:lnTo>
                  <a:lnTo>
                    <a:pt x="321715" y="230883"/>
                  </a:lnTo>
                  <a:lnTo>
                    <a:pt x="323653" y="225961"/>
                  </a:lnTo>
                  <a:lnTo>
                    <a:pt x="325435" y="220981"/>
                  </a:lnTo>
                  <a:lnTo>
                    <a:pt x="327059" y="215947"/>
                  </a:lnTo>
                  <a:lnTo>
                    <a:pt x="328522" y="210864"/>
                  </a:lnTo>
                  <a:lnTo>
                    <a:pt x="329823" y="205737"/>
                  </a:lnTo>
                  <a:lnTo>
                    <a:pt x="330962" y="200572"/>
                  </a:lnTo>
                  <a:lnTo>
                    <a:pt x="331937" y="195373"/>
                  </a:lnTo>
                  <a:lnTo>
                    <a:pt x="332747" y="190146"/>
                  </a:lnTo>
                  <a:lnTo>
                    <a:pt x="333391" y="184896"/>
                  </a:lnTo>
                  <a:lnTo>
                    <a:pt x="333869" y="179628"/>
                  </a:lnTo>
                  <a:lnTo>
                    <a:pt x="334180" y="174348"/>
                  </a:lnTo>
                  <a:lnTo>
                    <a:pt x="334323" y="169061"/>
                  </a:lnTo>
                  <a:lnTo>
                    <a:pt x="334299" y="163771"/>
                  </a:lnTo>
                  <a:lnTo>
                    <a:pt x="334108" y="158485"/>
                  </a:lnTo>
                  <a:lnTo>
                    <a:pt x="333750" y="153208"/>
                  </a:lnTo>
                  <a:lnTo>
                    <a:pt x="333225" y="147945"/>
                  </a:lnTo>
                  <a:lnTo>
                    <a:pt x="332534" y="142701"/>
                  </a:lnTo>
                  <a:lnTo>
                    <a:pt x="331677" y="137481"/>
                  </a:lnTo>
                  <a:lnTo>
                    <a:pt x="330656" y="132292"/>
                  </a:lnTo>
                  <a:lnTo>
                    <a:pt x="329470" y="127137"/>
                  </a:lnTo>
                  <a:lnTo>
                    <a:pt x="328123" y="122022"/>
                  </a:lnTo>
                  <a:lnTo>
                    <a:pt x="326614" y="116952"/>
                  </a:lnTo>
                  <a:lnTo>
                    <a:pt x="324945" y="111933"/>
                  </a:lnTo>
                  <a:lnTo>
                    <a:pt x="323119" y="106969"/>
                  </a:lnTo>
                  <a:lnTo>
                    <a:pt x="321136" y="102065"/>
                  </a:lnTo>
                  <a:lnTo>
                    <a:pt x="319000" y="97227"/>
                  </a:lnTo>
                  <a:lnTo>
                    <a:pt x="316711" y="92458"/>
                  </a:lnTo>
                  <a:lnTo>
                    <a:pt x="314272" y="87764"/>
                  </a:lnTo>
                  <a:lnTo>
                    <a:pt x="311687" y="83150"/>
                  </a:lnTo>
                  <a:lnTo>
                    <a:pt x="308956" y="78620"/>
                  </a:lnTo>
                  <a:lnTo>
                    <a:pt x="306084" y="74178"/>
                  </a:lnTo>
                  <a:lnTo>
                    <a:pt x="303073" y="69830"/>
                  </a:lnTo>
                  <a:lnTo>
                    <a:pt x="299925" y="65579"/>
                  </a:lnTo>
                  <a:lnTo>
                    <a:pt x="296645" y="61430"/>
                  </a:lnTo>
                  <a:lnTo>
                    <a:pt x="293235" y="57386"/>
                  </a:lnTo>
                  <a:lnTo>
                    <a:pt x="289698" y="53453"/>
                  </a:lnTo>
                  <a:lnTo>
                    <a:pt x="286039" y="49633"/>
                  </a:lnTo>
                  <a:lnTo>
                    <a:pt x="282261" y="45931"/>
                  </a:lnTo>
                  <a:lnTo>
                    <a:pt x="278368" y="42351"/>
                  </a:lnTo>
                  <a:lnTo>
                    <a:pt x="274364" y="38895"/>
                  </a:lnTo>
                  <a:lnTo>
                    <a:pt x="270252" y="35568"/>
                  </a:lnTo>
                  <a:lnTo>
                    <a:pt x="266037" y="32372"/>
                  </a:lnTo>
                  <a:lnTo>
                    <a:pt x="261723" y="29312"/>
                  </a:lnTo>
                  <a:lnTo>
                    <a:pt x="257314" y="26389"/>
                  </a:lnTo>
                  <a:lnTo>
                    <a:pt x="252815" y="23608"/>
                  </a:lnTo>
                  <a:lnTo>
                    <a:pt x="248231" y="20970"/>
                  </a:lnTo>
                  <a:lnTo>
                    <a:pt x="243565" y="18478"/>
                  </a:lnTo>
                  <a:lnTo>
                    <a:pt x="238822" y="16136"/>
                  </a:lnTo>
                  <a:lnTo>
                    <a:pt x="234008" y="13944"/>
                  </a:lnTo>
                  <a:lnTo>
                    <a:pt x="229127" y="11906"/>
                  </a:lnTo>
                  <a:lnTo>
                    <a:pt x="224184" y="10024"/>
                  </a:lnTo>
                  <a:lnTo>
                    <a:pt x="219184" y="8299"/>
                  </a:lnTo>
                  <a:lnTo>
                    <a:pt x="214132" y="6733"/>
                  </a:lnTo>
                  <a:lnTo>
                    <a:pt x="209033" y="5327"/>
                  </a:lnTo>
                  <a:lnTo>
                    <a:pt x="203892" y="4083"/>
                  </a:lnTo>
                  <a:lnTo>
                    <a:pt x="198714" y="3003"/>
                  </a:lnTo>
                  <a:lnTo>
                    <a:pt x="193504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77993" y="2126963"/>
              <a:ext cx="103294" cy="167167"/>
            </a:xfrm>
            <a:custGeom>
              <a:avLst/>
              <a:pathLst>
                <a:path w="103294" h="167167">
                  <a:moveTo>
                    <a:pt x="103294" y="0"/>
                  </a:moveTo>
                  <a:lnTo>
                    <a:pt x="97727" y="92"/>
                  </a:lnTo>
                  <a:lnTo>
                    <a:pt x="92167" y="370"/>
                  </a:lnTo>
                  <a:lnTo>
                    <a:pt x="86619" y="833"/>
                  </a:lnTo>
                  <a:lnTo>
                    <a:pt x="81090" y="1481"/>
                  </a:lnTo>
                  <a:lnTo>
                    <a:pt x="75585" y="2312"/>
                  </a:lnTo>
                  <a:lnTo>
                    <a:pt x="70111" y="3326"/>
                  </a:lnTo>
                  <a:lnTo>
                    <a:pt x="64674" y="4522"/>
                  </a:lnTo>
                  <a:lnTo>
                    <a:pt x="59280" y="5898"/>
                  </a:lnTo>
                  <a:lnTo>
                    <a:pt x="53934" y="7453"/>
                  </a:lnTo>
                  <a:lnTo>
                    <a:pt x="48644" y="9185"/>
                  </a:lnTo>
                  <a:lnTo>
                    <a:pt x="43414" y="11092"/>
                  </a:lnTo>
                  <a:lnTo>
                    <a:pt x="38250" y="13173"/>
                  </a:lnTo>
                  <a:lnTo>
                    <a:pt x="33158" y="15424"/>
                  </a:lnTo>
                  <a:lnTo>
                    <a:pt x="28144" y="17843"/>
                  </a:lnTo>
                  <a:lnTo>
                    <a:pt x="23214" y="20428"/>
                  </a:lnTo>
                  <a:lnTo>
                    <a:pt x="18372" y="23176"/>
                  </a:lnTo>
                  <a:lnTo>
                    <a:pt x="13625" y="26084"/>
                  </a:lnTo>
                  <a:lnTo>
                    <a:pt x="8977" y="29148"/>
                  </a:lnTo>
                  <a:lnTo>
                    <a:pt x="4433" y="32365"/>
                  </a:lnTo>
                  <a:lnTo>
                    <a:pt x="0" y="35732"/>
                  </a:lnTo>
                  <a:lnTo>
                    <a:pt x="10329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7993" y="2162695"/>
              <a:ext cx="103294" cy="131435"/>
            </a:xfrm>
            <a:custGeom>
              <a:avLst/>
              <a:pathLst>
                <a:path w="103294" h="131435">
                  <a:moveTo>
                    <a:pt x="0" y="0"/>
                  </a:moveTo>
                  <a:lnTo>
                    <a:pt x="103294" y="1314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14138" y="2129207"/>
              <a:ext cx="334305" cy="332090"/>
            </a:xfrm>
            <a:custGeom>
              <a:avLst/>
              <a:pathLst>
                <a:path w="334305" h="332090">
                  <a:moveTo>
                    <a:pt x="63855" y="33487"/>
                  </a:moveTo>
                  <a:lnTo>
                    <a:pt x="59740" y="36828"/>
                  </a:lnTo>
                  <a:lnTo>
                    <a:pt x="55734" y="40297"/>
                  </a:lnTo>
                  <a:lnTo>
                    <a:pt x="51839" y="43891"/>
                  </a:lnTo>
                  <a:lnTo>
                    <a:pt x="48061" y="47607"/>
                  </a:lnTo>
                  <a:lnTo>
                    <a:pt x="44402" y="51441"/>
                  </a:lnTo>
                  <a:lnTo>
                    <a:pt x="40866" y="55389"/>
                  </a:lnTo>
                  <a:lnTo>
                    <a:pt x="37458" y="59447"/>
                  </a:lnTo>
                  <a:lnTo>
                    <a:pt x="34180" y="63611"/>
                  </a:lnTo>
                  <a:lnTo>
                    <a:pt x="31035" y="67877"/>
                  </a:lnTo>
                  <a:lnTo>
                    <a:pt x="28027" y="72240"/>
                  </a:lnTo>
                  <a:lnTo>
                    <a:pt x="25159" y="76697"/>
                  </a:lnTo>
                  <a:lnTo>
                    <a:pt x="22434" y="81242"/>
                  </a:lnTo>
                  <a:lnTo>
                    <a:pt x="19854" y="85871"/>
                  </a:lnTo>
                  <a:lnTo>
                    <a:pt x="17422" y="90580"/>
                  </a:lnTo>
                  <a:lnTo>
                    <a:pt x="15141" y="95363"/>
                  </a:lnTo>
                  <a:lnTo>
                    <a:pt x="13012" y="100217"/>
                  </a:lnTo>
                  <a:lnTo>
                    <a:pt x="11039" y="105135"/>
                  </a:lnTo>
                  <a:lnTo>
                    <a:pt x="9222" y="110114"/>
                  </a:lnTo>
                  <a:lnTo>
                    <a:pt x="7564" y="115147"/>
                  </a:lnTo>
                  <a:lnTo>
                    <a:pt x="6066" y="120231"/>
                  </a:lnTo>
                  <a:lnTo>
                    <a:pt x="4731" y="125359"/>
                  </a:lnTo>
                  <a:lnTo>
                    <a:pt x="3558" y="130528"/>
                  </a:lnTo>
                  <a:lnTo>
                    <a:pt x="2550" y="135731"/>
                  </a:lnTo>
                  <a:lnTo>
                    <a:pt x="1707" y="140963"/>
                  </a:lnTo>
                  <a:lnTo>
                    <a:pt x="1031" y="146219"/>
                  </a:lnTo>
                  <a:lnTo>
                    <a:pt x="522" y="151494"/>
                  </a:lnTo>
                  <a:lnTo>
                    <a:pt x="180" y="156783"/>
                  </a:lnTo>
                  <a:lnTo>
                    <a:pt x="6" y="162079"/>
                  </a:lnTo>
                  <a:lnTo>
                    <a:pt x="0" y="167379"/>
                  </a:lnTo>
                  <a:lnTo>
                    <a:pt x="161" y="172676"/>
                  </a:lnTo>
                  <a:lnTo>
                    <a:pt x="491" y="177966"/>
                  </a:lnTo>
                  <a:lnTo>
                    <a:pt x="988" y="183242"/>
                  </a:lnTo>
                  <a:lnTo>
                    <a:pt x="1652" y="188500"/>
                  </a:lnTo>
                  <a:lnTo>
                    <a:pt x="2483" y="193734"/>
                  </a:lnTo>
                  <a:lnTo>
                    <a:pt x="3479" y="198939"/>
                  </a:lnTo>
                  <a:lnTo>
                    <a:pt x="4639" y="204110"/>
                  </a:lnTo>
                  <a:lnTo>
                    <a:pt x="5963" y="209242"/>
                  </a:lnTo>
                  <a:lnTo>
                    <a:pt x="7449" y="214329"/>
                  </a:lnTo>
                  <a:lnTo>
                    <a:pt x="9096" y="219366"/>
                  </a:lnTo>
                  <a:lnTo>
                    <a:pt x="10901" y="224349"/>
                  </a:lnTo>
                  <a:lnTo>
                    <a:pt x="12863" y="229272"/>
                  </a:lnTo>
                  <a:lnTo>
                    <a:pt x="14980" y="234130"/>
                  </a:lnTo>
                  <a:lnTo>
                    <a:pt x="17251" y="238919"/>
                  </a:lnTo>
                  <a:lnTo>
                    <a:pt x="19671" y="243633"/>
                  </a:lnTo>
                  <a:lnTo>
                    <a:pt x="22241" y="248269"/>
                  </a:lnTo>
                  <a:lnTo>
                    <a:pt x="24955" y="252820"/>
                  </a:lnTo>
                  <a:lnTo>
                    <a:pt x="27813" y="257283"/>
                  </a:lnTo>
                  <a:lnTo>
                    <a:pt x="30811" y="261654"/>
                  </a:lnTo>
                  <a:lnTo>
                    <a:pt x="33945" y="265927"/>
                  </a:lnTo>
                  <a:lnTo>
                    <a:pt x="37214" y="270098"/>
                  </a:lnTo>
                  <a:lnTo>
                    <a:pt x="40613" y="274164"/>
                  </a:lnTo>
                  <a:lnTo>
                    <a:pt x="44140" y="278120"/>
                  </a:lnTo>
                  <a:lnTo>
                    <a:pt x="47790" y="281963"/>
                  </a:lnTo>
                  <a:lnTo>
                    <a:pt x="51560" y="285687"/>
                  </a:lnTo>
                  <a:lnTo>
                    <a:pt x="55446" y="289291"/>
                  </a:lnTo>
                  <a:lnTo>
                    <a:pt x="59444" y="292769"/>
                  </a:lnTo>
                  <a:lnTo>
                    <a:pt x="63551" y="296119"/>
                  </a:lnTo>
                  <a:lnTo>
                    <a:pt x="67762" y="299337"/>
                  </a:lnTo>
                  <a:lnTo>
                    <a:pt x="72072" y="302420"/>
                  </a:lnTo>
                  <a:lnTo>
                    <a:pt x="76479" y="305364"/>
                  </a:lnTo>
                  <a:lnTo>
                    <a:pt x="80976" y="308168"/>
                  </a:lnTo>
                  <a:lnTo>
                    <a:pt x="85560" y="310827"/>
                  </a:lnTo>
                  <a:lnTo>
                    <a:pt x="90226" y="313340"/>
                  </a:lnTo>
                  <a:lnTo>
                    <a:pt x="94969" y="315704"/>
                  </a:lnTo>
                  <a:lnTo>
                    <a:pt x="99785" y="317916"/>
                  </a:lnTo>
                  <a:lnTo>
                    <a:pt x="104668" y="319975"/>
                  </a:lnTo>
                  <a:lnTo>
                    <a:pt x="109615" y="321877"/>
                  </a:lnTo>
                  <a:lnTo>
                    <a:pt x="114619" y="323622"/>
                  </a:lnTo>
                  <a:lnTo>
                    <a:pt x="119676" y="325208"/>
                  </a:lnTo>
                  <a:lnTo>
                    <a:pt x="124781" y="326632"/>
                  </a:lnTo>
                  <a:lnTo>
                    <a:pt x="129928" y="327894"/>
                  </a:lnTo>
                  <a:lnTo>
                    <a:pt x="135112" y="328992"/>
                  </a:lnTo>
                  <a:lnTo>
                    <a:pt x="140329" y="329925"/>
                  </a:lnTo>
                  <a:lnTo>
                    <a:pt x="145573" y="330692"/>
                  </a:lnTo>
                  <a:lnTo>
                    <a:pt x="150839" y="331293"/>
                  </a:lnTo>
                  <a:lnTo>
                    <a:pt x="156120" y="331726"/>
                  </a:lnTo>
                  <a:lnTo>
                    <a:pt x="161413" y="331992"/>
                  </a:lnTo>
                  <a:lnTo>
                    <a:pt x="166712" y="332090"/>
                  </a:lnTo>
                  <a:lnTo>
                    <a:pt x="172011" y="332019"/>
                  </a:lnTo>
                  <a:lnTo>
                    <a:pt x="177306" y="331781"/>
                  </a:lnTo>
                  <a:lnTo>
                    <a:pt x="182590" y="331376"/>
                  </a:lnTo>
                  <a:lnTo>
                    <a:pt x="187858" y="330802"/>
                  </a:lnTo>
                  <a:lnTo>
                    <a:pt x="193106" y="330063"/>
                  </a:lnTo>
                  <a:lnTo>
                    <a:pt x="198328" y="329157"/>
                  </a:lnTo>
                  <a:lnTo>
                    <a:pt x="203518" y="328086"/>
                  </a:lnTo>
                  <a:lnTo>
                    <a:pt x="208672" y="326851"/>
                  </a:lnTo>
                  <a:lnTo>
                    <a:pt x="213784" y="325454"/>
                  </a:lnTo>
                  <a:lnTo>
                    <a:pt x="218849" y="323895"/>
                  </a:lnTo>
                  <a:lnTo>
                    <a:pt x="223862" y="322176"/>
                  </a:lnTo>
                  <a:lnTo>
                    <a:pt x="228818" y="320299"/>
                  </a:lnTo>
                  <a:lnTo>
                    <a:pt x="233712" y="318266"/>
                  </a:lnTo>
                  <a:lnTo>
                    <a:pt x="238540" y="316079"/>
                  </a:lnTo>
                  <a:lnTo>
                    <a:pt x="243295" y="313740"/>
                  </a:lnTo>
                  <a:lnTo>
                    <a:pt x="247974" y="311252"/>
                  </a:lnTo>
                  <a:lnTo>
                    <a:pt x="252572" y="308616"/>
                  </a:lnTo>
                  <a:lnTo>
                    <a:pt x="257084" y="305836"/>
                  </a:lnTo>
                  <a:lnTo>
                    <a:pt x="261506" y="302915"/>
                  </a:lnTo>
                  <a:lnTo>
                    <a:pt x="265832" y="299854"/>
                  </a:lnTo>
                  <a:lnTo>
                    <a:pt x="270060" y="296658"/>
                  </a:lnTo>
                  <a:lnTo>
                    <a:pt x="274184" y="293330"/>
                  </a:lnTo>
                  <a:lnTo>
                    <a:pt x="278201" y="289873"/>
                  </a:lnTo>
                  <a:lnTo>
                    <a:pt x="282105" y="286290"/>
                  </a:lnTo>
                  <a:lnTo>
                    <a:pt x="285895" y="282585"/>
                  </a:lnTo>
                  <a:lnTo>
                    <a:pt x="289565" y="278762"/>
                  </a:lnTo>
                  <a:lnTo>
                    <a:pt x="293112" y="274824"/>
                  </a:lnTo>
                  <a:lnTo>
                    <a:pt x="296532" y="270776"/>
                  </a:lnTo>
                  <a:lnTo>
                    <a:pt x="299823" y="266621"/>
                  </a:lnTo>
                  <a:lnTo>
                    <a:pt x="302980" y="262365"/>
                  </a:lnTo>
                  <a:lnTo>
                    <a:pt x="306000" y="258010"/>
                  </a:lnTo>
                  <a:lnTo>
                    <a:pt x="308881" y="253562"/>
                  </a:lnTo>
                  <a:lnTo>
                    <a:pt x="311620" y="249025"/>
                  </a:lnTo>
                  <a:lnTo>
                    <a:pt x="314213" y="244403"/>
                  </a:lnTo>
                  <a:lnTo>
                    <a:pt x="316659" y="239701"/>
                  </a:lnTo>
                  <a:lnTo>
                    <a:pt x="318954" y="234924"/>
                  </a:lnTo>
                  <a:lnTo>
                    <a:pt x="321096" y="230077"/>
                  </a:lnTo>
                  <a:lnTo>
                    <a:pt x="323084" y="225165"/>
                  </a:lnTo>
                  <a:lnTo>
                    <a:pt x="324916" y="220191"/>
                  </a:lnTo>
                  <a:lnTo>
                    <a:pt x="326588" y="215163"/>
                  </a:lnTo>
                  <a:lnTo>
                    <a:pt x="328101" y="210083"/>
                  </a:lnTo>
                  <a:lnTo>
                    <a:pt x="329451" y="204959"/>
                  </a:lnTo>
                  <a:lnTo>
                    <a:pt x="330639" y="199794"/>
                  </a:lnTo>
                  <a:lnTo>
                    <a:pt x="331662" y="194594"/>
                  </a:lnTo>
                  <a:lnTo>
                    <a:pt x="332520" y="189364"/>
                  </a:lnTo>
                  <a:lnTo>
                    <a:pt x="333212" y="184110"/>
                  </a:lnTo>
                  <a:lnTo>
                    <a:pt x="333736" y="178836"/>
                  </a:lnTo>
                  <a:lnTo>
                    <a:pt x="334094" y="173549"/>
                  </a:lnTo>
                  <a:lnTo>
                    <a:pt x="334283" y="168253"/>
                  </a:lnTo>
                  <a:lnTo>
                    <a:pt x="334305" y="162953"/>
                  </a:lnTo>
                  <a:lnTo>
                    <a:pt x="334158" y="157655"/>
                  </a:lnTo>
                  <a:lnTo>
                    <a:pt x="333844" y="152365"/>
                  </a:lnTo>
                  <a:lnTo>
                    <a:pt x="333362" y="147087"/>
                  </a:lnTo>
                  <a:lnTo>
                    <a:pt x="332713" y="141828"/>
                  </a:lnTo>
                  <a:lnTo>
                    <a:pt x="331898" y="136591"/>
                  </a:lnTo>
                  <a:lnTo>
                    <a:pt x="330917" y="131383"/>
                  </a:lnTo>
                  <a:lnTo>
                    <a:pt x="329772" y="126209"/>
                  </a:lnTo>
                  <a:lnTo>
                    <a:pt x="328463" y="121073"/>
                  </a:lnTo>
                  <a:lnTo>
                    <a:pt x="326992" y="115982"/>
                  </a:lnTo>
                  <a:lnTo>
                    <a:pt x="325360" y="110940"/>
                  </a:lnTo>
                  <a:lnTo>
                    <a:pt x="323569" y="105952"/>
                  </a:lnTo>
                  <a:lnTo>
                    <a:pt x="321622" y="101023"/>
                  </a:lnTo>
                  <a:lnTo>
                    <a:pt x="319518" y="96159"/>
                  </a:lnTo>
                  <a:lnTo>
                    <a:pt x="317262" y="91363"/>
                  </a:lnTo>
                  <a:lnTo>
                    <a:pt x="314855" y="86642"/>
                  </a:lnTo>
                  <a:lnTo>
                    <a:pt x="312299" y="81999"/>
                  </a:lnTo>
                  <a:lnTo>
                    <a:pt x="309598" y="77440"/>
                  </a:lnTo>
                  <a:lnTo>
                    <a:pt x="306753" y="72968"/>
                  </a:lnTo>
                  <a:lnTo>
                    <a:pt x="303768" y="68589"/>
                  </a:lnTo>
                  <a:lnTo>
                    <a:pt x="300646" y="64307"/>
                  </a:lnTo>
                  <a:lnTo>
                    <a:pt x="297389" y="60126"/>
                  </a:lnTo>
                  <a:lnTo>
                    <a:pt x="294002" y="56050"/>
                  </a:lnTo>
                  <a:lnTo>
                    <a:pt x="290487" y="52084"/>
                  </a:lnTo>
                  <a:lnTo>
                    <a:pt x="286848" y="48231"/>
                  </a:lnTo>
                  <a:lnTo>
                    <a:pt x="283089" y="44495"/>
                  </a:lnTo>
                  <a:lnTo>
                    <a:pt x="279214" y="40881"/>
                  </a:lnTo>
                  <a:lnTo>
                    <a:pt x="275225" y="37391"/>
                  </a:lnTo>
                  <a:lnTo>
                    <a:pt x="271128" y="34029"/>
                  </a:lnTo>
                  <a:lnTo>
                    <a:pt x="266927" y="30799"/>
                  </a:lnTo>
                  <a:lnTo>
                    <a:pt x="262625" y="27703"/>
                  </a:lnTo>
                  <a:lnTo>
                    <a:pt x="258228" y="24746"/>
                  </a:lnTo>
                  <a:lnTo>
                    <a:pt x="253739" y="21929"/>
                  </a:lnTo>
                  <a:lnTo>
                    <a:pt x="249162" y="19256"/>
                  </a:lnTo>
                  <a:lnTo>
                    <a:pt x="244504" y="16730"/>
                  </a:lnTo>
                  <a:lnTo>
                    <a:pt x="239767" y="14352"/>
                  </a:lnTo>
                  <a:lnTo>
                    <a:pt x="234958" y="12126"/>
                  </a:lnTo>
                  <a:lnTo>
                    <a:pt x="230081" y="10053"/>
                  </a:lnTo>
                  <a:lnTo>
                    <a:pt x="225140" y="8136"/>
                  </a:lnTo>
                  <a:lnTo>
                    <a:pt x="220141" y="6377"/>
                  </a:lnTo>
                  <a:lnTo>
                    <a:pt x="215088" y="4777"/>
                  </a:lnTo>
                  <a:lnTo>
                    <a:pt x="209988" y="3338"/>
                  </a:lnTo>
                  <a:lnTo>
                    <a:pt x="204844" y="2061"/>
                  </a:lnTo>
                  <a:lnTo>
                    <a:pt x="199663" y="948"/>
                  </a:lnTo>
                  <a:lnTo>
                    <a:pt x="194449" y="0"/>
                  </a:lnTo>
                  <a:lnTo>
                    <a:pt x="167149" y="1649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2126963"/>
              <a:ext cx="27299" cy="167167"/>
            </a:xfrm>
            <a:custGeom>
              <a:avLst/>
              <a:pathLst>
                <a:path w="27299" h="167167">
                  <a:moveTo>
                    <a:pt x="27299" y="2244"/>
                  </a:moveTo>
                  <a:lnTo>
                    <a:pt x="20515" y="1263"/>
                  </a:lnTo>
                  <a:lnTo>
                    <a:pt x="13696" y="562"/>
                  </a:lnTo>
                  <a:lnTo>
                    <a:pt x="6853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423596" y="2633064"/>
              <a:ext cx="334312" cy="334333"/>
            </a:xfrm>
            <a:custGeom>
              <a:avLst/>
              <a:pathLst>
                <a:path w="334312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4" y="335"/>
                  </a:lnTo>
                  <a:lnTo>
                    <a:pt x="151283" y="754"/>
                  </a:lnTo>
                  <a:lnTo>
                    <a:pt x="146019" y="1341"/>
                  </a:lnTo>
                  <a:lnTo>
                    <a:pt x="140775" y="2093"/>
                  </a:lnTo>
                  <a:lnTo>
                    <a:pt x="135559" y="3012"/>
                  </a:lnTo>
                  <a:lnTo>
                    <a:pt x="130373" y="4095"/>
                  </a:lnTo>
                  <a:lnTo>
                    <a:pt x="125225" y="5343"/>
                  </a:lnTo>
                  <a:lnTo>
                    <a:pt x="120119" y="6752"/>
                  </a:lnTo>
                  <a:lnTo>
                    <a:pt x="115060" y="8323"/>
                  </a:lnTo>
                  <a:lnTo>
                    <a:pt x="110054" y="10053"/>
                  </a:lnTo>
                  <a:lnTo>
                    <a:pt x="105104" y="11941"/>
                  </a:lnTo>
                  <a:lnTo>
                    <a:pt x="100217" y="13985"/>
                  </a:lnTo>
                  <a:lnTo>
                    <a:pt x="95398" y="16182"/>
                  </a:lnTo>
                  <a:lnTo>
                    <a:pt x="90650" y="18532"/>
                  </a:lnTo>
                  <a:lnTo>
                    <a:pt x="85979" y="21030"/>
                  </a:lnTo>
                  <a:lnTo>
                    <a:pt x="81390" y="23675"/>
                  </a:lnTo>
                  <a:lnTo>
                    <a:pt x="76886" y="26464"/>
                  </a:lnTo>
                  <a:lnTo>
                    <a:pt x="72474" y="29395"/>
                  </a:lnTo>
                  <a:lnTo>
                    <a:pt x="68156" y="32464"/>
                  </a:lnTo>
                  <a:lnTo>
                    <a:pt x="63938" y="35668"/>
                  </a:lnTo>
                  <a:lnTo>
                    <a:pt x="59824" y="39004"/>
                  </a:lnTo>
                  <a:lnTo>
                    <a:pt x="55817" y="42469"/>
                  </a:lnTo>
                  <a:lnTo>
                    <a:pt x="51922" y="46059"/>
                  </a:lnTo>
                  <a:lnTo>
                    <a:pt x="48143" y="49771"/>
                  </a:lnTo>
                  <a:lnTo>
                    <a:pt x="44483" y="53600"/>
                  </a:lnTo>
                  <a:lnTo>
                    <a:pt x="40946" y="57544"/>
                  </a:lnTo>
                  <a:lnTo>
                    <a:pt x="37536" y="61598"/>
                  </a:lnTo>
                  <a:lnTo>
                    <a:pt x="34257" y="65757"/>
                  </a:lnTo>
                  <a:lnTo>
                    <a:pt x="31110" y="70019"/>
                  </a:lnTo>
                  <a:lnTo>
                    <a:pt x="28101" y="74378"/>
                  </a:lnTo>
                  <a:lnTo>
                    <a:pt x="25231" y="78830"/>
                  </a:lnTo>
                  <a:lnTo>
                    <a:pt x="22503" y="83371"/>
                  </a:lnTo>
                  <a:lnTo>
                    <a:pt x="19921" y="87996"/>
                  </a:lnTo>
                  <a:lnTo>
                    <a:pt x="17486" y="92700"/>
                  </a:lnTo>
                  <a:lnTo>
                    <a:pt x="15202" y="97480"/>
                  </a:lnTo>
                  <a:lnTo>
                    <a:pt x="13070" y="102329"/>
                  </a:lnTo>
                  <a:lnTo>
                    <a:pt x="11093" y="107243"/>
                  </a:lnTo>
                  <a:lnTo>
                    <a:pt x="9273" y="112218"/>
                  </a:lnTo>
                  <a:lnTo>
                    <a:pt x="7611" y="117248"/>
                  </a:lnTo>
                  <a:lnTo>
                    <a:pt x="6110" y="122328"/>
                  </a:lnTo>
                  <a:lnTo>
                    <a:pt x="4770" y="127452"/>
                  </a:lnTo>
                  <a:lnTo>
                    <a:pt x="3593" y="132617"/>
                  </a:lnTo>
                  <a:lnTo>
                    <a:pt x="2581" y="137817"/>
                  </a:lnTo>
                  <a:lnTo>
                    <a:pt x="1733" y="143045"/>
                  </a:lnTo>
                  <a:lnTo>
                    <a:pt x="1052" y="148299"/>
                  </a:lnTo>
                  <a:lnTo>
                    <a:pt x="538" y="153571"/>
                  </a:lnTo>
                  <a:lnTo>
                    <a:pt x="191" y="158856"/>
                  </a:lnTo>
                  <a:lnTo>
                    <a:pt x="11" y="164150"/>
                  </a:lnTo>
                  <a:lnTo>
                    <a:pt x="0" y="169448"/>
                  </a:lnTo>
                  <a:lnTo>
                    <a:pt x="156" y="174742"/>
                  </a:lnTo>
                  <a:lnTo>
                    <a:pt x="480" y="180030"/>
                  </a:lnTo>
                  <a:lnTo>
                    <a:pt x="971" y="185304"/>
                  </a:lnTo>
                  <a:lnTo>
                    <a:pt x="1629" y="190560"/>
                  </a:lnTo>
                  <a:lnTo>
                    <a:pt x="2453" y="195793"/>
                  </a:lnTo>
                  <a:lnTo>
                    <a:pt x="3443" y="200996"/>
                  </a:lnTo>
                  <a:lnTo>
                    <a:pt x="4597" y="206166"/>
                  </a:lnTo>
                  <a:lnTo>
                    <a:pt x="5914" y="211297"/>
                  </a:lnTo>
                  <a:lnTo>
                    <a:pt x="7393" y="216383"/>
                  </a:lnTo>
                  <a:lnTo>
                    <a:pt x="9033" y="221420"/>
                  </a:lnTo>
                  <a:lnTo>
                    <a:pt x="10831" y="226403"/>
                  </a:lnTo>
                  <a:lnTo>
                    <a:pt x="12786" y="231326"/>
                  </a:lnTo>
                  <a:lnTo>
                    <a:pt x="14897" y="236185"/>
                  </a:lnTo>
                  <a:lnTo>
                    <a:pt x="17160" y="240974"/>
                  </a:lnTo>
                  <a:lnTo>
                    <a:pt x="19573" y="245689"/>
                  </a:lnTo>
                  <a:lnTo>
                    <a:pt x="22135" y="250325"/>
                  </a:lnTo>
                  <a:lnTo>
                    <a:pt x="24843" y="254878"/>
                  </a:lnTo>
                  <a:lnTo>
                    <a:pt x="27693" y="259343"/>
                  </a:lnTo>
                  <a:lnTo>
                    <a:pt x="30684" y="263715"/>
                  </a:lnTo>
                  <a:lnTo>
                    <a:pt x="33811" y="267991"/>
                  </a:lnTo>
                  <a:lnTo>
                    <a:pt x="37073" y="272165"/>
                  </a:lnTo>
                  <a:lnTo>
                    <a:pt x="40465" y="276233"/>
                  </a:lnTo>
                  <a:lnTo>
                    <a:pt x="43984" y="280192"/>
                  </a:lnTo>
                  <a:lnTo>
                    <a:pt x="47627" y="284038"/>
                  </a:lnTo>
                  <a:lnTo>
                    <a:pt x="51390" y="287766"/>
                  </a:lnTo>
                  <a:lnTo>
                    <a:pt x="55269" y="291373"/>
                  </a:lnTo>
                  <a:lnTo>
                    <a:pt x="59260" y="294856"/>
                  </a:lnTo>
                  <a:lnTo>
                    <a:pt x="63360" y="298210"/>
                  </a:lnTo>
                  <a:lnTo>
                    <a:pt x="67564" y="301433"/>
                  </a:lnTo>
                  <a:lnTo>
                    <a:pt x="71868" y="304521"/>
                  </a:lnTo>
                  <a:lnTo>
                    <a:pt x="76268" y="307471"/>
                  </a:lnTo>
                  <a:lnTo>
                    <a:pt x="80759" y="310280"/>
                  </a:lnTo>
                  <a:lnTo>
                    <a:pt x="85337" y="312945"/>
                  </a:lnTo>
                  <a:lnTo>
                    <a:pt x="89996" y="315464"/>
                  </a:lnTo>
                  <a:lnTo>
                    <a:pt x="94734" y="317834"/>
                  </a:lnTo>
                  <a:lnTo>
                    <a:pt x="99544" y="320053"/>
                  </a:lnTo>
                  <a:lnTo>
                    <a:pt x="104422" y="322118"/>
                  </a:lnTo>
                  <a:lnTo>
                    <a:pt x="109362" y="324028"/>
                  </a:lnTo>
                  <a:lnTo>
                    <a:pt x="114361" y="325780"/>
                  </a:lnTo>
                  <a:lnTo>
                    <a:pt x="119413" y="327373"/>
                  </a:lnTo>
                  <a:lnTo>
                    <a:pt x="124513" y="328805"/>
                  </a:lnTo>
                  <a:lnTo>
                    <a:pt x="129656" y="330075"/>
                  </a:lnTo>
                  <a:lnTo>
                    <a:pt x="134836" y="331181"/>
                  </a:lnTo>
                  <a:lnTo>
                    <a:pt x="140049" y="332123"/>
                  </a:lnTo>
                  <a:lnTo>
                    <a:pt x="145289" y="332899"/>
                  </a:lnTo>
                  <a:lnTo>
                    <a:pt x="150551" y="333508"/>
                  </a:lnTo>
                  <a:lnTo>
                    <a:pt x="155829" y="333951"/>
                  </a:lnTo>
                  <a:lnTo>
                    <a:pt x="161119" y="334226"/>
                  </a:lnTo>
                  <a:lnTo>
                    <a:pt x="166415" y="334333"/>
                  </a:lnTo>
                  <a:lnTo>
                    <a:pt x="171712" y="334272"/>
                  </a:lnTo>
                  <a:lnTo>
                    <a:pt x="177004" y="334044"/>
                  </a:lnTo>
                  <a:lnTo>
                    <a:pt x="182287" y="333648"/>
                  </a:lnTo>
                  <a:lnTo>
                    <a:pt x="187554" y="333085"/>
                  </a:lnTo>
                  <a:lnTo>
                    <a:pt x="192800" y="332355"/>
                  </a:lnTo>
                  <a:lnTo>
                    <a:pt x="198021" y="331459"/>
                  </a:lnTo>
                  <a:lnTo>
                    <a:pt x="203211" y="330399"/>
                  </a:lnTo>
                  <a:lnTo>
                    <a:pt x="208365" y="329174"/>
                  </a:lnTo>
                  <a:lnTo>
                    <a:pt x="213477" y="327787"/>
                  </a:lnTo>
                  <a:lnTo>
                    <a:pt x="218543" y="326239"/>
                  </a:lnTo>
                  <a:lnTo>
                    <a:pt x="223557" y="324531"/>
                  </a:lnTo>
                  <a:lnTo>
                    <a:pt x="228514" y="322665"/>
                  </a:lnTo>
                  <a:lnTo>
                    <a:pt x="233410" y="320642"/>
                  </a:lnTo>
                  <a:lnTo>
                    <a:pt x="238240" y="318466"/>
                  </a:lnTo>
                  <a:lnTo>
                    <a:pt x="242998" y="316138"/>
                  </a:lnTo>
                  <a:lnTo>
                    <a:pt x="247680" y="313660"/>
                  </a:lnTo>
                  <a:lnTo>
                    <a:pt x="252281" y="311035"/>
                  </a:lnTo>
                  <a:lnTo>
                    <a:pt x="256796" y="308265"/>
                  </a:lnTo>
                  <a:lnTo>
                    <a:pt x="261222" y="305354"/>
                  </a:lnTo>
                  <a:lnTo>
                    <a:pt x="265553" y="302305"/>
                  </a:lnTo>
                  <a:lnTo>
                    <a:pt x="269785" y="299119"/>
                  </a:lnTo>
                  <a:lnTo>
                    <a:pt x="273914" y="295801"/>
                  </a:lnTo>
                  <a:lnTo>
                    <a:pt x="277936" y="292354"/>
                  </a:lnTo>
                  <a:lnTo>
                    <a:pt x="281847" y="288781"/>
                  </a:lnTo>
                  <a:lnTo>
                    <a:pt x="285642" y="285086"/>
                  </a:lnTo>
                  <a:lnTo>
                    <a:pt x="289319" y="281272"/>
                  </a:lnTo>
                  <a:lnTo>
                    <a:pt x="292873" y="277344"/>
                  </a:lnTo>
                  <a:lnTo>
                    <a:pt x="296300" y="273306"/>
                  </a:lnTo>
                  <a:lnTo>
                    <a:pt x="299598" y="269161"/>
                  </a:lnTo>
                  <a:lnTo>
                    <a:pt x="302763" y="264913"/>
                  </a:lnTo>
                  <a:lnTo>
                    <a:pt x="305792" y="260567"/>
                  </a:lnTo>
                  <a:lnTo>
                    <a:pt x="308682" y="256128"/>
                  </a:lnTo>
                  <a:lnTo>
                    <a:pt x="311430" y="251599"/>
                  </a:lnTo>
                  <a:lnTo>
                    <a:pt x="314032" y="246985"/>
                  </a:lnTo>
                  <a:lnTo>
                    <a:pt x="316487" y="242292"/>
                  </a:lnTo>
                  <a:lnTo>
                    <a:pt x="318793" y="237522"/>
                  </a:lnTo>
                  <a:lnTo>
                    <a:pt x="320946" y="232683"/>
                  </a:lnTo>
                  <a:lnTo>
                    <a:pt x="322944" y="227777"/>
                  </a:lnTo>
                  <a:lnTo>
                    <a:pt x="324786" y="222810"/>
                  </a:lnTo>
                  <a:lnTo>
                    <a:pt x="326470" y="217788"/>
                  </a:lnTo>
                  <a:lnTo>
                    <a:pt x="327994" y="212715"/>
                  </a:lnTo>
                  <a:lnTo>
                    <a:pt x="329356" y="207596"/>
                  </a:lnTo>
                  <a:lnTo>
                    <a:pt x="330556" y="202436"/>
                  </a:lnTo>
                  <a:lnTo>
                    <a:pt x="331591" y="197242"/>
                  </a:lnTo>
                  <a:lnTo>
                    <a:pt x="332462" y="192016"/>
                  </a:lnTo>
                  <a:lnTo>
                    <a:pt x="333166" y="186766"/>
                  </a:lnTo>
                  <a:lnTo>
                    <a:pt x="333704" y="181497"/>
                  </a:lnTo>
                  <a:lnTo>
                    <a:pt x="334074" y="176212"/>
                  </a:lnTo>
                  <a:lnTo>
                    <a:pt x="334277" y="170919"/>
                  </a:lnTo>
                  <a:lnTo>
                    <a:pt x="334312" y="165622"/>
                  </a:lnTo>
                  <a:lnTo>
                    <a:pt x="334179" y="160327"/>
                  </a:lnTo>
                  <a:lnTo>
                    <a:pt x="333878" y="155038"/>
                  </a:lnTo>
                  <a:lnTo>
                    <a:pt x="333410" y="149762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82826"/>
              <a:ext cx="166258" cy="17405"/>
            </a:xfrm>
            <a:custGeom>
              <a:avLst/>
              <a:pathLst>
                <a:path w="166258" h="17405">
                  <a:moveTo>
                    <a:pt x="166258" y="0"/>
                  </a:moveTo>
                  <a:lnTo>
                    <a:pt x="0" y="174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646946"/>
              <a:ext cx="166258" cy="153284"/>
            </a:xfrm>
            <a:custGeom>
              <a:avLst/>
              <a:pathLst>
                <a:path w="166258" h="153284">
                  <a:moveTo>
                    <a:pt x="166258" y="135879"/>
                  </a:moveTo>
                  <a:lnTo>
                    <a:pt x="165594" y="130403"/>
                  </a:lnTo>
                  <a:lnTo>
                    <a:pt x="164748" y="124951"/>
                  </a:lnTo>
                  <a:lnTo>
                    <a:pt x="163724" y="119531"/>
                  </a:lnTo>
                  <a:lnTo>
                    <a:pt x="162521" y="114147"/>
                  </a:lnTo>
                  <a:lnTo>
                    <a:pt x="161141" y="108805"/>
                  </a:lnTo>
                  <a:lnTo>
                    <a:pt x="159586" y="103513"/>
                  </a:lnTo>
                  <a:lnTo>
                    <a:pt x="157856" y="98274"/>
                  </a:lnTo>
                  <a:lnTo>
                    <a:pt x="155955" y="93095"/>
                  </a:lnTo>
                  <a:lnTo>
                    <a:pt x="153884" y="87982"/>
                  </a:lnTo>
                  <a:lnTo>
                    <a:pt x="151646" y="82940"/>
                  </a:lnTo>
                  <a:lnTo>
                    <a:pt x="149242" y="77974"/>
                  </a:lnTo>
                  <a:lnTo>
                    <a:pt x="146676" y="73091"/>
                  </a:lnTo>
                  <a:lnTo>
                    <a:pt x="143950" y="68295"/>
                  </a:lnTo>
                  <a:lnTo>
                    <a:pt x="141067" y="63591"/>
                  </a:lnTo>
                  <a:lnTo>
                    <a:pt x="138031" y="58986"/>
                  </a:lnTo>
                  <a:lnTo>
                    <a:pt x="134844" y="54482"/>
                  </a:lnTo>
                  <a:lnTo>
                    <a:pt x="131511" y="50087"/>
                  </a:lnTo>
                  <a:lnTo>
                    <a:pt x="128034" y="45804"/>
                  </a:lnTo>
                  <a:lnTo>
                    <a:pt x="124418" y="41638"/>
                  </a:lnTo>
                  <a:lnTo>
                    <a:pt x="120666" y="37593"/>
                  </a:lnTo>
                  <a:lnTo>
                    <a:pt x="116783" y="33674"/>
                  </a:lnTo>
                  <a:lnTo>
                    <a:pt x="112773" y="29886"/>
                  </a:lnTo>
                  <a:lnTo>
                    <a:pt x="108640" y="26232"/>
                  </a:lnTo>
                  <a:lnTo>
                    <a:pt x="104388" y="22717"/>
                  </a:lnTo>
                  <a:lnTo>
                    <a:pt x="100023" y="19343"/>
                  </a:lnTo>
                  <a:lnTo>
                    <a:pt x="95549" y="16116"/>
                  </a:lnTo>
                  <a:lnTo>
                    <a:pt x="90971" y="13038"/>
                  </a:lnTo>
                  <a:lnTo>
                    <a:pt x="86294" y="10112"/>
                  </a:lnTo>
                  <a:lnTo>
                    <a:pt x="81523" y="7343"/>
                  </a:lnTo>
                  <a:lnTo>
                    <a:pt x="76663" y="4732"/>
                  </a:lnTo>
                  <a:lnTo>
                    <a:pt x="71720" y="2284"/>
                  </a:lnTo>
                  <a:lnTo>
                    <a:pt x="66698" y="0"/>
                  </a:lnTo>
                  <a:lnTo>
                    <a:pt x="0" y="153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633064"/>
              <a:ext cx="66698" cy="167167"/>
            </a:xfrm>
            <a:custGeom>
              <a:avLst/>
              <a:pathLst>
                <a:path w="66698" h="167167">
                  <a:moveTo>
                    <a:pt x="66698" y="13882"/>
                  </a:moveTo>
                  <a:lnTo>
                    <a:pt x="61418" y="11691"/>
                  </a:lnTo>
                  <a:lnTo>
                    <a:pt x="56065" y="9682"/>
                  </a:lnTo>
                  <a:lnTo>
                    <a:pt x="50647" y="7857"/>
                  </a:lnTo>
                  <a:lnTo>
                    <a:pt x="45170" y="6218"/>
                  </a:lnTo>
                  <a:lnTo>
                    <a:pt x="39640" y="4767"/>
                  </a:lnTo>
                  <a:lnTo>
                    <a:pt x="34064" y="3507"/>
                  </a:lnTo>
                  <a:lnTo>
                    <a:pt x="28447" y="2438"/>
                  </a:lnTo>
                  <a:lnTo>
                    <a:pt x="22798" y="1561"/>
                  </a:lnTo>
                  <a:lnTo>
                    <a:pt x="17122" y="879"/>
                  </a:lnTo>
                  <a:lnTo>
                    <a:pt x="11425" y="390"/>
                  </a:lnTo>
                  <a:lnTo>
                    <a:pt x="571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358827" y="3170392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7" y="8318"/>
                  </a:lnTo>
                  <a:lnTo>
                    <a:pt x="110071" y="10047"/>
                  </a:lnTo>
                  <a:lnTo>
                    <a:pt x="105123" y="11934"/>
                  </a:lnTo>
                  <a:lnTo>
                    <a:pt x="100238" y="13976"/>
                  </a:lnTo>
                  <a:lnTo>
                    <a:pt x="95419" y="16173"/>
                  </a:lnTo>
                  <a:lnTo>
                    <a:pt x="90673" y="18520"/>
                  </a:lnTo>
                  <a:lnTo>
                    <a:pt x="86003" y="21017"/>
                  </a:lnTo>
                  <a:lnTo>
                    <a:pt x="81414" y="23661"/>
                  </a:lnTo>
                  <a:lnTo>
                    <a:pt x="76912" y="26449"/>
                  </a:lnTo>
                  <a:lnTo>
                    <a:pt x="72500" y="29378"/>
                  </a:lnTo>
                  <a:lnTo>
                    <a:pt x="68183" y="32445"/>
                  </a:lnTo>
                  <a:lnTo>
                    <a:pt x="63966" y="35647"/>
                  </a:lnTo>
                  <a:lnTo>
                    <a:pt x="59852" y="38981"/>
                  </a:lnTo>
                  <a:lnTo>
                    <a:pt x="55846" y="42444"/>
                  </a:lnTo>
                  <a:lnTo>
                    <a:pt x="51951" y="46032"/>
                  </a:lnTo>
                  <a:lnTo>
                    <a:pt x="48172" y="49742"/>
                  </a:lnTo>
                  <a:lnTo>
                    <a:pt x="44512" y="53569"/>
                  </a:lnTo>
                  <a:lnTo>
                    <a:pt x="40976" y="57511"/>
                  </a:lnTo>
                  <a:lnTo>
                    <a:pt x="37566" y="61562"/>
                  </a:lnTo>
                  <a:lnTo>
                    <a:pt x="34286" y="65720"/>
                  </a:lnTo>
                  <a:lnTo>
                    <a:pt x="31140" y="69979"/>
                  </a:lnTo>
                  <a:lnTo>
                    <a:pt x="28130" y="74336"/>
                  </a:lnTo>
                  <a:lnTo>
                    <a:pt x="25259" y="78786"/>
                  </a:lnTo>
                  <a:lnTo>
                    <a:pt x="22531" y="83325"/>
                  </a:lnTo>
                  <a:lnTo>
                    <a:pt x="19948" y="87947"/>
                  </a:lnTo>
                  <a:lnTo>
                    <a:pt x="17512" y="92650"/>
                  </a:lnTo>
                  <a:lnTo>
                    <a:pt x="15227" y="97427"/>
                  </a:lnTo>
                  <a:lnTo>
                    <a:pt x="13095" y="102274"/>
                  </a:lnTo>
                  <a:lnTo>
                    <a:pt x="11116" y="107186"/>
                  </a:lnTo>
                  <a:lnTo>
                    <a:pt x="9295" y="112158"/>
                  </a:lnTo>
                  <a:lnTo>
                    <a:pt x="7632" y="117186"/>
                  </a:lnTo>
                  <a:lnTo>
                    <a:pt x="6129" y="122264"/>
                  </a:lnTo>
                  <a:lnTo>
                    <a:pt x="4787" y="127386"/>
                  </a:lnTo>
                  <a:lnTo>
                    <a:pt x="3609" y="132549"/>
                  </a:lnTo>
                  <a:lnTo>
                    <a:pt x="2594" y="137746"/>
                  </a:lnTo>
                  <a:lnTo>
                    <a:pt x="1745" y="142973"/>
                  </a:lnTo>
                  <a:lnTo>
                    <a:pt x="1062" y="148225"/>
                  </a:lnTo>
                  <a:lnTo>
                    <a:pt x="545" y="153495"/>
                  </a:lnTo>
                  <a:lnTo>
                    <a:pt x="196" y="158779"/>
                  </a:lnTo>
                  <a:lnTo>
                    <a:pt x="14" y="164071"/>
                  </a:lnTo>
                  <a:lnTo>
                    <a:pt x="0" y="169367"/>
                  </a:lnTo>
                  <a:lnTo>
                    <a:pt x="153" y="174660"/>
                  </a:lnTo>
                  <a:lnTo>
                    <a:pt x="474" y="179946"/>
                  </a:lnTo>
                  <a:lnTo>
                    <a:pt x="963" y="185219"/>
                  </a:lnTo>
                  <a:lnTo>
                    <a:pt x="1618" y="190473"/>
                  </a:lnTo>
                  <a:lnTo>
                    <a:pt x="2439" y="195705"/>
                  </a:lnTo>
                  <a:lnTo>
                    <a:pt x="3425" y="200908"/>
                  </a:lnTo>
                  <a:lnTo>
                    <a:pt x="4576" y="206076"/>
                  </a:lnTo>
                  <a:lnTo>
                    <a:pt x="5890" y="211206"/>
                  </a:lnTo>
                  <a:lnTo>
                    <a:pt x="7366" y="216292"/>
                  </a:lnTo>
                  <a:lnTo>
                    <a:pt x="9002" y="221328"/>
                  </a:lnTo>
                  <a:lnTo>
                    <a:pt x="10797" y="226310"/>
                  </a:lnTo>
                  <a:lnTo>
                    <a:pt x="12749" y="231233"/>
                  </a:lnTo>
                  <a:lnTo>
                    <a:pt x="14856" y="236092"/>
                  </a:lnTo>
                  <a:lnTo>
                    <a:pt x="17115" y="240881"/>
                  </a:lnTo>
                  <a:lnTo>
                    <a:pt x="19525" y="245596"/>
                  </a:lnTo>
                  <a:lnTo>
                    <a:pt x="22083" y="250233"/>
                  </a:lnTo>
                  <a:lnTo>
                    <a:pt x="24787" y="254786"/>
                  </a:lnTo>
                  <a:lnTo>
                    <a:pt x="27634" y="259251"/>
                  </a:lnTo>
                  <a:lnTo>
                    <a:pt x="30621" y="263624"/>
                  </a:lnTo>
                  <a:lnTo>
                    <a:pt x="33744" y="267900"/>
                  </a:lnTo>
                  <a:lnTo>
                    <a:pt x="37002" y="272075"/>
                  </a:lnTo>
                  <a:lnTo>
                    <a:pt x="40390" y="276145"/>
                  </a:lnTo>
                  <a:lnTo>
                    <a:pt x="43905" y="280105"/>
                  </a:lnTo>
                  <a:lnTo>
                    <a:pt x="47544" y="283952"/>
                  </a:lnTo>
                  <a:lnTo>
                    <a:pt x="51303" y="287682"/>
                  </a:lnTo>
                  <a:lnTo>
                    <a:pt x="55179" y="291291"/>
                  </a:lnTo>
                  <a:lnTo>
                    <a:pt x="59166" y="294775"/>
                  </a:lnTo>
                  <a:lnTo>
                    <a:pt x="63262" y="298132"/>
                  </a:lnTo>
                  <a:lnTo>
                    <a:pt x="67463" y="301357"/>
                  </a:lnTo>
                  <a:lnTo>
                    <a:pt x="71763" y="304447"/>
                  </a:lnTo>
                  <a:lnTo>
                    <a:pt x="76159" y="307399"/>
                  </a:lnTo>
                  <a:lnTo>
                    <a:pt x="80646" y="310211"/>
                  </a:lnTo>
                  <a:lnTo>
                    <a:pt x="85220" y="312879"/>
                  </a:lnTo>
                  <a:lnTo>
                    <a:pt x="89877" y="315401"/>
                  </a:lnTo>
                  <a:lnTo>
                    <a:pt x="94611" y="317775"/>
                  </a:lnTo>
                  <a:lnTo>
                    <a:pt x="99417" y="319997"/>
                  </a:lnTo>
                  <a:lnTo>
                    <a:pt x="104292" y="322065"/>
                  </a:lnTo>
                  <a:lnTo>
                    <a:pt x="109230" y="323979"/>
                  </a:lnTo>
                  <a:lnTo>
                    <a:pt x="114226" y="325735"/>
                  </a:lnTo>
                  <a:lnTo>
                    <a:pt x="119275" y="327331"/>
                  </a:lnTo>
                  <a:lnTo>
                    <a:pt x="124372" y="328768"/>
                  </a:lnTo>
                  <a:lnTo>
                    <a:pt x="129512" y="330042"/>
                  </a:lnTo>
                  <a:lnTo>
                    <a:pt x="134690" y="331152"/>
                  </a:lnTo>
                  <a:lnTo>
                    <a:pt x="139900" y="332098"/>
                  </a:lnTo>
                  <a:lnTo>
                    <a:pt x="145137" y="332878"/>
                  </a:lnTo>
                  <a:lnTo>
                    <a:pt x="150397" y="333493"/>
                  </a:lnTo>
                  <a:lnTo>
                    <a:pt x="155674" y="333940"/>
                  </a:lnTo>
                  <a:lnTo>
                    <a:pt x="160962" y="334220"/>
                  </a:lnTo>
                  <a:lnTo>
                    <a:pt x="166256" y="334332"/>
                  </a:lnTo>
                  <a:lnTo>
                    <a:pt x="171551" y="334276"/>
                  </a:lnTo>
                  <a:lnTo>
                    <a:pt x="176842" y="334053"/>
                  </a:lnTo>
                  <a:lnTo>
                    <a:pt x="182123" y="333663"/>
                  </a:lnTo>
                  <a:lnTo>
                    <a:pt x="187389" y="333105"/>
                  </a:lnTo>
                  <a:lnTo>
                    <a:pt x="192635" y="332381"/>
                  </a:lnTo>
                  <a:lnTo>
                    <a:pt x="197855" y="331491"/>
                  </a:lnTo>
                  <a:lnTo>
                    <a:pt x="203045" y="330436"/>
                  </a:lnTo>
                  <a:lnTo>
                    <a:pt x="208198" y="329217"/>
                  </a:lnTo>
                  <a:lnTo>
                    <a:pt x="213310" y="327836"/>
                  </a:lnTo>
                  <a:lnTo>
                    <a:pt x="218376" y="326293"/>
                  </a:lnTo>
                  <a:lnTo>
                    <a:pt x="223390" y="324591"/>
                  </a:lnTo>
                  <a:lnTo>
                    <a:pt x="228348" y="322731"/>
                  </a:lnTo>
                  <a:lnTo>
                    <a:pt x="233245" y="320714"/>
                  </a:lnTo>
                  <a:lnTo>
                    <a:pt x="238075" y="318544"/>
                  </a:lnTo>
                  <a:lnTo>
                    <a:pt x="242834" y="316221"/>
                  </a:lnTo>
                  <a:lnTo>
                    <a:pt x="247517" y="313749"/>
                  </a:lnTo>
                  <a:lnTo>
                    <a:pt x="252120" y="311130"/>
                  </a:lnTo>
                  <a:lnTo>
                    <a:pt x="256637" y="308367"/>
                  </a:lnTo>
                  <a:lnTo>
                    <a:pt x="261065" y="305462"/>
                  </a:lnTo>
                  <a:lnTo>
                    <a:pt x="265398" y="302418"/>
                  </a:lnTo>
                  <a:lnTo>
                    <a:pt x="269632" y="299238"/>
                  </a:lnTo>
                  <a:lnTo>
                    <a:pt x="273764" y="295926"/>
                  </a:lnTo>
                  <a:lnTo>
                    <a:pt x="277789" y="292485"/>
                  </a:lnTo>
                  <a:lnTo>
                    <a:pt x="281703" y="288917"/>
                  </a:lnTo>
                  <a:lnTo>
                    <a:pt x="285502" y="285228"/>
                  </a:lnTo>
                  <a:lnTo>
                    <a:pt x="289182" y="281420"/>
                  </a:lnTo>
                  <a:lnTo>
                    <a:pt x="292739" y="277498"/>
                  </a:lnTo>
                  <a:lnTo>
                    <a:pt x="296171" y="273465"/>
                  </a:lnTo>
                  <a:lnTo>
                    <a:pt x="299473" y="269325"/>
                  </a:lnTo>
                  <a:lnTo>
                    <a:pt x="302642" y="265083"/>
                  </a:lnTo>
                  <a:lnTo>
                    <a:pt x="305676" y="260742"/>
                  </a:lnTo>
                  <a:lnTo>
                    <a:pt x="308570" y="256307"/>
                  </a:lnTo>
                  <a:lnTo>
                    <a:pt x="311323" y="251783"/>
                  </a:lnTo>
                  <a:lnTo>
                    <a:pt x="313930" y="247175"/>
                  </a:lnTo>
                  <a:lnTo>
                    <a:pt x="316391" y="242485"/>
                  </a:lnTo>
                  <a:lnTo>
                    <a:pt x="318702" y="237721"/>
                  </a:lnTo>
                  <a:lnTo>
                    <a:pt x="320860" y="232885"/>
                  </a:lnTo>
                  <a:lnTo>
                    <a:pt x="322865" y="227984"/>
                  </a:lnTo>
                  <a:lnTo>
                    <a:pt x="324713" y="223021"/>
                  </a:lnTo>
                  <a:lnTo>
                    <a:pt x="326403" y="218003"/>
                  </a:lnTo>
                  <a:lnTo>
                    <a:pt x="327933" y="212933"/>
                  </a:lnTo>
                  <a:lnTo>
                    <a:pt x="329302" y="207818"/>
                  </a:lnTo>
                  <a:lnTo>
                    <a:pt x="330508" y="202661"/>
                  </a:lnTo>
                  <a:lnTo>
                    <a:pt x="331551" y="197469"/>
                  </a:lnTo>
                  <a:lnTo>
                    <a:pt x="332428" y="192247"/>
                  </a:lnTo>
                  <a:lnTo>
                    <a:pt x="333139" y="187000"/>
                  </a:lnTo>
                  <a:lnTo>
                    <a:pt x="333684" y="181732"/>
                  </a:lnTo>
                  <a:lnTo>
                    <a:pt x="334062" y="176450"/>
                  </a:lnTo>
                  <a:lnTo>
                    <a:pt x="334272" y="171159"/>
                  </a:lnTo>
                  <a:lnTo>
                    <a:pt x="334315" y="165863"/>
                  </a:lnTo>
                  <a:lnTo>
                    <a:pt x="334190" y="160569"/>
                  </a:lnTo>
                  <a:lnTo>
                    <a:pt x="333897" y="155282"/>
                  </a:lnTo>
                  <a:lnTo>
                    <a:pt x="333437" y="150007"/>
                  </a:lnTo>
                  <a:lnTo>
                    <a:pt x="332810" y="144748"/>
                  </a:lnTo>
                  <a:lnTo>
                    <a:pt x="332017" y="139513"/>
                  </a:lnTo>
                  <a:lnTo>
                    <a:pt x="331058" y="134305"/>
                  </a:lnTo>
                  <a:lnTo>
                    <a:pt x="329935" y="129130"/>
                  </a:lnTo>
                  <a:lnTo>
                    <a:pt x="328648" y="123993"/>
                  </a:lnTo>
                  <a:lnTo>
                    <a:pt x="327200" y="118899"/>
                  </a:lnTo>
                  <a:lnTo>
                    <a:pt x="325591" y="113854"/>
                  </a:lnTo>
                  <a:lnTo>
                    <a:pt x="323823" y="108863"/>
                  </a:lnTo>
                  <a:lnTo>
                    <a:pt x="321897" y="103929"/>
                  </a:lnTo>
                  <a:lnTo>
                    <a:pt x="319817" y="99060"/>
                  </a:lnTo>
                  <a:lnTo>
                    <a:pt x="317583" y="94259"/>
                  </a:lnTo>
                  <a:lnTo>
                    <a:pt x="315198" y="89530"/>
                  </a:lnTo>
                  <a:lnTo>
                    <a:pt x="312665" y="84880"/>
                  </a:lnTo>
                  <a:lnTo>
                    <a:pt x="309985" y="80313"/>
                  </a:lnTo>
                  <a:lnTo>
                    <a:pt x="307163" y="75832"/>
                  </a:lnTo>
                  <a:lnTo>
                    <a:pt x="304200" y="71443"/>
                  </a:lnTo>
                  <a:lnTo>
                    <a:pt x="301099" y="67150"/>
                  </a:lnTo>
                  <a:lnTo>
                    <a:pt x="297864" y="62958"/>
                  </a:lnTo>
                  <a:lnTo>
                    <a:pt x="294498" y="58870"/>
                  </a:lnTo>
                  <a:lnTo>
                    <a:pt x="291003" y="54891"/>
                  </a:lnTo>
                  <a:lnTo>
                    <a:pt x="287385" y="51025"/>
                  </a:lnTo>
                  <a:lnTo>
                    <a:pt x="283646" y="47275"/>
                  </a:lnTo>
                  <a:lnTo>
                    <a:pt x="279790" y="43645"/>
                  </a:lnTo>
                  <a:lnTo>
                    <a:pt x="275821" y="40139"/>
                  </a:lnTo>
                  <a:lnTo>
                    <a:pt x="271743" y="36761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207154"/>
              <a:ext cx="104590" cy="130405"/>
            </a:xfrm>
            <a:custGeom>
              <a:avLst/>
              <a:pathLst>
                <a:path w="104590" h="130405">
                  <a:moveTo>
                    <a:pt x="104590" y="0"/>
                  </a:moveTo>
                  <a:lnTo>
                    <a:pt x="0" y="1304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98590"/>
              <a:ext cx="104590" cy="138969"/>
            </a:xfrm>
            <a:custGeom>
              <a:avLst/>
              <a:pathLst>
                <a:path w="104590" h="138969">
                  <a:moveTo>
                    <a:pt x="104590" y="8563"/>
                  </a:moveTo>
                  <a:lnTo>
                    <a:pt x="92910" y="0"/>
                  </a:lnTo>
                  <a:lnTo>
                    <a:pt x="0" y="1389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70392"/>
              <a:ext cx="92910" cy="167167"/>
            </a:xfrm>
            <a:custGeom>
              <a:avLst/>
              <a:pathLst>
                <a:path w="92910" h="167167">
                  <a:moveTo>
                    <a:pt x="92910" y="28197"/>
                  </a:moveTo>
                  <a:lnTo>
                    <a:pt x="88038" y="25061"/>
                  </a:lnTo>
                  <a:lnTo>
                    <a:pt x="83060" y="22095"/>
                  </a:lnTo>
                  <a:lnTo>
                    <a:pt x="77982" y="19303"/>
                  </a:lnTo>
                  <a:lnTo>
                    <a:pt x="72810" y="16689"/>
                  </a:lnTo>
                  <a:lnTo>
                    <a:pt x="67551" y="14256"/>
                  </a:lnTo>
                  <a:lnTo>
                    <a:pt x="62211" y="12007"/>
                  </a:lnTo>
                  <a:lnTo>
                    <a:pt x="56796" y="9944"/>
                  </a:lnTo>
                  <a:lnTo>
                    <a:pt x="51312" y="8070"/>
                  </a:lnTo>
                  <a:lnTo>
                    <a:pt x="45768" y="6387"/>
                  </a:lnTo>
                  <a:lnTo>
                    <a:pt x="40168" y="4897"/>
                  </a:lnTo>
                  <a:lnTo>
                    <a:pt x="34519" y="3602"/>
                  </a:lnTo>
                  <a:lnTo>
                    <a:pt x="28830" y="2504"/>
                  </a:lnTo>
                  <a:lnTo>
                    <a:pt x="23105" y="1604"/>
                  </a:lnTo>
                  <a:lnTo>
                    <a:pt x="17353" y="903"/>
                  </a:lnTo>
                  <a:lnTo>
                    <a:pt x="11580" y="401"/>
                  </a:lnTo>
                  <a:lnTo>
                    <a:pt x="579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423596" y="3707720"/>
              <a:ext cx="334312" cy="334333"/>
            </a:xfrm>
            <a:custGeom>
              <a:avLst/>
              <a:pathLst>
                <a:path w="334312" h="334333">
                  <a:moveTo>
                    <a:pt x="167152" y="0"/>
                  </a:moveTo>
                  <a:lnTo>
                    <a:pt x="161855" y="83"/>
                  </a:lnTo>
                  <a:lnTo>
                    <a:pt x="156564" y="335"/>
                  </a:lnTo>
                  <a:lnTo>
                    <a:pt x="151284" y="754"/>
                  </a:lnTo>
                  <a:lnTo>
                    <a:pt x="146020" y="1341"/>
                  </a:lnTo>
                  <a:lnTo>
                    <a:pt x="140777" y="2093"/>
                  </a:lnTo>
                  <a:lnTo>
                    <a:pt x="135560" y="3012"/>
                  </a:lnTo>
                  <a:lnTo>
                    <a:pt x="130375" y="4095"/>
                  </a:lnTo>
                  <a:lnTo>
                    <a:pt x="125227" y="5342"/>
                  </a:lnTo>
                  <a:lnTo>
                    <a:pt x="120121" y="6752"/>
                  </a:lnTo>
                  <a:lnTo>
                    <a:pt x="115063" y="8322"/>
                  </a:lnTo>
                  <a:lnTo>
                    <a:pt x="110056" y="10052"/>
                  </a:lnTo>
                  <a:lnTo>
                    <a:pt x="105107" y="11940"/>
                  </a:lnTo>
                  <a:lnTo>
                    <a:pt x="100220" y="13983"/>
                  </a:lnTo>
                  <a:lnTo>
                    <a:pt x="95401" y="16181"/>
                  </a:lnTo>
                  <a:lnTo>
                    <a:pt x="90653" y="18530"/>
                  </a:lnTo>
                  <a:lnTo>
                    <a:pt x="85983" y="21028"/>
                  </a:lnTo>
                  <a:lnTo>
                    <a:pt x="81393" y="23673"/>
                  </a:lnTo>
                  <a:lnTo>
                    <a:pt x="76890" y="26462"/>
                  </a:lnTo>
                  <a:lnTo>
                    <a:pt x="72478" y="29392"/>
                  </a:lnTo>
                  <a:lnTo>
                    <a:pt x="68160" y="32461"/>
                  </a:lnTo>
                  <a:lnTo>
                    <a:pt x="63942" y="35665"/>
                  </a:lnTo>
                  <a:lnTo>
                    <a:pt x="59828" y="39001"/>
                  </a:lnTo>
                  <a:lnTo>
                    <a:pt x="55821" y="42465"/>
                  </a:lnTo>
                  <a:lnTo>
                    <a:pt x="51926" y="46055"/>
                  </a:lnTo>
                  <a:lnTo>
                    <a:pt x="48147" y="49767"/>
                  </a:lnTo>
                  <a:lnTo>
                    <a:pt x="44487" y="53596"/>
                  </a:lnTo>
                  <a:lnTo>
                    <a:pt x="40951" y="57539"/>
                  </a:lnTo>
                  <a:lnTo>
                    <a:pt x="37541" y="61592"/>
                  </a:lnTo>
                  <a:lnTo>
                    <a:pt x="34261" y="65752"/>
                  </a:lnTo>
                  <a:lnTo>
                    <a:pt x="31115" y="70013"/>
                  </a:lnTo>
                  <a:lnTo>
                    <a:pt x="28105" y="74372"/>
                  </a:lnTo>
                  <a:lnTo>
                    <a:pt x="25235" y="78823"/>
                  </a:lnTo>
                  <a:lnTo>
                    <a:pt x="22507" y="83364"/>
                  </a:lnTo>
                  <a:lnTo>
                    <a:pt x="19925" y="87989"/>
                  </a:lnTo>
                  <a:lnTo>
                    <a:pt x="17490" y="92693"/>
                  </a:lnTo>
                  <a:lnTo>
                    <a:pt x="15206" y="97472"/>
                  </a:lnTo>
                  <a:lnTo>
                    <a:pt x="13074" y="102321"/>
                  </a:lnTo>
                  <a:lnTo>
                    <a:pt x="11097" y="107235"/>
                  </a:lnTo>
                  <a:lnTo>
                    <a:pt x="9276" y="112209"/>
                  </a:lnTo>
                  <a:lnTo>
                    <a:pt x="7614" y="117239"/>
                  </a:lnTo>
                  <a:lnTo>
                    <a:pt x="6113" y="122318"/>
                  </a:lnTo>
                  <a:lnTo>
                    <a:pt x="4773" y="127443"/>
                  </a:lnTo>
                  <a:lnTo>
                    <a:pt x="3596" y="132607"/>
                  </a:lnTo>
                  <a:lnTo>
                    <a:pt x="2583" y="137806"/>
                  </a:lnTo>
                  <a:lnTo>
                    <a:pt x="1735" y="143035"/>
                  </a:lnTo>
                  <a:lnTo>
                    <a:pt x="1054" y="148288"/>
                  </a:lnTo>
                  <a:lnTo>
                    <a:pt x="539" y="153559"/>
                  </a:lnTo>
                  <a:lnTo>
                    <a:pt x="191" y="158845"/>
                  </a:lnTo>
                  <a:lnTo>
                    <a:pt x="12" y="164139"/>
                  </a:lnTo>
                  <a:lnTo>
                    <a:pt x="0" y="169436"/>
                  </a:lnTo>
                  <a:lnTo>
                    <a:pt x="155" y="174730"/>
                  </a:lnTo>
                  <a:lnTo>
                    <a:pt x="479" y="180017"/>
                  </a:lnTo>
                  <a:lnTo>
                    <a:pt x="970" y="185291"/>
                  </a:lnTo>
                  <a:lnTo>
                    <a:pt x="1627" y="190547"/>
                  </a:lnTo>
                  <a:lnTo>
                    <a:pt x="2451" y="195780"/>
                  </a:lnTo>
                  <a:lnTo>
                    <a:pt x="3440" y="200983"/>
                  </a:lnTo>
                  <a:lnTo>
                    <a:pt x="4594" y="206153"/>
                  </a:lnTo>
                  <a:lnTo>
                    <a:pt x="5911" y="211284"/>
                  </a:lnTo>
                  <a:lnTo>
                    <a:pt x="7389" y="216370"/>
                  </a:lnTo>
                  <a:lnTo>
                    <a:pt x="9028" y="221407"/>
                  </a:lnTo>
                  <a:lnTo>
                    <a:pt x="10826" y="226389"/>
                  </a:lnTo>
                  <a:lnTo>
                    <a:pt x="12781" y="231312"/>
                  </a:lnTo>
                  <a:lnTo>
                    <a:pt x="14891" y="236171"/>
                  </a:lnTo>
                  <a:lnTo>
                    <a:pt x="17153" y="240960"/>
                  </a:lnTo>
                  <a:lnTo>
                    <a:pt x="19566" y="245675"/>
                  </a:lnTo>
                  <a:lnTo>
                    <a:pt x="22128" y="250312"/>
                  </a:lnTo>
                  <a:lnTo>
                    <a:pt x="24835" y="254865"/>
                  </a:lnTo>
                  <a:lnTo>
                    <a:pt x="27685" y="259330"/>
                  </a:lnTo>
                  <a:lnTo>
                    <a:pt x="30675" y="263702"/>
                  </a:lnTo>
                  <a:lnTo>
                    <a:pt x="33801" y="267977"/>
                  </a:lnTo>
                  <a:lnTo>
                    <a:pt x="37062" y="272151"/>
                  </a:lnTo>
                  <a:lnTo>
                    <a:pt x="40454" y="276220"/>
                  </a:lnTo>
                  <a:lnTo>
                    <a:pt x="43972" y="280180"/>
                  </a:lnTo>
                  <a:lnTo>
                    <a:pt x="47615" y="284025"/>
                  </a:lnTo>
                  <a:lnTo>
                    <a:pt x="51377" y="287754"/>
                  </a:lnTo>
                  <a:lnTo>
                    <a:pt x="55256" y="291361"/>
                  </a:lnTo>
                  <a:lnTo>
                    <a:pt x="59246" y="294844"/>
                  </a:lnTo>
                  <a:lnTo>
                    <a:pt x="63346" y="298199"/>
                  </a:lnTo>
                  <a:lnTo>
                    <a:pt x="67549" y="301422"/>
                  </a:lnTo>
                  <a:lnTo>
                    <a:pt x="71853" y="304510"/>
                  </a:lnTo>
                  <a:lnTo>
                    <a:pt x="76252" y="307460"/>
                  </a:lnTo>
                  <a:lnTo>
                    <a:pt x="80742" y="310270"/>
                  </a:lnTo>
                  <a:lnTo>
                    <a:pt x="85319" y="312935"/>
                  </a:lnTo>
                  <a:lnTo>
                    <a:pt x="89979" y="315455"/>
                  </a:lnTo>
                  <a:lnTo>
                    <a:pt x="94716" y="317825"/>
                  </a:lnTo>
                  <a:lnTo>
                    <a:pt x="99525" y="320045"/>
                  </a:lnTo>
                  <a:lnTo>
                    <a:pt x="104402" y="322111"/>
                  </a:lnTo>
                  <a:lnTo>
                    <a:pt x="109343" y="324021"/>
                  </a:lnTo>
                  <a:lnTo>
                    <a:pt x="114341" y="325773"/>
                  </a:lnTo>
                  <a:lnTo>
                    <a:pt x="119393" y="327367"/>
                  </a:lnTo>
                  <a:lnTo>
                    <a:pt x="124492" y="328800"/>
                  </a:lnTo>
                  <a:lnTo>
                    <a:pt x="129635" y="330070"/>
                  </a:lnTo>
                  <a:lnTo>
                    <a:pt x="134815" y="331177"/>
                  </a:lnTo>
                  <a:lnTo>
                    <a:pt x="140027" y="332119"/>
                  </a:lnTo>
                  <a:lnTo>
                    <a:pt x="145267" y="332896"/>
                  </a:lnTo>
                  <a:lnTo>
                    <a:pt x="150528" y="333506"/>
                  </a:lnTo>
                  <a:lnTo>
                    <a:pt x="155806" y="333949"/>
                  </a:lnTo>
                  <a:lnTo>
                    <a:pt x="161096" y="334225"/>
                  </a:lnTo>
                  <a:lnTo>
                    <a:pt x="166392" y="334333"/>
                  </a:lnTo>
                  <a:lnTo>
                    <a:pt x="171688" y="334273"/>
                  </a:lnTo>
                  <a:lnTo>
                    <a:pt x="176980" y="334045"/>
                  </a:lnTo>
                  <a:lnTo>
                    <a:pt x="182263" y="333650"/>
                  </a:lnTo>
                  <a:lnTo>
                    <a:pt x="187530" y="333088"/>
                  </a:lnTo>
                  <a:lnTo>
                    <a:pt x="192776" y="332359"/>
                  </a:lnTo>
                  <a:lnTo>
                    <a:pt x="197997" y="331464"/>
                  </a:lnTo>
                  <a:lnTo>
                    <a:pt x="203187" y="330404"/>
                  </a:lnTo>
                  <a:lnTo>
                    <a:pt x="208340" y="329181"/>
                  </a:lnTo>
                  <a:lnTo>
                    <a:pt x="213452" y="327794"/>
                  </a:lnTo>
                  <a:lnTo>
                    <a:pt x="218518" y="326247"/>
                  </a:lnTo>
                  <a:lnTo>
                    <a:pt x="223532" y="324540"/>
                  </a:lnTo>
                  <a:lnTo>
                    <a:pt x="228490" y="322674"/>
                  </a:lnTo>
                  <a:lnTo>
                    <a:pt x="233386" y="320653"/>
                  </a:lnTo>
                  <a:lnTo>
                    <a:pt x="238215" y="318477"/>
                  </a:lnTo>
                  <a:lnTo>
                    <a:pt x="242974" y="316150"/>
                  </a:lnTo>
                  <a:lnTo>
                    <a:pt x="247656" y="313673"/>
                  </a:lnTo>
                  <a:lnTo>
                    <a:pt x="252257" y="311049"/>
                  </a:lnTo>
                  <a:lnTo>
                    <a:pt x="256773" y="308280"/>
                  </a:lnTo>
                  <a:lnTo>
                    <a:pt x="261198" y="305370"/>
                  </a:lnTo>
                  <a:lnTo>
                    <a:pt x="265530" y="302321"/>
                  </a:lnTo>
                  <a:lnTo>
                    <a:pt x="269762" y="299137"/>
                  </a:lnTo>
                  <a:lnTo>
                    <a:pt x="273892" y="295819"/>
                  </a:lnTo>
                  <a:lnTo>
                    <a:pt x="277914" y="292373"/>
                  </a:lnTo>
                  <a:lnTo>
                    <a:pt x="281825" y="288801"/>
                  </a:lnTo>
                  <a:lnTo>
                    <a:pt x="285621" y="285107"/>
                  </a:lnTo>
                  <a:lnTo>
                    <a:pt x="289299" y="281294"/>
                  </a:lnTo>
                  <a:lnTo>
                    <a:pt x="292853" y="277367"/>
                  </a:lnTo>
                  <a:lnTo>
                    <a:pt x="296281" y="273329"/>
                  </a:lnTo>
                  <a:lnTo>
                    <a:pt x="299580" y="269185"/>
                  </a:lnTo>
                  <a:lnTo>
                    <a:pt x="302746" y="264938"/>
                  </a:lnTo>
                  <a:lnTo>
                    <a:pt x="305775" y="260593"/>
                  </a:lnTo>
                  <a:lnTo>
                    <a:pt x="308665" y="256154"/>
                  </a:lnTo>
                  <a:lnTo>
                    <a:pt x="311414" y="251626"/>
                  </a:lnTo>
                  <a:lnTo>
                    <a:pt x="314017" y="247013"/>
                  </a:lnTo>
                  <a:lnTo>
                    <a:pt x="316473" y="242320"/>
                  </a:lnTo>
                  <a:lnTo>
                    <a:pt x="318779" y="237552"/>
                  </a:lnTo>
                  <a:lnTo>
                    <a:pt x="320933" y="232712"/>
                  </a:lnTo>
                  <a:lnTo>
                    <a:pt x="322932" y="227807"/>
                  </a:lnTo>
                  <a:lnTo>
                    <a:pt x="324775" y="222842"/>
                  </a:lnTo>
                  <a:lnTo>
                    <a:pt x="326460" y="217820"/>
                  </a:lnTo>
                  <a:lnTo>
                    <a:pt x="327985" y="212747"/>
                  </a:lnTo>
                  <a:lnTo>
                    <a:pt x="329348" y="207629"/>
                  </a:lnTo>
                  <a:lnTo>
                    <a:pt x="330549" y="202470"/>
                  </a:lnTo>
                  <a:lnTo>
                    <a:pt x="331585" y="197275"/>
                  </a:lnTo>
                  <a:lnTo>
                    <a:pt x="332457" y="192050"/>
                  </a:lnTo>
                  <a:lnTo>
                    <a:pt x="333162" y="186801"/>
                  </a:lnTo>
                  <a:lnTo>
                    <a:pt x="333701" y="181531"/>
                  </a:lnTo>
                  <a:lnTo>
                    <a:pt x="334072" y="176248"/>
                  </a:lnTo>
                  <a:lnTo>
                    <a:pt x="334276" y="170955"/>
                  </a:lnTo>
                  <a:lnTo>
                    <a:pt x="334312" y="165658"/>
                  </a:lnTo>
                  <a:lnTo>
                    <a:pt x="334180" y="160363"/>
                  </a:lnTo>
                  <a:lnTo>
                    <a:pt x="333881" y="155074"/>
                  </a:lnTo>
                  <a:lnTo>
                    <a:pt x="333414" y="149798"/>
                  </a:lnTo>
                  <a:lnTo>
                    <a:pt x="332780" y="144539"/>
                  </a:lnTo>
                  <a:lnTo>
                    <a:pt x="331980" y="139303"/>
                  </a:lnTo>
                  <a:lnTo>
                    <a:pt x="331015" y="134095"/>
                  </a:lnTo>
                  <a:lnTo>
                    <a:pt x="329885" y="128920"/>
                  </a:lnTo>
                  <a:lnTo>
                    <a:pt x="328591" y="123783"/>
                  </a:lnTo>
                  <a:lnTo>
                    <a:pt x="327136" y="118690"/>
                  </a:lnTo>
                  <a:lnTo>
                    <a:pt x="325520" y="113646"/>
                  </a:lnTo>
                  <a:lnTo>
                    <a:pt x="323745" y="108656"/>
                  </a:lnTo>
                  <a:lnTo>
                    <a:pt x="321812" y="103724"/>
                  </a:lnTo>
                  <a:lnTo>
                    <a:pt x="319725" y="98856"/>
                  </a:lnTo>
                  <a:lnTo>
                    <a:pt x="317484" y="94056"/>
                  </a:lnTo>
                  <a:lnTo>
                    <a:pt x="315092" y="89330"/>
                  </a:lnTo>
                  <a:lnTo>
                    <a:pt x="312552" y="84682"/>
                  </a:lnTo>
                  <a:lnTo>
                    <a:pt x="309865" y="80117"/>
                  </a:lnTo>
                  <a:lnTo>
                    <a:pt x="307036" y="75639"/>
                  </a:lnTo>
                  <a:lnTo>
                    <a:pt x="304066" y="71253"/>
                  </a:lnTo>
                  <a:lnTo>
                    <a:pt x="300958" y="66964"/>
                  </a:lnTo>
                  <a:lnTo>
                    <a:pt x="297716" y="62775"/>
                  </a:lnTo>
                  <a:lnTo>
                    <a:pt x="294344" y="58690"/>
                  </a:lnTo>
                  <a:lnTo>
                    <a:pt x="290843" y="54715"/>
                  </a:lnTo>
                  <a:lnTo>
                    <a:pt x="287218" y="50853"/>
                  </a:lnTo>
                  <a:lnTo>
                    <a:pt x="283473" y="47107"/>
                  </a:lnTo>
                  <a:lnTo>
                    <a:pt x="279611" y="43482"/>
                  </a:lnTo>
                  <a:lnTo>
                    <a:pt x="275636" y="39981"/>
                  </a:lnTo>
                  <a:lnTo>
                    <a:pt x="271552" y="36608"/>
                  </a:lnTo>
                  <a:lnTo>
                    <a:pt x="267363" y="33366"/>
                  </a:lnTo>
                  <a:lnTo>
                    <a:pt x="263074" y="30258"/>
                  </a:lnTo>
                  <a:lnTo>
                    <a:pt x="258688" y="27288"/>
                  </a:lnTo>
                  <a:lnTo>
                    <a:pt x="254210" y="24458"/>
                  </a:lnTo>
                  <a:lnTo>
                    <a:pt x="249645" y="21772"/>
                  </a:lnTo>
                  <a:lnTo>
                    <a:pt x="244997" y="19231"/>
                  </a:lnTo>
                  <a:lnTo>
                    <a:pt x="240271" y="16839"/>
                  </a:lnTo>
                  <a:lnTo>
                    <a:pt x="235472" y="14598"/>
                  </a:lnTo>
                  <a:lnTo>
                    <a:pt x="230604" y="12510"/>
                  </a:lnTo>
                  <a:lnTo>
                    <a:pt x="225672" y="10577"/>
                  </a:lnTo>
                  <a:lnTo>
                    <a:pt x="220682" y="8802"/>
                  </a:lnTo>
                  <a:lnTo>
                    <a:pt x="215638" y="7186"/>
                  </a:lnTo>
                  <a:lnTo>
                    <a:pt x="210545" y="5730"/>
                  </a:lnTo>
                  <a:lnTo>
                    <a:pt x="205408" y="4436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12157"/>
              <a:ext cx="38256" cy="162730"/>
            </a:xfrm>
            <a:custGeom>
              <a:avLst/>
              <a:pathLst>
                <a:path w="38256" h="162730">
                  <a:moveTo>
                    <a:pt x="38256" y="0"/>
                  </a:moveTo>
                  <a:lnTo>
                    <a:pt x="0" y="1627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12157"/>
              <a:ext cx="38256" cy="162730"/>
            </a:xfrm>
            <a:custGeom>
              <a:avLst/>
              <a:pathLst>
                <a:path w="38256" h="162730">
                  <a:moveTo>
                    <a:pt x="38256" y="0"/>
                  </a:moveTo>
                  <a:lnTo>
                    <a:pt x="0" y="1627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12157"/>
              <a:ext cx="38256" cy="162730"/>
            </a:xfrm>
            <a:custGeom>
              <a:avLst/>
              <a:pathLst>
                <a:path w="38256" h="162730">
                  <a:moveTo>
                    <a:pt x="38256" y="0"/>
                  </a:moveTo>
                  <a:lnTo>
                    <a:pt x="0" y="1627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12157"/>
              <a:ext cx="38256" cy="162730"/>
            </a:xfrm>
            <a:custGeom>
              <a:avLst/>
              <a:pathLst>
                <a:path w="38256" h="162730">
                  <a:moveTo>
                    <a:pt x="38256" y="0"/>
                  </a:moveTo>
                  <a:lnTo>
                    <a:pt x="0" y="1627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12157"/>
              <a:ext cx="38256" cy="162730"/>
            </a:xfrm>
            <a:custGeom>
              <a:avLst/>
              <a:pathLst>
                <a:path w="38256" h="162730">
                  <a:moveTo>
                    <a:pt x="38256" y="0"/>
                  </a:moveTo>
                  <a:lnTo>
                    <a:pt x="0" y="1627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12157"/>
              <a:ext cx="38256" cy="162730"/>
            </a:xfrm>
            <a:custGeom>
              <a:avLst/>
              <a:pathLst>
                <a:path w="38256" h="162730">
                  <a:moveTo>
                    <a:pt x="38256" y="0"/>
                  </a:moveTo>
                  <a:lnTo>
                    <a:pt x="0" y="1627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12157"/>
              <a:ext cx="38256" cy="162730"/>
            </a:xfrm>
            <a:custGeom>
              <a:avLst/>
              <a:pathLst>
                <a:path w="38256" h="162730">
                  <a:moveTo>
                    <a:pt x="38256" y="0"/>
                  </a:moveTo>
                  <a:lnTo>
                    <a:pt x="0" y="1627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12157"/>
              <a:ext cx="38256" cy="162730"/>
            </a:xfrm>
            <a:custGeom>
              <a:avLst/>
              <a:pathLst>
                <a:path w="38256" h="162730">
                  <a:moveTo>
                    <a:pt x="38256" y="0"/>
                  </a:moveTo>
                  <a:lnTo>
                    <a:pt x="0" y="1627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12157"/>
              <a:ext cx="38256" cy="162730"/>
            </a:xfrm>
            <a:custGeom>
              <a:avLst/>
              <a:pathLst>
                <a:path w="38256" h="162730">
                  <a:moveTo>
                    <a:pt x="38256" y="0"/>
                  </a:moveTo>
                  <a:lnTo>
                    <a:pt x="0" y="1627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12157"/>
              <a:ext cx="38256" cy="162730"/>
            </a:xfrm>
            <a:custGeom>
              <a:avLst/>
              <a:pathLst>
                <a:path w="38256" h="162730">
                  <a:moveTo>
                    <a:pt x="38256" y="0"/>
                  </a:moveTo>
                  <a:lnTo>
                    <a:pt x="0" y="1627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12157"/>
              <a:ext cx="38256" cy="162730"/>
            </a:xfrm>
            <a:custGeom>
              <a:avLst/>
              <a:pathLst>
                <a:path w="38256" h="162730">
                  <a:moveTo>
                    <a:pt x="38256" y="0"/>
                  </a:moveTo>
                  <a:lnTo>
                    <a:pt x="0" y="1627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11741"/>
              <a:ext cx="38256" cy="163147"/>
            </a:xfrm>
            <a:custGeom>
              <a:avLst/>
              <a:pathLst>
                <a:path w="38256" h="163147">
                  <a:moveTo>
                    <a:pt x="38256" y="416"/>
                  </a:moveTo>
                  <a:lnTo>
                    <a:pt x="36441" y="0"/>
                  </a:lnTo>
                  <a:lnTo>
                    <a:pt x="0" y="163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20"/>
              <a:ext cx="36441" cy="167167"/>
            </a:xfrm>
            <a:custGeom>
              <a:avLst/>
              <a:pathLst>
                <a:path w="36441" h="167167">
                  <a:moveTo>
                    <a:pt x="36441" y="4020"/>
                  </a:moveTo>
                  <a:lnTo>
                    <a:pt x="29237" y="2576"/>
                  </a:lnTo>
                  <a:lnTo>
                    <a:pt x="21977" y="1451"/>
                  </a:lnTo>
                  <a:lnTo>
                    <a:pt x="14675" y="645"/>
                  </a:lnTo>
                  <a:lnTo>
                    <a:pt x="7344" y="16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614125" y="4213821"/>
              <a:ext cx="334325" cy="334315"/>
            </a:xfrm>
            <a:custGeom>
              <a:avLst/>
              <a:pathLst>
                <a:path w="334325" h="334315">
                  <a:moveTo>
                    <a:pt x="167161" y="0"/>
                  </a:moveTo>
                  <a:lnTo>
                    <a:pt x="161883" y="83"/>
                  </a:lnTo>
                  <a:lnTo>
                    <a:pt x="156610" y="333"/>
                  </a:lnTo>
                  <a:lnTo>
                    <a:pt x="151347" y="749"/>
                  </a:lnTo>
                  <a:lnTo>
                    <a:pt x="146101" y="1331"/>
                  </a:lnTo>
                  <a:lnTo>
                    <a:pt x="140875" y="2079"/>
                  </a:lnTo>
                  <a:lnTo>
                    <a:pt x="135675" y="2991"/>
                  </a:lnTo>
                  <a:lnTo>
                    <a:pt x="130507" y="4068"/>
                  </a:lnTo>
                  <a:lnTo>
                    <a:pt x="125375" y="5306"/>
                  </a:lnTo>
                  <a:lnTo>
                    <a:pt x="120286" y="6706"/>
                  </a:lnTo>
                  <a:lnTo>
                    <a:pt x="115242" y="8266"/>
                  </a:lnTo>
                  <a:lnTo>
                    <a:pt x="110251" y="9985"/>
                  </a:lnTo>
                  <a:lnTo>
                    <a:pt x="105316" y="11860"/>
                  </a:lnTo>
                  <a:lnTo>
                    <a:pt x="100443" y="13891"/>
                  </a:lnTo>
                  <a:lnTo>
                    <a:pt x="95637" y="16074"/>
                  </a:lnTo>
                  <a:lnTo>
                    <a:pt x="90902" y="18407"/>
                  </a:lnTo>
                  <a:lnTo>
                    <a:pt x="86243" y="20889"/>
                  </a:lnTo>
                  <a:lnTo>
                    <a:pt x="81664" y="23517"/>
                  </a:lnTo>
                  <a:lnTo>
                    <a:pt x="77171" y="26289"/>
                  </a:lnTo>
                  <a:lnTo>
                    <a:pt x="72768" y="29200"/>
                  </a:lnTo>
                  <a:lnTo>
                    <a:pt x="68459" y="32250"/>
                  </a:lnTo>
                  <a:lnTo>
                    <a:pt x="64248" y="35433"/>
                  </a:lnTo>
                  <a:lnTo>
                    <a:pt x="60140" y="38749"/>
                  </a:lnTo>
                  <a:lnTo>
                    <a:pt x="56138" y="42192"/>
                  </a:lnTo>
                  <a:lnTo>
                    <a:pt x="52247" y="45760"/>
                  </a:lnTo>
                  <a:lnTo>
                    <a:pt x="48471" y="49449"/>
                  </a:lnTo>
                  <a:lnTo>
                    <a:pt x="44813" y="53255"/>
                  </a:lnTo>
                  <a:lnTo>
                    <a:pt x="41278" y="57175"/>
                  </a:lnTo>
                  <a:lnTo>
                    <a:pt x="37867" y="61205"/>
                  </a:lnTo>
                  <a:lnTo>
                    <a:pt x="34586" y="65340"/>
                  </a:lnTo>
                  <a:lnTo>
                    <a:pt x="31437" y="69577"/>
                  </a:lnTo>
                  <a:lnTo>
                    <a:pt x="28423" y="73911"/>
                  </a:lnTo>
                  <a:lnTo>
                    <a:pt x="25548" y="78338"/>
                  </a:lnTo>
                  <a:lnTo>
                    <a:pt x="22814" y="82854"/>
                  </a:lnTo>
                  <a:lnTo>
                    <a:pt x="20223" y="87454"/>
                  </a:lnTo>
                  <a:lnTo>
                    <a:pt x="17780" y="92133"/>
                  </a:lnTo>
                  <a:lnTo>
                    <a:pt x="15485" y="96887"/>
                  </a:lnTo>
                  <a:lnTo>
                    <a:pt x="13342" y="101711"/>
                  </a:lnTo>
                  <a:lnTo>
                    <a:pt x="11351" y="106601"/>
                  </a:lnTo>
                  <a:lnTo>
                    <a:pt x="9517" y="111551"/>
                  </a:lnTo>
                  <a:lnTo>
                    <a:pt x="7839" y="116556"/>
                  </a:lnTo>
                  <a:lnTo>
                    <a:pt x="6321" y="121612"/>
                  </a:lnTo>
                  <a:lnTo>
                    <a:pt x="4962" y="126713"/>
                  </a:lnTo>
                  <a:lnTo>
                    <a:pt x="3766" y="131855"/>
                  </a:lnTo>
                  <a:lnTo>
                    <a:pt x="2733" y="137032"/>
                  </a:lnTo>
                  <a:lnTo>
                    <a:pt x="1863" y="142239"/>
                  </a:lnTo>
                  <a:lnTo>
                    <a:pt x="1158" y="147470"/>
                  </a:lnTo>
                  <a:lnTo>
                    <a:pt x="619" y="152722"/>
                  </a:lnTo>
                  <a:lnTo>
                    <a:pt x="246" y="157988"/>
                  </a:lnTo>
                  <a:lnTo>
                    <a:pt x="39" y="163262"/>
                  </a:lnTo>
                  <a:lnTo>
                    <a:pt x="0" y="168541"/>
                  </a:lnTo>
                  <a:lnTo>
                    <a:pt x="126" y="173819"/>
                  </a:lnTo>
                  <a:lnTo>
                    <a:pt x="420" y="179090"/>
                  </a:lnTo>
                  <a:lnTo>
                    <a:pt x="879" y="184349"/>
                  </a:lnTo>
                  <a:lnTo>
                    <a:pt x="1505" y="189590"/>
                  </a:lnTo>
                  <a:lnTo>
                    <a:pt x="2295" y="194810"/>
                  </a:lnTo>
                  <a:lnTo>
                    <a:pt x="3250" y="200002"/>
                  </a:lnTo>
                  <a:lnTo>
                    <a:pt x="4369" y="205161"/>
                  </a:lnTo>
                  <a:lnTo>
                    <a:pt x="5650" y="210282"/>
                  </a:lnTo>
                  <a:lnTo>
                    <a:pt x="7091" y="215360"/>
                  </a:lnTo>
                  <a:lnTo>
                    <a:pt x="8693" y="220391"/>
                  </a:lnTo>
                  <a:lnTo>
                    <a:pt x="10453" y="225368"/>
                  </a:lnTo>
                  <a:lnTo>
                    <a:pt x="12368" y="230287"/>
                  </a:lnTo>
                  <a:lnTo>
                    <a:pt x="14439" y="235143"/>
                  </a:lnTo>
                  <a:lnTo>
                    <a:pt x="16661" y="239931"/>
                  </a:lnTo>
                  <a:lnTo>
                    <a:pt x="19034" y="244647"/>
                  </a:lnTo>
                  <a:lnTo>
                    <a:pt x="21554" y="249285"/>
                  </a:lnTo>
                  <a:lnTo>
                    <a:pt x="24219" y="253842"/>
                  </a:lnTo>
                  <a:lnTo>
                    <a:pt x="27027" y="258312"/>
                  </a:lnTo>
                  <a:lnTo>
                    <a:pt x="29975" y="262692"/>
                  </a:lnTo>
                  <a:lnTo>
                    <a:pt x="33060" y="266976"/>
                  </a:lnTo>
                  <a:lnTo>
                    <a:pt x="36278" y="271160"/>
                  </a:lnTo>
                  <a:lnTo>
                    <a:pt x="39627" y="275241"/>
                  </a:lnTo>
                  <a:lnTo>
                    <a:pt x="43103" y="279214"/>
                  </a:lnTo>
                  <a:lnTo>
                    <a:pt x="46703" y="283075"/>
                  </a:lnTo>
                  <a:lnTo>
                    <a:pt x="50423" y="286821"/>
                  </a:lnTo>
                  <a:lnTo>
                    <a:pt x="54259" y="290447"/>
                  </a:lnTo>
                  <a:lnTo>
                    <a:pt x="58208" y="293951"/>
                  </a:lnTo>
                  <a:lnTo>
                    <a:pt x="62265" y="297328"/>
                  </a:lnTo>
                  <a:lnTo>
                    <a:pt x="66428" y="300575"/>
                  </a:lnTo>
                  <a:lnTo>
                    <a:pt x="70690" y="303689"/>
                  </a:lnTo>
                  <a:lnTo>
                    <a:pt x="75049" y="306667"/>
                  </a:lnTo>
                  <a:lnTo>
                    <a:pt x="79500" y="309506"/>
                  </a:lnTo>
                  <a:lnTo>
                    <a:pt x="84038" y="312203"/>
                  </a:lnTo>
                  <a:lnTo>
                    <a:pt x="88659" y="314755"/>
                  </a:lnTo>
                  <a:lnTo>
                    <a:pt x="93358" y="317160"/>
                  </a:lnTo>
                  <a:lnTo>
                    <a:pt x="98131" y="319416"/>
                  </a:lnTo>
                  <a:lnTo>
                    <a:pt x="102973" y="321520"/>
                  </a:lnTo>
                  <a:lnTo>
                    <a:pt x="107878" y="323469"/>
                  </a:lnTo>
                  <a:lnTo>
                    <a:pt x="112843" y="325263"/>
                  </a:lnTo>
                  <a:lnTo>
                    <a:pt x="117862" y="326900"/>
                  </a:lnTo>
                  <a:lnTo>
                    <a:pt x="122930" y="328377"/>
                  </a:lnTo>
                  <a:lnTo>
                    <a:pt x="128043" y="329693"/>
                  </a:lnTo>
                  <a:lnTo>
                    <a:pt x="133194" y="330847"/>
                  </a:lnTo>
                  <a:lnTo>
                    <a:pt x="138379" y="331838"/>
                  </a:lnTo>
                  <a:lnTo>
                    <a:pt x="143593" y="332665"/>
                  </a:lnTo>
                  <a:lnTo>
                    <a:pt x="148830" y="333326"/>
                  </a:lnTo>
                  <a:lnTo>
                    <a:pt x="154086" y="333822"/>
                  </a:lnTo>
                  <a:lnTo>
                    <a:pt x="159354" y="334152"/>
                  </a:lnTo>
                  <a:lnTo>
                    <a:pt x="164631" y="334315"/>
                  </a:lnTo>
                  <a:lnTo>
                    <a:pt x="169910" y="334312"/>
                  </a:lnTo>
                  <a:lnTo>
                    <a:pt x="175186" y="334142"/>
                  </a:lnTo>
                  <a:lnTo>
                    <a:pt x="180454" y="333805"/>
                  </a:lnTo>
                  <a:lnTo>
                    <a:pt x="185709" y="333302"/>
                  </a:lnTo>
                  <a:lnTo>
                    <a:pt x="190946" y="332634"/>
                  </a:lnTo>
                  <a:lnTo>
                    <a:pt x="196159" y="331800"/>
                  </a:lnTo>
                  <a:lnTo>
                    <a:pt x="201343" y="330803"/>
                  </a:lnTo>
                  <a:lnTo>
                    <a:pt x="206492" y="329642"/>
                  </a:lnTo>
                  <a:lnTo>
                    <a:pt x="211603" y="328319"/>
                  </a:lnTo>
                  <a:lnTo>
                    <a:pt x="216669" y="326835"/>
                  </a:lnTo>
                  <a:lnTo>
                    <a:pt x="221686" y="325192"/>
                  </a:lnTo>
                  <a:lnTo>
                    <a:pt x="226648" y="323392"/>
                  </a:lnTo>
                  <a:lnTo>
                    <a:pt x="231552" y="321436"/>
                  </a:lnTo>
                  <a:lnTo>
                    <a:pt x="236390" y="319326"/>
                  </a:lnTo>
                  <a:lnTo>
                    <a:pt x="241160" y="317064"/>
                  </a:lnTo>
                  <a:lnTo>
                    <a:pt x="245857" y="314653"/>
                  </a:lnTo>
                  <a:lnTo>
                    <a:pt x="250474" y="312094"/>
                  </a:lnTo>
                  <a:lnTo>
                    <a:pt x="255009" y="309391"/>
                  </a:lnTo>
                  <a:lnTo>
                    <a:pt x="259456" y="306547"/>
                  </a:lnTo>
                  <a:lnTo>
                    <a:pt x="263811" y="303563"/>
                  </a:lnTo>
                  <a:lnTo>
                    <a:pt x="268069" y="300443"/>
                  </a:lnTo>
                  <a:lnTo>
                    <a:pt x="272227" y="297191"/>
                  </a:lnTo>
                  <a:lnTo>
                    <a:pt x="276280" y="293808"/>
                  </a:lnTo>
                  <a:lnTo>
                    <a:pt x="280224" y="290300"/>
                  </a:lnTo>
                  <a:lnTo>
                    <a:pt x="284056" y="286668"/>
                  </a:lnTo>
                  <a:lnTo>
                    <a:pt x="287771" y="282918"/>
                  </a:lnTo>
                  <a:lnTo>
                    <a:pt x="291366" y="279052"/>
                  </a:lnTo>
                  <a:lnTo>
                    <a:pt x="294837" y="275074"/>
                  </a:lnTo>
                  <a:lnTo>
                    <a:pt x="298180" y="270989"/>
                  </a:lnTo>
                  <a:lnTo>
                    <a:pt x="301393" y="266800"/>
                  </a:lnTo>
                  <a:lnTo>
                    <a:pt x="304472" y="262512"/>
                  </a:lnTo>
                  <a:lnTo>
                    <a:pt x="307414" y="258129"/>
                  </a:lnTo>
                  <a:lnTo>
                    <a:pt x="310216" y="253655"/>
                  </a:lnTo>
                  <a:lnTo>
                    <a:pt x="312876" y="249095"/>
                  </a:lnTo>
                  <a:lnTo>
                    <a:pt x="315390" y="244453"/>
                  </a:lnTo>
                  <a:lnTo>
                    <a:pt x="317756" y="239735"/>
                  </a:lnTo>
                  <a:lnTo>
                    <a:pt x="319973" y="234943"/>
                  </a:lnTo>
                  <a:lnTo>
                    <a:pt x="322037" y="230085"/>
                  </a:lnTo>
                  <a:lnTo>
                    <a:pt x="323946" y="225163"/>
                  </a:lnTo>
                  <a:lnTo>
                    <a:pt x="325699" y="220184"/>
                  </a:lnTo>
                  <a:lnTo>
                    <a:pt x="327294" y="215151"/>
                  </a:lnTo>
                  <a:lnTo>
                    <a:pt x="328729" y="210071"/>
                  </a:lnTo>
                  <a:lnTo>
                    <a:pt x="330003" y="204948"/>
                  </a:lnTo>
                  <a:lnTo>
                    <a:pt x="331115" y="199788"/>
                  </a:lnTo>
                  <a:lnTo>
                    <a:pt x="332063" y="194594"/>
                  </a:lnTo>
                  <a:lnTo>
                    <a:pt x="332847" y="189374"/>
                  </a:lnTo>
                  <a:lnTo>
                    <a:pt x="333466" y="184131"/>
                  </a:lnTo>
                  <a:lnTo>
                    <a:pt x="333918" y="178872"/>
                  </a:lnTo>
                  <a:lnTo>
                    <a:pt x="334205" y="173601"/>
                  </a:lnTo>
                  <a:lnTo>
                    <a:pt x="334325" y="168323"/>
                  </a:lnTo>
                  <a:lnTo>
                    <a:pt x="334278" y="163044"/>
                  </a:lnTo>
                  <a:lnTo>
                    <a:pt x="334064" y="157770"/>
                  </a:lnTo>
                  <a:lnTo>
                    <a:pt x="333684" y="152504"/>
                  </a:lnTo>
                  <a:lnTo>
                    <a:pt x="333138" y="147254"/>
                  </a:lnTo>
                  <a:lnTo>
                    <a:pt x="332427" y="142023"/>
                  </a:lnTo>
                  <a:lnTo>
                    <a:pt x="331551" y="136817"/>
                  </a:lnTo>
                  <a:lnTo>
                    <a:pt x="330510" y="131642"/>
                  </a:lnTo>
                  <a:lnTo>
                    <a:pt x="329307" y="126502"/>
                  </a:lnTo>
                  <a:lnTo>
                    <a:pt x="327942" y="121402"/>
                  </a:lnTo>
                  <a:lnTo>
                    <a:pt x="326417" y="116348"/>
                  </a:lnTo>
                  <a:lnTo>
                    <a:pt x="324733" y="111345"/>
                  </a:lnTo>
                  <a:lnTo>
                    <a:pt x="322892" y="106397"/>
                  </a:lnTo>
                  <a:lnTo>
                    <a:pt x="320895" y="101511"/>
                  </a:lnTo>
                  <a:lnTo>
                    <a:pt x="318746" y="96689"/>
                  </a:lnTo>
                  <a:lnTo>
                    <a:pt x="316445" y="91938"/>
                  </a:lnTo>
                  <a:lnTo>
                    <a:pt x="313995" y="87262"/>
                  </a:lnTo>
                  <a:lnTo>
                    <a:pt x="311399" y="82665"/>
                  </a:lnTo>
                  <a:lnTo>
                    <a:pt x="308659" y="78153"/>
                  </a:lnTo>
                  <a:lnTo>
                    <a:pt x="305778" y="73730"/>
                  </a:lnTo>
                  <a:lnTo>
                    <a:pt x="302758" y="69400"/>
                  </a:lnTo>
                  <a:lnTo>
                    <a:pt x="299603" y="65167"/>
                  </a:lnTo>
                  <a:lnTo>
                    <a:pt x="296317" y="61036"/>
                  </a:lnTo>
                  <a:lnTo>
                    <a:pt x="292901" y="57011"/>
                  </a:lnTo>
                  <a:lnTo>
                    <a:pt x="289360" y="53095"/>
                  </a:lnTo>
                  <a:lnTo>
                    <a:pt x="285698" y="49294"/>
                  </a:lnTo>
                  <a:lnTo>
                    <a:pt x="281917" y="45610"/>
                  </a:lnTo>
                  <a:lnTo>
                    <a:pt x="278021" y="42047"/>
                  </a:lnTo>
                  <a:lnTo>
                    <a:pt x="274015" y="38609"/>
                  </a:lnTo>
                  <a:lnTo>
                    <a:pt x="269903" y="35299"/>
                  </a:lnTo>
                  <a:lnTo>
                    <a:pt x="265688" y="32121"/>
                  </a:lnTo>
                  <a:lnTo>
                    <a:pt x="261375" y="29077"/>
                  </a:lnTo>
                  <a:lnTo>
                    <a:pt x="256967" y="26171"/>
                  </a:lnTo>
                  <a:lnTo>
                    <a:pt x="252471" y="23406"/>
                  </a:lnTo>
                  <a:lnTo>
                    <a:pt x="247889" y="20784"/>
                  </a:lnTo>
                  <a:lnTo>
                    <a:pt x="243227" y="18308"/>
                  </a:lnTo>
                  <a:lnTo>
                    <a:pt x="238488" y="15980"/>
                  </a:lnTo>
                  <a:lnTo>
                    <a:pt x="233679" y="13804"/>
                  </a:lnTo>
                  <a:lnTo>
                    <a:pt x="228803" y="11780"/>
                  </a:lnTo>
                  <a:lnTo>
                    <a:pt x="223866" y="9911"/>
                  </a:lnTo>
                  <a:lnTo>
                    <a:pt x="218873" y="8199"/>
                  </a:lnTo>
                  <a:lnTo>
                    <a:pt x="213827" y="6645"/>
                  </a:lnTo>
                  <a:lnTo>
                    <a:pt x="208736" y="5252"/>
                  </a:lnTo>
                  <a:lnTo>
                    <a:pt x="203602" y="402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7841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7841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7841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7841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7841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7841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7841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7841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7841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7841"/>
              <a:ext cx="36441" cy="163147"/>
            </a:xfrm>
            <a:custGeom>
              <a:avLst/>
              <a:pathLst>
                <a:path w="36441" h="163147">
                  <a:moveTo>
                    <a:pt x="36441" y="0"/>
                  </a:moveTo>
                  <a:lnTo>
                    <a:pt x="0" y="163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7445"/>
              <a:ext cx="36441" cy="163543"/>
            </a:xfrm>
            <a:custGeom>
              <a:avLst/>
              <a:pathLst>
                <a:path w="36441" h="163543">
                  <a:moveTo>
                    <a:pt x="36441" y="395"/>
                  </a:moveTo>
                  <a:lnTo>
                    <a:pt x="34621" y="0"/>
                  </a:lnTo>
                  <a:lnTo>
                    <a:pt x="0" y="1635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21"/>
              <a:ext cx="34621" cy="167167"/>
            </a:xfrm>
            <a:custGeom>
              <a:avLst/>
              <a:pathLst>
                <a:path w="34621" h="167167">
                  <a:moveTo>
                    <a:pt x="34621" y="3624"/>
                  </a:moveTo>
                  <a:lnTo>
                    <a:pt x="27769" y="2322"/>
                  </a:lnTo>
                  <a:lnTo>
                    <a:pt x="20869" y="1307"/>
                  </a:lnTo>
                  <a:lnTo>
                    <a:pt x="13933" y="581"/>
                  </a:lnTo>
                  <a:lnTo>
                    <a:pt x="6972" y="14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919357" y="4659281"/>
              <a:ext cx="167167" cy="214773"/>
            </a:xfrm>
            <a:custGeom>
              <a:avLst/>
              <a:pathLst>
                <a:path w="167167" h="214773">
                  <a:moveTo>
                    <a:pt x="167167" y="0"/>
                  </a:moveTo>
                  <a:lnTo>
                    <a:pt x="161808" y="85"/>
                  </a:lnTo>
                  <a:lnTo>
                    <a:pt x="156455" y="343"/>
                  </a:lnTo>
                  <a:lnTo>
                    <a:pt x="151113" y="772"/>
                  </a:lnTo>
                  <a:lnTo>
                    <a:pt x="145787" y="1372"/>
                  </a:lnTo>
                  <a:lnTo>
                    <a:pt x="140483" y="2143"/>
                  </a:lnTo>
                  <a:lnTo>
                    <a:pt x="135207" y="3083"/>
                  </a:lnTo>
                  <a:lnTo>
                    <a:pt x="129963" y="4192"/>
                  </a:lnTo>
                  <a:lnTo>
                    <a:pt x="124758" y="5468"/>
                  </a:lnTo>
                  <a:lnTo>
                    <a:pt x="119597" y="6911"/>
                  </a:lnTo>
                  <a:lnTo>
                    <a:pt x="114484" y="8518"/>
                  </a:lnTo>
                  <a:lnTo>
                    <a:pt x="109425" y="10288"/>
                  </a:lnTo>
                  <a:lnTo>
                    <a:pt x="104426" y="12220"/>
                  </a:lnTo>
                  <a:lnTo>
                    <a:pt x="99491" y="14311"/>
                  </a:lnTo>
                  <a:lnTo>
                    <a:pt x="94626" y="16559"/>
                  </a:lnTo>
                  <a:lnTo>
                    <a:pt x="89835" y="18962"/>
                  </a:lnTo>
                  <a:lnTo>
                    <a:pt x="85124" y="21517"/>
                  </a:lnTo>
                  <a:lnTo>
                    <a:pt x="80497" y="24222"/>
                  </a:lnTo>
                  <a:lnTo>
                    <a:pt x="75960" y="27073"/>
                  </a:lnTo>
                  <a:lnTo>
                    <a:pt x="71516" y="30069"/>
                  </a:lnTo>
                  <a:lnTo>
                    <a:pt x="67170" y="33206"/>
                  </a:lnTo>
                  <a:lnTo>
                    <a:pt x="62927" y="36480"/>
                  </a:lnTo>
                  <a:lnTo>
                    <a:pt x="58791" y="39889"/>
                  </a:lnTo>
                  <a:lnTo>
                    <a:pt x="54767" y="43428"/>
                  </a:lnTo>
                  <a:lnTo>
                    <a:pt x="50858" y="47095"/>
                  </a:lnTo>
                  <a:lnTo>
                    <a:pt x="47069" y="50885"/>
                  </a:lnTo>
                  <a:lnTo>
                    <a:pt x="43403" y="54795"/>
                  </a:lnTo>
                  <a:lnTo>
                    <a:pt x="39865" y="58820"/>
                  </a:lnTo>
                  <a:lnTo>
                    <a:pt x="36457" y="62956"/>
                  </a:lnTo>
                  <a:lnTo>
                    <a:pt x="33183" y="67200"/>
                  </a:lnTo>
                  <a:lnTo>
                    <a:pt x="30048" y="71546"/>
                  </a:lnTo>
                  <a:lnTo>
                    <a:pt x="27053" y="75991"/>
                  </a:lnTo>
                  <a:lnTo>
                    <a:pt x="24202" y="80530"/>
                  </a:lnTo>
                  <a:lnTo>
                    <a:pt x="21498" y="85157"/>
                  </a:lnTo>
                  <a:lnTo>
                    <a:pt x="18944" y="89869"/>
                  </a:lnTo>
                  <a:lnTo>
                    <a:pt x="16543" y="94660"/>
                  </a:lnTo>
                  <a:lnTo>
                    <a:pt x="14296" y="99526"/>
                  </a:lnTo>
                  <a:lnTo>
                    <a:pt x="12206" y="104461"/>
                  </a:lnTo>
                  <a:lnTo>
                    <a:pt x="10276" y="109460"/>
                  </a:lnTo>
                  <a:lnTo>
                    <a:pt x="8506" y="114519"/>
                  </a:lnTo>
                  <a:lnTo>
                    <a:pt x="6900" y="119633"/>
                  </a:lnTo>
                  <a:lnTo>
                    <a:pt x="5459" y="124794"/>
                  </a:lnTo>
                  <a:lnTo>
                    <a:pt x="4184" y="130000"/>
                  </a:lnTo>
                  <a:lnTo>
                    <a:pt x="3076" y="135244"/>
                  </a:lnTo>
                  <a:lnTo>
                    <a:pt x="2137" y="140520"/>
                  </a:lnTo>
                  <a:lnTo>
                    <a:pt x="1368" y="145824"/>
                  </a:lnTo>
                  <a:lnTo>
                    <a:pt x="769" y="151150"/>
                  </a:lnTo>
                  <a:lnTo>
                    <a:pt x="341" y="156492"/>
                  </a:lnTo>
                  <a:lnTo>
                    <a:pt x="84" y="161846"/>
                  </a:lnTo>
                  <a:lnTo>
                    <a:pt x="0" y="167204"/>
                  </a:lnTo>
                  <a:lnTo>
                    <a:pt x="87" y="172563"/>
                  </a:lnTo>
                  <a:lnTo>
                    <a:pt x="345" y="177916"/>
                  </a:lnTo>
                  <a:lnTo>
                    <a:pt x="776" y="183258"/>
                  </a:lnTo>
                  <a:lnTo>
                    <a:pt x="1377" y="188584"/>
                  </a:lnTo>
                  <a:lnTo>
                    <a:pt x="2149" y="193888"/>
                  </a:lnTo>
                  <a:lnTo>
                    <a:pt x="3090" y="199164"/>
                  </a:lnTo>
                  <a:lnTo>
                    <a:pt x="4200" y="204407"/>
                  </a:lnTo>
                  <a:lnTo>
                    <a:pt x="5478" y="209612"/>
                  </a:lnTo>
                  <a:lnTo>
                    <a:pt x="6922" y="21477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926279" y="4826449"/>
              <a:ext cx="160245" cy="47606"/>
            </a:xfrm>
            <a:custGeom>
              <a:avLst/>
              <a:pathLst>
                <a:path w="160245" h="47606">
                  <a:moveTo>
                    <a:pt x="0" y="47606"/>
                  </a:moveTo>
                  <a:lnTo>
                    <a:pt x="1602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926279" y="4826449"/>
              <a:ext cx="160245" cy="47606"/>
            </a:xfrm>
            <a:custGeom>
              <a:avLst/>
              <a:pathLst>
                <a:path w="160245" h="47606">
                  <a:moveTo>
                    <a:pt x="0" y="47606"/>
                  </a:moveTo>
                  <a:lnTo>
                    <a:pt x="1602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26279" y="4826449"/>
              <a:ext cx="160245" cy="47606"/>
            </a:xfrm>
            <a:custGeom>
              <a:avLst/>
              <a:pathLst>
                <a:path w="160245" h="47606">
                  <a:moveTo>
                    <a:pt x="0" y="47606"/>
                  </a:moveTo>
                  <a:lnTo>
                    <a:pt x="16024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26279" y="4826449"/>
              <a:ext cx="160245" cy="47606"/>
            </a:xfrm>
            <a:custGeom>
              <a:avLst/>
              <a:pathLst>
                <a:path w="160245" h="47606">
                  <a:moveTo>
                    <a:pt x="0" y="47606"/>
                  </a:moveTo>
                  <a:lnTo>
                    <a:pt x="1602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26279" y="4826449"/>
              <a:ext cx="160245" cy="47606"/>
            </a:xfrm>
            <a:custGeom>
              <a:avLst/>
              <a:pathLst>
                <a:path w="160245" h="47606">
                  <a:moveTo>
                    <a:pt x="0" y="47606"/>
                  </a:moveTo>
                  <a:lnTo>
                    <a:pt x="1602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26279" y="4826449"/>
              <a:ext cx="160245" cy="47606"/>
            </a:xfrm>
            <a:custGeom>
              <a:avLst/>
              <a:pathLst>
                <a:path w="160245" h="47606">
                  <a:moveTo>
                    <a:pt x="0" y="47606"/>
                  </a:moveTo>
                  <a:lnTo>
                    <a:pt x="1602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26279" y="4826449"/>
              <a:ext cx="160245" cy="47606"/>
            </a:xfrm>
            <a:custGeom>
              <a:avLst/>
              <a:pathLst>
                <a:path w="160245" h="47606">
                  <a:moveTo>
                    <a:pt x="0" y="47606"/>
                  </a:moveTo>
                  <a:lnTo>
                    <a:pt x="1602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6279" y="4826449"/>
              <a:ext cx="160245" cy="47606"/>
            </a:xfrm>
            <a:custGeom>
              <a:avLst/>
              <a:pathLst>
                <a:path w="160245" h="47606">
                  <a:moveTo>
                    <a:pt x="0" y="47606"/>
                  </a:moveTo>
                  <a:lnTo>
                    <a:pt x="1602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6279" y="4826449"/>
              <a:ext cx="160245" cy="47606"/>
            </a:xfrm>
            <a:custGeom>
              <a:avLst/>
              <a:pathLst>
                <a:path w="160245" h="47606">
                  <a:moveTo>
                    <a:pt x="0" y="47606"/>
                  </a:moveTo>
                  <a:lnTo>
                    <a:pt x="1602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6279" y="4826449"/>
              <a:ext cx="160245" cy="75269"/>
            </a:xfrm>
            <a:custGeom>
              <a:avLst/>
              <a:pathLst>
                <a:path w="160245" h="75269">
                  <a:moveTo>
                    <a:pt x="0" y="47606"/>
                  </a:moveTo>
                  <a:lnTo>
                    <a:pt x="2280" y="54698"/>
                  </a:lnTo>
                  <a:lnTo>
                    <a:pt x="4874" y="61682"/>
                  </a:lnTo>
                  <a:lnTo>
                    <a:pt x="7776" y="68544"/>
                  </a:lnTo>
                  <a:lnTo>
                    <a:pt x="10982" y="75269"/>
                  </a:lnTo>
                  <a:lnTo>
                    <a:pt x="16024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37261" y="4659281"/>
              <a:ext cx="316415" cy="334332"/>
            </a:xfrm>
            <a:custGeom>
              <a:avLst/>
              <a:pathLst>
                <a:path w="316415" h="334332">
                  <a:moveTo>
                    <a:pt x="0" y="242436"/>
                  </a:moveTo>
                  <a:lnTo>
                    <a:pt x="2459" y="247127"/>
                  </a:lnTo>
                  <a:lnTo>
                    <a:pt x="5065" y="251737"/>
                  </a:lnTo>
                  <a:lnTo>
                    <a:pt x="7816" y="256262"/>
                  </a:lnTo>
                  <a:lnTo>
                    <a:pt x="10710" y="260698"/>
                  </a:lnTo>
                  <a:lnTo>
                    <a:pt x="13742" y="265040"/>
                  </a:lnTo>
                  <a:lnTo>
                    <a:pt x="16910" y="269283"/>
                  </a:lnTo>
                  <a:lnTo>
                    <a:pt x="20211" y="273424"/>
                  </a:lnTo>
                  <a:lnTo>
                    <a:pt x="23642" y="277459"/>
                  </a:lnTo>
                  <a:lnTo>
                    <a:pt x="27198" y="281383"/>
                  </a:lnTo>
                  <a:lnTo>
                    <a:pt x="30878" y="285192"/>
                  </a:lnTo>
                  <a:lnTo>
                    <a:pt x="34676" y="288883"/>
                  </a:lnTo>
                  <a:lnTo>
                    <a:pt x="38589" y="292451"/>
                  </a:lnTo>
                  <a:lnTo>
                    <a:pt x="42613" y="295894"/>
                  </a:lnTo>
                  <a:lnTo>
                    <a:pt x="46744" y="299208"/>
                  </a:lnTo>
                  <a:lnTo>
                    <a:pt x="50978" y="302389"/>
                  </a:lnTo>
                  <a:lnTo>
                    <a:pt x="55310" y="305435"/>
                  </a:lnTo>
                  <a:lnTo>
                    <a:pt x="59737" y="308341"/>
                  </a:lnTo>
                  <a:lnTo>
                    <a:pt x="64254" y="311106"/>
                  </a:lnTo>
                  <a:lnTo>
                    <a:pt x="68856" y="313727"/>
                  </a:lnTo>
                  <a:lnTo>
                    <a:pt x="73539" y="316200"/>
                  </a:lnTo>
                  <a:lnTo>
                    <a:pt x="78298" y="318524"/>
                  </a:lnTo>
                  <a:lnTo>
                    <a:pt x="83128" y="320696"/>
                  </a:lnTo>
                  <a:lnTo>
                    <a:pt x="88024" y="322714"/>
                  </a:lnTo>
                  <a:lnTo>
                    <a:pt x="92982" y="324576"/>
                  </a:lnTo>
                  <a:lnTo>
                    <a:pt x="97997" y="326279"/>
                  </a:lnTo>
                  <a:lnTo>
                    <a:pt x="103062" y="327823"/>
                  </a:lnTo>
                  <a:lnTo>
                    <a:pt x="108175" y="329206"/>
                  </a:lnTo>
                  <a:lnTo>
                    <a:pt x="113328" y="330426"/>
                  </a:lnTo>
                  <a:lnTo>
                    <a:pt x="118518" y="331483"/>
                  </a:lnTo>
                  <a:lnTo>
                    <a:pt x="123738" y="332374"/>
                  </a:lnTo>
                  <a:lnTo>
                    <a:pt x="128984" y="333100"/>
                  </a:lnTo>
                  <a:lnTo>
                    <a:pt x="134250" y="333659"/>
                  </a:lnTo>
                  <a:lnTo>
                    <a:pt x="139532" y="334051"/>
                  </a:lnTo>
                  <a:lnTo>
                    <a:pt x="144823" y="334275"/>
                  </a:lnTo>
                  <a:lnTo>
                    <a:pt x="150118" y="334332"/>
                  </a:lnTo>
                  <a:lnTo>
                    <a:pt x="155413" y="334221"/>
                  </a:lnTo>
                  <a:lnTo>
                    <a:pt x="160702" y="333943"/>
                  </a:lnTo>
                  <a:lnTo>
                    <a:pt x="165979" y="333497"/>
                  </a:lnTo>
                  <a:lnTo>
                    <a:pt x="171239" y="332884"/>
                  </a:lnTo>
                  <a:lnTo>
                    <a:pt x="176477" y="332104"/>
                  </a:lnTo>
                  <a:lnTo>
                    <a:pt x="181688" y="331159"/>
                  </a:lnTo>
                  <a:lnTo>
                    <a:pt x="186867" y="330050"/>
                  </a:lnTo>
                  <a:lnTo>
                    <a:pt x="192007" y="328777"/>
                  </a:lnTo>
                  <a:lnTo>
                    <a:pt x="197105" y="327342"/>
                  </a:lnTo>
                  <a:lnTo>
                    <a:pt x="202155" y="325746"/>
                  </a:lnTo>
                  <a:lnTo>
                    <a:pt x="207151" y="323991"/>
                  </a:lnTo>
                  <a:lnTo>
                    <a:pt x="212090" y="322079"/>
                  </a:lnTo>
                  <a:lnTo>
                    <a:pt x="216965" y="320011"/>
                  </a:lnTo>
                  <a:lnTo>
                    <a:pt x="221773" y="317790"/>
                  </a:lnTo>
                  <a:lnTo>
                    <a:pt x="226508" y="315417"/>
                  </a:lnTo>
                  <a:lnTo>
                    <a:pt x="231165" y="312896"/>
                  </a:lnTo>
                  <a:lnTo>
                    <a:pt x="235740" y="310228"/>
                  </a:lnTo>
                  <a:lnTo>
                    <a:pt x="240228" y="307417"/>
                  </a:lnTo>
                  <a:lnTo>
                    <a:pt x="244625" y="304466"/>
                  </a:lnTo>
                  <a:lnTo>
                    <a:pt x="248927" y="301376"/>
                  </a:lnTo>
                  <a:lnTo>
                    <a:pt x="253128" y="298152"/>
                  </a:lnTo>
                  <a:lnTo>
                    <a:pt x="257225" y="294796"/>
                  </a:lnTo>
                  <a:lnTo>
                    <a:pt x="261213" y="291312"/>
                  </a:lnTo>
                  <a:lnTo>
                    <a:pt x="265090" y="287703"/>
                  </a:lnTo>
                  <a:lnTo>
                    <a:pt x="268850" y="283974"/>
                  </a:lnTo>
                  <a:lnTo>
                    <a:pt x="272490" y="280127"/>
                  </a:lnTo>
                  <a:lnTo>
                    <a:pt x="276006" y="276167"/>
                  </a:lnTo>
                  <a:lnTo>
                    <a:pt x="279395" y="272098"/>
                  </a:lnTo>
                  <a:lnTo>
                    <a:pt x="282654" y="267923"/>
                  </a:lnTo>
                  <a:lnTo>
                    <a:pt x="285778" y="263647"/>
                  </a:lnTo>
                  <a:lnTo>
                    <a:pt x="288766" y="259274"/>
                  </a:lnTo>
                  <a:lnTo>
                    <a:pt x="291613" y="254809"/>
                  </a:lnTo>
                  <a:lnTo>
                    <a:pt x="294318" y="250256"/>
                  </a:lnTo>
                  <a:lnTo>
                    <a:pt x="296877" y="245620"/>
                  </a:lnTo>
                  <a:lnTo>
                    <a:pt x="299288" y="240904"/>
                  </a:lnTo>
                  <a:lnTo>
                    <a:pt x="301549" y="236115"/>
                  </a:lnTo>
                  <a:lnTo>
                    <a:pt x="303656" y="231257"/>
                  </a:lnTo>
                  <a:lnTo>
                    <a:pt x="305609" y="226334"/>
                  </a:lnTo>
                  <a:lnTo>
                    <a:pt x="307405" y="221352"/>
                  </a:lnTo>
                  <a:lnTo>
                    <a:pt x="309042" y="216315"/>
                  </a:lnTo>
                  <a:lnTo>
                    <a:pt x="310518" y="211229"/>
                  </a:lnTo>
                  <a:lnTo>
                    <a:pt x="311833" y="206099"/>
                  </a:lnTo>
                  <a:lnTo>
                    <a:pt x="312985" y="200930"/>
                  </a:lnTo>
                  <a:lnTo>
                    <a:pt x="313972" y="195727"/>
                  </a:lnTo>
                  <a:lnTo>
                    <a:pt x="314794" y="190495"/>
                  </a:lnTo>
                  <a:lnTo>
                    <a:pt x="315450" y="185240"/>
                  </a:lnTo>
                  <a:lnTo>
                    <a:pt x="315939" y="179967"/>
                  </a:lnTo>
                  <a:lnTo>
                    <a:pt x="316261" y="174681"/>
                  </a:lnTo>
                  <a:lnTo>
                    <a:pt x="316415" y="169387"/>
                  </a:lnTo>
                  <a:lnTo>
                    <a:pt x="316402" y="164091"/>
                  </a:lnTo>
                  <a:lnTo>
                    <a:pt x="316220" y="158798"/>
                  </a:lnTo>
                  <a:lnTo>
                    <a:pt x="315872" y="153514"/>
                  </a:lnTo>
                  <a:lnTo>
                    <a:pt x="315355" y="148243"/>
                  </a:lnTo>
                  <a:lnTo>
                    <a:pt x="314673" y="142992"/>
                  </a:lnTo>
                  <a:lnTo>
                    <a:pt x="313824" y="137764"/>
                  </a:lnTo>
                  <a:lnTo>
                    <a:pt x="312810" y="132566"/>
                  </a:lnTo>
                  <a:lnTo>
                    <a:pt x="311632" y="127403"/>
                  </a:lnTo>
                  <a:lnTo>
                    <a:pt x="310291" y="122280"/>
                  </a:lnTo>
                  <a:lnTo>
                    <a:pt x="308788" y="117201"/>
                  </a:lnTo>
                  <a:lnTo>
                    <a:pt x="307125" y="112173"/>
                  </a:lnTo>
                  <a:lnTo>
                    <a:pt x="305304" y="107200"/>
                  </a:lnTo>
                  <a:lnTo>
                    <a:pt x="303326" y="102288"/>
                  </a:lnTo>
                  <a:lnTo>
                    <a:pt x="301194" y="97440"/>
                  </a:lnTo>
                  <a:lnTo>
                    <a:pt x="298909" y="92663"/>
                  </a:lnTo>
                  <a:lnTo>
                    <a:pt x="296474" y="87960"/>
                  </a:lnTo>
                  <a:lnTo>
                    <a:pt x="293891" y="83336"/>
                  </a:lnTo>
                  <a:lnTo>
                    <a:pt x="291163" y="78797"/>
                  </a:lnTo>
                  <a:lnTo>
                    <a:pt x="288293" y="74347"/>
                  </a:lnTo>
                  <a:lnTo>
                    <a:pt x="285283" y="69989"/>
                  </a:lnTo>
                  <a:lnTo>
                    <a:pt x="282136" y="65729"/>
                  </a:lnTo>
                  <a:lnTo>
                    <a:pt x="278856" y="61571"/>
                  </a:lnTo>
                  <a:lnTo>
                    <a:pt x="275446" y="57519"/>
                  </a:lnTo>
                  <a:lnTo>
                    <a:pt x="271910" y="53577"/>
                  </a:lnTo>
                  <a:lnTo>
                    <a:pt x="268250" y="49749"/>
                  </a:lnTo>
                  <a:lnTo>
                    <a:pt x="264471" y="46039"/>
                  </a:lnTo>
                  <a:lnTo>
                    <a:pt x="260576" y="42451"/>
                  </a:lnTo>
                  <a:lnTo>
                    <a:pt x="256570" y="38987"/>
                  </a:lnTo>
                  <a:lnTo>
                    <a:pt x="252456" y="35652"/>
                  </a:lnTo>
                  <a:lnTo>
                    <a:pt x="248238" y="32450"/>
                  </a:lnTo>
                  <a:lnTo>
                    <a:pt x="243921" y="29382"/>
                  </a:lnTo>
                  <a:lnTo>
                    <a:pt x="239509" y="26453"/>
                  </a:lnTo>
                  <a:lnTo>
                    <a:pt x="235007" y="23665"/>
                  </a:lnTo>
                  <a:lnTo>
                    <a:pt x="230418" y="21021"/>
                  </a:lnTo>
                  <a:lnTo>
                    <a:pt x="225748" y="18523"/>
                  </a:lnTo>
                  <a:lnTo>
                    <a:pt x="221001" y="16175"/>
                  </a:lnTo>
                  <a:lnTo>
                    <a:pt x="216182" y="13978"/>
                  </a:lnTo>
                  <a:lnTo>
                    <a:pt x="211296" y="11936"/>
                  </a:lnTo>
                  <a:lnTo>
                    <a:pt x="206348" y="10048"/>
                  </a:lnTo>
                  <a:lnTo>
                    <a:pt x="201342" y="8319"/>
                  </a:lnTo>
                  <a:lnTo>
                    <a:pt x="196284" y="6749"/>
                  </a:lnTo>
                  <a:lnTo>
                    <a:pt x="191179" y="5340"/>
                  </a:lnTo>
                  <a:lnTo>
                    <a:pt x="186032" y="4094"/>
                  </a:lnTo>
                  <a:lnTo>
                    <a:pt x="180848" y="3011"/>
                  </a:lnTo>
                  <a:lnTo>
                    <a:pt x="175633" y="2092"/>
                  </a:lnTo>
                  <a:lnTo>
                    <a:pt x="170390" y="1340"/>
                  </a:lnTo>
                  <a:lnTo>
                    <a:pt x="165127" y="754"/>
                  </a:lnTo>
                  <a:lnTo>
                    <a:pt x="159848" y="335"/>
                  </a:lnTo>
                  <a:lnTo>
                    <a:pt x="154558" y="83"/>
                  </a:lnTo>
                  <a:lnTo>
                    <a:pt x="149263" y="0"/>
                  </a:lnTo>
                  <a:lnTo>
                    <a:pt x="1492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7686" y="5018213"/>
              <a:ext cx="1034" cy="167167"/>
            </a:xfrm>
            <a:custGeom>
              <a:avLst/>
              <a:pathLst>
                <a:path w="1034" h="167167">
                  <a:moveTo>
                    <a:pt x="1034" y="0"/>
                  </a:moveTo>
                  <a:lnTo>
                    <a:pt x="0" y="3"/>
                  </a:lnTo>
                  <a:lnTo>
                    <a:pt x="103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7686" y="5018216"/>
              <a:ext cx="1034" cy="167164"/>
            </a:xfrm>
            <a:custGeom>
              <a:avLst/>
              <a:pathLst>
                <a:path w="1034" h="167164">
                  <a:moveTo>
                    <a:pt x="0" y="0"/>
                  </a:moveTo>
                  <a:lnTo>
                    <a:pt x="1034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7686" y="5018216"/>
              <a:ext cx="1034" cy="167164"/>
            </a:xfrm>
            <a:custGeom>
              <a:avLst/>
              <a:pathLst>
                <a:path w="1034" h="167164">
                  <a:moveTo>
                    <a:pt x="0" y="0"/>
                  </a:moveTo>
                  <a:lnTo>
                    <a:pt x="1034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7686" y="5018216"/>
              <a:ext cx="1034" cy="167164"/>
            </a:xfrm>
            <a:custGeom>
              <a:avLst/>
              <a:pathLst>
                <a:path w="1034" h="167164">
                  <a:moveTo>
                    <a:pt x="0" y="0"/>
                  </a:moveTo>
                  <a:lnTo>
                    <a:pt x="1034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7686" y="5018216"/>
              <a:ext cx="1034" cy="167164"/>
            </a:xfrm>
            <a:custGeom>
              <a:avLst/>
              <a:pathLst>
                <a:path w="1034" h="167164">
                  <a:moveTo>
                    <a:pt x="0" y="0"/>
                  </a:moveTo>
                  <a:lnTo>
                    <a:pt x="1034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7686" y="5018216"/>
              <a:ext cx="1034" cy="167164"/>
            </a:xfrm>
            <a:custGeom>
              <a:avLst/>
              <a:pathLst>
                <a:path w="1034" h="167164">
                  <a:moveTo>
                    <a:pt x="0" y="0"/>
                  </a:moveTo>
                  <a:lnTo>
                    <a:pt x="1034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7686" y="5018216"/>
              <a:ext cx="1034" cy="167164"/>
            </a:xfrm>
            <a:custGeom>
              <a:avLst/>
              <a:pathLst>
                <a:path w="1034" h="167164">
                  <a:moveTo>
                    <a:pt x="0" y="0"/>
                  </a:moveTo>
                  <a:lnTo>
                    <a:pt x="1034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7686" y="5018216"/>
              <a:ext cx="1034" cy="167164"/>
            </a:xfrm>
            <a:custGeom>
              <a:avLst/>
              <a:pathLst>
                <a:path w="1034" h="167164">
                  <a:moveTo>
                    <a:pt x="0" y="0"/>
                  </a:moveTo>
                  <a:lnTo>
                    <a:pt x="1034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7686" y="5018216"/>
              <a:ext cx="1034" cy="167164"/>
            </a:xfrm>
            <a:custGeom>
              <a:avLst/>
              <a:pathLst>
                <a:path w="1034" h="167164">
                  <a:moveTo>
                    <a:pt x="0" y="0"/>
                  </a:moveTo>
                  <a:lnTo>
                    <a:pt x="1034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321569" y="5018216"/>
              <a:ext cx="334311" cy="334331"/>
            </a:xfrm>
            <a:custGeom>
              <a:avLst/>
              <a:pathLst>
                <a:path w="334311" h="334331">
                  <a:moveTo>
                    <a:pt x="166116" y="0"/>
                  </a:moveTo>
                  <a:lnTo>
                    <a:pt x="160827" y="116"/>
                  </a:lnTo>
                  <a:lnTo>
                    <a:pt x="155545" y="400"/>
                  </a:lnTo>
                  <a:lnTo>
                    <a:pt x="150274" y="850"/>
                  </a:lnTo>
                  <a:lnTo>
                    <a:pt x="145020" y="1468"/>
                  </a:lnTo>
                  <a:lnTo>
                    <a:pt x="139789" y="2251"/>
                  </a:lnTo>
                  <a:lnTo>
                    <a:pt x="134584" y="3199"/>
                  </a:lnTo>
                  <a:lnTo>
                    <a:pt x="129413" y="4312"/>
                  </a:lnTo>
                  <a:lnTo>
                    <a:pt x="124279" y="5587"/>
                  </a:lnTo>
                  <a:lnTo>
                    <a:pt x="119188" y="7025"/>
                  </a:lnTo>
                  <a:lnTo>
                    <a:pt x="114145" y="8622"/>
                  </a:lnTo>
                  <a:lnTo>
                    <a:pt x="109155" y="10379"/>
                  </a:lnTo>
                  <a:lnTo>
                    <a:pt x="104223" y="12292"/>
                  </a:lnTo>
                  <a:lnTo>
                    <a:pt x="99355" y="14361"/>
                  </a:lnTo>
                  <a:lnTo>
                    <a:pt x="94554" y="16583"/>
                  </a:lnTo>
                  <a:lnTo>
                    <a:pt x="89826" y="18955"/>
                  </a:lnTo>
                  <a:lnTo>
                    <a:pt x="85175" y="21476"/>
                  </a:lnTo>
                  <a:lnTo>
                    <a:pt x="80606" y="24143"/>
                  </a:lnTo>
                  <a:lnTo>
                    <a:pt x="76124" y="26953"/>
                  </a:lnTo>
                  <a:lnTo>
                    <a:pt x="71734" y="29903"/>
                  </a:lnTo>
                  <a:lnTo>
                    <a:pt x="67438" y="32991"/>
                  </a:lnTo>
                  <a:lnTo>
                    <a:pt x="63243" y="36213"/>
                  </a:lnTo>
                  <a:lnTo>
                    <a:pt x="59152" y="39566"/>
                  </a:lnTo>
                  <a:lnTo>
                    <a:pt x="55168" y="43047"/>
                  </a:lnTo>
                  <a:lnTo>
                    <a:pt x="51297" y="46653"/>
                  </a:lnTo>
                  <a:lnTo>
                    <a:pt x="47542" y="50379"/>
                  </a:lnTo>
                  <a:lnTo>
                    <a:pt x="43907" y="54222"/>
                  </a:lnTo>
                  <a:lnTo>
                    <a:pt x="40395" y="58178"/>
                  </a:lnTo>
                  <a:lnTo>
                    <a:pt x="37010" y="62243"/>
                  </a:lnTo>
                  <a:lnTo>
                    <a:pt x="33756" y="66413"/>
                  </a:lnTo>
                  <a:lnTo>
                    <a:pt x="30634" y="70684"/>
                  </a:lnTo>
                  <a:lnTo>
                    <a:pt x="27650" y="75052"/>
                  </a:lnTo>
                  <a:lnTo>
                    <a:pt x="24806" y="79512"/>
                  </a:lnTo>
                  <a:lnTo>
                    <a:pt x="22103" y="84060"/>
                  </a:lnTo>
                  <a:lnTo>
                    <a:pt x="19547" y="88691"/>
                  </a:lnTo>
                  <a:lnTo>
                    <a:pt x="17138" y="93400"/>
                  </a:lnTo>
                  <a:lnTo>
                    <a:pt x="14879" y="98184"/>
                  </a:lnTo>
                  <a:lnTo>
                    <a:pt x="12772" y="103036"/>
                  </a:lnTo>
                  <a:lnTo>
                    <a:pt x="10821" y="107953"/>
                  </a:lnTo>
                  <a:lnTo>
                    <a:pt x="9025" y="112929"/>
                  </a:lnTo>
                  <a:lnTo>
                    <a:pt x="7389" y="117960"/>
                  </a:lnTo>
                  <a:lnTo>
                    <a:pt x="5912" y="123039"/>
                  </a:lnTo>
                  <a:lnTo>
                    <a:pt x="4596" y="128163"/>
                  </a:lnTo>
                  <a:lnTo>
                    <a:pt x="3444" y="133326"/>
                  </a:lnTo>
                  <a:lnTo>
                    <a:pt x="2455" y="138523"/>
                  </a:lnTo>
                  <a:lnTo>
                    <a:pt x="1631" y="143748"/>
                  </a:lnTo>
                  <a:lnTo>
                    <a:pt x="973" y="148997"/>
                  </a:lnTo>
                  <a:lnTo>
                    <a:pt x="482" y="154264"/>
                  </a:lnTo>
                  <a:lnTo>
                    <a:pt x="157" y="159544"/>
                  </a:lnTo>
                  <a:lnTo>
                    <a:pt x="0" y="164832"/>
                  </a:lnTo>
                  <a:lnTo>
                    <a:pt x="9" y="170122"/>
                  </a:lnTo>
                  <a:lnTo>
                    <a:pt x="187" y="175409"/>
                  </a:lnTo>
                  <a:lnTo>
                    <a:pt x="531" y="180687"/>
                  </a:lnTo>
                  <a:lnTo>
                    <a:pt x="1042" y="185953"/>
                  </a:lnTo>
                  <a:lnTo>
                    <a:pt x="1720" y="191199"/>
                  </a:lnTo>
                  <a:lnTo>
                    <a:pt x="2563" y="196421"/>
                  </a:lnTo>
                  <a:lnTo>
                    <a:pt x="3572" y="201614"/>
                  </a:lnTo>
                  <a:lnTo>
                    <a:pt x="4744" y="206773"/>
                  </a:lnTo>
                  <a:lnTo>
                    <a:pt x="6078" y="211892"/>
                  </a:lnTo>
                  <a:lnTo>
                    <a:pt x="7574" y="216966"/>
                  </a:lnTo>
                  <a:lnTo>
                    <a:pt x="9230" y="221990"/>
                  </a:lnTo>
                  <a:lnTo>
                    <a:pt x="11043" y="226959"/>
                  </a:lnTo>
                  <a:lnTo>
                    <a:pt x="13014" y="231869"/>
                  </a:lnTo>
                  <a:lnTo>
                    <a:pt x="15138" y="236713"/>
                  </a:lnTo>
                  <a:lnTo>
                    <a:pt x="17415" y="241488"/>
                  </a:lnTo>
                  <a:lnTo>
                    <a:pt x="19841" y="246189"/>
                  </a:lnTo>
                  <a:lnTo>
                    <a:pt x="22416" y="250810"/>
                  </a:lnTo>
                  <a:lnTo>
                    <a:pt x="25135" y="255348"/>
                  </a:lnTo>
                  <a:lnTo>
                    <a:pt x="27996" y="259797"/>
                  </a:lnTo>
                  <a:lnTo>
                    <a:pt x="30997" y="264154"/>
                  </a:lnTo>
                  <a:lnTo>
                    <a:pt x="34134" y="268413"/>
                  </a:lnTo>
                  <a:lnTo>
                    <a:pt x="37404" y="272571"/>
                  </a:lnTo>
                  <a:lnTo>
                    <a:pt x="40804" y="276624"/>
                  </a:lnTo>
                  <a:lnTo>
                    <a:pt x="44331" y="280567"/>
                  </a:lnTo>
                  <a:lnTo>
                    <a:pt x="47980" y="284396"/>
                  </a:lnTo>
                  <a:lnTo>
                    <a:pt x="51749" y="288108"/>
                  </a:lnTo>
                  <a:lnTo>
                    <a:pt x="55634" y="291699"/>
                  </a:lnTo>
                  <a:lnTo>
                    <a:pt x="59630" y="295165"/>
                  </a:lnTo>
                  <a:lnTo>
                    <a:pt x="63734" y="298503"/>
                  </a:lnTo>
                  <a:lnTo>
                    <a:pt x="67941" y="301709"/>
                  </a:lnTo>
                  <a:lnTo>
                    <a:pt x="72248" y="304781"/>
                  </a:lnTo>
                  <a:lnTo>
                    <a:pt x="76650" y="307715"/>
                  </a:lnTo>
                  <a:lnTo>
                    <a:pt x="81142" y="310508"/>
                  </a:lnTo>
                  <a:lnTo>
                    <a:pt x="85721" y="313157"/>
                  </a:lnTo>
                  <a:lnTo>
                    <a:pt x="90381" y="315661"/>
                  </a:lnTo>
                  <a:lnTo>
                    <a:pt x="95118" y="318016"/>
                  </a:lnTo>
                  <a:lnTo>
                    <a:pt x="99927" y="320219"/>
                  </a:lnTo>
                  <a:lnTo>
                    <a:pt x="104804" y="322270"/>
                  </a:lnTo>
                  <a:lnTo>
                    <a:pt x="109743" y="324165"/>
                  </a:lnTo>
                  <a:lnTo>
                    <a:pt x="114739" y="325902"/>
                  </a:lnTo>
                  <a:lnTo>
                    <a:pt x="119788" y="327481"/>
                  </a:lnTo>
                  <a:lnTo>
                    <a:pt x="124884" y="328900"/>
                  </a:lnTo>
                  <a:lnTo>
                    <a:pt x="130023" y="330156"/>
                  </a:lnTo>
                  <a:lnTo>
                    <a:pt x="135198" y="331249"/>
                  </a:lnTo>
                  <a:lnTo>
                    <a:pt x="140406" y="332178"/>
                  </a:lnTo>
                  <a:lnTo>
                    <a:pt x="145641" y="332942"/>
                  </a:lnTo>
                  <a:lnTo>
                    <a:pt x="150897" y="333539"/>
                  </a:lnTo>
                  <a:lnTo>
                    <a:pt x="156169" y="333970"/>
                  </a:lnTo>
                  <a:lnTo>
                    <a:pt x="161453" y="334234"/>
                  </a:lnTo>
                  <a:lnTo>
                    <a:pt x="166742" y="334331"/>
                  </a:lnTo>
                  <a:lnTo>
                    <a:pt x="172031" y="334260"/>
                  </a:lnTo>
                  <a:lnTo>
                    <a:pt x="177316" y="334022"/>
                  </a:lnTo>
                  <a:lnTo>
                    <a:pt x="182590" y="333617"/>
                  </a:lnTo>
                  <a:lnTo>
                    <a:pt x="187849" y="333045"/>
                  </a:lnTo>
                  <a:lnTo>
                    <a:pt x="193087" y="332307"/>
                  </a:lnTo>
                  <a:lnTo>
                    <a:pt x="198300" y="331403"/>
                  </a:lnTo>
                  <a:lnTo>
                    <a:pt x="203481" y="330336"/>
                  </a:lnTo>
                  <a:lnTo>
                    <a:pt x="208625" y="329104"/>
                  </a:lnTo>
                  <a:lnTo>
                    <a:pt x="213729" y="327711"/>
                  </a:lnTo>
                  <a:lnTo>
                    <a:pt x="218785" y="326157"/>
                  </a:lnTo>
                  <a:lnTo>
                    <a:pt x="223790" y="324444"/>
                  </a:lnTo>
                  <a:lnTo>
                    <a:pt x="228738" y="322573"/>
                  </a:lnTo>
                  <a:lnTo>
                    <a:pt x="233624" y="320546"/>
                  </a:lnTo>
                  <a:lnTo>
                    <a:pt x="238444" y="318366"/>
                  </a:lnTo>
                  <a:lnTo>
                    <a:pt x="243193" y="316035"/>
                  </a:lnTo>
                  <a:lnTo>
                    <a:pt x="247865" y="313554"/>
                  </a:lnTo>
                  <a:lnTo>
                    <a:pt x="252457" y="310927"/>
                  </a:lnTo>
                  <a:lnTo>
                    <a:pt x="256963" y="308156"/>
                  </a:lnTo>
                  <a:lnTo>
                    <a:pt x="261379" y="305244"/>
                  </a:lnTo>
                  <a:lnTo>
                    <a:pt x="265700" y="302193"/>
                  </a:lnTo>
                  <a:lnTo>
                    <a:pt x="269924" y="299007"/>
                  </a:lnTo>
                  <a:lnTo>
                    <a:pt x="274044" y="295689"/>
                  </a:lnTo>
                  <a:lnTo>
                    <a:pt x="278057" y="292243"/>
                  </a:lnTo>
                  <a:lnTo>
                    <a:pt x="281959" y="288671"/>
                  </a:lnTo>
                  <a:lnTo>
                    <a:pt x="285746" y="284978"/>
                  </a:lnTo>
                  <a:lnTo>
                    <a:pt x="289414" y="281166"/>
                  </a:lnTo>
                  <a:lnTo>
                    <a:pt x="292960" y="277241"/>
                  </a:lnTo>
                  <a:lnTo>
                    <a:pt x="296380" y="273205"/>
                  </a:lnTo>
                  <a:lnTo>
                    <a:pt x="299671" y="269063"/>
                  </a:lnTo>
                  <a:lnTo>
                    <a:pt x="302828" y="264819"/>
                  </a:lnTo>
                  <a:lnTo>
                    <a:pt x="305850" y="260477"/>
                  </a:lnTo>
                  <a:lnTo>
                    <a:pt x="308733" y="256042"/>
                  </a:lnTo>
                  <a:lnTo>
                    <a:pt x="311475" y="251517"/>
                  </a:lnTo>
                  <a:lnTo>
                    <a:pt x="314071" y="246909"/>
                  </a:lnTo>
                  <a:lnTo>
                    <a:pt x="316521" y="242220"/>
                  </a:lnTo>
                  <a:lnTo>
                    <a:pt x="318821" y="237456"/>
                  </a:lnTo>
                  <a:lnTo>
                    <a:pt x="320969" y="232622"/>
                  </a:lnTo>
                  <a:lnTo>
                    <a:pt x="322963" y="227722"/>
                  </a:lnTo>
                  <a:lnTo>
                    <a:pt x="324802" y="222762"/>
                  </a:lnTo>
                  <a:lnTo>
                    <a:pt x="326482" y="217746"/>
                  </a:lnTo>
                  <a:lnTo>
                    <a:pt x="328002" y="212679"/>
                  </a:lnTo>
                  <a:lnTo>
                    <a:pt x="329362" y="207567"/>
                  </a:lnTo>
                  <a:lnTo>
                    <a:pt x="330559" y="202414"/>
                  </a:lnTo>
                  <a:lnTo>
                    <a:pt x="331593" y="197226"/>
                  </a:lnTo>
                  <a:lnTo>
                    <a:pt x="332462" y="192008"/>
                  </a:lnTo>
                  <a:lnTo>
                    <a:pt x="333165" y="186765"/>
                  </a:lnTo>
                  <a:lnTo>
                    <a:pt x="333702" y="181502"/>
                  </a:lnTo>
                  <a:lnTo>
                    <a:pt x="334072" y="176225"/>
                  </a:lnTo>
                  <a:lnTo>
                    <a:pt x="334275" y="170939"/>
                  </a:lnTo>
                  <a:lnTo>
                    <a:pt x="334311" y="165650"/>
                  </a:lnTo>
                  <a:lnTo>
                    <a:pt x="334180" y="160361"/>
                  </a:lnTo>
                  <a:lnTo>
                    <a:pt x="333881" y="155080"/>
                  </a:lnTo>
                  <a:lnTo>
                    <a:pt x="333415" y="149810"/>
                  </a:lnTo>
                  <a:lnTo>
                    <a:pt x="332783" y="144558"/>
                  </a:lnTo>
                  <a:lnTo>
                    <a:pt x="331984" y="139329"/>
                  </a:lnTo>
                  <a:lnTo>
                    <a:pt x="331021" y="134127"/>
                  </a:lnTo>
                  <a:lnTo>
                    <a:pt x="329894" y="128959"/>
                  </a:lnTo>
                  <a:lnTo>
                    <a:pt x="328604" y="123829"/>
                  </a:lnTo>
                  <a:lnTo>
                    <a:pt x="327152" y="118742"/>
                  </a:lnTo>
                  <a:lnTo>
                    <a:pt x="325539" y="113704"/>
                  </a:lnTo>
                  <a:lnTo>
                    <a:pt x="323769" y="108719"/>
                  </a:lnTo>
                  <a:lnTo>
                    <a:pt x="321841" y="103793"/>
                  </a:lnTo>
                  <a:lnTo>
                    <a:pt x="319758" y="98930"/>
                  </a:lnTo>
                  <a:lnTo>
                    <a:pt x="317523" y="94135"/>
                  </a:lnTo>
                  <a:lnTo>
                    <a:pt x="315137" y="89414"/>
                  </a:lnTo>
                  <a:lnTo>
                    <a:pt x="312603" y="84771"/>
                  </a:lnTo>
                  <a:lnTo>
                    <a:pt x="309923" y="80210"/>
                  </a:lnTo>
                  <a:lnTo>
                    <a:pt x="307100" y="75736"/>
                  </a:lnTo>
                  <a:lnTo>
                    <a:pt x="304137" y="71353"/>
                  </a:lnTo>
                  <a:lnTo>
                    <a:pt x="301037" y="67067"/>
                  </a:lnTo>
                  <a:lnTo>
                    <a:pt x="297803" y="62881"/>
                  </a:lnTo>
                  <a:lnTo>
                    <a:pt x="294438" y="58799"/>
                  </a:lnTo>
                  <a:lnTo>
                    <a:pt x="290946" y="54826"/>
                  </a:lnTo>
                  <a:lnTo>
                    <a:pt x="287329" y="50965"/>
                  </a:lnTo>
                  <a:lnTo>
                    <a:pt x="283592" y="47221"/>
                  </a:lnTo>
                  <a:lnTo>
                    <a:pt x="279739" y="43597"/>
                  </a:lnTo>
                  <a:lnTo>
                    <a:pt x="275773" y="40096"/>
                  </a:lnTo>
                  <a:lnTo>
                    <a:pt x="271698" y="36723"/>
                  </a:lnTo>
                  <a:lnTo>
                    <a:pt x="267518" y="33480"/>
                  </a:lnTo>
                  <a:lnTo>
                    <a:pt x="263238" y="30371"/>
                  </a:lnTo>
                  <a:lnTo>
                    <a:pt x="258862" y="27400"/>
                  </a:lnTo>
                  <a:lnTo>
                    <a:pt x="254394" y="24568"/>
                  </a:lnTo>
                  <a:lnTo>
                    <a:pt x="249838" y="21879"/>
                  </a:lnTo>
                  <a:lnTo>
                    <a:pt x="245200" y="19335"/>
                  </a:lnTo>
                  <a:lnTo>
                    <a:pt x="240483" y="16940"/>
                  </a:lnTo>
                  <a:lnTo>
                    <a:pt x="235694" y="14695"/>
                  </a:lnTo>
                  <a:lnTo>
                    <a:pt x="230835" y="12602"/>
                  </a:lnTo>
                  <a:lnTo>
                    <a:pt x="225913" y="10665"/>
                  </a:lnTo>
                  <a:lnTo>
                    <a:pt x="220932" y="8884"/>
                  </a:lnTo>
                  <a:lnTo>
                    <a:pt x="215896" y="7261"/>
                  </a:lnTo>
                  <a:lnTo>
                    <a:pt x="167151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8720" y="5018213"/>
              <a:ext cx="48745" cy="167167"/>
            </a:xfrm>
            <a:custGeom>
              <a:avLst/>
              <a:pathLst>
                <a:path w="48745" h="167167">
                  <a:moveTo>
                    <a:pt x="48745" y="7264"/>
                  </a:moveTo>
                  <a:lnTo>
                    <a:pt x="42799" y="5571"/>
                  </a:lnTo>
                  <a:lnTo>
                    <a:pt x="36794" y="4099"/>
                  </a:lnTo>
                  <a:lnTo>
                    <a:pt x="30739" y="2850"/>
                  </a:lnTo>
                  <a:lnTo>
                    <a:pt x="24642" y="1826"/>
                  </a:lnTo>
                  <a:lnTo>
                    <a:pt x="18511" y="1028"/>
                  </a:lnTo>
                  <a:lnTo>
                    <a:pt x="12354" y="457"/>
                  </a:lnTo>
                  <a:lnTo>
                    <a:pt x="6181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797339" y="5269756"/>
              <a:ext cx="167162" cy="231438"/>
            </a:xfrm>
            <a:custGeom>
              <a:avLst/>
              <a:pathLst>
                <a:path w="167162" h="231438">
                  <a:moveTo>
                    <a:pt x="167162" y="0"/>
                  </a:moveTo>
                  <a:lnTo>
                    <a:pt x="161776" y="86"/>
                  </a:lnTo>
                  <a:lnTo>
                    <a:pt x="156397" y="346"/>
                  </a:lnTo>
                  <a:lnTo>
                    <a:pt x="151028" y="780"/>
                  </a:lnTo>
                  <a:lnTo>
                    <a:pt x="145677" y="1386"/>
                  </a:lnTo>
                  <a:lnTo>
                    <a:pt x="140347" y="2164"/>
                  </a:lnTo>
                  <a:lnTo>
                    <a:pt x="135046" y="3114"/>
                  </a:lnTo>
                  <a:lnTo>
                    <a:pt x="129777" y="4233"/>
                  </a:lnTo>
                  <a:lnTo>
                    <a:pt x="124548" y="5522"/>
                  </a:lnTo>
                  <a:lnTo>
                    <a:pt x="119363" y="6979"/>
                  </a:lnTo>
                  <a:lnTo>
                    <a:pt x="114227" y="8602"/>
                  </a:lnTo>
                  <a:lnTo>
                    <a:pt x="109146" y="10389"/>
                  </a:lnTo>
                  <a:lnTo>
                    <a:pt x="104126" y="12340"/>
                  </a:lnTo>
                  <a:lnTo>
                    <a:pt x="99171" y="14451"/>
                  </a:lnTo>
                  <a:lnTo>
                    <a:pt x="94287" y="16720"/>
                  </a:lnTo>
                  <a:lnTo>
                    <a:pt x="89478" y="19146"/>
                  </a:lnTo>
                  <a:lnTo>
                    <a:pt x="84750" y="21725"/>
                  </a:lnTo>
                  <a:lnTo>
                    <a:pt x="80107" y="24456"/>
                  </a:lnTo>
                  <a:lnTo>
                    <a:pt x="75555" y="27334"/>
                  </a:lnTo>
                  <a:lnTo>
                    <a:pt x="71098" y="30358"/>
                  </a:lnTo>
                  <a:lnTo>
                    <a:pt x="66741" y="33524"/>
                  </a:lnTo>
                  <a:lnTo>
                    <a:pt x="62487" y="36828"/>
                  </a:lnTo>
                  <a:lnTo>
                    <a:pt x="58343" y="40268"/>
                  </a:lnTo>
                  <a:lnTo>
                    <a:pt x="54311" y="43839"/>
                  </a:lnTo>
                  <a:lnTo>
                    <a:pt x="50397" y="47538"/>
                  </a:lnTo>
                  <a:lnTo>
                    <a:pt x="46604" y="51362"/>
                  </a:lnTo>
                  <a:lnTo>
                    <a:pt x="42936" y="55306"/>
                  </a:lnTo>
                  <a:lnTo>
                    <a:pt x="39397" y="59366"/>
                  </a:lnTo>
                  <a:lnTo>
                    <a:pt x="35990" y="63538"/>
                  </a:lnTo>
                  <a:lnTo>
                    <a:pt x="32720" y="67817"/>
                  </a:lnTo>
                  <a:lnTo>
                    <a:pt x="29589" y="72200"/>
                  </a:lnTo>
                  <a:lnTo>
                    <a:pt x="26601" y="76681"/>
                  </a:lnTo>
                  <a:lnTo>
                    <a:pt x="23759" y="81256"/>
                  </a:lnTo>
                  <a:lnTo>
                    <a:pt x="21066" y="85920"/>
                  </a:lnTo>
                  <a:lnTo>
                    <a:pt x="18525" y="90669"/>
                  </a:lnTo>
                  <a:lnTo>
                    <a:pt x="16137" y="95497"/>
                  </a:lnTo>
                  <a:lnTo>
                    <a:pt x="13907" y="100399"/>
                  </a:lnTo>
                  <a:lnTo>
                    <a:pt x="11836" y="105371"/>
                  </a:lnTo>
                  <a:lnTo>
                    <a:pt x="9925" y="110407"/>
                  </a:lnTo>
                  <a:lnTo>
                    <a:pt x="8179" y="115501"/>
                  </a:lnTo>
                  <a:lnTo>
                    <a:pt x="6597" y="120650"/>
                  </a:lnTo>
                  <a:lnTo>
                    <a:pt x="5181" y="125846"/>
                  </a:lnTo>
                  <a:lnTo>
                    <a:pt x="3934" y="131086"/>
                  </a:lnTo>
                  <a:lnTo>
                    <a:pt x="2857" y="136363"/>
                  </a:lnTo>
                  <a:lnTo>
                    <a:pt x="1950" y="141672"/>
                  </a:lnTo>
                  <a:lnTo>
                    <a:pt x="1214" y="147007"/>
                  </a:lnTo>
                  <a:lnTo>
                    <a:pt x="651" y="152364"/>
                  </a:lnTo>
                  <a:lnTo>
                    <a:pt x="260" y="157736"/>
                  </a:lnTo>
                  <a:lnTo>
                    <a:pt x="43" y="163117"/>
                  </a:lnTo>
                  <a:lnTo>
                    <a:pt x="0" y="168503"/>
                  </a:lnTo>
                  <a:lnTo>
                    <a:pt x="129" y="173887"/>
                  </a:lnTo>
                  <a:lnTo>
                    <a:pt x="432" y="179265"/>
                  </a:lnTo>
                  <a:lnTo>
                    <a:pt x="909" y="184629"/>
                  </a:lnTo>
                  <a:lnTo>
                    <a:pt x="1558" y="189976"/>
                  </a:lnTo>
                  <a:lnTo>
                    <a:pt x="2378" y="195299"/>
                  </a:lnTo>
                  <a:lnTo>
                    <a:pt x="3370" y="200593"/>
                  </a:lnTo>
                  <a:lnTo>
                    <a:pt x="4532" y="205852"/>
                  </a:lnTo>
                  <a:lnTo>
                    <a:pt x="5863" y="211071"/>
                  </a:lnTo>
                  <a:lnTo>
                    <a:pt x="7361" y="216244"/>
                  </a:lnTo>
                  <a:lnTo>
                    <a:pt x="9025" y="221367"/>
                  </a:lnTo>
                  <a:lnTo>
                    <a:pt x="10853" y="226433"/>
                  </a:lnTo>
                  <a:lnTo>
                    <a:pt x="12843" y="231438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810182" y="5269756"/>
              <a:ext cx="321466" cy="334334"/>
            </a:xfrm>
            <a:custGeom>
              <a:avLst/>
              <a:pathLst>
                <a:path w="321466" h="334334">
                  <a:moveTo>
                    <a:pt x="0" y="231438"/>
                  </a:moveTo>
                  <a:lnTo>
                    <a:pt x="2117" y="236304"/>
                  </a:lnTo>
                  <a:lnTo>
                    <a:pt x="4389" y="241100"/>
                  </a:lnTo>
                  <a:lnTo>
                    <a:pt x="6811" y="245822"/>
                  </a:lnTo>
                  <a:lnTo>
                    <a:pt x="9382" y="250465"/>
                  </a:lnTo>
                  <a:lnTo>
                    <a:pt x="12099" y="255024"/>
                  </a:lnTo>
                  <a:lnTo>
                    <a:pt x="14960" y="259494"/>
                  </a:lnTo>
                  <a:lnTo>
                    <a:pt x="17961" y="263871"/>
                  </a:lnTo>
                  <a:lnTo>
                    <a:pt x="21099" y="268151"/>
                  </a:lnTo>
                  <a:lnTo>
                    <a:pt x="24372" y="272328"/>
                  </a:lnTo>
                  <a:lnTo>
                    <a:pt x="27775" y="276400"/>
                  </a:lnTo>
                  <a:lnTo>
                    <a:pt x="31307" y="280362"/>
                  </a:lnTo>
                  <a:lnTo>
                    <a:pt x="34962" y="284210"/>
                  </a:lnTo>
                  <a:lnTo>
                    <a:pt x="38737" y="287939"/>
                  </a:lnTo>
                  <a:lnTo>
                    <a:pt x="42629" y="291547"/>
                  </a:lnTo>
                  <a:lnTo>
                    <a:pt x="46634" y="295030"/>
                  </a:lnTo>
                  <a:lnTo>
                    <a:pt x="50747" y="298384"/>
                  </a:lnTo>
                  <a:lnTo>
                    <a:pt x="54964" y="301605"/>
                  </a:lnTo>
                  <a:lnTo>
                    <a:pt x="59281" y="304691"/>
                  </a:lnTo>
                  <a:lnTo>
                    <a:pt x="63695" y="307639"/>
                  </a:lnTo>
                  <a:lnTo>
                    <a:pt x="68199" y="310445"/>
                  </a:lnTo>
                  <a:lnTo>
                    <a:pt x="72791" y="313106"/>
                  </a:lnTo>
                  <a:lnTo>
                    <a:pt x="77464" y="315621"/>
                  </a:lnTo>
                  <a:lnTo>
                    <a:pt x="82216" y="317985"/>
                  </a:lnTo>
                  <a:lnTo>
                    <a:pt x="87039" y="320198"/>
                  </a:lnTo>
                  <a:lnTo>
                    <a:pt x="91931" y="322257"/>
                  </a:lnTo>
                  <a:lnTo>
                    <a:pt x="96885" y="324159"/>
                  </a:lnTo>
                  <a:lnTo>
                    <a:pt x="101898" y="325903"/>
                  </a:lnTo>
                  <a:lnTo>
                    <a:pt x="106963" y="327487"/>
                  </a:lnTo>
                  <a:lnTo>
                    <a:pt x="112076" y="328909"/>
                  </a:lnTo>
                  <a:lnTo>
                    <a:pt x="117231" y="330169"/>
                  </a:lnTo>
                  <a:lnTo>
                    <a:pt x="122424" y="331264"/>
                  </a:lnTo>
                  <a:lnTo>
                    <a:pt x="127649" y="332193"/>
                  </a:lnTo>
                  <a:lnTo>
                    <a:pt x="132901" y="332957"/>
                  </a:lnTo>
                  <a:lnTo>
                    <a:pt x="138174" y="333553"/>
                  </a:lnTo>
                  <a:lnTo>
                    <a:pt x="143464" y="333982"/>
                  </a:lnTo>
                  <a:lnTo>
                    <a:pt x="148765" y="334242"/>
                  </a:lnTo>
                  <a:lnTo>
                    <a:pt x="154071" y="334334"/>
                  </a:lnTo>
                  <a:lnTo>
                    <a:pt x="159377" y="334258"/>
                  </a:lnTo>
                  <a:lnTo>
                    <a:pt x="164679" y="334013"/>
                  </a:lnTo>
                  <a:lnTo>
                    <a:pt x="169970" y="333600"/>
                  </a:lnTo>
                  <a:lnTo>
                    <a:pt x="175245" y="333019"/>
                  </a:lnTo>
                  <a:lnTo>
                    <a:pt x="180499" y="332272"/>
                  </a:lnTo>
                  <a:lnTo>
                    <a:pt x="185727" y="331357"/>
                  </a:lnTo>
                  <a:lnTo>
                    <a:pt x="190923" y="330278"/>
                  </a:lnTo>
                  <a:lnTo>
                    <a:pt x="196082" y="329033"/>
                  </a:lnTo>
                  <a:lnTo>
                    <a:pt x="201199" y="327626"/>
                  </a:lnTo>
                  <a:lnTo>
                    <a:pt x="206269" y="326057"/>
                  </a:lnTo>
                  <a:lnTo>
                    <a:pt x="211286" y="324328"/>
                  </a:lnTo>
                  <a:lnTo>
                    <a:pt x="216246" y="322440"/>
                  </a:lnTo>
                  <a:lnTo>
                    <a:pt x="221144" y="320396"/>
                  </a:lnTo>
                  <a:lnTo>
                    <a:pt x="225974" y="318198"/>
                  </a:lnTo>
                  <a:lnTo>
                    <a:pt x="230732" y="315847"/>
                  </a:lnTo>
                  <a:lnTo>
                    <a:pt x="235413" y="313347"/>
                  </a:lnTo>
                  <a:lnTo>
                    <a:pt x="240012" y="310699"/>
                  </a:lnTo>
                  <a:lnTo>
                    <a:pt x="244525" y="307906"/>
                  </a:lnTo>
                  <a:lnTo>
                    <a:pt x="248947" y="304972"/>
                  </a:lnTo>
                  <a:lnTo>
                    <a:pt x="253274" y="301899"/>
                  </a:lnTo>
                  <a:lnTo>
                    <a:pt x="257501" y="298690"/>
                  </a:lnTo>
                  <a:lnTo>
                    <a:pt x="261624" y="295348"/>
                  </a:lnTo>
                  <a:lnTo>
                    <a:pt x="265639" y="291877"/>
                  </a:lnTo>
                  <a:lnTo>
                    <a:pt x="269541" y="288281"/>
                  </a:lnTo>
                  <a:lnTo>
                    <a:pt x="273328" y="284562"/>
                  </a:lnTo>
                  <a:lnTo>
                    <a:pt x="276994" y="280726"/>
                  </a:lnTo>
                  <a:lnTo>
                    <a:pt x="280537" y="276774"/>
                  </a:lnTo>
                  <a:lnTo>
                    <a:pt x="283953" y="272712"/>
                  </a:lnTo>
                  <a:lnTo>
                    <a:pt x="287238" y="268544"/>
                  </a:lnTo>
                  <a:lnTo>
                    <a:pt x="290389" y="264274"/>
                  </a:lnTo>
                  <a:lnTo>
                    <a:pt x="293402" y="259906"/>
                  </a:lnTo>
                  <a:lnTo>
                    <a:pt x="296276" y="255444"/>
                  </a:lnTo>
                  <a:lnTo>
                    <a:pt x="299007" y="250893"/>
                  </a:lnTo>
                  <a:lnTo>
                    <a:pt x="301592" y="246258"/>
                  </a:lnTo>
                  <a:lnTo>
                    <a:pt x="304028" y="241544"/>
                  </a:lnTo>
                  <a:lnTo>
                    <a:pt x="306313" y="236754"/>
                  </a:lnTo>
                  <a:lnTo>
                    <a:pt x="308446" y="231894"/>
                  </a:lnTo>
                  <a:lnTo>
                    <a:pt x="310423" y="226969"/>
                  </a:lnTo>
                  <a:lnTo>
                    <a:pt x="312242" y="221984"/>
                  </a:lnTo>
                  <a:lnTo>
                    <a:pt x="313903" y="216943"/>
                  </a:lnTo>
                  <a:lnTo>
                    <a:pt x="315402" y="211852"/>
                  </a:lnTo>
                  <a:lnTo>
                    <a:pt x="316740" y="206717"/>
                  </a:lnTo>
                  <a:lnTo>
                    <a:pt x="317913" y="201541"/>
                  </a:lnTo>
                  <a:lnTo>
                    <a:pt x="318922" y="196331"/>
                  </a:lnTo>
                  <a:lnTo>
                    <a:pt x="319765" y="191091"/>
                  </a:lnTo>
                  <a:lnTo>
                    <a:pt x="320441" y="185827"/>
                  </a:lnTo>
                  <a:lnTo>
                    <a:pt x="320949" y="180544"/>
                  </a:lnTo>
                  <a:lnTo>
                    <a:pt x="321290" y="175248"/>
                  </a:lnTo>
                  <a:lnTo>
                    <a:pt x="321462" y="169944"/>
                  </a:lnTo>
                  <a:lnTo>
                    <a:pt x="321466" y="164637"/>
                  </a:lnTo>
                  <a:lnTo>
                    <a:pt x="321302" y="159333"/>
                  </a:lnTo>
                  <a:lnTo>
                    <a:pt x="320969" y="154036"/>
                  </a:lnTo>
                  <a:lnTo>
                    <a:pt x="320468" y="148753"/>
                  </a:lnTo>
                  <a:lnTo>
                    <a:pt x="319800" y="143488"/>
                  </a:lnTo>
                  <a:lnTo>
                    <a:pt x="318965" y="138247"/>
                  </a:lnTo>
                  <a:lnTo>
                    <a:pt x="317964" y="133035"/>
                  </a:lnTo>
                  <a:lnTo>
                    <a:pt x="316798" y="127858"/>
                  </a:lnTo>
                  <a:lnTo>
                    <a:pt x="315468" y="122720"/>
                  </a:lnTo>
                  <a:lnTo>
                    <a:pt x="313976" y="117627"/>
                  </a:lnTo>
                  <a:lnTo>
                    <a:pt x="312323" y="112584"/>
                  </a:lnTo>
                  <a:lnTo>
                    <a:pt x="310511" y="107596"/>
                  </a:lnTo>
                  <a:lnTo>
                    <a:pt x="308541" y="102668"/>
                  </a:lnTo>
                  <a:lnTo>
                    <a:pt x="306416" y="97805"/>
                  </a:lnTo>
                  <a:lnTo>
                    <a:pt x="304138" y="93012"/>
                  </a:lnTo>
                  <a:lnTo>
                    <a:pt x="301708" y="88293"/>
                  </a:lnTo>
                  <a:lnTo>
                    <a:pt x="299130" y="83655"/>
                  </a:lnTo>
                  <a:lnTo>
                    <a:pt x="296407" y="79100"/>
                  </a:lnTo>
                  <a:lnTo>
                    <a:pt x="293539" y="74634"/>
                  </a:lnTo>
                  <a:lnTo>
                    <a:pt x="290532" y="70261"/>
                  </a:lnTo>
                  <a:lnTo>
                    <a:pt x="287387" y="65986"/>
                  </a:lnTo>
                  <a:lnTo>
                    <a:pt x="284109" y="61813"/>
                  </a:lnTo>
                  <a:lnTo>
                    <a:pt x="280699" y="57747"/>
                  </a:lnTo>
                  <a:lnTo>
                    <a:pt x="277162" y="53790"/>
                  </a:lnTo>
                  <a:lnTo>
                    <a:pt x="273501" y="49948"/>
                  </a:lnTo>
                  <a:lnTo>
                    <a:pt x="269720" y="46224"/>
                  </a:lnTo>
                  <a:lnTo>
                    <a:pt x="265823" y="42621"/>
                  </a:lnTo>
                  <a:lnTo>
                    <a:pt x="261813" y="39145"/>
                  </a:lnTo>
                  <a:lnTo>
                    <a:pt x="257695" y="35797"/>
                  </a:lnTo>
                  <a:lnTo>
                    <a:pt x="253473" y="32582"/>
                  </a:lnTo>
                  <a:lnTo>
                    <a:pt x="249151" y="29502"/>
                  </a:lnTo>
                  <a:lnTo>
                    <a:pt x="244733" y="26561"/>
                  </a:lnTo>
                  <a:lnTo>
                    <a:pt x="240225" y="23762"/>
                  </a:lnTo>
                  <a:lnTo>
                    <a:pt x="235629" y="21107"/>
                  </a:lnTo>
                  <a:lnTo>
                    <a:pt x="230952" y="18600"/>
                  </a:lnTo>
                  <a:lnTo>
                    <a:pt x="226197" y="16242"/>
                  </a:lnTo>
                  <a:lnTo>
                    <a:pt x="221370" y="14036"/>
                  </a:lnTo>
                  <a:lnTo>
                    <a:pt x="216476" y="11985"/>
                  </a:lnTo>
                  <a:lnTo>
                    <a:pt x="211518" y="10090"/>
                  </a:lnTo>
                  <a:lnTo>
                    <a:pt x="206504" y="8354"/>
                  </a:lnTo>
                  <a:lnTo>
                    <a:pt x="201436" y="6777"/>
                  </a:lnTo>
                  <a:lnTo>
                    <a:pt x="196321" y="5362"/>
                  </a:lnTo>
                  <a:lnTo>
                    <a:pt x="191164" y="4111"/>
                  </a:lnTo>
                  <a:lnTo>
                    <a:pt x="185969" y="3023"/>
                  </a:lnTo>
                  <a:lnTo>
                    <a:pt x="180743" y="2101"/>
                  </a:lnTo>
                  <a:lnTo>
                    <a:pt x="175490" y="1346"/>
                  </a:lnTo>
                  <a:lnTo>
                    <a:pt x="170216" y="757"/>
                  </a:lnTo>
                  <a:lnTo>
                    <a:pt x="164925" y="336"/>
                  </a:lnTo>
                  <a:lnTo>
                    <a:pt x="159624" y="84"/>
                  </a:lnTo>
                  <a:lnTo>
                    <a:pt x="154318" y="0"/>
                  </a:lnTo>
                  <a:lnTo>
                    <a:pt x="1543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55552" y="5399291"/>
              <a:ext cx="30663" cy="167167"/>
            </a:xfrm>
            <a:custGeom>
              <a:avLst/>
              <a:pathLst>
                <a:path w="30663" h="167167">
                  <a:moveTo>
                    <a:pt x="30663" y="0"/>
                  </a:moveTo>
                  <a:lnTo>
                    <a:pt x="22956" y="177"/>
                  </a:lnTo>
                  <a:lnTo>
                    <a:pt x="15266" y="710"/>
                  </a:lnTo>
                  <a:lnTo>
                    <a:pt x="7608" y="1597"/>
                  </a:lnTo>
                  <a:lnTo>
                    <a:pt x="0" y="2836"/>
                  </a:lnTo>
                  <a:lnTo>
                    <a:pt x="3066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55552" y="5402128"/>
              <a:ext cx="30663" cy="164331"/>
            </a:xfrm>
            <a:custGeom>
              <a:avLst/>
              <a:pathLst>
                <a:path w="30663" h="164331">
                  <a:moveTo>
                    <a:pt x="0" y="0"/>
                  </a:moveTo>
                  <a:lnTo>
                    <a:pt x="30663" y="1643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55552" y="5402128"/>
              <a:ext cx="30663" cy="164331"/>
            </a:xfrm>
            <a:custGeom>
              <a:avLst/>
              <a:pathLst>
                <a:path w="30663" h="164331">
                  <a:moveTo>
                    <a:pt x="0" y="0"/>
                  </a:moveTo>
                  <a:lnTo>
                    <a:pt x="30663" y="1643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55552" y="5402128"/>
              <a:ext cx="30663" cy="164331"/>
            </a:xfrm>
            <a:custGeom>
              <a:avLst/>
              <a:pathLst>
                <a:path w="30663" h="164331">
                  <a:moveTo>
                    <a:pt x="0" y="0"/>
                  </a:moveTo>
                  <a:lnTo>
                    <a:pt x="30663" y="1643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55552" y="5402128"/>
              <a:ext cx="30663" cy="164331"/>
            </a:xfrm>
            <a:custGeom>
              <a:avLst/>
              <a:pathLst>
                <a:path w="30663" h="164331">
                  <a:moveTo>
                    <a:pt x="0" y="0"/>
                  </a:moveTo>
                  <a:lnTo>
                    <a:pt x="30663" y="1643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55552" y="5402128"/>
              <a:ext cx="30663" cy="164331"/>
            </a:xfrm>
            <a:custGeom>
              <a:avLst/>
              <a:pathLst>
                <a:path w="30663" h="164331">
                  <a:moveTo>
                    <a:pt x="0" y="0"/>
                  </a:moveTo>
                  <a:lnTo>
                    <a:pt x="30663" y="1643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55552" y="5402128"/>
              <a:ext cx="30663" cy="164331"/>
            </a:xfrm>
            <a:custGeom>
              <a:avLst/>
              <a:pathLst>
                <a:path w="30663" h="164331">
                  <a:moveTo>
                    <a:pt x="0" y="0"/>
                  </a:moveTo>
                  <a:lnTo>
                    <a:pt x="30663" y="1643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319057" y="5402128"/>
              <a:ext cx="334316" cy="331496"/>
            </a:xfrm>
            <a:custGeom>
              <a:avLst/>
              <a:pathLst>
                <a:path w="334316" h="331496">
                  <a:moveTo>
                    <a:pt x="136495" y="0"/>
                  </a:moveTo>
                  <a:lnTo>
                    <a:pt x="131295" y="1055"/>
                  </a:lnTo>
                  <a:lnTo>
                    <a:pt x="126132" y="2276"/>
                  </a:lnTo>
                  <a:lnTo>
                    <a:pt x="121010" y="3659"/>
                  </a:lnTo>
                  <a:lnTo>
                    <a:pt x="115934" y="5205"/>
                  </a:lnTo>
                  <a:lnTo>
                    <a:pt x="110910" y="6911"/>
                  </a:lnTo>
                  <a:lnTo>
                    <a:pt x="105943" y="8775"/>
                  </a:lnTo>
                  <a:lnTo>
                    <a:pt x="101037" y="10796"/>
                  </a:lnTo>
                  <a:lnTo>
                    <a:pt x="96198" y="12972"/>
                  </a:lnTo>
                  <a:lnTo>
                    <a:pt x="91430" y="15300"/>
                  </a:lnTo>
                  <a:lnTo>
                    <a:pt x="86739" y="17778"/>
                  </a:lnTo>
                  <a:lnTo>
                    <a:pt x="82128" y="20404"/>
                  </a:lnTo>
                  <a:lnTo>
                    <a:pt x="77604" y="23175"/>
                  </a:lnTo>
                  <a:lnTo>
                    <a:pt x="73169" y="26088"/>
                  </a:lnTo>
                  <a:lnTo>
                    <a:pt x="68829" y="29140"/>
                  </a:lnTo>
                  <a:lnTo>
                    <a:pt x="64589" y="32329"/>
                  </a:lnTo>
                  <a:lnTo>
                    <a:pt x="60451" y="35650"/>
                  </a:lnTo>
                  <a:lnTo>
                    <a:pt x="56421" y="39102"/>
                  </a:lnTo>
                  <a:lnTo>
                    <a:pt x="52503" y="42679"/>
                  </a:lnTo>
                  <a:lnTo>
                    <a:pt x="48700" y="46379"/>
                  </a:lnTo>
                  <a:lnTo>
                    <a:pt x="45016" y="50198"/>
                  </a:lnTo>
                  <a:lnTo>
                    <a:pt x="41456" y="54131"/>
                  </a:lnTo>
                  <a:lnTo>
                    <a:pt x="38022" y="58176"/>
                  </a:lnTo>
                  <a:lnTo>
                    <a:pt x="34718" y="62327"/>
                  </a:lnTo>
                  <a:lnTo>
                    <a:pt x="31548" y="66582"/>
                  </a:lnTo>
                  <a:lnTo>
                    <a:pt x="28514" y="70935"/>
                  </a:lnTo>
                  <a:lnTo>
                    <a:pt x="25620" y="75382"/>
                  </a:lnTo>
                  <a:lnTo>
                    <a:pt x="22869" y="79918"/>
                  </a:lnTo>
                  <a:lnTo>
                    <a:pt x="20262" y="84540"/>
                  </a:lnTo>
                  <a:lnTo>
                    <a:pt x="17804" y="89242"/>
                  </a:lnTo>
                  <a:lnTo>
                    <a:pt x="15497" y="94019"/>
                  </a:lnTo>
                  <a:lnTo>
                    <a:pt x="13342" y="98868"/>
                  </a:lnTo>
                  <a:lnTo>
                    <a:pt x="11342" y="103782"/>
                  </a:lnTo>
                  <a:lnTo>
                    <a:pt x="9499" y="108757"/>
                  </a:lnTo>
                  <a:lnTo>
                    <a:pt x="7814" y="113789"/>
                  </a:lnTo>
                  <a:lnTo>
                    <a:pt x="6291" y="118871"/>
                  </a:lnTo>
                  <a:lnTo>
                    <a:pt x="4929" y="123999"/>
                  </a:lnTo>
                  <a:lnTo>
                    <a:pt x="3731" y="129168"/>
                  </a:lnTo>
                  <a:lnTo>
                    <a:pt x="2697" y="134372"/>
                  </a:lnTo>
                  <a:lnTo>
                    <a:pt x="1829" y="139606"/>
                  </a:lnTo>
                  <a:lnTo>
                    <a:pt x="1128" y="144865"/>
                  </a:lnTo>
                  <a:lnTo>
                    <a:pt x="594" y="150144"/>
                  </a:lnTo>
                  <a:lnTo>
                    <a:pt x="227" y="155437"/>
                  </a:lnTo>
                  <a:lnTo>
                    <a:pt x="29" y="160739"/>
                  </a:lnTo>
                  <a:lnTo>
                    <a:pt x="0" y="166045"/>
                  </a:lnTo>
                  <a:lnTo>
                    <a:pt x="138" y="171349"/>
                  </a:lnTo>
                  <a:lnTo>
                    <a:pt x="445" y="176646"/>
                  </a:lnTo>
                  <a:lnTo>
                    <a:pt x="920" y="181930"/>
                  </a:lnTo>
                  <a:lnTo>
                    <a:pt x="1562" y="187197"/>
                  </a:lnTo>
                  <a:lnTo>
                    <a:pt x="2371" y="192440"/>
                  </a:lnTo>
                  <a:lnTo>
                    <a:pt x="3346" y="197656"/>
                  </a:lnTo>
                  <a:lnTo>
                    <a:pt x="4486" y="202838"/>
                  </a:lnTo>
                  <a:lnTo>
                    <a:pt x="5790" y="207981"/>
                  </a:lnTo>
                  <a:lnTo>
                    <a:pt x="7257" y="213080"/>
                  </a:lnTo>
                  <a:lnTo>
                    <a:pt x="8884" y="218130"/>
                  </a:lnTo>
                  <a:lnTo>
                    <a:pt x="10671" y="223125"/>
                  </a:lnTo>
                  <a:lnTo>
                    <a:pt x="12616" y="228062"/>
                  </a:lnTo>
                  <a:lnTo>
                    <a:pt x="14716" y="232934"/>
                  </a:lnTo>
                  <a:lnTo>
                    <a:pt x="16970" y="237737"/>
                  </a:lnTo>
                  <a:lnTo>
                    <a:pt x="19375" y="242467"/>
                  </a:lnTo>
                  <a:lnTo>
                    <a:pt x="21930" y="247117"/>
                  </a:lnTo>
                  <a:lnTo>
                    <a:pt x="24630" y="251684"/>
                  </a:lnTo>
                  <a:lnTo>
                    <a:pt x="27474" y="256163"/>
                  </a:lnTo>
                  <a:lnTo>
                    <a:pt x="30459" y="260550"/>
                  </a:lnTo>
                  <a:lnTo>
                    <a:pt x="33581" y="264840"/>
                  </a:lnTo>
                  <a:lnTo>
                    <a:pt x="36838" y="269028"/>
                  </a:lnTo>
                  <a:lnTo>
                    <a:pt x="40226" y="273111"/>
                  </a:lnTo>
                  <a:lnTo>
                    <a:pt x="43742" y="277085"/>
                  </a:lnTo>
                  <a:lnTo>
                    <a:pt x="47383" y="280944"/>
                  </a:lnTo>
                  <a:lnTo>
                    <a:pt x="51144" y="284687"/>
                  </a:lnTo>
                  <a:lnTo>
                    <a:pt x="55022" y="288308"/>
                  </a:lnTo>
                  <a:lnTo>
                    <a:pt x="59013" y="291804"/>
                  </a:lnTo>
                  <a:lnTo>
                    <a:pt x="63112" y="295172"/>
                  </a:lnTo>
                  <a:lnTo>
                    <a:pt x="67317" y="298408"/>
                  </a:lnTo>
                  <a:lnTo>
                    <a:pt x="71622" y="301509"/>
                  </a:lnTo>
                  <a:lnTo>
                    <a:pt x="76024" y="304472"/>
                  </a:lnTo>
                  <a:lnTo>
                    <a:pt x="80517" y="307293"/>
                  </a:lnTo>
                  <a:lnTo>
                    <a:pt x="85098" y="309971"/>
                  </a:lnTo>
                  <a:lnTo>
                    <a:pt x="89761" y="312502"/>
                  </a:lnTo>
                  <a:lnTo>
                    <a:pt x="94502" y="314883"/>
                  </a:lnTo>
                  <a:lnTo>
                    <a:pt x="99317" y="317113"/>
                  </a:lnTo>
                  <a:lnTo>
                    <a:pt x="104199" y="319189"/>
                  </a:lnTo>
                  <a:lnTo>
                    <a:pt x="109145" y="321109"/>
                  </a:lnTo>
                  <a:lnTo>
                    <a:pt x="114150" y="322871"/>
                  </a:lnTo>
                  <a:lnTo>
                    <a:pt x="119208" y="324474"/>
                  </a:lnTo>
                  <a:lnTo>
                    <a:pt x="124314" y="325915"/>
                  </a:lnTo>
                  <a:lnTo>
                    <a:pt x="129464" y="327193"/>
                  </a:lnTo>
                  <a:lnTo>
                    <a:pt x="134651" y="328307"/>
                  </a:lnTo>
                  <a:lnTo>
                    <a:pt x="139871" y="329256"/>
                  </a:lnTo>
                  <a:lnTo>
                    <a:pt x="145119" y="330039"/>
                  </a:lnTo>
                  <a:lnTo>
                    <a:pt x="150389" y="330655"/>
                  </a:lnTo>
                  <a:lnTo>
                    <a:pt x="155676" y="331103"/>
                  </a:lnTo>
                  <a:lnTo>
                    <a:pt x="160974" y="331384"/>
                  </a:lnTo>
                  <a:lnTo>
                    <a:pt x="166279" y="331496"/>
                  </a:lnTo>
                  <a:lnTo>
                    <a:pt x="171584" y="331439"/>
                  </a:lnTo>
                  <a:lnTo>
                    <a:pt x="176885" y="331215"/>
                  </a:lnTo>
                  <a:lnTo>
                    <a:pt x="182176" y="330822"/>
                  </a:lnTo>
                  <a:lnTo>
                    <a:pt x="187452" y="330262"/>
                  </a:lnTo>
                  <a:lnTo>
                    <a:pt x="192708" y="329534"/>
                  </a:lnTo>
                  <a:lnTo>
                    <a:pt x="197938" y="328640"/>
                  </a:lnTo>
                  <a:lnTo>
                    <a:pt x="203137" y="327580"/>
                  </a:lnTo>
                  <a:lnTo>
                    <a:pt x="208299" y="326356"/>
                  </a:lnTo>
                  <a:lnTo>
                    <a:pt x="213420" y="324969"/>
                  </a:lnTo>
                  <a:lnTo>
                    <a:pt x="218495" y="323420"/>
                  </a:lnTo>
                  <a:lnTo>
                    <a:pt x="223518" y="321711"/>
                  </a:lnTo>
                  <a:lnTo>
                    <a:pt x="228484" y="319843"/>
                  </a:lnTo>
                  <a:lnTo>
                    <a:pt x="233388" y="317819"/>
                  </a:lnTo>
                  <a:lnTo>
                    <a:pt x="238226" y="315639"/>
                  </a:lnTo>
                  <a:lnTo>
                    <a:pt x="242992" y="313308"/>
                  </a:lnTo>
                  <a:lnTo>
                    <a:pt x="247681" y="310826"/>
                  </a:lnTo>
                  <a:lnTo>
                    <a:pt x="252290" y="308197"/>
                  </a:lnTo>
                  <a:lnTo>
                    <a:pt x="256813" y="305423"/>
                  </a:lnTo>
                  <a:lnTo>
                    <a:pt x="261245" y="302507"/>
                  </a:lnTo>
                  <a:lnTo>
                    <a:pt x="265583" y="299451"/>
                  </a:lnTo>
                  <a:lnTo>
                    <a:pt x="269821" y="296260"/>
                  </a:lnTo>
                  <a:lnTo>
                    <a:pt x="273956" y="292935"/>
                  </a:lnTo>
                  <a:lnTo>
                    <a:pt x="277984" y="289481"/>
                  </a:lnTo>
                  <a:lnTo>
                    <a:pt x="281900" y="285901"/>
                  </a:lnTo>
                  <a:lnTo>
                    <a:pt x="285700" y="282198"/>
                  </a:lnTo>
                  <a:lnTo>
                    <a:pt x="289381" y="278377"/>
                  </a:lnTo>
                  <a:lnTo>
                    <a:pt x="292938" y="274441"/>
                  </a:lnTo>
                  <a:lnTo>
                    <a:pt x="296369" y="270394"/>
                  </a:lnTo>
                  <a:lnTo>
                    <a:pt x="299670" y="266240"/>
                  </a:lnTo>
                  <a:lnTo>
                    <a:pt x="302838" y="261983"/>
                  </a:lnTo>
                  <a:lnTo>
                    <a:pt x="305868" y="257628"/>
                  </a:lnTo>
                  <a:lnTo>
                    <a:pt x="308759" y="253179"/>
                  </a:lnTo>
                  <a:lnTo>
                    <a:pt x="311508" y="248641"/>
                  </a:lnTo>
                  <a:lnTo>
                    <a:pt x="314110" y="244017"/>
                  </a:lnTo>
                  <a:lnTo>
                    <a:pt x="316565" y="239314"/>
                  </a:lnTo>
                  <a:lnTo>
                    <a:pt x="318870" y="234535"/>
                  </a:lnTo>
                  <a:lnTo>
                    <a:pt x="321021" y="229685"/>
                  </a:lnTo>
                  <a:lnTo>
                    <a:pt x="323018" y="224769"/>
                  </a:lnTo>
                  <a:lnTo>
                    <a:pt x="324857" y="219792"/>
                  </a:lnTo>
                  <a:lnTo>
                    <a:pt x="326538" y="214760"/>
                  </a:lnTo>
                  <a:lnTo>
                    <a:pt x="328058" y="209676"/>
                  </a:lnTo>
                  <a:lnTo>
                    <a:pt x="329416" y="204547"/>
                  </a:lnTo>
                  <a:lnTo>
                    <a:pt x="330610" y="199378"/>
                  </a:lnTo>
                  <a:lnTo>
                    <a:pt x="331640" y="194173"/>
                  </a:lnTo>
                  <a:lnTo>
                    <a:pt x="332505" y="188938"/>
                  </a:lnTo>
                  <a:lnTo>
                    <a:pt x="333202" y="183678"/>
                  </a:lnTo>
                  <a:lnTo>
                    <a:pt x="333733" y="178399"/>
                  </a:lnTo>
                  <a:lnTo>
                    <a:pt x="334095" y="173106"/>
                  </a:lnTo>
                  <a:lnTo>
                    <a:pt x="334290" y="167804"/>
                  </a:lnTo>
                  <a:lnTo>
                    <a:pt x="334316" y="162498"/>
                  </a:lnTo>
                  <a:lnTo>
                    <a:pt x="334173" y="157194"/>
                  </a:lnTo>
                  <a:lnTo>
                    <a:pt x="333863" y="151898"/>
                  </a:lnTo>
                  <a:lnTo>
                    <a:pt x="333384" y="146613"/>
                  </a:lnTo>
                  <a:lnTo>
                    <a:pt x="332738" y="141347"/>
                  </a:lnTo>
                  <a:lnTo>
                    <a:pt x="331925" y="136104"/>
                  </a:lnTo>
                  <a:lnTo>
                    <a:pt x="330947" y="130889"/>
                  </a:lnTo>
                  <a:lnTo>
                    <a:pt x="329803" y="125708"/>
                  </a:lnTo>
                  <a:lnTo>
                    <a:pt x="328495" y="120566"/>
                  </a:lnTo>
                  <a:lnTo>
                    <a:pt x="327025" y="115468"/>
                  </a:lnTo>
                  <a:lnTo>
                    <a:pt x="325394" y="110420"/>
                  </a:lnTo>
                  <a:lnTo>
                    <a:pt x="323603" y="105425"/>
                  </a:lnTo>
                  <a:lnTo>
                    <a:pt x="321655" y="100490"/>
                  </a:lnTo>
                  <a:lnTo>
                    <a:pt x="319551" y="95619"/>
                  </a:lnTo>
                  <a:lnTo>
                    <a:pt x="317294" y="90818"/>
                  </a:lnTo>
                  <a:lnTo>
                    <a:pt x="314885" y="86090"/>
                  </a:lnTo>
                  <a:lnTo>
                    <a:pt x="312328" y="81441"/>
                  </a:lnTo>
                  <a:lnTo>
                    <a:pt x="309624" y="76876"/>
                  </a:lnTo>
                  <a:lnTo>
                    <a:pt x="306777" y="72399"/>
                  </a:lnTo>
                  <a:lnTo>
                    <a:pt x="303789" y="68014"/>
                  </a:lnTo>
                  <a:lnTo>
                    <a:pt x="300664" y="63727"/>
                  </a:lnTo>
                  <a:lnTo>
                    <a:pt x="297404" y="59541"/>
                  </a:lnTo>
                  <a:lnTo>
                    <a:pt x="294013" y="55460"/>
                  </a:lnTo>
                  <a:lnTo>
                    <a:pt x="290494" y="51489"/>
                  </a:lnTo>
                  <a:lnTo>
                    <a:pt x="286851" y="47632"/>
                  </a:lnTo>
                  <a:lnTo>
                    <a:pt x="283087" y="43892"/>
                  </a:lnTo>
                  <a:lnTo>
                    <a:pt x="279207" y="40274"/>
                  </a:lnTo>
                  <a:lnTo>
                    <a:pt x="275213" y="36781"/>
                  </a:lnTo>
                  <a:lnTo>
                    <a:pt x="271111" y="33416"/>
                  </a:lnTo>
                  <a:lnTo>
                    <a:pt x="266904" y="30183"/>
                  </a:lnTo>
                  <a:lnTo>
                    <a:pt x="262597" y="27085"/>
                  </a:lnTo>
                  <a:lnTo>
                    <a:pt x="258193" y="24125"/>
                  </a:lnTo>
                  <a:lnTo>
                    <a:pt x="253698" y="21307"/>
                  </a:lnTo>
                  <a:lnTo>
                    <a:pt x="249115" y="18632"/>
                  </a:lnTo>
                  <a:lnTo>
                    <a:pt x="244450" y="16105"/>
                  </a:lnTo>
                  <a:lnTo>
                    <a:pt x="239707" y="13727"/>
                  </a:lnTo>
                  <a:lnTo>
                    <a:pt x="234891" y="11500"/>
                  </a:lnTo>
                  <a:lnTo>
                    <a:pt x="230007" y="9428"/>
                  </a:lnTo>
                  <a:lnTo>
                    <a:pt x="225060" y="7511"/>
                  </a:lnTo>
                  <a:lnTo>
                    <a:pt x="220054" y="5753"/>
                  </a:lnTo>
                  <a:lnTo>
                    <a:pt x="214995" y="4154"/>
                  </a:lnTo>
                  <a:lnTo>
                    <a:pt x="209887" y="2716"/>
                  </a:lnTo>
                  <a:lnTo>
                    <a:pt x="204737" y="1442"/>
                  </a:lnTo>
                  <a:lnTo>
                    <a:pt x="199549" y="331"/>
                  </a:lnTo>
                  <a:lnTo>
                    <a:pt x="167158" y="164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86215" y="5399291"/>
              <a:ext cx="32390" cy="167167"/>
            </a:xfrm>
            <a:custGeom>
              <a:avLst/>
              <a:pathLst>
                <a:path w="32390" h="167167">
                  <a:moveTo>
                    <a:pt x="32390" y="3168"/>
                  </a:moveTo>
                  <a:lnTo>
                    <a:pt x="25971" y="2029"/>
                  </a:lnTo>
                  <a:lnTo>
                    <a:pt x="19513" y="1142"/>
                  </a:lnTo>
                  <a:lnTo>
                    <a:pt x="13025" y="508"/>
                  </a:lnTo>
                  <a:lnTo>
                    <a:pt x="6517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856377" y="5399291"/>
              <a:ext cx="167166" cy="298410"/>
            </a:xfrm>
            <a:custGeom>
              <a:avLst/>
              <a:pathLst>
                <a:path w="167166" h="298410">
                  <a:moveTo>
                    <a:pt x="167166" y="0"/>
                  </a:moveTo>
                  <a:lnTo>
                    <a:pt x="161797" y="86"/>
                  </a:lnTo>
                  <a:lnTo>
                    <a:pt x="156433" y="344"/>
                  </a:lnTo>
                  <a:lnTo>
                    <a:pt x="151080" y="775"/>
                  </a:lnTo>
                  <a:lnTo>
                    <a:pt x="145744" y="1378"/>
                  </a:lnTo>
                  <a:lnTo>
                    <a:pt x="140430" y="2151"/>
                  </a:lnTo>
                  <a:lnTo>
                    <a:pt x="135143" y="3095"/>
                  </a:lnTo>
                  <a:lnTo>
                    <a:pt x="129890" y="4209"/>
                  </a:lnTo>
                  <a:lnTo>
                    <a:pt x="124675" y="5490"/>
                  </a:lnTo>
                  <a:lnTo>
                    <a:pt x="119504" y="6938"/>
                  </a:lnTo>
                  <a:lnTo>
                    <a:pt x="114382" y="8552"/>
                  </a:lnTo>
                  <a:lnTo>
                    <a:pt x="109314" y="10329"/>
                  </a:lnTo>
                  <a:lnTo>
                    <a:pt x="104307" y="12268"/>
                  </a:lnTo>
                  <a:lnTo>
                    <a:pt x="99364" y="14367"/>
                  </a:lnTo>
                  <a:lnTo>
                    <a:pt x="94491" y="16624"/>
                  </a:lnTo>
                  <a:lnTo>
                    <a:pt x="89693" y="19036"/>
                  </a:lnTo>
                  <a:lnTo>
                    <a:pt x="84975" y="21601"/>
                  </a:lnTo>
                  <a:lnTo>
                    <a:pt x="80342" y="24316"/>
                  </a:lnTo>
                  <a:lnTo>
                    <a:pt x="75798" y="27178"/>
                  </a:lnTo>
                  <a:lnTo>
                    <a:pt x="71349" y="30185"/>
                  </a:lnTo>
                  <a:lnTo>
                    <a:pt x="66998" y="33333"/>
                  </a:lnTo>
                  <a:lnTo>
                    <a:pt x="62751" y="36620"/>
                  </a:lnTo>
                  <a:lnTo>
                    <a:pt x="58612" y="40041"/>
                  </a:lnTo>
                  <a:lnTo>
                    <a:pt x="54585" y="43593"/>
                  </a:lnTo>
                  <a:lnTo>
                    <a:pt x="50674" y="47273"/>
                  </a:lnTo>
                  <a:lnTo>
                    <a:pt x="46883" y="51077"/>
                  </a:lnTo>
                  <a:lnTo>
                    <a:pt x="43216" y="55000"/>
                  </a:lnTo>
                  <a:lnTo>
                    <a:pt x="39677" y="59039"/>
                  </a:lnTo>
                  <a:lnTo>
                    <a:pt x="36270" y="63190"/>
                  </a:lnTo>
                  <a:lnTo>
                    <a:pt x="32998" y="67448"/>
                  </a:lnTo>
                  <a:lnTo>
                    <a:pt x="29864" y="71809"/>
                  </a:lnTo>
                  <a:lnTo>
                    <a:pt x="26872" y="76268"/>
                  </a:lnTo>
                  <a:lnTo>
                    <a:pt x="24025" y="80821"/>
                  </a:lnTo>
                  <a:lnTo>
                    <a:pt x="21325" y="85464"/>
                  </a:lnTo>
                  <a:lnTo>
                    <a:pt x="18776" y="90190"/>
                  </a:lnTo>
                  <a:lnTo>
                    <a:pt x="16380" y="94996"/>
                  </a:lnTo>
                  <a:lnTo>
                    <a:pt x="14140" y="99877"/>
                  </a:lnTo>
                  <a:lnTo>
                    <a:pt x="12058" y="104826"/>
                  </a:lnTo>
                  <a:lnTo>
                    <a:pt x="10135" y="109841"/>
                  </a:lnTo>
                  <a:lnTo>
                    <a:pt x="8375" y="114914"/>
                  </a:lnTo>
                  <a:lnTo>
                    <a:pt x="6779" y="120041"/>
                  </a:lnTo>
                  <a:lnTo>
                    <a:pt x="5348" y="125217"/>
                  </a:lnTo>
                  <a:lnTo>
                    <a:pt x="4084" y="130437"/>
                  </a:lnTo>
                  <a:lnTo>
                    <a:pt x="2988" y="135694"/>
                  </a:lnTo>
                  <a:lnTo>
                    <a:pt x="2062" y="140983"/>
                  </a:lnTo>
                  <a:lnTo>
                    <a:pt x="1306" y="146300"/>
                  </a:lnTo>
                  <a:lnTo>
                    <a:pt x="721" y="151638"/>
                  </a:lnTo>
                  <a:lnTo>
                    <a:pt x="308" y="156992"/>
                  </a:lnTo>
                  <a:lnTo>
                    <a:pt x="68" y="162357"/>
                  </a:lnTo>
                  <a:lnTo>
                    <a:pt x="0" y="167727"/>
                  </a:lnTo>
                  <a:lnTo>
                    <a:pt x="104" y="173096"/>
                  </a:lnTo>
                  <a:lnTo>
                    <a:pt x="380" y="178459"/>
                  </a:lnTo>
                  <a:lnTo>
                    <a:pt x="829" y="183810"/>
                  </a:lnTo>
                  <a:lnTo>
                    <a:pt x="1450" y="189144"/>
                  </a:lnTo>
                  <a:lnTo>
                    <a:pt x="2241" y="194456"/>
                  </a:lnTo>
                  <a:lnTo>
                    <a:pt x="3203" y="199739"/>
                  </a:lnTo>
                  <a:lnTo>
                    <a:pt x="4333" y="204989"/>
                  </a:lnTo>
                  <a:lnTo>
                    <a:pt x="5632" y="210199"/>
                  </a:lnTo>
                  <a:lnTo>
                    <a:pt x="7098" y="215365"/>
                  </a:lnTo>
                  <a:lnTo>
                    <a:pt x="8728" y="220482"/>
                  </a:lnTo>
                  <a:lnTo>
                    <a:pt x="10523" y="225543"/>
                  </a:lnTo>
                  <a:lnTo>
                    <a:pt x="12479" y="230545"/>
                  </a:lnTo>
                  <a:lnTo>
                    <a:pt x="14594" y="235481"/>
                  </a:lnTo>
                  <a:lnTo>
                    <a:pt x="16867" y="240346"/>
                  </a:lnTo>
                  <a:lnTo>
                    <a:pt x="19295" y="245136"/>
                  </a:lnTo>
                  <a:lnTo>
                    <a:pt x="21876" y="249845"/>
                  </a:lnTo>
                  <a:lnTo>
                    <a:pt x="24606" y="254469"/>
                  </a:lnTo>
                  <a:lnTo>
                    <a:pt x="27484" y="259003"/>
                  </a:lnTo>
                  <a:lnTo>
                    <a:pt x="30506" y="263442"/>
                  </a:lnTo>
                  <a:lnTo>
                    <a:pt x="33669" y="267782"/>
                  </a:lnTo>
                  <a:lnTo>
                    <a:pt x="36969" y="272018"/>
                  </a:lnTo>
                  <a:lnTo>
                    <a:pt x="40404" y="276146"/>
                  </a:lnTo>
                  <a:lnTo>
                    <a:pt x="43970" y="280161"/>
                  </a:lnTo>
                  <a:lnTo>
                    <a:pt x="47663" y="284060"/>
                  </a:lnTo>
                  <a:lnTo>
                    <a:pt x="51479" y="287838"/>
                  </a:lnTo>
                  <a:lnTo>
                    <a:pt x="55415" y="291492"/>
                  </a:lnTo>
                  <a:lnTo>
                    <a:pt x="59466" y="295017"/>
                  </a:lnTo>
                  <a:lnTo>
                    <a:pt x="63628" y="29841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920006" y="5566459"/>
              <a:ext cx="103538" cy="131243"/>
            </a:xfrm>
            <a:custGeom>
              <a:avLst/>
              <a:pathLst>
                <a:path w="103538" h="131243">
                  <a:moveTo>
                    <a:pt x="0" y="131243"/>
                  </a:moveTo>
                  <a:lnTo>
                    <a:pt x="1035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920006" y="5566459"/>
              <a:ext cx="103538" cy="131243"/>
            </a:xfrm>
            <a:custGeom>
              <a:avLst/>
              <a:pathLst>
                <a:path w="103538" h="131243">
                  <a:moveTo>
                    <a:pt x="0" y="131243"/>
                  </a:moveTo>
                  <a:lnTo>
                    <a:pt x="1035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920006" y="5566459"/>
              <a:ext cx="103538" cy="131243"/>
            </a:xfrm>
            <a:custGeom>
              <a:avLst/>
              <a:pathLst>
                <a:path w="103538" h="131243">
                  <a:moveTo>
                    <a:pt x="0" y="131243"/>
                  </a:moveTo>
                  <a:lnTo>
                    <a:pt x="1035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920006" y="5566459"/>
              <a:ext cx="103538" cy="131243"/>
            </a:xfrm>
            <a:custGeom>
              <a:avLst/>
              <a:pathLst>
                <a:path w="103538" h="131243">
                  <a:moveTo>
                    <a:pt x="0" y="131243"/>
                  </a:moveTo>
                  <a:lnTo>
                    <a:pt x="10353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920006" y="5566459"/>
              <a:ext cx="103538" cy="131243"/>
            </a:xfrm>
            <a:custGeom>
              <a:avLst/>
              <a:pathLst>
                <a:path w="103538" h="131243">
                  <a:moveTo>
                    <a:pt x="0" y="131243"/>
                  </a:moveTo>
                  <a:lnTo>
                    <a:pt x="10353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20006" y="5566459"/>
              <a:ext cx="157404" cy="167166"/>
            </a:xfrm>
            <a:custGeom>
              <a:avLst/>
              <a:pathLst>
                <a:path w="157404" h="167166">
                  <a:moveTo>
                    <a:pt x="0" y="131243"/>
                  </a:moveTo>
                  <a:lnTo>
                    <a:pt x="4413" y="134607"/>
                  </a:lnTo>
                  <a:lnTo>
                    <a:pt x="8936" y="137824"/>
                  </a:lnTo>
                  <a:lnTo>
                    <a:pt x="13563" y="140888"/>
                  </a:lnTo>
                  <a:lnTo>
                    <a:pt x="18290" y="143797"/>
                  </a:lnTo>
                  <a:lnTo>
                    <a:pt x="23110" y="146548"/>
                  </a:lnTo>
                  <a:lnTo>
                    <a:pt x="28019" y="149137"/>
                  </a:lnTo>
                  <a:lnTo>
                    <a:pt x="33011" y="151561"/>
                  </a:lnTo>
                  <a:lnTo>
                    <a:pt x="38081" y="153819"/>
                  </a:lnTo>
                  <a:lnTo>
                    <a:pt x="43223" y="155907"/>
                  </a:lnTo>
                  <a:lnTo>
                    <a:pt x="48431" y="157823"/>
                  </a:lnTo>
                  <a:lnTo>
                    <a:pt x="53701" y="159565"/>
                  </a:lnTo>
                  <a:lnTo>
                    <a:pt x="59025" y="161132"/>
                  </a:lnTo>
                  <a:lnTo>
                    <a:pt x="64398" y="162520"/>
                  </a:lnTo>
                  <a:lnTo>
                    <a:pt x="69815" y="163730"/>
                  </a:lnTo>
                  <a:lnTo>
                    <a:pt x="75268" y="164759"/>
                  </a:lnTo>
                  <a:lnTo>
                    <a:pt x="80753" y="165607"/>
                  </a:lnTo>
                  <a:lnTo>
                    <a:pt x="86263" y="166272"/>
                  </a:lnTo>
                  <a:lnTo>
                    <a:pt x="91792" y="166754"/>
                  </a:lnTo>
                  <a:lnTo>
                    <a:pt x="97334" y="167052"/>
                  </a:lnTo>
                  <a:lnTo>
                    <a:pt x="102882" y="167166"/>
                  </a:lnTo>
                  <a:lnTo>
                    <a:pt x="108432" y="167095"/>
                  </a:lnTo>
                  <a:lnTo>
                    <a:pt x="113976" y="166841"/>
                  </a:lnTo>
                  <a:lnTo>
                    <a:pt x="119508" y="166402"/>
                  </a:lnTo>
                  <a:lnTo>
                    <a:pt x="125023" y="165780"/>
                  </a:lnTo>
                  <a:lnTo>
                    <a:pt x="130514" y="164976"/>
                  </a:lnTo>
                  <a:lnTo>
                    <a:pt x="135976" y="163990"/>
                  </a:lnTo>
                  <a:lnTo>
                    <a:pt x="141401" y="162822"/>
                  </a:lnTo>
                  <a:lnTo>
                    <a:pt x="146785" y="161476"/>
                  </a:lnTo>
                  <a:lnTo>
                    <a:pt x="152122" y="159951"/>
                  </a:lnTo>
                  <a:lnTo>
                    <a:pt x="157404" y="158250"/>
                  </a:lnTo>
                  <a:lnTo>
                    <a:pt x="10353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023544" y="5399291"/>
              <a:ext cx="167165" cy="325418"/>
            </a:xfrm>
            <a:custGeom>
              <a:avLst/>
              <a:pathLst>
                <a:path w="167165" h="325418">
                  <a:moveTo>
                    <a:pt x="53866" y="325418"/>
                  </a:moveTo>
                  <a:lnTo>
                    <a:pt x="58898" y="323615"/>
                  </a:lnTo>
                  <a:lnTo>
                    <a:pt x="63868" y="321652"/>
                  </a:lnTo>
                  <a:lnTo>
                    <a:pt x="68774" y="319532"/>
                  </a:lnTo>
                  <a:lnTo>
                    <a:pt x="73610" y="317255"/>
                  </a:lnTo>
                  <a:lnTo>
                    <a:pt x="78370" y="314826"/>
                  </a:lnTo>
                  <a:lnTo>
                    <a:pt x="83050" y="312245"/>
                  </a:lnTo>
                  <a:lnTo>
                    <a:pt x="87645" y="309516"/>
                  </a:lnTo>
                  <a:lnTo>
                    <a:pt x="92150" y="306642"/>
                  </a:lnTo>
                  <a:lnTo>
                    <a:pt x="96562" y="303625"/>
                  </a:lnTo>
                  <a:lnTo>
                    <a:pt x="100874" y="300468"/>
                  </a:lnTo>
                  <a:lnTo>
                    <a:pt x="105084" y="297175"/>
                  </a:lnTo>
                  <a:lnTo>
                    <a:pt x="109186" y="293750"/>
                  </a:lnTo>
                  <a:lnTo>
                    <a:pt x="113177" y="290195"/>
                  </a:lnTo>
                  <a:lnTo>
                    <a:pt x="117052" y="286514"/>
                  </a:lnTo>
                  <a:lnTo>
                    <a:pt x="120807" y="282711"/>
                  </a:lnTo>
                  <a:lnTo>
                    <a:pt x="124439" y="278791"/>
                  </a:lnTo>
                  <a:lnTo>
                    <a:pt x="127943" y="274756"/>
                  </a:lnTo>
                  <a:lnTo>
                    <a:pt x="131317" y="270611"/>
                  </a:lnTo>
                  <a:lnTo>
                    <a:pt x="134557" y="266360"/>
                  </a:lnTo>
                  <a:lnTo>
                    <a:pt x="137659" y="262008"/>
                  </a:lnTo>
                  <a:lnTo>
                    <a:pt x="140620" y="257559"/>
                  </a:lnTo>
                  <a:lnTo>
                    <a:pt x="143438" y="253018"/>
                  </a:lnTo>
                  <a:lnTo>
                    <a:pt x="146109" y="248389"/>
                  </a:lnTo>
                  <a:lnTo>
                    <a:pt x="148631" y="243677"/>
                  </a:lnTo>
                  <a:lnTo>
                    <a:pt x="151000" y="238887"/>
                  </a:lnTo>
                  <a:lnTo>
                    <a:pt x="153216" y="234023"/>
                  </a:lnTo>
                  <a:lnTo>
                    <a:pt x="155275" y="229091"/>
                  </a:lnTo>
                  <a:lnTo>
                    <a:pt x="157175" y="224096"/>
                  </a:lnTo>
                  <a:lnTo>
                    <a:pt x="158914" y="219043"/>
                  </a:lnTo>
                  <a:lnTo>
                    <a:pt x="160491" y="213936"/>
                  </a:lnTo>
                  <a:lnTo>
                    <a:pt x="161904" y="208782"/>
                  </a:lnTo>
                  <a:lnTo>
                    <a:pt x="163152" y="203585"/>
                  </a:lnTo>
                  <a:lnTo>
                    <a:pt x="164233" y="198351"/>
                  </a:lnTo>
                  <a:lnTo>
                    <a:pt x="165145" y="193085"/>
                  </a:lnTo>
                  <a:lnTo>
                    <a:pt x="165890" y="187793"/>
                  </a:lnTo>
                  <a:lnTo>
                    <a:pt x="166464" y="182480"/>
                  </a:lnTo>
                  <a:lnTo>
                    <a:pt x="166869" y="177151"/>
                  </a:lnTo>
                  <a:lnTo>
                    <a:pt x="167102" y="171811"/>
                  </a:lnTo>
                  <a:lnTo>
                    <a:pt x="167165" y="166467"/>
                  </a:lnTo>
                  <a:lnTo>
                    <a:pt x="167058" y="161124"/>
                  </a:lnTo>
                  <a:lnTo>
                    <a:pt x="166779" y="155787"/>
                  </a:lnTo>
                  <a:lnTo>
                    <a:pt x="166330" y="150461"/>
                  </a:lnTo>
                  <a:lnTo>
                    <a:pt x="165711" y="145153"/>
                  </a:lnTo>
                  <a:lnTo>
                    <a:pt x="164923" y="139867"/>
                  </a:lnTo>
                  <a:lnTo>
                    <a:pt x="163966" y="134609"/>
                  </a:lnTo>
                  <a:lnTo>
                    <a:pt x="162841" y="129384"/>
                  </a:lnTo>
                  <a:lnTo>
                    <a:pt x="161550" y="124198"/>
                  </a:lnTo>
                  <a:lnTo>
                    <a:pt x="160094" y="119056"/>
                  </a:lnTo>
                  <a:lnTo>
                    <a:pt x="158474" y="113963"/>
                  </a:lnTo>
                  <a:lnTo>
                    <a:pt x="156693" y="108924"/>
                  </a:lnTo>
                  <a:lnTo>
                    <a:pt x="154751" y="103945"/>
                  </a:lnTo>
                  <a:lnTo>
                    <a:pt x="152651" y="99031"/>
                  </a:lnTo>
                  <a:lnTo>
                    <a:pt x="150395" y="94186"/>
                  </a:lnTo>
                  <a:lnTo>
                    <a:pt x="147985" y="89415"/>
                  </a:lnTo>
                  <a:lnTo>
                    <a:pt x="145424" y="84725"/>
                  </a:lnTo>
                  <a:lnTo>
                    <a:pt x="142714" y="80118"/>
                  </a:lnTo>
                  <a:lnTo>
                    <a:pt x="139859" y="75601"/>
                  </a:lnTo>
                  <a:lnTo>
                    <a:pt x="136860" y="71177"/>
                  </a:lnTo>
                  <a:lnTo>
                    <a:pt x="133722" y="66851"/>
                  </a:lnTo>
                  <a:lnTo>
                    <a:pt x="130447" y="62627"/>
                  </a:lnTo>
                  <a:lnTo>
                    <a:pt x="127038" y="58511"/>
                  </a:lnTo>
                  <a:lnTo>
                    <a:pt x="123500" y="54506"/>
                  </a:lnTo>
                  <a:lnTo>
                    <a:pt x="119836" y="50615"/>
                  </a:lnTo>
                  <a:lnTo>
                    <a:pt x="116049" y="46844"/>
                  </a:lnTo>
                  <a:lnTo>
                    <a:pt x="112143" y="43196"/>
                  </a:lnTo>
                  <a:lnTo>
                    <a:pt x="108123" y="39675"/>
                  </a:lnTo>
                  <a:lnTo>
                    <a:pt x="103992" y="36283"/>
                  </a:lnTo>
                  <a:lnTo>
                    <a:pt x="99755" y="33026"/>
                  </a:lnTo>
                  <a:lnTo>
                    <a:pt x="95416" y="29906"/>
                  </a:lnTo>
                  <a:lnTo>
                    <a:pt x="90980" y="26926"/>
                  </a:lnTo>
                  <a:lnTo>
                    <a:pt x="86450" y="24089"/>
                  </a:lnTo>
                  <a:lnTo>
                    <a:pt x="81832" y="21399"/>
                  </a:lnTo>
                  <a:lnTo>
                    <a:pt x="77131" y="18857"/>
                  </a:lnTo>
                  <a:lnTo>
                    <a:pt x="72351" y="16468"/>
                  </a:lnTo>
                  <a:lnTo>
                    <a:pt x="67496" y="14232"/>
                  </a:lnTo>
                  <a:lnTo>
                    <a:pt x="62573" y="12152"/>
                  </a:lnTo>
                  <a:lnTo>
                    <a:pt x="57586" y="10231"/>
                  </a:lnTo>
                  <a:lnTo>
                    <a:pt x="52540" y="8471"/>
                  </a:lnTo>
                  <a:lnTo>
                    <a:pt x="47440" y="6872"/>
                  </a:lnTo>
                  <a:lnTo>
                    <a:pt x="42292" y="5438"/>
                  </a:lnTo>
                  <a:lnTo>
                    <a:pt x="37100" y="4169"/>
                  </a:lnTo>
                  <a:lnTo>
                    <a:pt x="31871" y="3066"/>
                  </a:lnTo>
                  <a:lnTo>
                    <a:pt x="26609" y="2131"/>
                  </a:lnTo>
                  <a:lnTo>
                    <a:pt x="21320" y="1365"/>
                  </a:lnTo>
                  <a:lnTo>
                    <a:pt x="16009" y="768"/>
                  </a:lnTo>
                  <a:lnTo>
                    <a:pt x="10681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433107" y="5269756"/>
              <a:ext cx="112151" cy="167167"/>
            </a:xfrm>
            <a:custGeom>
              <a:avLst/>
              <a:pathLst>
                <a:path w="112151" h="167167">
                  <a:moveTo>
                    <a:pt x="112151" y="0"/>
                  </a:moveTo>
                  <a:lnTo>
                    <a:pt x="106564" y="93"/>
                  </a:lnTo>
                  <a:lnTo>
                    <a:pt x="100983" y="373"/>
                  </a:lnTo>
                  <a:lnTo>
                    <a:pt x="95415" y="839"/>
                  </a:lnTo>
                  <a:lnTo>
                    <a:pt x="89865" y="1492"/>
                  </a:lnTo>
                  <a:lnTo>
                    <a:pt x="84341" y="2329"/>
                  </a:lnTo>
                  <a:lnTo>
                    <a:pt x="78847" y="3351"/>
                  </a:lnTo>
                  <a:lnTo>
                    <a:pt x="73391" y="4555"/>
                  </a:lnTo>
                  <a:lnTo>
                    <a:pt x="67977" y="5941"/>
                  </a:lnTo>
                  <a:lnTo>
                    <a:pt x="62614" y="7508"/>
                  </a:lnTo>
                  <a:lnTo>
                    <a:pt x="57305" y="9253"/>
                  </a:lnTo>
                  <a:lnTo>
                    <a:pt x="52058" y="11174"/>
                  </a:lnTo>
                  <a:lnTo>
                    <a:pt x="46878" y="13269"/>
                  </a:lnTo>
                  <a:lnTo>
                    <a:pt x="41771" y="15537"/>
                  </a:lnTo>
                  <a:lnTo>
                    <a:pt x="36743" y="17974"/>
                  </a:lnTo>
                  <a:lnTo>
                    <a:pt x="31799" y="20577"/>
                  </a:lnTo>
                  <a:lnTo>
                    <a:pt x="26944" y="23345"/>
                  </a:lnTo>
                  <a:lnTo>
                    <a:pt x="22185" y="26273"/>
                  </a:lnTo>
                  <a:lnTo>
                    <a:pt x="17527" y="29358"/>
                  </a:lnTo>
                  <a:lnTo>
                    <a:pt x="12974" y="32598"/>
                  </a:lnTo>
                  <a:lnTo>
                    <a:pt x="8532" y="35988"/>
                  </a:lnTo>
                  <a:lnTo>
                    <a:pt x="4205" y="39524"/>
                  </a:lnTo>
                  <a:lnTo>
                    <a:pt x="0" y="43203"/>
                  </a:lnTo>
                  <a:lnTo>
                    <a:pt x="1121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433107" y="5312959"/>
              <a:ext cx="112151" cy="123963"/>
            </a:xfrm>
            <a:custGeom>
              <a:avLst/>
              <a:pathLst>
                <a:path w="112151" h="123963">
                  <a:moveTo>
                    <a:pt x="0" y="0"/>
                  </a:moveTo>
                  <a:lnTo>
                    <a:pt x="112151" y="123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433107" y="5312959"/>
              <a:ext cx="112151" cy="123963"/>
            </a:xfrm>
            <a:custGeom>
              <a:avLst/>
              <a:pathLst>
                <a:path w="112151" h="123963">
                  <a:moveTo>
                    <a:pt x="0" y="0"/>
                  </a:moveTo>
                  <a:lnTo>
                    <a:pt x="112151" y="123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433107" y="5312959"/>
              <a:ext cx="112151" cy="123963"/>
            </a:xfrm>
            <a:custGeom>
              <a:avLst/>
              <a:pathLst>
                <a:path w="112151" h="123963">
                  <a:moveTo>
                    <a:pt x="0" y="0"/>
                  </a:moveTo>
                  <a:lnTo>
                    <a:pt x="112151" y="1239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433107" y="5312959"/>
              <a:ext cx="112151" cy="123963"/>
            </a:xfrm>
            <a:custGeom>
              <a:avLst/>
              <a:pathLst>
                <a:path w="112151" h="123963">
                  <a:moveTo>
                    <a:pt x="0" y="0"/>
                  </a:moveTo>
                  <a:lnTo>
                    <a:pt x="112151" y="1239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398199" y="5312959"/>
              <a:ext cx="147059" cy="123963"/>
            </a:xfrm>
            <a:custGeom>
              <a:avLst/>
              <a:pathLst>
                <a:path w="147059" h="123963">
                  <a:moveTo>
                    <a:pt x="34908" y="0"/>
                  </a:moveTo>
                  <a:lnTo>
                    <a:pt x="30308" y="4322"/>
                  </a:lnTo>
                  <a:lnTo>
                    <a:pt x="25874" y="8815"/>
                  </a:lnTo>
                  <a:lnTo>
                    <a:pt x="21614" y="13472"/>
                  </a:lnTo>
                  <a:lnTo>
                    <a:pt x="17532" y="18286"/>
                  </a:lnTo>
                  <a:lnTo>
                    <a:pt x="13635" y="23252"/>
                  </a:lnTo>
                  <a:lnTo>
                    <a:pt x="9928" y="28360"/>
                  </a:lnTo>
                  <a:lnTo>
                    <a:pt x="6416" y="33606"/>
                  </a:lnTo>
                  <a:lnTo>
                    <a:pt x="3105" y="38980"/>
                  </a:lnTo>
                  <a:lnTo>
                    <a:pt x="0" y="44475"/>
                  </a:lnTo>
                  <a:lnTo>
                    <a:pt x="147059" y="1239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78104" y="5269756"/>
              <a:ext cx="334303" cy="334334"/>
            </a:xfrm>
            <a:custGeom>
              <a:avLst/>
              <a:pathLst>
                <a:path w="334303" h="334334">
                  <a:moveTo>
                    <a:pt x="20094" y="87678"/>
                  </a:moveTo>
                  <a:lnTo>
                    <a:pt x="17645" y="92388"/>
                  </a:lnTo>
                  <a:lnTo>
                    <a:pt x="15346" y="97172"/>
                  </a:lnTo>
                  <a:lnTo>
                    <a:pt x="13200" y="102027"/>
                  </a:lnTo>
                  <a:lnTo>
                    <a:pt x="11209" y="106948"/>
                  </a:lnTo>
                  <a:lnTo>
                    <a:pt x="9376" y="111930"/>
                  </a:lnTo>
                  <a:lnTo>
                    <a:pt x="7702" y="116967"/>
                  </a:lnTo>
                  <a:lnTo>
                    <a:pt x="6188" y="122055"/>
                  </a:lnTo>
                  <a:lnTo>
                    <a:pt x="4837" y="127189"/>
                  </a:lnTo>
                  <a:lnTo>
                    <a:pt x="3650" y="132363"/>
                  </a:lnTo>
                  <a:lnTo>
                    <a:pt x="2627" y="137571"/>
                  </a:lnTo>
                  <a:lnTo>
                    <a:pt x="1770" y="142810"/>
                  </a:lnTo>
                  <a:lnTo>
                    <a:pt x="1080" y="148073"/>
                  </a:lnTo>
                  <a:lnTo>
                    <a:pt x="558" y="153356"/>
                  </a:lnTo>
                  <a:lnTo>
                    <a:pt x="203" y="158652"/>
                  </a:lnTo>
                  <a:lnTo>
                    <a:pt x="17" y="163957"/>
                  </a:lnTo>
                  <a:lnTo>
                    <a:pt x="0" y="169266"/>
                  </a:lnTo>
                  <a:lnTo>
                    <a:pt x="150" y="174572"/>
                  </a:lnTo>
                  <a:lnTo>
                    <a:pt x="470" y="179870"/>
                  </a:lnTo>
                  <a:lnTo>
                    <a:pt x="957" y="185156"/>
                  </a:lnTo>
                  <a:lnTo>
                    <a:pt x="1612" y="190424"/>
                  </a:lnTo>
                  <a:lnTo>
                    <a:pt x="2434" y="195668"/>
                  </a:lnTo>
                  <a:lnTo>
                    <a:pt x="3422" y="200884"/>
                  </a:lnTo>
                  <a:lnTo>
                    <a:pt x="4575" y="206065"/>
                  </a:lnTo>
                  <a:lnTo>
                    <a:pt x="5892" y="211208"/>
                  </a:lnTo>
                  <a:lnTo>
                    <a:pt x="7372" y="216306"/>
                  </a:lnTo>
                  <a:lnTo>
                    <a:pt x="9012" y="221354"/>
                  </a:lnTo>
                  <a:lnTo>
                    <a:pt x="10812" y="226348"/>
                  </a:lnTo>
                  <a:lnTo>
                    <a:pt x="12770" y="231282"/>
                  </a:lnTo>
                  <a:lnTo>
                    <a:pt x="14884" y="236151"/>
                  </a:lnTo>
                  <a:lnTo>
                    <a:pt x="17151" y="240951"/>
                  </a:lnTo>
                  <a:lnTo>
                    <a:pt x="19569" y="245676"/>
                  </a:lnTo>
                  <a:lnTo>
                    <a:pt x="22136" y="250323"/>
                  </a:lnTo>
                  <a:lnTo>
                    <a:pt x="24850" y="254885"/>
                  </a:lnTo>
                  <a:lnTo>
                    <a:pt x="27706" y="259359"/>
                  </a:lnTo>
                  <a:lnTo>
                    <a:pt x="30704" y="263740"/>
                  </a:lnTo>
                  <a:lnTo>
                    <a:pt x="33839" y="268024"/>
                  </a:lnTo>
                  <a:lnTo>
                    <a:pt x="37108" y="272206"/>
                  </a:lnTo>
                  <a:lnTo>
                    <a:pt x="40509" y="276282"/>
                  </a:lnTo>
                  <a:lnTo>
                    <a:pt x="44037" y="280248"/>
                  </a:lnTo>
                  <a:lnTo>
                    <a:pt x="47690" y="284100"/>
                  </a:lnTo>
                  <a:lnTo>
                    <a:pt x="51462" y="287834"/>
                  </a:lnTo>
                  <a:lnTo>
                    <a:pt x="55352" y="291446"/>
                  </a:lnTo>
                  <a:lnTo>
                    <a:pt x="59354" y="294933"/>
                  </a:lnTo>
                  <a:lnTo>
                    <a:pt x="63465" y="298291"/>
                  </a:lnTo>
                  <a:lnTo>
                    <a:pt x="67681" y="301517"/>
                  </a:lnTo>
                  <a:lnTo>
                    <a:pt x="71997" y="304608"/>
                  </a:lnTo>
                  <a:lnTo>
                    <a:pt x="76408" y="307560"/>
                  </a:lnTo>
                  <a:lnTo>
                    <a:pt x="80912" y="310370"/>
                  </a:lnTo>
                  <a:lnTo>
                    <a:pt x="85502" y="313036"/>
                  </a:lnTo>
                  <a:lnTo>
                    <a:pt x="90174" y="315555"/>
                  </a:lnTo>
                  <a:lnTo>
                    <a:pt x="94925" y="317925"/>
                  </a:lnTo>
                  <a:lnTo>
                    <a:pt x="99748" y="320142"/>
                  </a:lnTo>
                  <a:lnTo>
                    <a:pt x="104639" y="322205"/>
                  </a:lnTo>
                  <a:lnTo>
                    <a:pt x="109593" y="324112"/>
                  </a:lnTo>
                  <a:lnTo>
                    <a:pt x="114605" y="325860"/>
                  </a:lnTo>
                  <a:lnTo>
                    <a:pt x="119670" y="327449"/>
                  </a:lnTo>
                  <a:lnTo>
                    <a:pt x="124783" y="328875"/>
                  </a:lnTo>
                  <a:lnTo>
                    <a:pt x="129938" y="330139"/>
                  </a:lnTo>
                  <a:lnTo>
                    <a:pt x="135131" y="331239"/>
                  </a:lnTo>
                  <a:lnTo>
                    <a:pt x="140357" y="332173"/>
                  </a:lnTo>
                  <a:lnTo>
                    <a:pt x="145609" y="332940"/>
                  </a:lnTo>
                  <a:lnTo>
                    <a:pt x="150884" y="333541"/>
                  </a:lnTo>
                  <a:lnTo>
                    <a:pt x="156174" y="333973"/>
                  </a:lnTo>
                  <a:lnTo>
                    <a:pt x="161476" y="334238"/>
                  </a:lnTo>
                  <a:lnTo>
                    <a:pt x="166783" y="334334"/>
                  </a:lnTo>
                  <a:lnTo>
                    <a:pt x="172091" y="334261"/>
                  </a:lnTo>
                  <a:lnTo>
                    <a:pt x="177394" y="334020"/>
                  </a:lnTo>
                  <a:lnTo>
                    <a:pt x="182686" y="333611"/>
                  </a:lnTo>
                  <a:lnTo>
                    <a:pt x="187963" y="333034"/>
                  </a:lnTo>
                  <a:lnTo>
                    <a:pt x="193219" y="332290"/>
                  </a:lnTo>
                  <a:lnTo>
                    <a:pt x="198449" y="331379"/>
                  </a:lnTo>
                  <a:lnTo>
                    <a:pt x="203647" y="330303"/>
                  </a:lnTo>
                  <a:lnTo>
                    <a:pt x="208808" y="329062"/>
                  </a:lnTo>
                  <a:lnTo>
                    <a:pt x="213927" y="327657"/>
                  </a:lnTo>
                  <a:lnTo>
                    <a:pt x="218999" y="326091"/>
                  </a:lnTo>
                  <a:lnTo>
                    <a:pt x="224019" y="324365"/>
                  </a:lnTo>
                  <a:lnTo>
                    <a:pt x="228981" y="322481"/>
                  </a:lnTo>
                  <a:lnTo>
                    <a:pt x="233881" y="320439"/>
                  </a:lnTo>
                  <a:lnTo>
                    <a:pt x="238714" y="318243"/>
                  </a:lnTo>
                  <a:lnTo>
                    <a:pt x="243475" y="315895"/>
                  </a:lnTo>
                  <a:lnTo>
                    <a:pt x="248159" y="313397"/>
                  </a:lnTo>
                  <a:lnTo>
                    <a:pt x="252761" y="310751"/>
                  </a:lnTo>
                  <a:lnTo>
                    <a:pt x="257276" y="307961"/>
                  </a:lnTo>
                  <a:lnTo>
                    <a:pt x="261701" y="305028"/>
                  </a:lnTo>
                  <a:lnTo>
                    <a:pt x="266031" y="301957"/>
                  </a:lnTo>
                  <a:lnTo>
                    <a:pt x="270260" y="298750"/>
                  </a:lnTo>
                  <a:lnTo>
                    <a:pt x="274386" y="295410"/>
                  </a:lnTo>
                  <a:lnTo>
                    <a:pt x="278404" y="291940"/>
                  </a:lnTo>
                  <a:lnTo>
                    <a:pt x="282309" y="288345"/>
                  </a:lnTo>
                  <a:lnTo>
                    <a:pt x="286099" y="284628"/>
                  </a:lnTo>
                  <a:lnTo>
                    <a:pt x="289768" y="280792"/>
                  </a:lnTo>
                  <a:lnTo>
                    <a:pt x="293314" y="276842"/>
                  </a:lnTo>
                  <a:lnTo>
                    <a:pt x="296733" y="272781"/>
                  </a:lnTo>
                  <a:lnTo>
                    <a:pt x="300020" y="268613"/>
                  </a:lnTo>
                  <a:lnTo>
                    <a:pt x="303174" y="264344"/>
                  </a:lnTo>
                  <a:lnTo>
                    <a:pt x="306191" y="259976"/>
                  </a:lnTo>
                  <a:lnTo>
                    <a:pt x="309068" y="255515"/>
                  </a:lnTo>
                  <a:lnTo>
                    <a:pt x="311801" y="250964"/>
                  </a:lnTo>
                  <a:lnTo>
                    <a:pt x="314389" y="246330"/>
                  </a:lnTo>
                  <a:lnTo>
                    <a:pt x="316828" y="241615"/>
                  </a:lnTo>
                  <a:lnTo>
                    <a:pt x="319117" y="236825"/>
                  </a:lnTo>
                  <a:lnTo>
                    <a:pt x="321252" y="231965"/>
                  </a:lnTo>
                  <a:lnTo>
                    <a:pt x="323231" y="227040"/>
                  </a:lnTo>
                  <a:lnTo>
                    <a:pt x="325054" y="222054"/>
                  </a:lnTo>
                  <a:lnTo>
                    <a:pt x="326717" y="217013"/>
                  </a:lnTo>
                  <a:lnTo>
                    <a:pt x="328219" y="211922"/>
                  </a:lnTo>
                  <a:lnTo>
                    <a:pt x="329559" y="206785"/>
                  </a:lnTo>
                  <a:lnTo>
                    <a:pt x="330735" y="201609"/>
                  </a:lnTo>
                  <a:lnTo>
                    <a:pt x="331746" y="196398"/>
                  </a:lnTo>
                  <a:lnTo>
                    <a:pt x="332591" y="191157"/>
                  </a:lnTo>
                  <a:lnTo>
                    <a:pt x="333269" y="185893"/>
                  </a:lnTo>
                  <a:lnTo>
                    <a:pt x="333780" y="180609"/>
                  </a:lnTo>
                  <a:lnTo>
                    <a:pt x="334123" y="175312"/>
                  </a:lnTo>
                  <a:lnTo>
                    <a:pt x="334297" y="170006"/>
                  </a:lnTo>
                  <a:lnTo>
                    <a:pt x="334303" y="164698"/>
                  </a:lnTo>
                  <a:lnTo>
                    <a:pt x="334140" y="159392"/>
                  </a:lnTo>
                  <a:lnTo>
                    <a:pt x="333809" y="154094"/>
                  </a:lnTo>
                  <a:lnTo>
                    <a:pt x="333310" y="148809"/>
                  </a:lnTo>
                  <a:lnTo>
                    <a:pt x="332644" y="143543"/>
                  </a:lnTo>
                  <a:lnTo>
                    <a:pt x="331810" y="138301"/>
                  </a:lnTo>
                  <a:lnTo>
                    <a:pt x="330811" y="133087"/>
                  </a:lnTo>
                  <a:lnTo>
                    <a:pt x="329646" y="127908"/>
                  </a:lnTo>
                  <a:lnTo>
                    <a:pt x="328318" y="122769"/>
                  </a:lnTo>
                  <a:lnTo>
                    <a:pt x="326827" y="117674"/>
                  </a:lnTo>
                  <a:lnTo>
                    <a:pt x="325175" y="112630"/>
                  </a:lnTo>
                  <a:lnTo>
                    <a:pt x="323364" y="107640"/>
                  </a:lnTo>
                  <a:lnTo>
                    <a:pt x="321395" y="102710"/>
                  </a:lnTo>
                  <a:lnTo>
                    <a:pt x="319271" y="97846"/>
                  </a:lnTo>
                  <a:lnTo>
                    <a:pt x="316993" y="93051"/>
                  </a:lnTo>
                  <a:lnTo>
                    <a:pt x="314564" y="88331"/>
                  </a:lnTo>
                  <a:lnTo>
                    <a:pt x="311987" y="83690"/>
                  </a:lnTo>
                  <a:lnTo>
                    <a:pt x="309263" y="79134"/>
                  </a:lnTo>
                  <a:lnTo>
                    <a:pt x="306397" y="74666"/>
                  </a:lnTo>
                  <a:lnTo>
                    <a:pt x="303389" y="70292"/>
                  </a:lnTo>
                  <a:lnTo>
                    <a:pt x="300245" y="66015"/>
                  </a:lnTo>
                  <a:lnTo>
                    <a:pt x="296966" y="61840"/>
                  </a:lnTo>
                  <a:lnTo>
                    <a:pt x="293557" y="57772"/>
                  </a:lnTo>
                  <a:lnTo>
                    <a:pt x="290020" y="53814"/>
                  </a:lnTo>
                  <a:lnTo>
                    <a:pt x="286359" y="49970"/>
                  </a:lnTo>
                  <a:lnTo>
                    <a:pt x="282577" y="46244"/>
                  </a:lnTo>
                  <a:lnTo>
                    <a:pt x="278680" y="42640"/>
                  </a:lnTo>
                  <a:lnTo>
                    <a:pt x="274670" y="39162"/>
                  </a:lnTo>
                  <a:lnTo>
                    <a:pt x="270552" y="35813"/>
                  </a:lnTo>
                  <a:lnTo>
                    <a:pt x="266329" y="32596"/>
                  </a:lnTo>
                  <a:lnTo>
                    <a:pt x="262006" y="29515"/>
                  </a:lnTo>
                  <a:lnTo>
                    <a:pt x="257588" y="26573"/>
                  </a:lnTo>
                  <a:lnTo>
                    <a:pt x="253078" y="23773"/>
                  </a:lnTo>
                  <a:lnTo>
                    <a:pt x="248482" y="21117"/>
                  </a:lnTo>
                  <a:lnTo>
                    <a:pt x="243804" y="18608"/>
                  </a:lnTo>
                  <a:lnTo>
                    <a:pt x="239049" y="16250"/>
                  </a:lnTo>
                  <a:lnTo>
                    <a:pt x="234221" y="14043"/>
                  </a:lnTo>
                  <a:lnTo>
                    <a:pt x="229325" y="11991"/>
                  </a:lnTo>
                  <a:lnTo>
                    <a:pt x="224367" y="10095"/>
                  </a:lnTo>
                  <a:lnTo>
                    <a:pt x="219351" y="8358"/>
                  </a:lnTo>
                  <a:lnTo>
                    <a:pt x="214283" y="6780"/>
                  </a:lnTo>
                  <a:lnTo>
                    <a:pt x="209167" y="5365"/>
                  </a:lnTo>
                  <a:lnTo>
                    <a:pt x="204008" y="4113"/>
                  </a:lnTo>
                  <a:lnTo>
                    <a:pt x="198812" y="3025"/>
                  </a:lnTo>
                  <a:lnTo>
                    <a:pt x="193585" y="2102"/>
                  </a:lnTo>
                  <a:lnTo>
                    <a:pt x="188331" y="1346"/>
                  </a:lnTo>
                  <a:lnTo>
                    <a:pt x="183055" y="758"/>
                  </a:lnTo>
                  <a:lnTo>
                    <a:pt x="177764" y="337"/>
                  </a:lnTo>
                  <a:lnTo>
                    <a:pt x="172461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855497" y="5018213"/>
              <a:ext cx="165541" cy="167167"/>
            </a:xfrm>
            <a:custGeom>
              <a:avLst/>
              <a:pathLst>
                <a:path w="165541" h="167167">
                  <a:moveTo>
                    <a:pt x="165541" y="0"/>
                  </a:moveTo>
                  <a:lnTo>
                    <a:pt x="160104" y="88"/>
                  </a:lnTo>
                  <a:lnTo>
                    <a:pt x="154674" y="353"/>
                  </a:lnTo>
                  <a:lnTo>
                    <a:pt x="149254" y="795"/>
                  </a:lnTo>
                  <a:lnTo>
                    <a:pt x="143852" y="1412"/>
                  </a:lnTo>
                  <a:lnTo>
                    <a:pt x="138473" y="2205"/>
                  </a:lnTo>
                  <a:lnTo>
                    <a:pt x="133122" y="3173"/>
                  </a:lnTo>
                  <a:lnTo>
                    <a:pt x="127806" y="4314"/>
                  </a:lnTo>
                  <a:lnTo>
                    <a:pt x="122530" y="5627"/>
                  </a:lnTo>
                  <a:lnTo>
                    <a:pt x="117299" y="7112"/>
                  </a:lnTo>
                  <a:lnTo>
                    <a:pt x="112119" y="8765"/>
                  </a:lnTo>
                  <a:lnTo>
                    <a:pt x="106996" y="10586"/>
                  </a:lnTo>
                  <a:lnTo>
                    <a:pt x="101935" y="12573"/>
                  </a:lnTo>
                  <a:lnTo>
                    <a:pt x="96941" y="14723"/>
                  </a:lnTo>
                  <a:lnTo>
                    <a:pt x="92020" y="17035"/>
                  </a:lnTo>
                  <a:lnTo>
                    <a:pt x="87176" y="19506"/>
                  </a:lnTo>
                  <a:lnTo>
                    <a:pt x="82415" y="22132"/>
                  </a:lnTo>
                  <a:lnTo>
                    <a:pt x="77742" y="24912"/>
                  </a:lnTo>
                  <a:lnTo>
                    <a:pt x="73162" y="27843"/>
                  </a:lnTo>
                  <a:lnTo>
                    <a:pt x="68680" y="30921"/>
                  </a:lnTo>
                  <a:lnTo>
                    <a:pt x="64301" y="34143"/>
                  </a:lnTo>
                  <a:lnTo>
                    <a:pt x="60028" y="37506"/>
                  </a:lnTo>
                  <a:lnTo>
                    <a:pt x="55867" y="41006"/>
                  </a:lnTo>
                  <a:lnTo>
                    <a:pt x="51822" y="44639"/>
                  </a:lnTo>
                  <a:lnTo>
                    <a:pt x="47897" y="48403"/>
                  </a:lnTo>
                  <a:lnTo>
                    <a:pt x="44097" y="52291"/>
                  </a:lnTo>
                  <a:lnTo>
                    <a:pt x="40426" y="56302"/>
                  </a:lnTo>
                  <a:lnTo>
                    <a:pt x="36886" y="60429"/>
                  </a:lnTo>
                  <a:lnTo>
                    <a:pt x="33483" y="64670"/>
                  </a:lnTo>
                  <a:lnTo>
                    <a:pt x="30219" y="69019"/>
                  </a:lnTo>
                  <a:lnTo>
                    <a:pt x="27099" y="73472"/>
                  </a:lnTo>
                  <a:lnTo>
                    <a:pt x="24125" y="78023"/>
                  </a:lnTo>
                  <a:lnTo>
                    <a:pt x="21301" y="82670"/>
                  </a:lnTo>
                  <a:lnTo>
                    <a:pt x="18629" y="87405"/>
                  </a:lnTo>
                  <a:lnTo>
                    <a:pt x="16113" y="92225"/>
                  </a:lnTo>
                  <a:lnTo>
                    <a:pt x="13755" y="97125"/>
                  </a:lnTo>
                  <a:lnTo>
                    <a:pt x="11557" y="102098"/>
                  </a:lnTo>
                  <a:lnTo>
                    <a:pt x="9522" y="107140"/>
                  </a:lnTo>
                  <a:lnTo>
                    <a:pt x="7653" y="112246"/>
                  </a:lnTo>
                  <a:lnTo>
                    <a:pt x="5950" y="117410"/>
                  </a:lnTo>
                  <a:lnTo>
                    <a:pt x="4416" y="122626"/>
                  </a:lnTo>
                  <a:lnTo>
                    <a:pt x="3053" y="127890"/>
                  </a:lnTo>
                  <a:lnTo>
                    <a:pt x="1862" y="133195"/>
                  </a:lnTo>
                  <a:lnTo>
                    <a:pt x="844" y="138536"/>
                  </a:lnTo>
                  <a:lnTo>
                    <a:pt x="0" y="143907"/>
                  </a:lnTo>
                  <a:lnTo>
                    <a:pt x="16554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855497" y="5162121"/>
              <a:ext cx="165541" cy="23259"/>
            </a:xfrm>
            <a:custGeom>
              <a:avLst/>
              <a:pathLst>
                <a:path w="165541" h="23259">
                  <a:moveTo>
                    <a:pt x="0" y="0"/>
                  </a:moveTo>
                  <a:lnTo>
                    <a:pt x="165541" y="2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855497" y="5162121"/>
              <a:ext cx="165541" cy="23259"/>
            </a:xfrm>
            <a:custGeom>
              <a:avLst/>
              <a:pathLst>
                <a:path w="165541" h="23259">
                  <a:moveTo>
                    <a:pt x="0" y="0"/>
                  </a:moveTo>
                  <a:lnTo>
                    <a:pt x="165541" y="232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855497" y="5162121"/>
              <a:ext cx="165541" cy="23259"/>
            </a:xfrm>
            <a:custGeom>
              <a:avLst/>
              <a:pathLst>
                <a:path w="165541" h="23259">
                  <a:moveTo>
                    <a:pt x="0" y="0"/>
                  </a:moveTo>
                  <a:lnTo>
                    <a:pt x="165541" y="232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53872" y="5162121"/>
              <a:ext cx="167166" cy="94903"/>
            </a:xfrm>
            <a:custGeom>
              <a:avLst/>
              <a:pathLst>
                <a:path w="167166" h="94903">
                  <a:moveTo>
                    <a:pt x="1625" y="0"/>
                  </a:moveTo>
                  <a:lnTo>
                    <a:pt x="925" y="5684"/>
                  </a:lnTo>
                  <a:lnTo>
                    <a:pt x="421" y="11390"/>
                  </a:lnTo>
                  <a:lnTo>
                    <a:pt x="112" y="17109"/>
                  </a:lnTo>
                  <a:lnTo>
                    <a:pt x="0" y="22836"/>
                  </a:lnTo>
                  <a:lnTo>
                    <a:pt x="83" y="28563"/>
                  </a:lnTo>
                  <a:lnTo>
                    <a:pt x="363" y="34284"/>
                  </a:lnTo>
                  <a:lnTo>
                    <a:pt x="839" y="39992"/>
                  </a:lnTo>
                  <a:lnTo>
                    <a:pt x="1509" y="45680"/>
                  </a:lnTo>
                  <a:lnTo>
                    <a:pt x="2375" y="51342"/>
                  </a:lnTo>
                  <a:lnTo>
                    <a:pt x="3434" y="56971"/>
                  </a:lnTo>
                  <a:lnTo>
                    <a:pt x="4685" y="62561"/>
                  </a:lnTo>
                  <a:lnTo>
                    <a:pt x="6126" y="68104"/>
                  </a:lnTo>
                  <a:lnTo>
                    <a:pt x="7757" y="73595"/>
                  </a:lnTo>
                  <a:lnTo>
                    <a:pt x="9575" y="79026"/>
                  </a:lnTo>
                  <a:lnTo>
                    <a:pt x="11578" y="84393"/>
                  </a:lnTo>
                  <a:lnTo>
                    <a:pt x="13764" y="89687"/>
                  </a:lnTo>
                  <a:lnTo>
                    <a:pt x="16130" y="94903"/>
                  </a:lnTo>
                  <a:lnTo>
                    <a:pt x="167166" y="232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70002" y="5018213"/>
              <a:ext cx="318196" cy="334321"/>
            </a:xfrm>
            <a:custGeom>
              <a:avLst/>
              <a:pathLst>
                <a:path w="318196" h="334321">
                  <a:moveTo>
                    <a:pt x="0" y="238811"/>
                  </a:moveTo>
                  <a:lnTo>
                    <a:pt x="2358" y="243586"/>
                  </a:lnTo>
                  <a:lnTo>
                    <a:pt x="4868" y="248284"/>
                  </a:lnTo>
                  <a:lnTo>
                    <a:pt x="7527" y="252899"/>
                  </a:lnTo>
                  <a:lnTo>
                    <a:pt x="10331" y="257427"/>
                  </a:lnTo>
                  <a:lnTo>
                    <a:pt x="13277" y="261864"/>
                  </a:lnTo>
                  <a:lnTo>
                    <a:pt x="16364" y="266204"/>
                  </a:lnTo>
                  <a:lnTo>
                    <a:pt x="19587" y="270444"/>
                  </a:lnTo>
                  <a:lnTo>
                    <a:pt x="22944" y="274579"/>
                  </a:lnTo>
                  <a:lnTo>
                    <a:pt x="26431" y="278605"/>
                  </a:lnTo>
                  <a:lnTo>
                    <a:pt x="30044" y="282518"/>
                  </a:lnTo>
                  <a:lnTo>
                    <a:pt x="33780" y="286314"/>
                  </a:lnTo>
                  <a:lnTo>
                    <a:pt x="37635" y="289989"/>
                  </a:lnTo>
                  <a:lnTo>
                    <a:pt x="41605" y="293539"/>
                  </a:lnTo>
                  <a:lnTo>
                    <a:pt x="45687" y="296961"/>
                  </a:lnTo>
                  <a:lnTo>
                    <a:pt x="49875" y="300251"/>
                  </a:lnTo>
                  <a:lnTo>
                    <a:pt x="54166" y="303406"/>
                  </a:lnTo>
                  <a:lnTo>
                    <a:pt x="58555" y="306423"/>
                  </a:lnTo>
                  <a:lnTo>
                    <a:pt x="63038" y="309298"/>
                  </a:lnTo>
                  <a:lnTo>
                    <a:pt x="67611" y="312029"/>
                  </a:lnTo>
                  <a:lnTo>
                    <a:pt x="72268" y="314614"/>
                  </a:lnTo>
                  <a:lnTo>
                    <a:pt x="77005" y="317048"/>
                  </a:lnTo>
                  <a:lnTo>
                    <a:pt x="81817" y="319330"/>
                  </a:lnTo>
                  <a:lnTo>
                    <a:pt x="86700" y="321458"/>
                  </a:lnTo>
                  <a:lnTo>
                    <a:pt x="91647" y="323429"/>
                  </a:lnTo>
                  <a:lnTo>
                    <a:pt x="96656" y="325242"/>
                  </a:lnTo>
                  <a:lnTo>
                    <a:pt x="101719" y="326894"/>
                  </a:lnTo>
                  <a:lnTo>
                    <a:pt x="106832" y="328384"/>
                  </a:lnTo>
                  <a:lnTo>
                    <a:pt x="111990" y="329710"/>
                  </a:lnTo>
                  <a:lnTo>
                    <a:pt x="117188" y="330872"/>
                  </a:lnTo>
                  <a:lnTo>
                    <a:pt x="122420" y="331867"/>
                  </a:lnTo>
                  <a:lnTo>
                    <a:pt x="127682" y="332695"/>
                  </a:lnTo>
                  <a:lnTo>
                    <a:pt x="132967" y="333355"/>
                  </a:lnTo>
                  <a:lnTo>
                    <a:pt x="138270" y="333846"/>
                  </a:lnTo>
                  <a:lnTo>
                    <a:pt x="143586" y="334168"/>
                  </a:lnTo>
                  <a:lnTo>
                    <a:pt x="148910" y="334321"/>
                  </a:lnTo>
                  <a:lnTo>
                    <a:pt x="154236" y="334304"/>
                  </a:lnTo>
                  <a:lnTo>
                    <a:pt x="159559" y="334117"/>
                  </a:lnTo>
                  <a:lnTo>
                    <a:pt x="164873" y="333761"/>
                  </a:lnTo>
                  <a:lnTo>
                    <a:pt x="170173" y="333235"/>
                  </a:lnTo>
                  <a:lnTo>
                    <a:pt x="175454" y="332541"/>
                  </a:lnTo>
                  <a:lnTo>
                    <a:pt x="180709" y="331680"/>
                  </a:lnTo>
                  <a:lnTo>
                    <a:pt x="185935" y="330651"/>
                  </a:lnTo>
                  <a:lnTo>
                    <a:pt x="191125" y="329456"/>
                  </a:lnTo>
                  <a:lnTo>
                    <a:pt x="196275" y="328097"/>
                  </a:lnTo>
                  <a:lnTo>
                    <a:pt x="201379" y="326574"/>
                  </a:lnTo>
                  <a:lnTo>
                    <a:pt x="206431" y="324889"/>
                  </a:lnTo>
                  <a:lnTo>
                    <a:pt x="211428" y="323045"/>
                  </a:lnTo>
                  <a:lnTo>
                    <a:pt x="216363" y="321042"/>
                  </a:lnTo>
                  <a:lnTo>
                    <a:pt x="221231" y="318882"/>
                  </a:lnTo>
                  <a:lnTo>
                    <a:pt x="226029" y="316569"/>
                  </a:lnTo>
                  <a:lnTo>
                    <a:pt x="230750" y="314104"/>
                  </a:lnTo>
                  <a:lnTo>
                    <a:pt x="235391" y="311490"/>
                  </a:lnTo>
                  <a:lnTo>
                    <a:pt x="239945" y="308730"/>
                  </a:lnTo>
                  <a:lnTo>
                    <a:pt x="244410" y="305826"/>
                  </a:lnTo>
                  <a:lnTo>
                    <a:pt x="248780" y="302781"/>
                  </a:lnTo>
                  <a:lnTo>
                    <a:pt x="253050" y="299598"/>
                  </a:lnTo>
                  <a:lnTo>
                    <a:pt x="257217" y="296281"/>
                  </a:lnTo>
                  <a:lnTo>
                    <a:pt x="261277" y="292833"/>
                  </a:lnTo>
                  <a:lnTo>
                    <a:pt x="265224" y="289258"/>
                  </a:lnTo>
                  <a:lnTo>
                    <a:pt x="269055" y="285558"/>
                  </a:lnTo>
                  <a:lnTo>
                    <a:pt x="272767" y="281738"/>
                  </a:lnTo>
                  <a:lnTo>
                    <a:pt x="276355" y="277802"/>
                  </a:lnTo>
                  <a:lnTo>
                    <a:pt x="279816" y="273754"/>
                  </a:lnTo>
                  <a:lnTo>
                    <a:pt x="283146" y="269597"/>
                  </a:lnTo>
                  <a:lnTo>
                    <a:pt x="286342" y="265337"/>
                  </a:lnTo>
                  <a:lnTo>
                    <a:pt x="289400" y="260977"/>
                  </a:lnTo>
                  <a:lnTo>
                    <a:pt x="292319" y="256521"/>
                  </a:lnTo>
                  <a:lnTo>
                    <a:pt x="295093" y="251975"/>
                  </a:lnTo>
                  <a:lnTo>
                    <a:pt x="297722" y="247343"/>
                  </a:lnTo>
                  <a:lnTo>
                    <a:pt x="300202" y="242629"/>
                  </a:lnTo>
                  <a:lnTo>
                    <a:pt x="302530" y="237839"/>
                  </a:lnTo>
                  <a:lnTo>
                    <a:pt x="304704" y="232977"/>
                  </a:lnTo>
                  <a:lnTo>
                    <a:pt x="306723" y="228049"/>
                  </a:lnTo>
                  <a:lnTo>
                    <a:pt x="308583" y="223058"/>
                  </a:lnTo>
                  <a:lnTo>
                    <a:pt x="310284" y="218011"/>
                  </a:lnTo>
                  <a:lnTo>
                    <a:pt x="311823" y="212912"/>
                  </a:lnTo>
                  <a:lnTo>
                    <a:pt x="313198" y="207767"/>
                  </a:lnTo>
                  <a:lnTo>
                    <a:pt x="314409" y="202580"/>
                  </a:lnTo>
                  <a:lnTo>
                    <a:pt x="315455" y="197358"/>
                  </a:lnTo>
                  <a:lnTo>
                    <a:pt x="316333" y="192105"/>
                  </a:lnTo>
                  <a:lnTo>
                    <a:pt x="317044" y="186826"/>
                  </a:lnTo>
                  <a:lnTo>
                    <a:pt x="317586" y="181528"/>
                  </a:lnTo>
                  <a:lnTo>
                    <a:pt x="317958" y="176215"/>
                  </a:lnTo>
                  <a:lnTo>
                    <a:pt x="318162" y="170893"/>
                  </a:lnTo>
                  <a:lnTo>
                    <a:pt x="318196" y="165567"/>
                  </a:lnTo>
                  <a:lnTo>
                    <a:pt x="318060" y="160243"/>
                  </a:lnTo>
                  <a:lnTo>
                    <a:pt x="317755" y="154925"/>
                  </a:lnTo>
                  <a:lnTo>
                    <a:pt x="317280" y="149620"/>
                  </a:lnTo>
                  <a:lnTo>
                    <a:pt x="316637" y="144333"/>
                  </a:lnTo>
                  <a:lnTo>
                    <a:pt x="315825" y="139070"/>
                  </a:lnTo>
                  <a:lnTo>
                    <a:pt x="314847" y="133834"/>
                  </a:lnTo>
                  <a:lnTo>
                    <a:pt x="313702" y="128633"/>
                  </a:lnTo>
                  <a:lnTo>
                    <a:pt x="312392" y="123470"/>
                  </a:lnTo>
                  <a:lnTo>
                    <a:pt x="310918" y="118352"/>
                  </a:lnTo>
                  <a:lnTo>
                    <a:pt x="309281" y="113284"/>
                  </a:lnTo>
                  <a:lnTo>
                    <a:pt x="307485" y="108270"/>
                  </a:lnTo>
                  <a:lnTo>
                    <a:pt x="305529" y="103316"/>
                  </a:lnTo>
                  <a:lnTo>
                    <a:pt x="303416" y="98427"/>
                  </a:lnTo>
                  <a:lnTo>
                    <a:pt x="301149" y="93608"/>
                  </a:lnTo>
                  <a:lnTo>
                    <a:pt x="298730" y="88863"/>
                  </a:lnTo>
                  <a:lnTo>
                    <a:pt x="296160" y="84198"/>
                  </a:lnTo>
                  <a:lnTo>
                    <a:pt x="293444" y="79617"/>
                  </a:lnTo>
                  <a:lnTo>
                    <a:pt x="290582" y="75125"/>
                  </a:lnTo>
                  <a:lnTo>
                    <a:pt x="287579" y="70726"/>
                  </a:lnTo>
                  <a:lnTo>
                    <a:pt x="284438" y="66425"/>
                  </a:lnTo>
                  <a:lnTo>
                    <a:pt x="281161" y="62226"/>
                  </a:lnTo>
                  <a:lnTo>
                    <a:pt x="277752" y="58134"/>
                  </a:lnTo>
                  <a:lnTo>
                    <a:pt x="274214" y="54153"/>
                  </a:lnTo>
                  <a:lnTo>
                    <a:pt x="270551" y="50286"/>
                  </a:lnTo>
                  <a:lnTo>
                    <a:pt x="266767" y="46538"/>
                  </a:lnTo>
                  <a:lnTo>
                    <a:pt x="262866" y="42913"/>
                  </a:lnTo>
                  <a:lnTo>
                    <a:pt x="258851" y="39413"/>
                  </a:lnTo>
                  <a:lnTo>
                    <a:pt x="254726" y="36044"/>
                  </a:lnTo>
                  <a:lnTo>
                    <a:pt x="250497" y="32807"/>
                  </a:lnTo>
                  <a:lnTo>
                    <a:pt x="246166" y="29707"/>
                  </a:lnTo>
                  <a:lnTo>
                    <a:pt x="241739" y="26746"/>
                  </a:lnTo>
                  <a:lnTo>
                    <a:pt x="237219" y="23928"/>
                  </a:lnTo>
                  <a:lnTo>
                    <a:pt x="232612" y="21255"/>
                  </a:lnTo>
                  <a:lnTo>
                    <a:pt x="227923" y="18730"/>
                  </a:lnTo>
                  <a:lnTo>
                    <a:pt x="223155" y="16356"/>
                  </a:lnTo>
                  <a:lnTo>
                    <a:pt x="218314" y="14136"/>
                  </a:lnTo>
                  <a:lnTo>
                    <a:pt x="213405" y="12070"/>
                  </a:lnTo>
                  <a:lnTo>
                    <a:pt x="208433" y="10162"/>
                  </a:lnTo>
                  <a:lnTo>
                    <a:pt x="203402" y="8413"/>
                  </a:lnTo>
                  <a:lnTo>
                    <a:pt x="198318" y="6826"/>
                  </a:lnTo>
                  <a:lnTo>
                    <a:pt x="193186" y="5401"/>
                  </a:lnTo>
                  <a:lnTo>
                    <a:pt x="188011" y="4140"/>
                  </a:lnTo>
                  <a:lnTo>
                    <a:pt x="182799" y="3045"/>
                  </a:lnTo>
                  <a:lnTo>
                    <a:pt x="177555" y="2116"/>
                  </a:lnTo>
                  <a:lnTo>
                    <a:pt x="172283" y="1355"/>
                  </a:lnTo>
                  <a:lnTo>
                    <a:pt x="166991" y="763"/>
                  </a:lnTo>
                  <a:lnTo>
                    <a:pt x="161681" y="339"/>
                  </a:lnTo>
                  <a:lnTo>
                    <a:pt x="156361" y="84"/>
                  </a:lnTo>
                  <a:lnTo>
                    <a:pt x="151036" y="0"/>
                  </a:lnTo>
                  <a:lnTo>
                    <a:pt x="15103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256068" y="4659281"/>
              <a:ext cx="167166" cy="325551"/>
            </a:xfrm>
            <a:custGeom>
              <a:avLst/>
              <a:pathLst>
                <a:path w="167166" h="325551">
                  <a:moveTo>
                    <a:pt x="167166" y="0"/>
                  </a:moveTo>
                  <a:lnTo>
                    <a:pt x="161818" y="85"/>
                  </a:lnTo>
                  <a:lnTo>
                    <a:pt x="156475" y="342"/>
                  </a:lnTo>
                  <a:lnTo>
                    <a:pt x="151143" y="769"/>
                  </a:lnTo>
                  <a:lnTo>
                    <a:pt x="145827" y="1367"/>
                  </a:lnTo>
                  <a:lnTo>
                    <a:pt x="140534" y="2135"/>
                  </a:lnTo>
                  <a:lnTo>
                    <a:pt x="135267" y="3071"/>
                  </a:lnTo>
                  <a:lnTo>
                    <a:pt x="130033" y="4176"/>
                  </a:lnTo>
                  <a:lnTo>
                    <a:pt x="124838" y="5447"/>
                  </a:lnTo>
                  <a:lnTo>
                    <a:pt x="119685" y="6884"/>
                  </a:lnTo>
                  <a:lnTo>
                    <a:pt x="114581" y="8486"/>
                  </a:lnTo>
                  <a:lnTo>
                    <a:pt x="109531" y="10249"/>
                  </a:lnTo>
                  <a:lnTo>
                    <a:pt x="104540" y="12174"/>
                  </a:lnTo>
                  <a:lnTo>
                    <a:pt x="99614" y="14257"/>
                  </a:lnTo>
                  <a:lnTo>
                    <a:pt x="94756" y="16496"/>
                  </a:lnTo>
                  <a:lnTo>
                    <a:pt x="89972" y="18890"/>
                  </a:lnTo>
                  <a:lnTo>
                    <a:pt x="85268" y="21436"/>
                  </a:lnTo>
                  <a:lnTo>
                    <a:pt x="80647" y="24131"/>
                  </a:lnTo>
                  <a:lnTo>
                    <a:pt x="76115" y="26972"/>
                  </a:lnTo>
                  <a:lnTo>
                    <a:pt x="71676" y="29957"/>
                  </a:lnTo>
                  <a:lnTo>
                    <a:pt x="67335" y="33082"/>
                  </a:lnTo>
                  <a:lnTo>
                    <a:pt x="63096" y="36345"/>
                  </a:lnTo>
                  <a:lnTo>
                    <a:pt x="58964" y="39742"/>
                  </a:lnTo>
                  <a:lnTo>
                    <a:pt x="54943" y="43269"/>
                  </a:lnTo>
                  <a:lnTo>
                    <a:pt x="51036" y="46923"/>
                  </a:lnTo>
                  <a:lnTo>
                    <a:pt x="47248" y="50700"/>
                  </a:lnTo>
                  <a:lnTo>
                    <a:pt x="43583" y="54596"/>
                  </a:lnTo>
                  <a:lnTo>
                    <a:pt x="40045" y="58608"/>
                  </a:lnTo>
                  <a:lnTo>
                    <a:pt x="36637" y="62730"/>
                  </a:lnTo>
                  <a:lnTo>
                    <a:pt x="33362" y="66960"/>
                  </a:lnTo>
                  <a:lnTo>
                    <a:pt x="30225" y="71292"/>
                  </a:lnTo>
                  <a:lnTo>
                    <a:pt x="27227" y="75723"/>
                  </a:lnTo>
                  <a:lnTo>
                    <a:pt x="24373" y="80247"/>
                  </a:lnTo>
                  <a:lnTo>
                    <a:pt x="21665" y="84860"/>
                  </a:lnTo>
                  <a:lnTo>
                    <a:pt x="19107" y="89557"/>
                  </a:lnTo>
                  <a:lnTo>
                    <a:pt x="16699" y="94334"/>
                  </a:lnTo>
                  <a:lnTo>
                    <a:pt x="14446" y="99185"/>
                  </a:lnTo>
                  <a:lnTo>
                    <a:pt x="12349" y="104106"/>
                  </a:lnTo>
                  <a:lnTo>
                    <a:pt x="10411" y="109092"/>
                  </a:lnTo>
                  <a:lnTo>
                    <a:pt x="8633" y="114137"/>
                  </a:lnTo>
                  <a:lnTo>
                    <a:pt x="7018" y="119236"/>
                  </a:lnTo>
                  <a:lnTo>
                    <a:pt x="5566" y="124385"/>
                  </a:lnTo>
                  <a:lnTo>
                    <a:pt x="4280" y="129577"/>
                  </a:lnTo>
                  <a:lnTo>
                    <a:pt x="3161" y="134807"/>
                  </a:lnTo>
                  <a:lnTo>
                    <a:pt x="2209" y="140071"/>
                  </a:lnTo>
                  <a:lnTo>
                    <a:pt x="1427" y="145363"/>
                  </a:lnTo>
                  <a:lnTo>
                    <a:pt x="814" y="150677"/>
                  </a:lnTo>
                  <a:lnTo>
                    <a:pt x="372" y="156007"/>
                  </a:lnTo>
                  <a:lnTo>
                    <a:pt x="100" y="161350"/>
                  </a:lnTo>
                  <a:lnTo>
                    <a:pt x="0" y="166698"/>
                  </a:lnTo>
                  <a:lnTo>
                    <a:pt x="70" y="172046"/>
                  </a:lnTo>
                  <a:lnTo>
                    <a:pt x="312" y="177390"/>
                  </a:lnTo>
                  <a:lnTo>
                    <a:pt x="724" y="182723"/>
                  </a:lnTo>
                  <a:lnTo>
                    <a:pt x="1307" y="188040"/>
                  </a:lnTo>
                  <a:lnTo>
                    <a:pt x="2060" y="193336"/>
                  </a:lnTo>
                  <a:lnTo>
                    <a:pt x="2982" y="198605"/>
                  </a:lnTo>
                  <a:lnTo>
                    <a:pt x="4072" y="203842"/>
                  </a:lnTo>
                  <a:lnTo>
                    <a:pt x="5328" y="209042"/>
                  </a:lnTo>
                  <a:lnTo>
                    <a:pt x="6751" y="214198"/>
                  </a:lnTo>
                  <a:lnTo>
                    <a:pt x="8338" y="219306"/>
                  </a:lnTo>
                  <a:lnTo>
                    <a:pt x="10087" y="224361"/>
                  </a:lnTo>
                  <a:lnTo>
                    <a:pt x="11998" y="229358"/>
                  </a:lnTo>
                  <a:lnTo>
                    <a:pt x="14067" y="234290"/>
                  </a:lnTo>
                  <a:lnTo>
                    <a:pt x="16293" y="239154"/>
                  </a:lnTo>
                  <a:lnTo>
                    <a:pt x="18673" y="243944"/>
                  </a:lnTo>
                  <a:lnTo>
                    <a:pt x="21206" y="248656"/>
                  </a:lnTo>
                  <a:lnTo>
                    <a:pt x="23888" y="253284"/>
                  </a:lnTo>
                  <a:lnTo>
                    <a:pt x="26716" y="257824"/>
                  </a:lnTo>
                  <a:lnTo>
                    <a:pt x="29689" y="262271"/>
                  </a:lnTo>
                  <a:lnTo>
                    <a:pt x="32802" y="266621"/>
                  </a:lnTo>
                  <a:lnTo>
                    <a:pt x="36053" y="270869"/>
                  </a:lnTo>
                  <a:lnTo>
                    <a:pt x="39438" y="275011"/>
                  </a:lnTo>
                  <a:lnTo>
                    <a:pt x="42953" y="279042"/>
                  </a:lnTo>
                  <a:lnTo>
                    <a:pt x="46596" y="282959"/>
                  </a:lnTo>
                  <a:lnTo>
                    <a:pt x="50363" y="286758"/>
                  </a:lnTo>
                  <a:lnTo>
                    <a:pt x="54249" y="290433"/>
                  </a:lnTo>
                  <a:lnTo>
                    <a:pt x="58250" y="293983"/>
                  </a:lnTo>
                  <a:lnTo>
                    <a:pt x="62364" y="297403"/>
                  </a:lnTo>
                  <a:lnTo>
                    <a:pt x="66584" y="300689"/>
                  </a:lnTo>
                  <a:lnTo>
                    <a:pt x="70908" y="303839"/>
                  </a:lnTo>
                  <a:lnTo>
                    <a:pt x="75330" y="306849"/>
                  </a:lnTo>
                  <a:lnTo>
                    <a:pt x="79846" y="309715"/>
                  </a:lnTo>
                  <a:lnTo>
                    <a:pt x="84451" y="312436"/>
                  </a:lnTo>
                  <a:lnTo>
                    <a:pt x="89141" y="315008"/>
                  </a:lnTo>
                  <a:lnTo>
                    <a:pt x="93911" y="317429"/>
                  </a:lnTo>
                  <a:lnTo>
                    <a:pt x="98756" y="319696"/>
                  </a:lnTo>
                  <a:lnTo>
                    <a:pt x="103671" y="321806"/>
                  </a:lnTo>
                  <a:lnTo>
                    <a:pt x="108651" y="323759"/>
                  </a:lnTo>
                  <a:lnTo>
                    <a:pt x="113691" y="32555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369760" y="4826449"/>
              <a:ext cx="53474" cy="158383"/>
            </a:xfrm>
            <a:custGeom>
              <a:avLst/>
              <a:pathLst>
                <a:path w="53474" h="158383">
                  <a:moveTo>
                    <a:pt x="0" y="158383"/>
                  </a:moveTo>
                  <a:lnTo>
                    <a:pt x="5347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369760" y="4826449"/>
              <a:ext cx="53474" cy="158383"/>
            </a:xfrm>
            <a:custGeom>
              <a:avLst/>
              <a:pathLst>
                <a:path w="53474" h="158383">
                  <a:moveTo>
                    <a:pt x="0" y="158383"/>
                  </a:moveTo>
                  <a:lnTo>
                    <a:pt x="5347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369760" y="4826449"/>
              <a:ext cx="141425" cy="167153"/>
            </a:xfrm>
            <a:custGeom>
              <a:avLst/>
              <a:pathLst>
                <a:path w="141425" h="167153">
                  <a:moveTo>
                    <a:pt x="0" y="158383"/>
                  </a:moveTo>
                  <a:lnTo>
                    <a:pt x="5388" y="160101"/>
                  </a:lnTo>
                  <a:lnTo>
                    <a:pt x="10831" y="161636"/>
                  </a:lnTo>
                  <a:lnTo>
                    <a:pt x="16323" y="162986"/>
                  </a:lnTo>
                  <a:lnTo>
                    <a:pt x="21857" y="164150"/>
                  </a:lnTo>
                  <a:lnTo>
                    <a:pt x="27428" y="165125"/>
                  </a:lnTo>
                  <a:lnTo>
                    <a:pt x="33028" y="165912"/>
                  </a:lnTo>
                  <a:lnTo>
                    <a:pt x="38652" y="166509"/>
                  </a:lnTo>
                  <a:lnTo>
                    <a:pt x="44293" y="166915"/>
                  </a:lnTo>
                  <a:lnTo>
                    <a:pt x="49944" y="167130"/>
                  </a:lnTo>
                  <a:lnTo>
                    <a:pt x="55600" y="167153"/>
                  </a:lnTo>
                  <a:lnTo>
                    <a:pt x="61253" y="166986"/>
                  </a:lnTo>
                  <a:lnTo>
                    <a:pt x="66897" y="166627"/>
                  </a:lnTo>
                  <a:lnTo>
                    <a:pt x="72525" y="166078"/>
                  </a:lnTo>
                  <a:lnTo>
                    <a:pt x="78132" y="165338"/>
                  </a:lnTo>
                  <a:lnTo>
                    <a:pt x="83711" y="164410"/>
                  </a:lnTo>
                  <a:lnTo>
                    <a:pt x="89255" y="163293"/>
                  </a:lnTo>
                  <a:lnTo>
                    <a:pt x="94758" y="161989"/>
                  </a:lnTo>
                  <a:lnTo>
                    <a:pt x="100214" y="160500"/>
                  </a:lnTo>
                  <a:lnTo>
                    <a:pt x="105616" y="158827"/>
                  </a:lnTo>
                  <a:lnTo>
                    <a:pt x="110959" y="156972"/>
                  </a:lnTo>
                  <a:lnTo>
                    <a:pt x="116236" y="154938"/>
                  </a:lnTo>
                  <a:lnTo>
                    <a:pt x="121441" y="152726"/>
                  </a:lnTo>
                  <a:lnTo>
                    <a:pt x="126568" y="150340"/>
                  </a:lnTo>
                  <a:lnTo>
                    <a:pt x="131612" y="147781"/>
                  </a:lnTo>
                  <a:lnTo>
                    <a:pt x="136566" y="145054"/>
                  </a:lnTo>
                  <a:lnTo>
                    <a:pt x="141425" y="142160"/>
                  </a:lnTo>
                  <a:lnTo>
                    <a:pt x="5347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423235" y="4659281"/>
              <a:ext cx="167164" cy="309328"/>
            </a:xfrm>
            <a:custGeom>
              <a:avLst/>
              <a:pathLst>
                <a:path w="167164" h="309328">
                  <a:moveTo>
                    <a:pt x="87950" y="309328"/>
                  </a:moveTo>
                  <a:lnTo>
                    <a:pt x="92446" y="306446"/>
                  </a:lnTo>
                  <a:lnTo>
                    <a:pt x="96847" y="303422"/>
                  </a:lnTo>
                  <a:lnTo>
                    <a:pt x="101150" y="300259"/>
                  </a:lnTo>
                  <a:lnTo>
                    <a:pt x="105349" y="296961"/>
                  </a:lnTo>
                  <a:lnTo>
                    <a:pt x="109441" y="293530"/>
                  </a:lnTo>
                  <a:lnTo>
                    <a:pt x="113421" y="289970"/>
                  </a:lnTo>
                  <a:lnTo>
                    <a:pt x="117285" y="286284"/>
                  </a:lnTo>
                  <a:lnTo>
                    <a:pt x="121030" y="282478"/>
                  </a:lnTo>
                  <a:lnTo>
                    <a:pt x="124651" y="278553"/>
                  </a:lnTo>
                  <a:lnTo>
                    <a:pt x="128145" y="274515"/>
                  </a:lnTo>
                  <a:lnTo>
                    <a:pt x="131509" y="270367"/>
                  </a:lnTo>
                  <a:lnTo>
                    <a:pt x="134738" y="266114"/>
                  </a:lnTo>
                  <a:lnTo>
                    <a:pt x="137829" y="261760"/>
                  </a:lnTo>
                  <a:lnTo>
                    <a:pt x="140780" y="257310"/>
                  </a:lnTo>
                  <a:lnTo>
                    <a:pt x="143588" y="252767"/>
                  </a:lnTo>
                  <a:lnTo>
                    <a:pt x="146248" y="248137"/>
                  </a:lnTo>
                  <a:lnTo>
                    <a:pt x="148760" y="243425"/>
                  </a:lnTo>
                  <a:lnTo>
                    <a:pt x="151120" y="238635"/>
                  </a:lnTo>
                  <a:lnTo>
                    <a:pt x="153325" y="233771"/>
                  </a:lnTo>
                  <a:lnTo>
                    <a:pt x="155374" y="228840"/>
                  </a:lnTo>
                  <a:lnTo>
                    <a:pt x="157265" y="223846"/>
                  </a:lnTo>
                  <a:lnTo>
                    <a:pt x="158995" y="218794"/>
                  </a:lnTo>
                  <a:lnTo>
                    <a:pt x="160563" y="213690"/>
                  </a:lnTo>
                  <a:lnTo>
                    <a:pt x="161967" y="208537"/>
                  </a:lnTo>
                  <a:lnTo>
                    <a:pt x="163206" y="203343"/>
                  </a:lnTo>
                  <a:lnTo>
                    <a:pt x="164278" y="198112"/>
                  </a:lnTo>
                  <a:lnTo>
                    <a:pt x="165182" y="192849"/>
                  </a:lnTo>
                  <a:lnTo>
                    <a:pt x="165918" y="187560"/>
                  </a:lnTo>
                  <a:lnTo>
                    <a:pt x="166485" y="182250"/>
                  </a:lnTo>
                  <a:lnTo>
                    <a:pt x="166882" y="176925"/>
                  </a:lnTo>
                  <a:lnTo>
                    <a:pt x="167108" y="171590"/>
                  </a:lnTo>
                  <a:lnTo>
                    <a:pt x="167164" y="166250"/>
                  </a:lnTo>
                  <a:lnTo>
                    <a:pt x="167050" y="160912"/>
                  </a:lnTo>
                  <a:lnTo>
                    <a:pt x="166765" y="155579"/>
                  </a:lnTo>
                  <a:lnTo>
                    <a:pt x="166310" y="150259"/>
                  </a:lnTo>
                  <a:lnTo>
                    <a:pt x="165685" y="144955"/>
                  </a:lnTo>
                  <a:lnTo>
                    <a:pt x="164891" y="139675"/>
                  </a:lnTo>
                  <a:lnTo>
                    <a:pt x="163929" y="134422"/>
                  </a:lnTo>
                  <a:lnTo>
                    <a:pt x="162799" y="129203"/>
                  </a:lnTo>
                  <a:lnTo>
                    <a:pt x="161503" y="124023"/>
                  </a:lnTo>
                  <a:lnTo>
                    <a:pt x="160043" y="118886"/>
                  </a:lnTo>
                  <a:lnTo>
                    <a:pt x="158419" y="113799"/>
                  </a:lnTo>
                  <a:lnTo>
                    <a:pt x="156634" y="108767"/>
                  </a:lnTo>
                  <a:lnTo>
                    <a:pt x="154689" y="103793"/>
                  </a:lnTo>
                  <a:lnTo>
                    <a:pt x="152586" y="98885"/>
                  </a:lnTo>
                  <a:lnTo>
                    <a:pt x="150327" y="94046"/>
                  </a:lnTo>
                  <a:lnTo>
                    <a:pt x="147915" y="89282"/>
                  </a:lnTo>
                  <a:lnTo>
                    <a:pt x="145352" y="84598"/>
                  </a:lnTo>
                  <a:lnTo>
                    <a:pt x="142640" y="79997"/>
                  </a:lnTo>
                  <a:lnTo>
                    <a:pt x="139783" y="75486"/>
                  </a:lnTo>
                  <a:lnTo>
                    <a:pt x="136784" y="71068"/>
                  </a:lnTo>
                  <a:lnTo>
                    <a:pt x="133645" y="66748"/>
                  </a:lnTo>
                  <a:lnTo>
                    <a:pt x="130369" y="62531"/>
                  </a:lnTo>
                  <a:lnTo>
                    <a:pt x="126960" y="58420"/>
                  </a:lnTo>
                  <a:lnTo>
                    <a:pt x="123422" y="54421"/>
                  </a:lnTo>
                  <a:lnTo>
                    <a:pt x="119758" y="50536"/>
                  </a:lnTo>
                  <a:lnTo>
                    <a:pt x="115972" y="46770"/>
                  </a:lnTo>
                  <a:lnTo>
                    <a:pt x="112067" y="43128"/>
                  </a:lnTo>
                  <a:lnTo>
                    <a:pt x="108048" y="39612"/>
                  </a:lnTo>
                  <a:lnTo>
                    <a:pt x="103919" y="36226"/>
                  </a:lnTo>
                  <a:lnTo>
                    <a:pt x="99684" y="32973"/>
                  </a:lnTo>
                  <a:lnTo>
                    <a:pt x="95347" y="29858"/>
                  </a:lnTo>
                  <a:lnTo>
                    <a:pt x="90913" y="26882"/>
                  </a:lnTo>
                  <a:lnTo>
                    <a:pt x="86386" y="24050"/>
                  </a:lnTo>
                  <a:lnTo>
                    <a:pt x="81771" y="21364"/>
                  </a:lnTo>
                  <a:lnTo>
                    <a:pt x="77072" y="18827"/>
                  </a:lnTo>
                  <a:lnTo>
                    <a:pt x="72295" y="16441"/>
                  </a:lnTo>
                  <a:lnTo>
                    <a:pt x="67444" y="14209"/>
                  </a:lnTo>
                  <a:lnTo>
                    <a:pt x="62524" y="12133"/>
                  </a:lnTo>
                  <a:lnTo>
                    <a:pt x="57540" y="10215"/>
                  </a:lnTo>
                  <a:lnTo>
                    <a:pt x="52498" y="8457"/>
                  </a:lnTo>
                  <a:lnTo>
                    <a:pt x="47402" y="6861"/>
                  </a:lnTo>
                  <a:lnTo>
                    <a:pt x="42258" y="5429"/>
                  </a:lnTo>
                  <a:lnTo>
                    <a:pt x="37070" y="4162"/>
                  </a:lnTo>
                  <a:lnTo>
                    <a:pt x="31845" y="3061"/>
                  </a:lnTo>
                  <a:lnTo>
                    <a:pt x="26587" y="2127"/>
                  </a:lnTo>
                  <a:lnTo>
                    <a:pt x="21302" y="1362"/>
                  </a:lnTo>
                  <a:lnTo>
                    <a:pt x="15996" y="767"/>
                  </a:lnTo>
                  <a:lnTo>
                    <a:pt x="10673" y="341"/>
                  </a:lnTo>
                  <a:lnTo>
                    <a:pt x="533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561315" y="4213821"/>
              <a:ext cx="215902" cy="334327"/>
            </a:xfrm>
            <a:custGeom>
              <a:avLst/>
              <a:pathLst>
                <a:path w="215902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2" y="338"/>
                  </a:lnTo>
                  <a:lnTo>
                    <a:pt x="151219" y="761"/>
                  </a:lnTo>
                  <a:lnTo>
                    <a:pt x="145931" y="1352"/>
                  </a:lnTo>
                  <a:lnTo>
                    <a:pt x="140665" y="2112"/>
                  </a:lnTo>
                  <a:lnTo>
                    <a:pt x="135426" y="3039"/>
                  </a:lnTo>
                  <a:lnTo>
                    <a:pt x="130219" y="4131"/>
                  </a:lnTo>
                  <a:lnTo>
                    <a:pt x="125049" y="5390"/>
                  </a:lnTo>
                  <a:lnTo>
                    <a:pt x="119922" y="6811"/>
                  </a:lnTo>
                  <a:lnTo>
                    <a:pt x="114843" y="8396"/>
                  </a:lnTo>
                  <a:lnTo>
                    <a:pt x="109817" y="10141"/>
                  </a:lnTo>
                  <a:lnTo>
                    <a:pt x="104849" y="12045"/>
                  </a:lnTo>
                  <a:lnTo>
                    <a:pt x="99944" y="14107"/>
                  </a:lnTo>
                  <a:lnTo>
                    <a:pt x="95107" y="16323"/>
                  </a:lnTo>
                  <a:lnTo>
                    <a:pt x="90343" y="18692"/>
                  </a:lnTo>
                  <a:lnTo>
                    <a:pt x="85657" y="21212"/>
                  </a:lnTo>
                  <a:lnTo>
                    <a:pt x="81054" y="23879"/>
                  </a:lnTo>
                  <a:lnTo>
                    <a:pt x="76538" y="26692"/>
                  </a:lnTo>
                  <a:lnTo>
                    <a:pt x="72113" y="29647"/>
                  </a:lnTo>
                  <a:lnTo>
                    <a:pt x="67785" y="32741"/>
                  </a:lnTo>
                  <a:lnTo>
                    <a:pt x="63557" y="35972"/>
                  </a:lnTo>
                  <a:lnTo>
                    <a:pt x="59435" y="39335"/>
                  </a:lnTo>
                  <a:lnTo>
                    <a:pt x="55421" y="42828"/>
                  </a:lnTo>
                  <a:lnTo>
                    <a:pt x="51521" y="46446"/>
                  </a:lnTo>
                  <a:lnTo>
                    <a:pt x="47738" y="50188"/>
                  </a:lnTo>
                  <a:lnTo>
                    <a:pt x="44076" y="54047"/>
                  </a:lnTo>
                  <a:lnTo>
                    <a:pt x="40538" y="58021"/>
                  </a:lnTo>
                  <a:lnTo>
                    <a:pt x="37129" y="62106"/>
                  </a:lnTo>
                  <a:lnTo>
                    <a:pt x="33852" y="66297"/>
                  </a:lnTo>
                  <a:lnTo>
                    <a:pt x="30709" y="70590"/>
                  </a:lnTo>
                  <a:lnTo>
                    <a:pt x="27705" y="74981"/>
                  </a:lnTo>
                  <a:lnTo>
                    <a:pt x="24842" y="79466"/>
                  </a:lnTo>
                  <a:lnTo>
                    <a:pt x="22123" y="84039"/>
                  </a:lnTo>
                  <a:lnTo>
                    <a:pt x="19551" y="88697"/>
                  </a:lnTo>
                  <a:lnTo>
                    <a:pt x="17129" y="93434"/>
                  </a:lnTo>
                  <a:lnTo>
                    <a:pt x="14858" y="98245"/>
                  </a:lnTo>
                  <a:lnTo>
                    <a:pt x="12742" y="103127"/>
                  </a:lnTo>
                  <a:lnTo>
                    <a:pt x="10782" y="108073"/>
                  </a:lnTo>
                  <a:lnTo>
                    <a:pt x="8981" y="113080"/>
                  </a:lnTo>
                  <a:lnTo>
                    <a:pt x="7340" y="118141"/>
                  </a:lnTo>
                  <a:lnTo>
                    <a:pt x="5861" y="123251"/>
                  </a:lnTo>
                  <a:lnTo>
                    <a:pt x="4545" y="128407"/>
                  </a:lnTo>
                  <a:lnTo>
                    <a:pt x="3394" y="133601"/>
                  </a:lnTo>
                  <a:lnTo>
                    <a:pt x="2408" y="138830"/>
                  </a:lnTo>
                  <a:lnTo>
                    <a:pt x="1590" y="144087"/>
                  </a:lnTo>
                  <a:lnTo>
                    <a:pt x="939" y="149367"/>
                  </a:lnTo>
                  <a:lnTo>
                    <a:pt x="457" y="154666"/>
                  </a:lnTo>
                  <a:lnTo>
                    <a:pt x="144" y="159977"/>
                  </a:lnTo>
                  <a:lnTo>
                    <a:pt x="0" y="165296"/>
                  </a:lnTo>
                  <a:lnTo>
                    <a:pt x="25" y="170616"/>
                  </a:lnTo>
                  <a:lnTo>
                    <a:pt x="219" y="175933"/>
                  </a:lnTo>
                  <a:lnTo>
                    <a:pt x="583" y="181241"/>
                  </a:lnTo>
                  <a:lnTo>
                    <a:pt x="1115" y="186535"/>
                  </a:lnTo>
                  <a:lnTo>
                    <a:pt x="1815" y="191809"/>
                  </a:lnTo>
                  <a:lnTo>
                    <a:pt x="2683" y="197058"/>
                  </a:lnTo>
                  <a:lnTo>
                    <a:pt x="3718" y="202277"/>
                  </a:lnTo>
                  <a:lnTo>
                    <a:pt x="4918" y="207461"/>
                  </a:lnTo>
                  <a:lnTo>
                    <a:pt x="6282" y="212603"/>
                  </a:lnTo>
                  <a:lnTo>
                    <a:pt x="7810" y="217700"/>
                  </a:lnTo>
                  <a:lnTo>
                    <a:pt x="9498" y="222745"/>
                  </a:lnTo>
                  <a:lnTo>
                    <a:pt x="11347" y="227734"/>
                  </a:lnTo>
                  <a:lnTo>
                    <a:pt x="13353" y="232662"/>
                  </a:lnTo>
                  <a:lnTo>
                    <a:pt x="15516" y="237523"/>
                  </a:lnTo>
                  <a:lnTo>
                    <a:pt x="17831" y="242313"/>
                  </a:lnTo>
                  <a:lnTo>
                    <a:pt x="20298" y="247027"/>
                  </a:lnTo>
                  <a:lnTo>
                    <a:pt x="22914" y="251660"/>
                  </a:lnTo>
                  <a:lnTo>
                    <a:pt x="25676" y="256208"/>
                  </a:lnTo>
                  <a:lnTo>
                    <a:pt x="28581" y="260665"/>
                  </a:lnTo>
                  <a:lnTo>
                    <a:pt x="31627" y="265027"/>
                  </a:lnTo>
                  <a:lnTo>
                    <a:pt x="34810" y="269291"/>
                  </a:lnTo>
                  <a:lnTo>
                    <a:pt x="38127" y="273451"/>
                  </a:lnTo>
                  <a:lnTo>
                    <a:pt x="41574" y="277503"/>
                  </a:lnTo>
                  <a:lnTo>
                    <a:pt x="45149" y="281444"/>
                  </a:lnTo>
                  <a:lnTo>
                    <a:pt x="48848" y="285268"/>
                  </a:lnTo>
                  <a:lnTo>
                    <a:pt x="52666" y="288974"/>
                  </a:lnTo>
                  <a:lnTo>
                    <a:pt x="56600" y="292555"/>
                  </a:lnTo>
                  <a:lnTo>
                    <a:pt x="60646" y="296010"/>
                  </a:lnTo>
                  <a:lnTo>
                    <a:pt x="64801" y="299334"/>
                  </a:lnTo>
                  <a:lnTo>
                    <a:pt x="69058" y="302525"/>
                  </a:lnTo>
                  <a:lnTo>
                    <a:pt x="73416" y="305578"/>
                  </a:lnTo>
                  <a:lnTo>
                    <a:pt x="77868" y="308491"/>
                  </a:lnTo>
                  <a:lnTo>
                    <a:pt x="82410" y="311261"/>
                  </a:lnTo>
                  <a:lnTo>
                    <a:pt x="87039" y="313885"/>
                  </a:lnTo>
                  <a:lnTo>
                    <a:pt x="91749" y="316360"/>
                  </a:lnTo>
                  <a:lnTo>
                    <a:pt x="96535" y="318684"/>
                  </a:lnTo>
                  <a:lnTo>
                    <a:pt x="101392" y="320855"/>
                  </a:lnTo>
                  <a:lnTo>
                    <a:pt x="106316" y="322870"/>
                  </a:lnTo>
                  <a:lnTo>
                    <a:pt x="111302" y="324727"/>
                  </a:lnTo>
                  <a:lnTo>
                    <a:pt x="116344" y="326425"/>
                  </a:lnTo>
                  <a:lnTo>
                    <a:pt x="121438" y="327961"/>
                  </a:lnTo>
                  <a:lnTo>
                    <a:pt x="126578" y="329335"/>
                  </a:lnTo>
                  <a:lnTo>
                    <a:pt x="131760" y="330544"/>
                  </a:lnTo>
                  <a:lnTo>
                    <a:pt x="136977" y="331588"/>
                  </a:lnTo>
                  <a:lnTo>
                    <a:pt x="142224" y="332465"/>
                  </a:lnTo>
                  <a:lnTo>
                    <a:pt x="147497" y="333174"/>
                  </a:lnTo>
                  <a:lnTo>
                    <a:pt x="152790" y="333716"/>
                  </a:lnTo>
                  <a:lnTo>
                    <a:pt x="158098" y="334089"/>
                  </a:lnTo>
                  <a:lnTo>
                    <a:pt x="163414" y="334292"/>
                  </a:lnTo>
                  <a:lnTo>
                    <a:pt x="168735" y="334327"/>
                  </a:lnTo>
                  <a:lnTo>
                    <a:pt x="174053" y="334192"/>
                  </a:lnTo>
                  <a:lnTo>
                    <a:pt x="179365" y="333888"/>
                  </a:lnTo>
                  <a:lnTo>
                    <a:pt x="184665" y="333415"/>
                  </a:lnTo>
                  <a:lnTo>
                    <a:pt x="189946" y="332774"/>
                  </a:lnTo>
                  <a:lnTo>
                    <a:pt x="195205" y="331965"/>
                  </a:lnTo>
                  <a:lnTo>
                    <a:pt x="200435" y="330988"/>
                  </a:lnTo>
                  <a:lnTo>
                    <a:pt x="205631" y="329846"/>
                  </a:lnTo>
                  <a:lnTo>
                    <a:pt x="210789" y="328540"/>
                  </a:lnTo>
                  <a:lnTo>
                    <a:pt x="215902" y="32706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380988"/>
              <a:ext cx="48745" cy="159902"/>
            </a:xfrm>
            <a:custGeom>
              <a:avLst/>
              <a:pathLst>
                <a:path w="48745" h="159902">
                  <a:moveTo>
                    <a:pt x="48745" y="159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380988"/>
              <a:ext cx="163596" cy="159902"/>
            </a:xfrm>
            <a:custGeom>
              <a:avLst/>
              <a:pathLst>
                <a:path w="163596" h="159902">
                  <a:moveTo>
                    <a:pt x="48745" y="159902"/>
                  </a:moveTo>
                  <a:lnTo>
                    <a:pt x="54053" y="158187"/>
                  </a:lnTo>
                  <a:lnTo>
                    <a:pt x="59301" y="156295"/>
                  </a:lnTo>
                  <a:lnTo>
                    <a:pt x="64482" y="154230"/>
                  </a:lnTo>
                  <a:lnTo>
                    <a:pt x="69592" y="151992"/>
                  </a:lnTo>
                  <a:lnTo>
                    <a:pt x="74624" y="149586"/>
                  </a:lnTo>
                  <a:lnTo>
                    <a:pt x="79573" y="147013"/>
                  </a:lnTo>
                  <a:lnTo>
                    <a:pt x="84434" y="144276"/>
                  </a:lnTo>
                  <a:lnTo>
                    <a:pt x="89201" y="141379"/>
                  </a:lnTo>
                  <a:lnTo>
                    <a:pt x="93868" y="138324"/>
                  </a:lnTo>
                  <a:lnTo>
                    <a:pt x="98431" y="135115"/>
                  </a:lnTo>
                  <a:lnTo>
                    <a:pt x="102884" y="131756"/>
                  </a:lnTo>
                  <a:lnTo>
                    <a:pt x="107222" y="128250"/>
                  </a:lnTo>
                  <a:lnTo>
                    <a:pt x="111442" y="124601"/>
                  </a:lnTo>
                  <a:lnTo>
                    <a:pt x="115537" y="120814"/>
                  </a:lnTo>
                  <a:lnTo>
                    <a:pt x="119503" y="116892"/>
                  </a:lnTo>
                  <a:lnTo>
                    <a:pt x="123337" y="112840"/>
                  </a:lnTo>
                  <a:lnTo>
                    <a:pt x="127033" y="108662"/>
                  </a:lnTo>
                  <a:lnTo>
                    <a:pt x="130587" y="104363"/>
                  </a:lnTo>
                  <a:lnTo>
                    <a:pt x="133997" y="99948"/>
                  </a:lnTo>
                  <a:lnTo>
                    <a:pt x="137257" y="95422"/>
                  </a:lnTo>
                  <a:lnTo>
                    <a:pt x="140364" y="90789"/>
                  </a:lnTo>
                  <a:lnTo>
                    <a:pt x="143315" y="86056"/>
                  </a:lnTo>
                  <a:lnTo>
                    <a:pt x="146106" y="81226"/>
                  </a:lnTo>
                  <a:lnTo>
                    <a:pt x="148735" y="76307"/>
                  </a:lnTo>
                  <a:lnTo>
                    <a:pt x="151198" y="71302"/>
                  </a:lnTo>
                  <a:lnTo>
                    <a:pt x="153493" y="66218"/>
                  </a:lnTo>
                  <a:lnTo>
                    <a:pt x="155616" y="61060"/>
                  </a:lnTo>
                  <a:lnTo>
                    <a:pt x="157567" y="55834"/>
                  </a:lnTo>
                  <a:lnTo>
                    <a:pt x="159342" y="50546"/>
                  </a:lnTo>
                  <a:lnTo>
                    <a:pt x="160940" y="45201"/>
                  </a:lnTo>
                  <a:lnTo>
                    <a:pt x="162358" y="39806"/>
                  </a:lnTo>
                  <a:lnTo>
                    <a:pt x="163596" y="34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213821"/>
              <a:ext cx="167153" cy="201535"/>
            </a:xfrm>
            <a:custGeom>
              <a:avLst/>
              <a:pathLst>
                <a:path w="167153" h="201535">
                  <a:moveTo>
                    <a:pt x="163596" y="201535"/>
                  </a:moveTo>
                  <a:lnTo>
                    <a:pt x="164621" y="196230"/>
                  </a:lnTo>
                  <a:lnTo>
                    <a:pt x="165475" y="190894"/>
                  </a:lnTo>
                  <a:lnTo>
                    <a:pt x="166155" y="185534"/>
                  </a:lnTo>
                  <a:lnTo>
                    <a:pt x="166662" y="180154"/>
                  </a:lnTo>
                  <a:lnTo>
                    <a:pt x="166994" y="174761"/>
                  </a:lnTo>
                  <a:lnTo>
                    <a:pt x="167153" y="169360"/>
                  </a:lnTo>
                  <a:lnTo>
                    <a:pt x="167136" y="163956"/>
                  </a:lnTo>
                  <a:lnTo>
                    <a:pt x="166945" y="158556"/>
                  </a:lnTo>
                  <a:lnTo>
                    <a:pt x="166580" y="153165"/>
                  </a:lnTo>
                  <a:lnTo>
                    <a:pt x="166040" y="147789"/>
                  </a:lnTo>
                  <a:lnTo>
                    <a:pt x="165327" y="142433"/>
                  </a:lnTo>
                  <a:lnTo>
                    <a:pt x="164441" y="137102"/>
                  </a:lnTo>
                  <a:lnTo>
                    <a:pt x="163384" y="131803"/>
                  </a:lnTo>
                  <a:lnTo>
                    <a:pt x="162155" y="126542"/>
                  </a:lnTo>
                  <a:lnTo>
                    <a:pt x="160758" y="121322"/>
                  </a:lnTo>
                  <a:lnTo>
                    <a:pt x="159192" y="116150"/>
                  </a:lnTo>
                  <a:lnTo>
                    <a:pt x="157460" y="111032"/>
                  </a:lnTo>
                  <a:lnTo>
                    <a:pt x="155564" y="105972"/>
                  </a:lnTo>
                  <a:lnTo>
                    <a:pt x="153505" y="100977"/>
                  </a:lnTo>
                  <a:lnTo>
                    <a:pt x="151285" y="96050"/>
                  </a:lnTo>
                  <a:lnTo>
                    <a:pt x="148908" y="91198"/>
                  </a:lnTo>
                  <a:lnTo>
                    <a:pt x="146375" y="86425"/>
                  </a:lnTo>
                  <a:lnTo>
                    <a:pt x="143689" y="81736"/>
                  </a:lnTo>
                  <a:lnTo>
                    <a:pt x="140853" y="77137"/>
                  </a:lnTo>
                  <a:lnTo>
                    <a:pt x="137869" y="72632"/>
                  </a:lnTo>
                  <a:lnTo>
                    <a:pt x="134742" y="68225"/>
                  </a:lnTo>
                  <a:lnTo>
                    <a:pt x="131474" y="63922"/>
                  </a:lnTo>
                  <a:lnTo>
                    <a:pt x="128068" y="59727"/>
                  </a:lnTo>
                  <a:lnTo>
                    <a:pt x="124529" y="55644"/>
                  </a:lnTo>
                  <a:lnTo>
                    <a:pt x="120860" y="51678"/>
                  </a:lnTo>
                  <a:lnTo>
                    <a:pt x="117064" y="47832"/>
                  </a:lnTo>
                  <a:lnTo>
                    <a:pt x="113146" y="44111"/>
                  </a:lnTo>
                  <a:lnTo>
                    <a:pt x="109110" y="40518"/>
                  </a:lnTo>
                  <a:lnTo>
                    <a:pt x="104960" y="37058"/>
                  </a:lnTo>
                  <a:lnTo>
                    <a:pt x="100700" y="33734"/>
                  </a:lnTo>
                  <a:lnTo>
                    <a:pt x="96335" y="30549"/>
                  </a:lnTo>
                  <a:lnTo>
                    <a:pt x="91869" y="27507"/>
                  </a:lnTo>
                  <a:lnTo>
                    <a:pt x="87308" y="24611"/>
                  </a:lnTo>
                  <a:lnTo>
                    <a:pt x="82655" y="21864"/>
                  </a:lnTo>
                  <a:lnTo>
                    <a:pt x="77915" y="19268"/>
                  </a:lnTo>
                  <a:lnTo>
                    <a:pt x="73095" y="16827"/>
                  </a:lnTo>
                  <a:lnTo>
                    <a:pt x="68198" y="14543"/>
                  </a:lnTo>
                  <a:lnTo>
                    <a:pt x="63229" y="12419"/>
                  </a:lnTo>
                  <a:lnTo>
                    <a:pt x="58195" y="10456"/>
                  </a:lnTo>
                  <a:lnTo>
                    <a:pt x="53100" y="8657"/>
                  </a:lnTo>
                  <a:lnTo>
                    <a:pt x="47949" y="7024"/>
                  </a:lnTo>
                  <a:lnTo>
                    <a:pt x="42749" y="5558"/>
                  </a:lnTo>
                  <a:lnTo>
                    <a:pt x="37503" y="4261"/>
                  </a:lnTo>
                  <a:lnTo>
                    <a:pt x="32219" y="3134"/>
                  </a:lnTo>
                  <a:lnTo>
                    <a:pt x="26900" y="2178"/>
                  </a:lnTo>
                  <a:lnTo>
                    <a:pt x="21554" y="1395"/>
                  </a:lnTo>
                  <a:lnTo>
                    <a:pt x="16185" y="785"/>
                  </a:lnTo>
                  <a:lnTo>
                    <a:pt x="10799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751854" y="3707720"/>
              <a:ext cx="184613" cy="334327"/>
            </a:xfrm>
            <a:custGeom>
              <a:avLst/>
              <a:pathLst>
                <a:path w="184613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20" y="761"/>
                  </a:lnTo>
                  <a:lnTo>
                    <a:pt x="145933" y="1352"/>
                  </a:lnTo>
                  <a:lnTo>
                    <a:pt x="140667" y="2112"/>
                  </a:lnTo>
                  <a:lnTo>
                    <a:pt x="135429" y="3038"/>
                  </a:lnTo>
                  <a:lnTo>
                    <a:pt x="130222" y="4131"/>
                  </a:lnTo>
                  <a:lnTo>
                    <a:pt x="125053" y="5388"/>
                  </a:lnTo>
                  <a:lnTo>
                    <a:pt x="119926" y="6810"/>
                  </a:lnTo>
                  <a:lnTo>
                    <a:pt x="114848" y="8394"/>
                  </a:lnTo>
                  <a:lnTo>
                    <a:pt x="109822" y="10139"/>
                  </a:lnTo>
                  <a:lnTo>
                    <a:pt x="104854" y="12043"/>
                  </a:lnTo>
                  <a:lnTo>
                    <a:pt x="99950" y="14104"/>
                  </a:lnTo>
                  <a:lnTo>
                    <a:pt x="95113" y="16320"/>
                  </a:lnTo>
                  <a:lnTo>
                    <a:pt x="90350" y="18689"/>
                  </a:lnTo>
                  <a:lnTo>
                    <a:pt x="85664" y="21208"/>
                  </a:lnTo>
                  <a:lnTo>
                    <a:pt x="81061" y="23875"/>
                  </a:lnTo>
                  <a:lnTo>
                    <a:pt x="76545" y="26687"/>
                  </a:lnTo>
                  <a:lnTo>
                    <a:pt x="72121" y="29642"/>
                  </a:lnTo>
                  <a:lnTo>
                    <a:pt x="67793" y="32735"/>
                  </a:lnTo>
                  <a:lnTo>
                    <a:pt x="63566" y="35965"/>
                  </a:lnTo>
                  <a:lnTo>
                    <a:pt x="59443" y="39328"/>
                  </a:lnTo>
                  <a:lnTo>
                    <a:pt x="55430" y="42820"/>
                  </a:lnTo>
                  <a:lnTo>
                    <a:pt x="51530" y="46438"/>
                  </a:lnTo>
                  <a:lnTo>
                    <a:pt x="47747" y="50178"/>
                  </a:lnTo>
                  <a:lnTo>
                    <a:pt x="44084" y="54037"/>
                  </a:lnTo>
                  <a:lnTo>
                    <a:pt x="40547" y="58011"/>
                  </a:lnTo>
                  <a:lnTo>
                    <a:pt x="37138" y="62095"/>
                  </a:lnTo>
                  <a:lnTo>
                    <a:pt x="33860" y="66285"/>
                  </a:lnTo>
                  <a:lnTo>
                    <a:pt x="30718" y="70578"/>
                  </a:lnTo>
                  <a:lnTo>
                    <a:pt x="27713" y="74968"/>
                  </a:lnTo>
                  <a:lnTo>
                    <a:pt x="24850" y="79452"/>
                  </a:lnTo>
                  <a:lnTo>
                    <a:pt x="22131" y="84025"/>
                  </a:lnTo>
                  <a:lnTo>
                    <a:pt x="19559" y="88682"/>
                  </a:lnTo>
                  <a:lnTo>
                    <a:pt x="17136" y="93418"/>
                  </a:lnTo>
                  <a:lnTo>
                    <a:pt x="14865" y="98229"/>
                  </a:lnTo>
                  <a:lnTo>
                    <a:pt x="12749" y="103110"/>
                  </a:lnTo>
                  <a:lnTo>
                    <a:pt x="10789" y="108055"/>
                  </a:lnTo>
                  <a:lnTo>
                    <a:pt x="8987" y="113061"/>
                  </a:lnTo>
                  <a:lnTo>
                    <a:pt x="7345" y="118121"/>
                  </a:lnTo>
                  <a:lnTo>
                    <a:pt x="5866" y="123231"/>
                  </a:lnTo>
                  <a:lnTo>
                    <a:pt x="4549" y="128386"/>
                  </a:lnTo>
                  <a:lnTo>
                    <a:pt x="3398" y="133580"/>
                  </a:lnTo>
                  <a:lnTo>
                    <a:pt x="2412" y="138808"/>
                  </a:lnTo>
                  <a:lnTo>
                    <a:pt x="1593" y="144064"/>
                  </a:lnTo>
                  <a:lnTo>
                    <a:pt x="942" y="149344"/>
                  </a:lnTo>
                  <a:lnTo>
                    <a:pt x="459" y="154642"/>
                  </a:lnTo>
                  <a:lnTo>
                    <a:pt x="144" y="159953"/>
                  </a:lnTo>
                  <a:lnTo>
                    <a:pt x="0" y="165271"/>
                  </a:lnTo>
                  <a:lnTo>
                    <a:pt x="24" y="170591"/>
                  </a:lnTo>
                  <a:lnTo>
                    <a:pt x="217" y="175907"/>
                  </a:lnTo>
                  <a:lnTo>
                    <a:pt x="580" y="181215"/>
                  </a:lnTo>
                  <a:lnTo>
                    <a:pt x="1111" y="186508"/>
                  </a:lnTo>
                  <a:lnTo>
                    <a:pt x="1811" y="191782"/>
                  </a:lnTo>
                  <a:lnTo>
                    <a:pt x="2678" y="197031"/>
                  </a:lnTo>
                  <a:lnTo>
                    <a:pt x="3711" y="202249"/>
                  </a:lnTo>
                  <a:lnTo>
                    <a:pt x="4911" y="207433"/>
                  </a:lnTo>
                  <a:lnTo>
                    <a:pt x="6274" y="212575"/>
                  </a:lnTo>
                  <a:lnTo>
                    <a:pt x="7800" y="217671"/>
                  </a:lnTo>
                  <a:lnTo>
                    <a:pt x="9488" y="222716"/>
                  </a:lnTo>
                  <a:lnTo>
                    <a:pt x="11336" y="227705"/>
                  </a:lnTo>
                  <a:lnTo>
                    <a:pt x="13341" y="232633"/>
                  </a:lnTo>
                  <a:lnTo>
                    <a:pt x="15502" y="237494"/>
                  </a:lnTo>
                  <a:lnTo>
                    <a:pt x="17816" y="242284"/>
                  </a:lnTo>
                  <a:lnTo>
                    <a:pt x="20282" y="246998"/>
                  </a:lnTo>
                  <a:lnTo>
                    <a:pt x="22897" y="251631"/>
                  </a:lnTo>
                  <a:lnTo>
                    <a:pt x="25658" y="256179"/>
                  </a:lnTo>
                  <a:lnTo>
                    <a:pt x="28562" y="260636"/>
                  </a:lnTo>
                  <a:lnTo>
                    <a:pt x="31606" y="264999"/>
                  </a:lnTo>
                  <a:lnTo>
                    <a:pt x="34788" y="269263"/>
                  </a:lnTo>
                  <a:lnTo>
                    <a:pt x="38103" y="273423"/>
                  </a:lnTo>
                  <a:lnTo>
                    <a:pt x="41550" y="277476"/>
                  </a:lnTo>
                  <a:lnTo>
                    <a:pt x="45124" y="281417"/>
                  </a:lnTo>
                  <a:lnTo>
                    <a:pt x="48821" y="285242"/>
                  </a:lnTo>
                  <a:lnTo>
                    <a:pt x="52638" y="288948"/>
                  </a:lnTo>
                  <a:lnTo>
                    <a:pt x="56571" y="292530"/>
                  </a:lnTo>
                  <a:lnTo>
                    <a:pt x="60616" y="295985"/>
                  </a:lnTo>
                  <a:lnTo>
                    <a:pt x="64769" y="299310"/>
                  </a:lnTo>
                  <a:lnTo>
                    <a:pt x="69026" y="302501"/>
                  </a:lnTo>
                  <a:lnTo>
                    <a:pt x="73382" y="305555"/>
                  </a:lnTo>
                  <a:lnTo>
                    <a:pt x="77833" y="308469"/>
                  </a:lnTo>
                  <a:lnTo>
                    <a:pt x="82374" y="311240"/>
                  </a:lnTo>
                  <a:lnTo>
                    <a:pt x="87002" y="313865"/>
                  </a:lnTo>
                  <a:lnTo>
                    <a:pt x="91710" y="316341"/>
                  </a:lnTo>
                  <a:lnTo>
                    <a:pt x="96495" y="318666"/>
                  </a:lnTo>
                  <a:lnTo>
                    <a:pt x="101352" y="320838"/>
                  </a:lnTo>
                  <a:lnTo>
                    <a:pt x="106275" y="322854"/>
                  </a:lnTo>
                  <a:lnTo>
                    <a:pt x="111260" y="324712"/>
                  </a:lnTo>
                  <a:lnTo>
                    <a:pt x="116301" y="326411"/>
                  </a:lnTo>
                  <a:lnTo>
                    <a:pt x="121394" y="327949"/>
                  </a:lnTo>
                  <a:lnTo>
                    <a:pt x="126533" y="329323"/>
                  </a:lnTo>
                  <a:lnTo>
                    <a:pt x="131714" y="330534"/>
                  </a:lnTo>
                  <a:lnTo>
                    <a:pt x="136930" y="331579"/>
                  </a:lnTo>
                  <a:lnTo>
                    <a:pt x="142177" y="332458"/>
                  </a:lnTo>
                  <a:lnTo>
                    <a:pt x="147449" y="333169"/>
                  </a:lnTo>
                  <a:lnTo>
                    <a:pt x="152741" y="333712"/>
                  </a:lnTo>
                  <a:lnTo>
                    <a:pt x="158048" y="334086"/>
                  </a:lnTo>
                  <a:lnTo>
                    <a:pt x="163364" y="334291"/>
                  </a:lnTo>
                  <a:lnTo>
                    <a:pt x="168684" y="334327"/>
                  </a:lnTo>
                  <a:lnTo>
                    <a:pt x="174002" y="334194"/>
                  </a:lnTo>
                  <a:lnTo>
                    <a:pt x="179314" y="333892"/>
                  </a:lnTo>
                  <a:lnTo>
                    <a:pt x="184613" y="33342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847"/>
              <a:ext cx="167167" cy="333293"/>
            </a:xfrm>
            <a:custGeom>
              <a:avLst/>
              <a:pathLst>
                <a:path w="167167" h="333293">
                  <a:moveTo>
                    <a:pt x="17456" y="333293"/>
                  </a:moveTo>
                  <a:lnTo>
                    <a:pt x="22749" y="332652"/>
                  </a:lnTo>
                  <a:lnTo>
                    <a:pt x="28018" y="331842"/>
                  </a:lnTo>
                  <a:lnTo>
                    <a:pt x="33259" y="330865"/>
                  </a:lnTo>
                  <a:lnTo>
                    <a:pt x="38466" y="329721"/>
                  </a:lnTo>
                  <a:lnTo>
                    <a:pt x="43634" y="328412"/>
                  </a:lnTo>
                  <a:lnTo>
                    <a:pt x="48758" y="326938"/>
                  </a:lnTo>
                  <a:lnTo>
                    <a:pt x="53832" y="325302"/>
                  </a:lnTo>
                  <a:lnTo>
                    <a:pt x="58851" y="323505"/>
                  </a:lnTo>
                  <a:lnTo>
                    <a:pt x="63811" y="321549"/>
                  </a:lnTo>
                  <a:lnTo>
                    <a:pt x="68705" y="319436"/>
                  </a:lnTo>
                  <a:lnTo>
                    <a:pt x="73530" y="317167"/>
                  </a:lnTo>
                  <a:lnTo>
                    <a:pt x="78280" y="314746"/>
                  </a:lnTo>
                  <a:lnTo>
                    <a:pt x="82950" y="312175"/>
                  </a:lnTo>
                  <a:lnTo>
                    <a:pt x="87536" y="309456"/>
                  </a:lnTo>
                  <a:lnTo>
                    <a:pt x="92033" y="306592"/>
                  </a:lnTo>
                  <a:lnTo>
                    <a:pt x="96436" y="303586"/>
                  </a:lnTo>
                  <a:lnTo>
                    <a:pt x="100741" y="300442"/>
                  </a:lnTo>
                  <a:lnTo>
                    <a:pt x="104944" y="297161"/>
                  </a:lnTo>
                  <a:lnTo>
                    <a:pt x="109040" y="293749"/>
                  </a:lnTo>
                  <a:lnTo>
                    <a:pt x="113025" y="290207"/>
                  </a:lnTo>
                  <a:lnTo>
                    <a:pt x="116895" y="286541"/>
                  </a:lnTo>
                  <a:lnTo>
                    <a:pt x="120646" y="282752"/>
                  </a:lnTo>
                  <a:lnTo>
                    <a:pt x="124275" y="278846"/>
                  </a:lnTo>
                  <a:lnTo>
                    <a:pt x="127777" y="274826"/>
                  </a:lnTo>
                  <a:lnTo>
                    <a:pt x="131149" y="270697"/>
                  </a:lnTo>
                  <a:lnTo>
                    <a:pt x="134387" y="266462"/>
                  </a:lnTo>
                  <a:lnTo>
                    <a:pt x="137489" y="262126"/>
                  </a:lnTo>
                  <a:lnTo>
                    <a:pt x="140452" y="257694"/>
                  </a:lnTo>
                  <a:lnTo>
                    <a:pt x="143271" y="253169"/>
                  </a:lnTo>
                  <a:lnTo>
                    <a:pt x="145945" y="248556"/>
                  </a:lnTo>
                  <a:lnTo>
                    <a:pt x="148470" y="243861"/>
                  </a:lnTo>
                  <a:lnTo>
                    <a:pt x="150844" y="239088"/>
                  </a:lnTo>
                  <a:lnTo>
                    <a:pt x="153065" y="234241"/>
                  </a:lnTo>
                  <a:lnTo>
                    <a:pt x="155130" y="229326"/>
                  </a:lnTo>
                  <a:lnTo>
                    <a:pt x="157037" y="224347"/>
                  </a:lnTo>
                  <a:lnTo>
                    <a:pt x="158785" y="219311"/>
                  </a:lnTo>
                  <a:lnTo>
                    <a:pt x="160371" y="214221"/>
                  </a:lnTo>
                  <a:lnTo>
                    <a:pt x="161794" y="209083"/>
                  </a:lnTo>
                  <a:lnTo>
                    <a:pt x="163052" y="203902"/>
                  </a:lnTo>
                  <a:lnTo>
                    <a:pt x="164145" y="198684"/>
                  </a:lnTo>
                  <a:lnTo>
                    <a:pt x="165070" y="193434"/>
                  </a:lnTo>
                  <a:lnTo>
                    <a:pt x="165828" y="188156"/>
                  </a:lnTo>
                  <a:lnTo>
                    <a:pt x="166417" y="182858"/>
                  </a:lnTo>
                  <a:lnTo>
                    <a:pt x="166837" y="177543"/>
                  </a:lnTo>
                  <a:lnTo>
                    <a:pt x="167087" y="172218"/>
                  </a:lnTo>
                  <a:lnTo>
                    <a:pt x="167167" y="166887"/>
                  </a:lnTo>
                  <a:lnTo>
                    <a:pt x="167077" y="161556"/>
                  </a:lnTo>
                  <a:lnTo>
                    <a:pt x="166817" y="156231"/>
                  </a:lnTo>
                  <a:lnTo>
                    <a:pt x="166388" y="150917"/>
                  </a:lnTo>
                  <a:lnTo>
                    <a:pt x="165789" y="145620"/>
                  </a:lnTo>
                  <a:lnTo>
                    <a:pt x="165022" y="140344"/>
                  </a:lnTo>
                  <a:lnTo>
                    <a:pt x="164086" y="135095"/>
                  </a:lnTo>
                  <a:lnTo>
                    <a:pt x="162984" y="129879"/>
                  </a:lnTo>
                  <a:lnTo>
                    <a:pt x="161716" y="124701"/>
                  </a:lnTo>
                  <a:lnTo>
                    <a:pt x="160284" y="119565"/>
                  </a:lnTo>
                  <a:lnTo>
                    <a:pt x="158689" y="114478"/>
                  </a:lnTo>
                  <a:lnTo>
                    <a:pt x="156932" y="109445"/>
                  </a:lnTo>
                  <a:lnTo>
                    <a:pt x="155016" y="104470"/>
                  </a:lnTo>
                  <a:lnTo>
                    <a:pt x="152941" y="99559"/>
                  </a:lnTo>
                  <a:lnTo>
                    <a:pt x="150712" y="94716"/>
                  </a:lnTo>
                  <a:lnTo>
                    <a:pt x="148329" y="89947"/>
                  </a:lnTo>
                  <a:lnTo>
                    <a:pt x="145795" y="85256"/>
                  </a:lnTo>
                  <a:lnTo>
                    <a:pt x="143113" y="80649"/>
                  </a:lnTo>
                  <a:lnTo>
                    <a:pt x="140285" y="76129"/>
                  </a:lnTo>
                  <a:lnTo>
                    <a:pt x="137315" y="71702"/>
                  </a:lnTo>
                  <a:lnTo>
                    <a:pt x="134205" y="67371"/>
                  </a:lnTo>
                  <a:lnTo>
                    <a:pt x="130959" y="63143"/>
                  </a:lnTo>
                  <a:lnTo>
                    <a:pt x="127579" y="59019"/>
                  </a:lnTo>
                  <a:lnTo>
                    <a:pt x="124070" y="55006"/>
                  </a:lnTo>
                  <a:lnTo>
                    <a:pt x="120434" y="51107"/>
                  </a:lnTo>
                  <a:lnTo>
                    <a:pt x="116676" y="47325"/>
                  </a:lnTo>
                  <a:lnTo>
                    <a:pt x="112799" y="43666"/>
                  </a:lnTo>
                  <a:lnTo>
                    <a:pt x="108808" y="40131"/>
                  </a:lnTo>
                  <a:lnTo>
                    <a:pt x="104705" y="36726"/>
                  </a:lnTo>
                  <a:lnTo>
                    <a:pt x="100497" y="33454"/>
                  </a:lnTo>
                  <a:lnTo>
                    <a:pt x="96186" y="30317"/>
                  </a:lnTo>
                  <a:lnTo>
                    <a:pt x="91777" y="27319"/>
                  </a:lnTo>
                  <a:lnTo>
                    <a:pt x="87275" y="24464"/>
                  </a:lnTo>
                  <a:lnTo>
                    <a:pt x="82684" y="21753"/>
                  </a:lnTo>
                  <a:lnTo>
                    <a:pt x="78009" y="19190"/>
                  </a:lnTo>
                  <a:lnTo>
                    <a:pt x="73255" y="16778"/>
                  </a:lnTo>
                  <a:lnTo>
                    <a:pt x="68426" y="14519"/>
                  </a:lnTo>
                  <a:lnTo>
                    <a:pt x="63528" y="12414"/>
                  </a:lnTo>
                  <a:lnTo>
                    <a:pt x="58565" y="10467"/>
                  </a:lnTo>
                  <a:lnTo>
                    <a:pt x="53542" y="8679"/>
                  </a:lnTo>
                  <a:lnTo>
                    <a:pt x="48465" y="7052"/>
                  </a:lnTo>
                  <a:lnTo>
                    <a:pt x="43339" y="5588"/>
                  </a:lnTo>
                  <a:lnTo>
                    <a:pt x="38168" y="4288"/>
                  </a:lnTo>
                  <a:lnTo>
                    <a:pt x="32959" y="3154"/>
                  </a:lnTo>
                  <a:lnTo>
                    <a:pt x="27716" y="2186"/>
                  </a:lnTo>
                  <a:lnTo>
                    <a:pt x="22445" y="1386"/>
                  </a:lnTo>
                  <a:lnTo>
                    <a:pt x="17152" y="755"/>
                  </a:lnTo>
                  <a:lnTo>
                    <a:pt x="11840" y="292"/>
                  </a:lnTo>
                  <a:lnTo>
                    <a:pt x="6517" y="0"/>
                  </a:lnTo>
                  <a:lnTo>
                    <a:pt x="0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6517" cy="167167"/>
            </a:xfrm>
            <a:custGeom>
              <a:avLst/>
              <a:pathLst>
                <a:path w="6517" h="167167">
                  <a:moveTo>
                    <a:pt x="6517" y="1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tx89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2025-06-25T08:21:24Z</dcterms:modified>
  <cp:category/>
</cp:coreProperties>
</file>