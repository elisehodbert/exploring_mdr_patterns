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3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0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3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1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80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2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16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1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2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20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0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6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1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7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7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32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13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16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0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13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32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71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32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3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24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7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2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13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3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3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6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69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40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3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22357" y="3170392"/>
              <a:ext cx="61421" cy="167167"/>
            </a:xfrm>
            <a:custGeom>
              <a:avLst/>
              <a:pathLst>
                <a:path w="61421" h="167167">
                  <a:moveTo>
                    <a:pt x="61421" y="0"/>
                  </a:moveTo>
                  <a:lnTo>
                    <a:pt x="55133" y="118"/>
                  </a:lnTo>
                  <a:lnTo>
                    <a:pt x="48854" y="473"/>
                  </a:lnTo>
                  <a:lnTo>
                    <a:pt x="42593" y="1063"/>
                  </a:lnTo>
                  <a:lnTo>
                    <a:pt x="36358" y="1889"/>
                  </a:lnTo>
                  <a:lnTo>
                    <a:pt x="30159" y="2949"/>
                  </a:lnTo>
                  <a:lnTo>
                    <a:pt x="24004" y="4241"/>
                  </a:lnTo>
                  <a:lnTo>
                    <a:pt x="17902" y="5764"/>
                  </a:lnTo>
                  <a:lnTo>
                    <a:pt x="11861" y="7515"/>
                  </a:lnTo>
                  <a:lnTo>
                    <a:pt x="5891" y="9492"/>
                  </a:lnTo>
                  <a:lnTo>
                    <a:pt x="0" y="11692"/>
                  </a:lnTo>
                  <a:lnTo>
                    <a:pt x="614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2357" y="3182085"/>
              <a:ext cx="61421" cy="155474"/>
            </a:xfrm>
            <a:custGeom>
              <a:avLst/>
              <a:pathLst>
                <a:path w="61421" h="155474">
                  <a:moveTo>
                    <a:pt x="0" y="0"/>
                  </a:moveTo>
                  <a:lnTo>
                    <a:pt x="61421" y="155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16616" y="3170431"/>
              <a:ext cx="334329" cy="334283"/>
            </a:xfrm>
            <a:custGeom>
              <a:avLst/>
              <a:pathLst>
                <a:path w="334329" h="334283">
                  <a:moveTo>
                    <a:pt x="105740" y="11654"/>
                  </a:moveTo>
                  <a:lnTo>
                    <a:pt x="100852" y="13675"/>
                  </a:lnTo>
                  <a:lnTo>
                    <a:pt x="96031" y="15849"/>
                  </a:lnTo>
                  <a:lnTo>
                    <a:pt x="91280" y="18175"/>
                  </a:lnTo>
                  <a:lnTo>
                    <a:pt x="86606" y="20651"/>
                  </a:lnTo>
                  <a:lnTo>
                    <a:pt x="82012" y="23273"/>
                  </a:lnTo>
                  <a:lnTo>
                    <a:pt x="77504" y="26038"/>
                  </a:lnTo>
                  <a:lnTo>
                    <a:pt x="73085" y="28946"/>
                  </a:lnTo>
                  <a:lnTo>
                    <a:pt x="68760" y="31991"/>
                  </a:lnTo>
                  <a:lnTo>
                    <a:pt x="64534" y="35172"/>
                  </a:lnTo>
                  <a:lnTo>
                    <a:pt x="60411" y="38485"/>
                  </a:lnTo>
                  <a:lnTo>
                    <a:pt x="56394" y="41926"/>
                  </a:lnTo>
                  <a:lnTo>
                    <a:pt x="52489" y="45493"/>
                  </a:lnTo>
                  <a:lnTo>
                    <a:pt x="48698" y="49182"/>
                  </a:lnTo>
                  <a:lnTo>
                    <a:pt x="45026" y="52989"/>
                  </a:lnTo>
                  <a:lnTo>
                    <a:pt x="41476" y="56910"/>
                  </a:lnTo>
                  <a:lnTo>
                    <a:pt x="38052" y="60942"/>
                  </a:lnTo>
                  <a:lnTo>
                    <a:pt x="34757" y="65079"/>
                  </a:lnTo>
                  <a:lnTo>
                    <a:pt x="31595" y="69319"/>
                  </a:lnTo>
                  <a:lnTo>
                    <a:pt x="28568" y="73657"/>
                  </a:lnTo>
                  <a:lnTo>
                    <a:pt x="25681" y="78089"/>
                  </a:lnTo>
                  <a:lnTo>
                    <a:pt x="22935" y="82609"/>
                  </a:lnTo>
                  <a:lnTo>
                    <a:pt x="20333" y="87214"/>
                  </a:lnTo>
                  <a:lnTo>
                    <a:pt x="17878" y="91900"/>
                  </a:lnTo>
                  <a:lnTo>
                    <a:pt x="15573" y="96660"/>
                  </a:lnTo>
                  <a:lnTo>
                    <a:pt x="13419" y="101491"/>
                  </a:lnTo>
                  <a:lnTo>
                    <a:pt x="11420" y="106388"/>
                  </a:lnTo>
                  <a:lnTo>
                    <a:pt x="9576" y="111346"/>
                  </a:lnTo>
                  <a:lnTo>
                    <a:pt x="7890" y="116359"/>
                  </a:lnTo>
                  <a:lnTo>
                    <a:pt x="6364" y="121423"/>
                  </a:lnTo>
                  <a:lnTo>
                    <a:pt x="4998" y="126533"/>
                  </a:lnTo>
                  <a:lnTo>
                    <a:pt x="3795" y="131684"/>
                  </a:lnTo>
                  <a:lnTo>
                    <a:pt x="2756" y="136870"/>
                  </a:lnTo>
                  <a:lnTo>
                    <a:pt x="1881" y="142087"/>
                  </a:lnTo>
                  <a:lnTo>
                    <a:pt x="1171" y="147328"/>
                  </a:lnTo>
                  <a:lnTo>
                    <a:pt x="628" y="152590"/>
                  </a:lnTo>
                  <a:lnTo>
                    <a:pt x="251" y="157865"/>
                  </a:lnTo>
                  <a:lnTo>
                    <a:pt x="42" y="163151"/>
                  </a:lnTo>
                  <a:lnTo>
                    <a:pt x="0" y="168440"/>
                  </a:lnTo>
                  <a:lnTo>
                    <a:pt x="125" y="173728"/>
                  </a:lnTo>
                  <a:lnTo>
                    <a:pt x="417" y="179009"/>
                  </a:lnTo>
                  <a:lnTo>
                    <a:pt x="876" y="184278"/>
                  </a:lnTo>
                  <a:lnTo>
                    <a:pt x="1502" y="189530"/>
                  </a:lnTo>
                  <a:lnTo>
                    <a:pt x="2294" y="194760"/>
                  </a:lnTo>
                  <a:lnTo>
                    <a:pt x="3251" y="199962"/>
                  </a:lnTo>
                  <a:lnTo>
                    <a:pt x="4371" y="205131"/>
                  </a:lnTo>
                  <a:lnTo>
                    <a:pt x="5655" y="210263"/>
                  </a:lnTo>
                  <a:lnTo>
                    <a:pt x="7101" y="215351"/>
                  </a:lnTo>
                  <a:lnTo>
                    <a:pt x="8706" y="220390"/>
                  </a:lnTo>
                  <a:lnTo>
                    <a:pt x="10471" y="225377"/>
                  </a:lnTo>
                  <a:lnTo>
                    <a:pt x="12392" y="230305"/>
                  </a:lnTo>
                  <a:lnTo>
                    <a:pt x="14468" y="235170"/>
                  </a:lnTo>
                  <a:lnTo>
                    <a:pt x="16697" y="239966"/>
                  </a:lnTo>
                  <a:lnTo>
                    <a:pt x="19077" y="244690"/>
                  </a:lnTo>
                  <a:lnTo>
                    <a:pt x="21605" y="249336"/>
                  </a:lnTo>
                  <a:lnTo>
                    <a:pt x="24278" y="253900"/>
                  </a:lnTo>
                  <a:lnTo>
                    <a:pt x="27095" y="258377"/>
                  </a:lnTo>
                  <a:lnTo>
                    <a:pt x="30052" y="262762"/>
                  </a:lnTo>
                  <a:lnTo>
                    <a:pt x="33146" y="267052"/>
                  </a:lnTo>
                  <a:lnTo>
                    <a:pt x="36375" y="271242"/>
                  </a:lnTo>
                  <a:lnTo>
                    <a:pt x="39734" y="275328"/>
                  </a:lnTo>
                  <a:lnTo>
                    <a:pt x="43221" y="279305"/>
                  </a:lnTo>
                  <a:lnTo>
                    <a:pt x="46832" y="283170"/>
                  </a:lnTo>
                  <a:lnTo>
                    <a:pt x="50563" y="286919"/>
                  </a:lnTo>
                  <a:lnTo>
                    <a:pt x="54411" y="290548"/>
                  </a:lnTo>
                  <a:lnTo>
                    <a:pt x="58373" y="294053"/>
                  </a:lnTo>
                  <a:lnTo>
                    <a:pt x="62442" y="297431"/>
                  </a:lnTo>
                  <a:lnTo>
                    <a:pt x="66617" y="300679"/>
                  </a:lnTo>
                  <a:lnTo>
                    <a:pt x="70893" y="303793"/>
                  </a:lnTo>
                  <a:lnTo>
                    <a:pt x="75265" y="306770"/>
                  </a:lnTo>
                  <a:lnTo>
                    <a:pt x="79728" y="309608"/>
                  </a:lnTo>
                  <a:lnTo>
                    <a:pt x="84280" y="312302"/>
                  </a:lnTo>
                  <a:lnTo>
                    <a:pt x="88914" y="314852"/>
                  </a:lnTo>
                  <a:lnTo>
                    <a:pt x="93627" y="317253"/>
                  </a:lnTo>
                  <a:lnTo>
                    <a:pt x="98413" y="319505"/>
                  </a:lnTo>
                  <a:lnTo>
                    <a:pt x="103268" y="321603"/>
                  </a:lnTo>
                  <a:lnTo>
                    <a:pt x="108187" y="323548"/>
                  </a:lnTo>
                  <a:lnTo>
                    <a:pt x="113165" y="325335"/>
                  </a:lnTo>
                  <a:lnTo>
                    <a:pt x="118198" y="326964"/>
                  </a:lnTo>
                  <a:lnTo>
                    <a:pt x="123279" y="328433"/>
                  </a:lnTo>
                  <a:lnTo>
                    <a:pt x="128404" y="329741"/>
                  </a:lnTo>
                  <a:lnTo>
                    <a:pt x="133568" y="330885"/>
                  </a:lnTo>
                  <a:lnTo>
                    <a:pt x="138766" y="331866"/>
                  </a:lnTo>
                  <a:lnTo>
                    <a:pt x="143992" y="332682"/>
                  </a:lnTo>
                  <a:lnTo>
                    <a:pt x="149241" y="333332"/>
                  </a:lnTo>
                  <a:lnTo>
                    <a:pt x="154508" y="333816"/>
                  </a:lnTo>
                  <a:lnTo>
                    <a:pt x="159788" y="334133"/>
                  </a:lnTo>
                  <a:lnTo>
                    <a:pt x="165075" y="334283"/>
                  </a:lnTo>
                  <a:lnTo>
                    <a:pt x="170364" y="334265"/>
                  </a:lnTo>
                  <a:lnTo>
                    <a:pt x="175650" y="334080"/>
                  </a:lnTo>
                  <a:lnTo>
                    <a:pt x="180928" y="333728"/>
                  </a:lnTo>
                  <a:lnTo>
                    <a:pt x="186192" y="333209"/>
                  </a:lnTo>
                  <a:lnTo>
                    <a:pt x="191437" y="332524"/>
                  </a:lnTo>
                  <a:lnTo>
                    <a:pt x="196657" y="331673"/>
                  </a:lnTo>
                  <a:lnTo>
                    <a:pt x="201848" y="330658"/>
                  </a:lnTo>
                  <a:lnTo>
                    <a:pt x="207004" y="329478"/>
                  </a:lnTo>
                  <a:lnTo>
                    <a:pt x="212120" y="328137"/>
                  </a:lnTo>
                  <a:lnTo>
                    <a:pt x="217192" y="326634"/>
                  </a:lnTo>
                  <a:lnTo>
                    <a:pt x="222213" y="324971"/>
                  </a:lnTo>
                  <a:lnTo>
                    <a:pt x="227179" y="323150"/>
                  </a:lnTo>
                  <a:lnTo>
                    <a:pt x="232085" y="321174"/>
                  </a:lnTo>
                  <a:lnTo>
                    <a:pt x="236926" y="319042"/>
                  </a:lnTo>
                  <a:lnTo>
                    <a:pt x="241697" y="316759"/>
                  </a:lnTo>
                  <a:lnTo>
                    <a:pt x="246394" y="314326"/>
                  </a:lnTo>
                  <a:lnTo>
                    <a:pt x="251011" y="311746"/>
                  </a:lnTo>
                  <a:lnTo>
                    <a:pt x="255544" y="309021"/>
                  </a:lnTo>
                  <a:lnTo>
                    <a:pt x="259989" y="306154"/>
                  </a:lnTo>
                  <a:lnTo>
                    <a:pt x="264341" y="303147"/>
                  </a:lnTo>
                  <a:lnTo>
                    <a:pt x="268596" y="300005"/>
                  </a:lnTo>
                  <a:lnTo>
                    <a:pt x="272749" y="296729"/>
                  </a:lnTo>
                  <a:lnTo>
                    <a:pt x="276796" y="293324"/>
                  </a:lnTo>
                  <a:lnTo>
                    <a:pt x="280733" y="289792"/>
                  </a:lnTo>
                  <a:lnTo>
                    <a:pt x="284557" y="286138"/>
                  </a:lnTo>
                  <a:lnTo>
                    <a:pt x="288264" y="282364"/>
                  </a:lnTo>
                  <a:lnTo>
                    <a:pt x="291849" y="278475"/>
                  </a:lnTo>
                  <a:lnTo>
                    <a:pt x="295309" y="274475"/>
                  </a:lnTo>
                  <a:lnTo>
                    <a:pt x="298641" y="270367"/>
                  </a:lnTo>
                  <a:lnTo>
                    <a:pt x="301841" y="266156"/>
                  </a:lnTo>
                  <a:lnTo>
                    <a:pt x="304907" y="261845"/>
                  </a:lnTo>
                  <a:lnTo>
                    <a:pt x="307834" y="257440"/>
                  </a:lnTo>
                  <a:lnTo>
                    <a:pt x="310621" y="252944"/>
                  </a:lnTo>
                  <a:lnTo>
                    <a:pt x="313264" y="248363"/>
                  </a:lnTo>
                  <a:lnTo>
                    <a:pt x="315761" y="243700"/>
                  </a:lnTo>
                  <a:lnTo>
                    <a:pt x="318109" y="238960"/>
                  </a:lnTo>
                  <a:lnTo>
                    <a:pt x="320306" y="234149"/>
                  </a:lnTo>
                  <a:lnTo>
                    <a:pt x="322350" y="229270"/>
                  </a:lnTo>
                  <a:lnTo>
                    <a:pt x="324238" y="224329"/>
                  </a:lnTo>
                  <a:lnTo>
                    <a:pt x="325969" y="219331"/>
                  </a:lnTo>
                  <a:lnTo>
                    <a:pt x="327541" y="214281"/>
                  </a:lnTo>
                  <a:lnTo>
                    <a:pt x="328953" y="209184"/>
                  </a:lnTo>
                  <a:lnTo>
                    <a:pt x="330202" y="204044"/>
                  </a:lnTo>
                  <a:lnTo>
                    <a:pt x="331289" y="198867"/>
                  </a:lnTo>
                  <a:lnTo>
                    <a:pt x="332211" y="193659"/>
                  </a:lnTo>
                  <a:lnTo>
                    <a:pt x="332967" y="188424"/>
                  </a:lnTo>
                  <a:lnTo>
                    <a:pt x="333558" y="183168"/>
                  </a:lnTo>
                  <a:lnTo>
                    <a:pt x="333982" y="177896"/>
                  </a:lnTo>
                  <a:lnTo>
                    <a:pt x="334239" y="172613"/>
                  </a:lnTo>
                  <a:lnTo>
                    <a:pt x="334329" y="167324"/>
                  </a:lnTo>
                  <a:lnTo>
                    <a:pt x="334252" y="162035"/>
                  </a:lnTo>
                  <a:lnTo>
                    <a:pt x="334007" y="156752"/>
                  </a:lnTo>
                  <a:lnTo>
                    <a:pt x="333595" y="151478"/>
                  </a:lnTo>
                  <a:lnTo>
                    <a:pt x="333017" y="146221"/>
                  </a:lnTo>
                  <a:lnTo>
                    <a:pt x="332272" y="140984"/>
                  </a:lnTo>
                  <a:lnTo>
                    <a:pt x="331362" y="135774"/>
                  </a:lnTo>
                  <a:lnTo>
                    <a:pt x="330288" y="130594"/>
                  </a:lnTo>
                  <a:lnTo>
                    <a:pt x="329051" y="125452"/>
                  </a:lnTo>
                  <a:lnTo>
                    <a:pt x="327651" y="120351"/>
                  </a:lnTo>
                  <a:lnTo>
                    <a:pt x="326091" y="115297"/>
                  </a:lnTo>
                  <a:lnTo>
                    <a:pt x="324372" y="110295"/>
                  </a:lnTo>
                  <a:lnTo>
                    <a:pt x="322495" y="105350"/>
                  </a:lnTo>
                  <a:lnTo>
                    <a:pt x="320463" y="100466"/>
                  </a:lnTo>
                  <a:lnTo>
                    <a:pt x="318277" y="95650"/>
                  </a:lnTo>
                  <a:lnTo>
                    <a:pt x="315940" y="90905"/>
                  </a:lnTo>
                  <a:lnTo>
                    <a:pt x="313454" y="86236"/>
                  </a:lnTo>
                  <a:lnTo>
                    <a:pt x="310822" y="81648"/>
                  </a:lnTo>
                  <a:lnTo>
                    <a:pt x="308045" y="77146"/>
                  </a:lnTo>
                  <a:lnTo>
                    <a:pt x="305128" y="72734"/>
                  </a:lnTo>
                  <a:lnTo>
                    <a:pt x="302073" y="68417"/>
                  </a:lnTo>
                  <a:lnTo>
                    <a:pt x="298882" y="64198"/>
                  </a:lnTo>
                  <a:lnTo>
                    <a:pt x="295560" y="60082"/>
                  </a:lnTo>
                  <a:lnTo>
                    <a:pt x="292109" y="56074"/>
                  </a:lnTo>
                  <a:lnTo>
                    <a:pt x="288533" y="52176"/>
                  </a:lnTo>
                  <a:lnTo>
                    <a:pt x="284836" y="48394"/>
                  </a:lnTo>
                  <a:lnTo>
                    <a:pt x="281020" y="44731"/>
                  </a:lnTo>
                  <a:lnTo>
                    <a:pt x="277091" y="41190"/>
                  </a:lnTo>
                  <a:lnTo>
                    <a:pt x="273052" y="37775"/>
                  </a:lnTo>
                  <a:lnTo>
                    <a:pt x="268906" y="34490"/>
                  </a:lnTo>
                  <a:lnTo>
                    <a:pt x="264659" y="31337"/>
                  </a:lnTo>
                  <a:lnTo>
                    <a:pt x="260314" y="28321"/>
                  </a:lnTo>
                  <a:lnTo>
                    <a:pt x="255876" y="25443"/>
                  </a:lnTo>
                  <a:lnTo>
                    <a:pt x="251349" y="22707"/>
                  </a:lnTo>
                  <a:lnTo>
                    <a:pt x="246738" y="20116"/>
                  </a:lnTo>
                  <a:lnTo>
                    <a:pt x="242047" y="17672"/>
                  </a:lnTo>
                  <a:lnTo>
                    <a:pt x="237281" y="15378"/>
                  </a:lnTo>
                  <a:lnTo>
                    <a:pt x="232445" y="13235"/>
                  </a:lnTo>
                  <a:lnTo>
                    <a:pt x="227544" y="11247"/>
                  </a:lnTo>
                  <a:lnTo>
                    <a:pt x="222582" y="9415"/>
                  </a:lnTo>
                  <a:lnTo>
                    <a:pt x="217565" y="7740"/>
                  </a:lnTo>
                  <a:lnTo>
                    <a:pt x="212497" y="6226"/>
                  </a:lnTo>
                  <a:lnTo>
                    <a:pt x="207384" y="4872"/>
                  </a:lnTo>
                  <a:lnTo>
                    <a:pt x="202231" y="3681"/>
                  </a:lnTo>
                  <a:lnTo>
                    <a:pt x="197042" y="2653"/>
                  </a:lnTo>
                  <a:lnTo>
                    <a:pt x="191824" y="1790"/>
                  </a:lnTo>
                  <a:lnTo>
                    <a:pt x="186580" y="1093"/>
                  </a:lnTo>
                  <a:lnTo>
                    <a:pt x="181318" y="561"/>
                  </a:lnTo>
                  <a:lnTo>
                    <a:pt x="176041" y="197"/>
                  </a:lnTo>
                  <a:lnTo>
                    <a:pt x="170756" y="0"/>
                  </a:lnTo>
                  <a:lnTo>
                    <a:pt x="167162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83779" y="3170392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5" y="2633064"/>
              <a:ext cx="167165" cy="178614"/>
            </a:xfrm>
            <a:custGeom>
              <a:avLst/>
              <a:pathLst>
                <a:path w="167165" h="178614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1" y="1379"/>
                  </a:lnTo>
                  <a:lnTo>
                    <a:pt x="140414" y="2154"/>
                  </a:lnTo>
                  <a:lnTo>
                    <a:pt x="135125" y="3099"/>
                  </a:lnTo>
                  <a:lnTo>
                    <a:pt x="129868" y="4213"/>
                  </a:lnTo>
                  <a:lnTo>
                    <a:pt x="124651" y="5496"/>
                  </a:lnTo>
                  <a:lnTo>
                    <a:pt x="119477" y="6946"/>
                  </a:lnTo>
                  <a:lnTo>
                    <a:pt x="114352" y="8561"/>
                  </a:lnTo>
                  <a:lnTo>
                    <a:pt x="109282" y="10341"/>
                  </a:lnTo>
                  <a:lnTo>
                    <a:pt x="104272" y="12282"/>
                  </a:lnTo>
                  <a:lnTo>
                    <a:pt x="99327" y="14383"/>
                  </a:lnTo>
                  <a:lnTo>
                    <a:pt x="94452" y="16642"/>
                  </a:lnTo>
                  <a:lnTo>
                    <a:pt x="89652" y="19057"/>
                  </a:lnTo>
                  <a:lnTo>
                    <a:pt x="84932" y="21625"/>
                  </a:lnTo>
                  <a:lnTo>
                    <a:pt x="80297" y="24343"/>
                  </a:lnTo>
                  <a:lnTo>
                    <a:pt x="75752" y="27208"/>
                  </a:lnTo>
                  <a:lnTo>
                    <a:pt x="71301" y="30218"/>
                  </a:lnTo>
                  <a:lnTo>
                    <a:pt x="66949" y="33370"/>
                  </a:lnTo>
                  <a:lnTo>
                    <a:pt x="62701" y="36660"/>
                  </a:lnTo>
                  <a:lnTo>
                    <a:pt x="58561" y="40085"/>
                  </a:lnTo>
                  <a:lnTo>
                    <a:pt x="54532" y="43641"/>
                  </a:lnTo>
                  <a:lnTo>
                    <a:pt x="50621" y="47324"/>
                  </a:lnTo>
                  <a:lnTo>
                    <a:pt x="46829" y="51132"/>
                  </a:lnTo>
                  <a:lnTo>
                    <a:pt x="43162" y="55059"/>
                  </a:lnTo>
                  <a:lnTo>
                    <a:pt x="39624" y="59102"/>
                  </a:lnTo>
                  <a:lnTo>
                    <a:pt x="36216" y="63257"/>
                  </a:lnTo>
                  <a:lnTo>
                    <a:pt x="32945" y="67519"/>
                  </a:lnTo>
                  <a:lnTo>
                    <a:pt x="29811" y="71884"/>
                  </a:lnTo>
                  <a:lnTo>
                    <a:pt x="26820" y="76348"/>
                  </a:lnTo>
                  <a:lnTo>
                    <a:pt x="23974" y="80905"/>
                  </a:lnTo>
                  <a:lnTo>
                    <a:pt x="21276" y="85551"/>
                  </a:lnTo>
                  <a:lnTo>
                    <a:pt x="18728" y="90282"/>
                  </a:lnTo>
                  <a:lnTo>
                    <a:pt x="16334" y="95092"/>
                  </a:lnTo>
                  <a:lnTo>
                    <a:pt x="14095" y="99977"/>
                  </a:lnTo>
                  <a:lnTo>
                    <a:pt x="12015" y="104931"/>
                  </a:lnTo>
                  <a:lnTo>
                    <a:pt x="10095" y="109950"/>
                  </a:lnTo>
                  <a:lnTo>
                    <a:pt x="8337" y="115027"/>
                  </a:lnTo>
                  <a:lnTo>
                    <a:pt x="6744" y="120158"/>
                  </a:lnTo>
                  <a:lnTo>
                    <a:pt x="5316" y="125338"/>
                  </a:lnTo>
                  <a:lnTo>
                    <a:pt x="4055" y="130561"/>
                  </a:lnTo>
                  <a:lnTo>
                    <a:pt x="2963" y="135822"/>
                  </a:lnTo>
                  <a:lnTo>
                    <a:pt x="2040" y="141116"/>
                  </a:lnTo>
                  <a:lnTo>
                    <a:pt x="1288" y="146436"/>
                  </a:lnTo>
                  <a:lnTo>
                    <a:pt x="708" y="151778"/>
                  </a:lnTo>
                  <a:lnTo>
                    <a:pt x="299" y="157135"/>
                  </a:lnTo>
                  <a:lnTo>
                    <a:pt x="63" y="162503"/>
                  </a:lnTo>
                  <a:lnTo>
                    <a:pt x="0" y="167876"/>
                  </a:lnTo>
                  <a:lnTo>
                    <a:pt x="109" y="173248"/>
                  </a:lnTo>
                  <a:lnTo>
                    <a:pt x="390" y="17861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236" y="2800231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236" y="2700994"/>
              <a:ext cx="333942" cy="266391"/>
            </a:xfrm>
            <a:custGeom>
              <a:avLst/>
              <a:pathLst>
                <a:path w="333942" h="266391">
                  <a:moveTo>
                    <a:pt x="0" y="110684"/>
                  </a:moveTo>
                  <a:lnTo>
                    <a:pt x="446" y="115963"/>
                  </a:lnTo>
                  <a:lnTo>
                    <a:pt x="1060" y="121226"/>
                  </a:lnTo>
                  <a:lnTo>
                    <a:pt x="1840" y="126467"/>
                  </a:lnTo>
                  <a:lnTo>
                    <a:pt x="2786" y="131681"/>
                  </a:lnTo>
                  <a:lnTo>
                    <a:pt x="3896" y="136862"/>
                  </a:lnTo>
                  <a:lnTo>
                    <a:pt x="5171" y="142005"/>
                  </a:lnTo>
                  <a:lnTo>
                    <a:pt x="6607" y="147105"/>
                  </a:lnTo>
                  <a:lnTo>
                    <a:pt x="8205" y="152157"/>
                  </a:lnTo>
                  <a:lnTo>
                    <a:pt x="9962" y="157156"/>
                  </a:lnTo>
                  <a:lnTo>
                    <a:pt x="11876" y="162097"/>
                  </a:lnTo>
                  <a:lnTo>
                    <a:pt x="13946" y="166974"/>
                  </a:lnTo>
                  <a:lnTo>
                    <a:pt x="16169" y="171784"/>
                  </a:lnTo>
                  <a:lnTo>
                    <a:pt x="18544" y="176520"/>
                  </a:lnTo>
                  <a:lnTo>
                    <a:pt x="21068" y="181179"/>
                  </a:lnTo>
                  <a:lnTo>
                    <a:pt x="23738" y="185756"/>
                  </a:lnTo>
                  <a:lnTo>
                    <a:pt x="26552" y="190245"/>
                  </a:lnTo>
                  <a:lnTo>
                    <a:pt x="29507" y="194644"/>
                  </a:lnTo>
                  <a:lnTo>
                    <a:pt x="32599" y="198946"/>
                  </a:lnTo>
                  <a:lnTo>
                    <a:pt x="35827" y="203148"/>
                  </a:lnTo>
                  <a:lnTo>
                    <a:pt x="39186" y="207246"/>
                  </a:lnTo>
                  <a:lnTo>
                    <a:pt x="42673" y="211236"/>
                  </a:lnTo>
                  <a:lnTo>
                    <a:pt x="46285" y="215112"/>
                  </a:lnTo>
                  <a:lnTo>
                    <a:pt x="50018" y="218873"/>
                  </a:lnTo>
                  <a:lnTo>
                    <a:pt x="53868" y="222513"/>
                  </a:lnTo>
                  <a:lnTo>
                    <a:pt x="57832" y="226029"/>
                  </a:lnTo>
                  <a:lnTo>
                    <a:pt x="61905" y="229418"/>
                  </a:lnTo>
                  <a:lnTo>
                    <a:pt x="66083" y="232677"/>
                  </a:lnTo>
                  <a:lnTo>
                    <a:pt x="70363" y="235801"/>
                  </a:lnTo>
                  <a:lnTo>
                    <a:pt x="74739" y="238788"/>
                  </a:lnTo>
                  <a:lnTo>
                    <a:pt x="79208" y="241634"/>
                  </a:lnTo>
                  <a:lnTo>
                    <a:pt x="83765" y="244338"/>
                  </a:lnTo>
                  <a:lnTo>
                    <a:pt x="88405" y="246896"/>
                  </a:lnTo>
                  <a:lnTo>
                    <a:pt x="93124" y="249305"/>
                  </a:lnTo>
                  <a:lnTo>
                    <a:pt x="97918" y="251564"/>
                  </a:lnTo>
                  <a:lnTo>
                    <a:pt x="102780" y="253670"/>
                  </a:lnTo>
                  <a:lnTo>
                    <a:pt x="107706" y="255621"/>
                  </a:lnTo>
                  <a:lnTo>
                    <a:pt x="112692" y="257414"/>
                  </a:lnTo>
                  <a:lnTo>
                    <a:pt x="117732" y="259049"/>
                  </a:lnTo>
                  <a:lnTo>
                    <a:pt x="122822" y="260523"/>
                  </a:lnTo>
                  <a:lnTo>
                    <a:pt x="127955" y="261835"/>
                  </a:lnTo>
                  <a:lnTo>
                    <a:pt x="133128" y="262983"/>
                  </a:lnTo>
                  <a:lnTo>
                    <a:pt x="138334" y="263967"/>
                  </a:lnTo>
                  <a:lnTo>
                    <a:pt x="143569" y="264786"/>
                  </a:lnTo>
                  <a:lnTo>
                    <a:pt x="148828" y="265438"/>
                  </a:lnTo>
                  <a:lnTo>
                    <a:pt x="154104" y="265923"/>
                  </a:lnTo>
                  <a:lnTo>
                    <a:pt x="159393" y="266241"/>
                  </a:lnTo>
                  <a:lnTo>
                    <a:pt x="164690" y="266391"/>
                  </a:lnTo>
                  <a:lnTo>
                    <a:pt x="169988" y="266373"/>
                  </a:lnTo>
                  <a:lnTo>
                    <a:pt x="175284" y="266188"/>
                  </a:lnTo>
                  <a:lnTo>
                    <a:pt x="180570" y="265834"/>
                  </a:lnTo>
                  <a:lnTo>
                    <a:pt x="185843" y="265313"/>
                  </a:lnTo>
                  <a:lnTo>
                    <a:pt x="191097" y="264625"/>
                  </a:lnTo>
                  <a:lnTo>
                    <a:pt x="196326" y="263771"/>
                  </a:lnTo>
                  <a:lnTo>
                    <a:pt x="201526" y="262752"/>
                  </a:lnTo>
                  <a:lnTo>
                    <a:pt x="206691" y="261569"/>
                  </a:lnTo>
                  <a:lnTo>
                    <a:pt x="211816" y="260222"/>
                  </a:lnTo>
                  <a:lnTo>
                    <a:pt x="216895" y="258714"/>
                  </a:lnTo>
                  <a:lnTo>
                    <a:pt x="221924" y="257045"/>
                  </a:lnTo>
                  <a:lnTo>
                    <a:pt x="226898" y="255218"/>
                  </a:lnTo>
                  <a:lnTo>
                    <a:pt x="231811" y="253234"/>
                  </a:lnTo>
                  <a:lnTo>
                    <a:pt x="236659" y="251096"/>
                  </a:lnTo>
                  <a:lnTo>
                    <a:pt x="241436" y="248805"/>
                  </a:lnTo>
                  <a:lnTo>
                    <a:pt x="246139" y="246363"/>
                  </a:lnTo>
                  <a:lnTo>
                    <a:pt x="250762" y="243774"/>
                  </a:lnTo>
                  <a:lnTo>
                    <a:pt x="255301" y="241040"/>
                  </a:lnTo>
                  <a:lnTo>
                    <a:pt x="259750" y="238163"/>
                  </a:lnTo>
                  <a:lnTo>
                    <a:pt x="264106" y="235147"/>
                  </a:lnTo>
                  <a:lnTo>
                    <a:pt x="268365" y="231994"/>
                  </a:lnTo>
                  <a:lnTo>
                    <a:pt x="272521" y="228707"/>
                  </a:lnTo>
                  <a:lnTo>
                    <a:pt x="276571" y="225291"/>
                  </a:lnTo>
                  <a:lnTo>
                    <a:pt x="280511" y="221748"/>
                  </a:lnTo>
                  <a:lnTo>
                    <a:pt x="284337" y="218082"/>
                  </a:lnTo>
                  <a:lnTo>
                    <a:pt x="288044" y="214296"/>
                  </a:lnTo>
                  <a:lnTo>
                    <a:pt x="291630" y="210395"/>
                  </a:lnTo>
                  <a:lnTo>
                    <a:pt x="295090" y="206382"/>
                  </a:lnTo>
                  <a:lnTo>
                    <a:pt x="298421" y="202262"/>
                  </a:lnTo>
                  <a:lnTo>
                    <a:pt x="301620" y="198038"/>
                  </a:lnTo>
                  <a:lnTo>
                    <a:pt x="304684" y="193715"/>
                  </a:lnTo>
                  <a:lnTo>
                    <a:pt x="307609" y="189297"/>
                  </a:lnTo>
                  <a:lnTo>
                    <a:pt x="310392" y="184788"/>
                  </a:lnTo>
                  <a:lnTo>
                    <a:pt x="313031" y="180193"/>
                  </a:lnTo>
                  <a:lnTo>
                    <a:pt x="315523" y="175517"/>
                  </a:lnTo>
                  <a:lnTo>
                    <a:pt x="317866" y="170765"/>
                  </a:lnTo>
                  <a:lnTo>
                    <a:pt x="320057" y="165941"/>
                  </a:lnTo>
                  <a:lnTo>
                    <a:pt x="322094" y="161049"/>
                  </a:lnTo>
                  <a:lnTo>
                    <a:pt x="323975" y="156096"/>
                  </a:lnTo>
                  <a:lnTo>
                    <a:pt x="325698" y="151085"/>
                  </a:lnTo>
                  <a:lnTo>
                    <a:pt x="327262" y="146022"/>
                  </a:lnTo>
                  <a:lnTo>
                    <a:pt x="328664" y="140912"/>
                  </a:lnTo>
                  <a:lnTo>
                    <a:pt x="329903" y="135761"/>
                  </a:lnTo>
                  <a:lnTo>
                    <a:pt x="330979" y="130573"/>
                  </a:lnTo>
                  <a:lnTo>
                    <a:pt x="331889" y="125353"/>
                  </a:lnTo>
                  <a:lnTo>
                    <a:pt x="332634" y="120107"/>
                  </a:lnTo>
                  <a:lnTo>
                    <a:pt x="333212" y="114840"/>
                  </a:lnTo>
                  <a:lnTo>
                    <a:pt x="333623" y="109557"/>
                  </a:lnTo>
                  <a:lnTo>
                    <a:pt x="333866" y="104264"/>
                  </a:lnTo>
                  <a:lnTo>
                    <a:pt x="333942" y="98966"/>
                  </a:lnTo>
                  <a:lnTo>
                    <a:pt x="333849" y="93668"/>
                  </a:lnTo>
                  <a:lnTo>
                    <a:pt x="333589" y="88376"/>
                  </a:lnTo>
                  <a:lnTo>
                    <a:pt x="333161" y="83095"/>
                  </a:lnTo>
                  <a:lnTo>
                    <a:pt x="332566" y="77830"/>
                  </a:lnTo>
                  <a:lnTo>
                    <a:pt x="331804" y="72586"/>
                  </a:lnTo>
                  <a:lnTo>
                    <a:pt x="330876" y="67369"/>
                  </a:lnTo>
                  <a:lnTo>
                    <a:pt x="329784" y="62185"/>
                  </a:lnTo>
                  <a:lnTo>
                    <a:pt x="328528" y="57037"/>
                  </a:lnTo>
                  <a:lnTo>
                    <a:pt x="327109" y="51932"/>
                  </a:lnTo>
                  <a:lnTo>
                    <a:pt x="325529" y="46874"/>
                  </a:lnTo>
                  <a:lnTo>
                    <a:pt x="323790" y="41869"/>
                  </a:lnTo>
                  <a:lnTo>
                    <a:pt x="321893" y="36922"/>
                  </a:lnTo>
                  <a:lnTo>
                    <a:pt x="319840" y="32037"/>
                  </a:lnTo>
                  <a:lnTo>
                    <a:pt x="317634" y="27220"/>
                  </a:lnTo>
                  <a:lnTo>
                    <a:pt x="315276" y="22475"/>
                  </a:lnTo>
                  <a:lnTo>
                    <a:pt x="312768" y="17807"/>
                  </a:lnTo>
                  <a:lnTo>
                    <a:pt x="310114" y="13221"/>
                  </a:lnTo>
                  <a:lnTo>
                    <a:pt x="307316" y="8721"/>
                  </a:lnTo>
                  <a:lnTo>
                    <a:pt x="304377" y="4313"/>
                  </a:lnTo>
                  <a:lnTo>
                    <a:pt x="301299" y="0"/>
                  </a:lnTo>
                  <a:lnTo>
                    <a:pt x="166775" y="99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19011" y="2633064"/>
              <a:ext cx="134524" cy="167167"/>
            </a:xfrm>
            <a:custGeom>
              <a:avLst/>
              <a:pathLst>
                <a:path w="134524" h="167167">
                  <a:moveTo>
                    <a:pt x="134524" y="67930"/>
                  </a:moveTo>
                  <a:lnTo>
                    <a:pt x="131135" y="63493"/>
                  </a:lnTo>
                  <a:lnTo>
                    <a:pt x="127600" y="59171"/>
                  </a:lnTo>
                  <a:lnTo>
                    <a:pt x="123922" y="54970"/>
                  </a:lnTo>
                  <a:lnTo>
                    <a:pt x="120106" y="50895"/>
                  </a:lnTo>
                  <a:lnTo>
                    <a:pt x="116157" y="46948"/>
                  </a:lnTo>
                  <a:lnTo>
                    <a:pt x="112077" y="43136"/>
                  </a:lnTo>
                  <a:lnTo>
                    <a:pt x="107873" y="39463"/>
                  </a:lnTo>
                  <a:lnTo>
                    <a:pt x="103548" y="35932"/>
                  </a:lnTo>
                  <a:lnTo>
                    <a:pt x="99108" y="32547"/>
                  </a:lnTo>
                  <a:lnTo>
                    <a:pt x="94557" y="29312"/>
                  </a:lnTo>
                  <a:lnTo>
                    <a:pt x="89900" y="26232"/>
                  </a:lnTo>
                  <a:lnTo>
                    <a:pt x="85144" y="23308"/>
                  </a:lnTo>
                  <a:lnTo>
                    <a:pt x="80292" y="20545"/>
                  </a:lnTo>
                  <a:lnTo>
                    <a:pt x="75351" y="17945"/>
                  </a:lnTo>
                  <a:lnTo>
                    <a:pt x="70326" y="15512"/>
                  </a:lnTo>
                  <a:lnTo>
                    <a:pt x="65222" y="13248"/>
                  </a:lnTo>
                  <a:lnTo>
                    <a:pt x="60046" y="11156"/>
                  </a:lnTo>
                  <a:lnTo>
                    <a:pt x="54802" y="9238"/>
                  </a:lnTo>
                  <a:lnTo>
                    <a:pt x="49498" y="7496"/>
                  </a:lnTo>
                  <a:lnTo>
                    <a:pt x="44138" y="5932"/>
                  </a:lnTo>
                  <a:lnTo>
                    <a:pt x="38729" y="4548"/>
                  </a:lnTo>
                  <a:lnTo>
                    <a:pt x="33277" y="3345"/>
                  </a:lnTo>
                  <a:lnTo>
                    <a:pt x="27788" y="2325"/>
                  </a:lnTo>
                  <a:lnTo>
                    <a:pt x="22267" y="1489"/>
                  </a:lnTo>
                  <a:lnTo>
                    <a:pt x="16722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654729" y="2126963"/>
              <a:ext cx="73743" cy="167167"/>
            </a:xfrm>
            <a:custGeom>
              <a:avLst/>
              <a:pathLst>
                <a:path w="73743" h="167167">
                  <a:moveTo>
                    <a:pt x="73743" y="0"/>
                  </a:moveTo>
                  <a:lnTo>
                    <a:pt x="67869" y="103"/>
                  </a:lnTo>
                  <a:lnTo>
                    <a:pt x="62003" y="412"/>
                  </a:lnTo>
                  <a:lnTo>
                    <a:pt x="56151" y="928"/>
                  </a:lnTo>
                  <a:lnTo>
                    <a:pt x="50321" y="1648"/>
                  </a:lnTo>
                  <a:lnTo>
                    <a:pt x="44520" y="2574"/>
                  </a:lnTo>
                  <a:lnTo>
                    <a:pt x="38755" y="3702"/>
                  </a:lnTo>
                  <a:lnTo>
                    <a:pt x="33033" y="5032"/>
                  </a:lnTo>
                  <a:lnTo>
                    <a:pt x="27361" y="6563"/>
                  </a:lnTo>
                  <a:lnTo>
                    <a:pt x="21747" y="8292"/>
                  </a:lnTo>
                  <a:lnTo>
                    <a:pt x="16197" y="10217"/>
                  </a:lnTo>
                  <a:lnTo>
                    <a:pt x="10717" y="12335"/>
                  </a:lnTo>
                  <a:lnTo>
                    <a:pt x="5316" y="14646"/>
                  </a:lnTo>
                  <a:lnTo>
                    <a:pt x="0" y="17144"/>
                  </a:lnTo>
                  <a:lnTo>
                    <a:pt x="737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4729" y="2144108"/>
              <a:ext cx="73743" cy="150023"/>
            </a:xfrm>
            <a:custGeom>
              <a:avLst/>
              <a:pathLst>
                <a:path w="73743" h="150023">
                  <a:moveTo>
                    <a:pt x="0" y="0"/>
                  </a:moveTo>
                  <a:lnTo>
                    <a:pt x="73743" y="1500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561308" y="2144108"/>
              <a:ext cx="199749" cy="317189"/>
            </a:xfrm>
            <a:custGeom>
              <a:avLst/>
              <a:pathLst>
                <a:path w="199749" h="317189">
                  <a:moveTo>
                    <a:pt x="93420" y="0"/>
                  </a:moveTo>
                  <a:lnTo>
                    <a:pt x="88657" y="2436"/>
                  </a:lnTo>
                  <a:lnTo>
                    <a:pt x="83973" y="5025"/>
                  </a:lnTo>
                  <a:lnTo>
                    <a:pt x="79375" y="7761"/>
                  </a:lnTo>
                  <a:lnTo>
                    <a:pt x="74867" y="10644"/>
                  </a:lnTo>
                  <a:lnTo>
                    <a:pt x="70454" y="13669"/>
                  </a:lnTo>
                  <a:lnTo>
                    <a:pt x="66140" y="16834"/>
                  </a:lnTo>
                  <a:lnTo>
                    <a:pt x="61929" y="20136"/>
                  </a:lnTo>
                  <a:lnTo>
                    <a:pt x="57826" y="23570"/>
                  </a:lnTo>
                  <a:lnTo>
                    <a:pt x="53835" y="27134"/>
                  </a:lnTo>
                  <a:lnTo>
                    <a:pt x="49960" y="30824"/>
                  </a:lnTo>
                  <a:lnTo>
                    <a:pt x="46205" y="34637"/>
                  </a:lnTo>
                  <a:lnTo>
                    <a:pt x="42574" y="38567"/>
                  </a:lnTo>
                  <a:lnTo>
                    <a:pt x="39071" y="42611"/>
                  </a:lnTo>
                  <a:lnTo>
                    <a:pt x="35698" y="46766"/>
                  </a:lnTo>
                  <a:lnTo>
                    <a:pt x="32461" y="51026"/>
                  </a:lnTo>
                  <a:lnTo>
                    <a:pt x="29362" y="55388"/>
                  </a:lnTo>
                  <a:lnTo>
                    <a:pt x="26404" y="59847"/>
                  </a:lnTo>
                  <a:lnTo>
                    <a:pt x="23590" y="64398"/>
                  </a:lnTo>
                  <a:lnTo>
                    <a:pt x="20923" y="69037"/>
                  </a:lnTo>
                  <a:lnTo>
                    <a:pt x="18406" y="73759"/>
                  </a:lnTo>
                  <a:lnTo>
                    <a:pt x="16041" y="78559"/>
                  </a:lnTo>
                  <a:lnTo>
                    <a:pt x="13832" y="83432"/>
                  </a:lnTo>
                  <a:lnTo>
                    <a:pt x="11779" y="88374"/>
                  </a:lnTo>
                  <a:lnTo>
                    <a:pt x="9885" y="93378"/>
                  </a:lnTo>
                  <a:lnTo>
                    <a:pt x="8153" y="98441"/>
                  </a:lnTo>
                  <a:lnTo>
                    <a:pt x="6584" y="103556"/>
                  </a:lnTo>
                  <a:lnTo>
                    <a:pt x="5179" y="108719"/>
                  </a:lnTo>
                  <a:lnTo>
                    <a:pt x="3940" y="113925"/>
                  </a:lnTo>
                  <a:lnTo>
                    <a:pt x="2868" y="119167"/>
                  </a:lnTo>
                  <a:lnTo>
                    <a:pt x="1965" y="124441"/>
                  </a:lnTo>
                  <a:lnTo>
                    <a:pt x="1231" y="129742"/>
                  </a:lnTo>
                  <a:lnTo>
                    <a:pt x="667" y="135063"/>
                  </a:lnTo>
                  <a:lnTo>
                    <a:pt x="273" y="140399"/>
                  </a:lnTo>
                  <a:lnTo>
                    <a:pt x="51" y="145745"/>
                  </a:lnTo>
                  <a:lnTo>
                    <a:pt x="0" y="151096"/>
                  </a:lnTo>
                  <a:lnTo>
                    <a:pt x="119" y="156445"/>
                  </a:lnTo>
                  <a:lnTo>
                    <a:pt x="411" y="161788"/>
                  </a:lnTo>
                  <a:lnTo>
                    <a:pt x="873" y="167119"/>
                  </a:lnTo>
                  <a:lnTo>
                    <a:pt x="1505" y="172432"/>
                  </a:lnTo>
                  <a:lnTo>
                    <a:pt x="2307" y="177723"/>
                  </a:lnTo>
                  <a:lnTo>
                    <a:pt x="3278" y="182985"/>
                  </a:lnTo>
                  <a:lnTo>
                    <a:pt x="4417" y="188213"/>
                  </a:lnTo>
                  <a:lnTo>
                    <a:pt x="5723" y="193402"/>
                  </a:lnTo>
                  <a:lnTo>
                    <a:pt x="7194" y="198547"/>
                  </a:lnTo>
                  <a:lnTo>
                    <a:pt x="8829" y="203641"/>
                  </a:lnTo>
                  <a:lnTo>
                    <a:pt x="10626" y="208681"/>
                  </a:lnTo>
                  <a:lnTo>
                    <a:pt x="12583" y="213661"/>
                  </a:lnTo>
                  <a:lnTo>
                    <a:pt x="14699" y="218576"/>
                  </a:lnTo>
                  <a:lnTo>
                    <a:pt x="16971" y="223421"/>
                  </a:lnTo>
                  <a:lnTo>
                    <a:pt x="19397" y="228190"/>
                  </a:lnTo>
                  <a:lnTo>
                    <a:pt x="21975" y="232879"/>
                  </a:lnTo>
                  <a:lnTo>
                    <a:pt x="24701" y="237483"/>
                  </a:lnTo>
                  <a:lnTo>
                    <a:pt x="27573" y="241998"/>
                  </a:lnTo>
                  <a:lnTo>
                    <a:pt x="30588" y="246418"/>
                  </a:lnTo>
                  <a:lnTo>
                    <a:pt x="33743" y="250740"/>
                  </a:lnTo>
                  <a:lnTo>
                    <a:pt x="37035" y="254958"/>
                  </a:lnTo>
                  <a:lnTo>
                    <a:pt x="40460" y="259069"/>
                  </a:lnTo>
                  <a:lnTo>
                    <a:pt x="44015" y="263069"/>
                  </a:lnTo>
                  <a:lnTo>
                    <a:pt x="47696" y="266952"/>
                  </a:lnTo>
                  <a:lnTo>
                    <a:pt x="51500" y="270716"/>
                  </a:lnTo>
                  <a:lnTo>
                    <a:pt x="55422" y="274356"/>
                  </a:lnTo>
                  <a:lnTo>
                    <a:pt x="59458" y="277868"/>
                  </a:lnTo>
                  <a:lnTo>
                    <a:pt x="63605" y="281250"/>
                  </a:lnTo>
                  <a:lnTo>
                    <a:pt x="67858" y="284497"/>
                  </a:lnTo>
                  <a:lnTo>
                    <a:pt x="72213" y="287606"/>
                  </a:lnTo>
                  <a:lnTo>
                    <a:pt x="76665" y="290575"/>
                  </a:lnTo>
                  <a:lnTo>
                    <a:pt x="81209" y="293399"/>
                  </a:lnTo>
                  <a:lnTo>
                    <a:pt x="85842" y="296077"/>
                  </a:lnTo>
                  <a:lnTo>
                    <a:pt x="90558" y="298604"/>
                  </a:lnTo>
                  <a:lnTo>
                    <a:pt x="95353" y="300980"/>
                  </a:lnTo>
                  <a:lnTo>
                    <a:pt x="100221" y="303201"/>
                  </a:lnTo>
                  <a:lnTo>
                    <a:pt x="105158" y="305265"/>
                  </a:lnTo>
                  <a:lnTo>
                    <a:pt x="110158" y="307170"/>
                  </a:lnTo>
                  <a:lnTo>
                    <a:pt x="115216" y="308914"/>
                  </a:lnTo>
                  <a:lnTo>
                    <a:pt x="120328" y="310495"/>
                  </a:lnTo>
                  <a:lnTo>
                    <a:pt x="125488" y="311912"/>
                  </a:lnTo>
                  <a:lnTo>
                    <a:pt x="130691" y="313163"/>
                  </a:lnTo>
                  <a:lnTo>
                    <a:pt x="135931" y="314246"/>
                  </a:lnTo>
                  <a:lnTo>
                    <a:pt x="141203" y="315162"/>
                  </a:lnTo>
                  <a:lnTo>
                    <a:pt x="146501" y="315908"/>
                  </a:lnTo>
                  <a:lnTo>
                    <a:pt x="151821" y="316484"/>
                  </a:lnTo>
                  <a:lnTo>
                    <a:pt x="157156" y="316890"/>
                  </a:lnTo>
                  <a:lnTo>
                    <a:pt x="162502" y="317125"/>
                  </a:lnTo>
                  <a:lnTo>
                    <a:pt x="167852" y="317189"/>
                  </a:lnTo>
                  <a:lnTo>
                    <a:pt x="173202" y="317081"/>
                  </a:lnTo>
                  <a:lnTo>
                    <a:pt x="178546" y="316802"/>
                  </a:lnTo>
                  <a:lnTo>
                    <a:pt x="183878" y="316352"/>
                  </a:lnTo>
                  <a:lnTo>
                    <a:pt x="189192" y="315732"/>
                  </a:lnTo>
                  <a:lnTo>
                    <a:pt x="194485" y="314942"/>
                  </a:lnTo>
                  <a:lnTo>
                    <a:pt x="199749" y="313983"/>
                  </a:lnTo>
                  <a:lnTo>
                    <a:pt x="167163" y="150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28472" y="2126963"/>
              <a:ext cx="167167" cy="331128"/>
            </a:xfrm>
            <a:custGeom>
              <a:avLst/>
              <a:pathLst>
                <a:path w="167167" h="331128">
                  <a:moveTo>
                    <a:pt x="32585" y="331128"/>
                  </a:moveTo>
                  <a:lnTo>
                    <a:pt x="37816" y="330001"/>
                  </a:lnTo>
                  <a:lnTo>
                    <a:pt x="43009" y="328707"/>
                  </a:lnTo>
                  <a:lnTo>
                    <a:pt x="48158" y="327247"/>
                  </a:lnTo>
                  <a:lnTo>
                    <a:pt x="53258" y="325624"/>
                  </a:lnTo>
                  <a:lnTo>
                    <a:pt x="58302" y="323838"/>
                  </a:lnTo>
                  <a:lnTo>
                    <a:pt x="63288" y="321891"/>
                  </a:lnTo>
                  <a:lnTo>
                    <a:pt x="68208" y="319786"/>
                  </a:lnTo>
                  <a:lnTo>
                    <a:pt x="73058" y="317524"/>
                  </a:lnTo>
                  <a:lnTo>
                    <a:pt x="77834" y="315109"/>
                  </a:lnTo>
                  <a:lnTo>
                    <a:pt x="82529" y="312542"/>
                  </a:lnTo>
                  <a:lnTo>
                    <a:pt x="87141" y="309825"/>
                  </a:lnTo>
                  <a:lnTo>
                    <a:pt x="91662" y="306963"/>
                  </a:lnTo>
                  <a:lnTo>
                    <a:pt x="96090" y="303957"/>
                  </a:lnTo>
                  <a:lnTo>
                    <a:pt x="100420" y="300811"/>
                  </a:lnTo>
                  <a:lnTo>
                    <a:pt x="104646" y="297528"/>
                  </a:lnTo>
                  <a:lnTo>
                    <a:pt x="108765" y="294112"/>
                  </a:lnTo>
                  <a:lnTo>
                    <a:pt x="112773" y="290565"/>
                  </a:lnTo>
                  <a:lnTo>
                    <a:pt x="116665" y="286892"/>
                  </a:lnTo>
                  <a:lnTo>
                    <a:pt x="120438" y="283096"/>
                  </a:lnTo>
                  <a:lnTo>
                    <a:pt x="124087" y="279181"/>
                  </a:lnTo>
                  <a:lnTo>
                    <a:pt x="127609" y="275152"/>
                  </a:lnTo>
                  <a:lnTo>
                    <a:pt x="131000" y="271012"/>
                  </a:lnTo>
                  <a:lnTo>
                    <a:pt x="134257" y="266765"/>
                  </a:lnTo>
                  <a:lnTo>
                    <a:pt x="137376" y="262417"/>
                  </a:lnTo>
                  <a:lnTo>
                    <a:pt x="140355" y="257971"/>
                  </a:lnTo>
                  <a:lnTo>
                    <a:pt x="143190" y="253431"/>
                  </a:lnTo>
                  <a:lnTo>
                    <a:pt x="145878" y="248804"/>
                  </a:lnTo>
                  <a:lnTo>
                    <a:pt x="148416" y="244092"/>
                  </a:lnTo>
                  <a:lnTo>
                    <a:pt x="150802" y="239302"/>
                  </a:lnTo>
                  <a:lnTo>
                    <a:pt x="153034" y="234438"/>
                  </a:lnTo>
                  <a:lnTo>
                    <a:pt x="155109" y="229505"/>
                  </a:lnTo>
                  <a:lnTo>
                    <a:pt x="157025" y="224508"/>
                  </a:lnTo>
                  <a:lnTo>
                    <a:pt x="158780" y="219452"/>
                  </a:lnTo>
                  <a:lnTo>
                    <a:pt x="160372" y="214343"/>
                  </a:lnTo>
                  <a:lnTo>
                    <a:pt x="161800" y="209185"/>
                  </a:lnTo>
                  <a:lnTo>
                    <a:pt x="163062" y="203984"/>
                  </a:lnTo>
                  <a:lnTo>
                    <a:pt x="164157" y="198746"/>
                  </a:lnTo>
                  <a:lnTo>
                    <a:pt x="165084" y="193475"/>
                  </a:lnTo>
                  <a:lnTo>
                    <a:pt x="165841" y="188177"/>
                  </a:lnTo>
                  <a:lnTo>
                    <a:pt x="166429" y="182858"/>
                  </a:lnTo>
                  <a:lnTo>
                    <a:pt x="166846" y="177522"/>
                  </a:lnTo>
                  <a:lnTo>
                    <a:pt x="167092" y="172176"/>
                  </a:lnTo>
                  <a:lnTo>
                    <a:pt x="167167" y="166825"/>
                  </a:lnTo>
                  <a:lnTo>
                    <a:pt x="167070" y="161474"/>
                  </a:lnTo>
                  <a:lnTo>
                    <a:pt x="166802" y="156129"/>
                  </a:lnTo>
                  <a:lnTo>
                    <a:pt x="166363" y="150796"/>
                  </a:lnTo>
                  <a:lnTo>
                    <a:pt x="165754" y="145479"/>
                  </a:lnTo>
                  <a:lnTo>
                    <a:pt x="164975" y="140184"/>
                  </a:lnTo>
                  <a:lnTo>
                    <a:pt x="164027" y="134917"/>
                  </a:lnTo>
                  <a:lnTo>
                    <a:pt x="162910" y="129683"/>
                  </a:lnTo>
                  <a:lnTo>
                    <a:pt x="161627" y="124488"/>
                  </a:lnTo>
                  <a:lnTo>
                    <a:pt x="160178" y="119336"/>
                  </a:lnTo>
                  <a:lnTo>
                    <a:pt x="158565" y="114233"/>
                  </a:lnTo>
                  <a:lnTo>
                    <a:pt x="156789" y="109184"/>
                  </a:lnTo>
                  <a:lnTo>
                    <a:pt x="154853" y="104195"/>
                  </a:lnTo>
                  <a:lnTo>
                    <a:pt x="152758" y="99271"/>
                  </a:lnTo>
                  <a:lnTo>
                    <a:pt x="150506" y="94416"/>
                  </a:lnTo>
                  <a:lnTo>
                    <a:pt x="148100" y="89635"/>
                  </a:lnTo>
                  <a:lnTo>
                    <a:pt x="145543" y="84934"/>
                  </a:lnTo>
                  <a:lnTo>
                    <a:pt x="142836" y="80318"/>
                  </a:lnTo>
                  <a:lnTo>
                    <a:pt x="139982" y="75790"/>
                  </a:lnTo>
                  <a:lnTo>
                    <a:pt x="136986" y="71356"/>
                  </a:lnTo>
                  <a:lnTo>
                    <a:pt x="133849" y="67020"/>
                  </a:lnTo>
                  <a:lnTo>
                    <a:pt x="130574" y="62787"/>
                  </a:lnTo>
                  <a:lnTo>
                    <a:pt x="127166" y="58661"/>
                  </a:lnTo>
                  <a:lnTo>
                    <a:pt x="123628" y="54646"/>
                  </a:lnTo>
                  <a:lnTo>
                    <a:pt x="119963" y="50746"/>
                  </a:lnTo>
                  <a:lnTo>
                    <a:pt x="116175" y="46966"/>
                  </a:lnTo>
                  <a:lnTo>
                    <a:pt x="112267" y="43309"/>
                  </a:lnTo>
                  <a:lnTo>
                    <a:pt x="108245" y="39779"/>
                  </a:lnTo>
                  <a:lnTo>
                    <a:pt x="104112" y="36379"/>
                  </a:lnTo>
                  <a:lnTo>
                    <a:pt x="99872" y="33113"/>
                  </a:lnTo>
                  <a:lnTo>
                    <a:pt x="95530" y="29985"/>
                  </a:lnTo>
                  <a:lnTo>
                    <a:pt x="91090" y="26997"/>
                  </a:lnTo>
                  <a:lnTo>
                    <a:pt x="86556" y="24153"/>
                  </a:lnTo>
                  <a:lnTo>
                    <a:pt x="81934" y="21456"/>
                  </a:lnTo>
                  <a:lnTo>
                    <a:pt x="77228" y="18908"/>
                  </a:lnTo>
                  <a:lnTo>
                    <a:pt x="72443" y="16512"/>
                  </a:lnTo>
                  <a:lnTo>
                    <a:pt x="67583" y="14270"/>
                  </a:lnTo>
                  <a:lnTo>
                    <a:pt x="62654" y="12185"/>
                  </a:lnTo>
                  <a:lnTo>
                    <a:pt x="57661" y="10259"/>
                  </a:lnTo>
                  <a:lnTo>
                    <a:pt x="52609" y="8494"/>
                  </a:lnTo>
                  <a:lnTo>
                    <a:pt x="47503" y="6891"/>
                  </a:lnTo>
                  <a:lnTo>
                    <a:pt x="42348" y="5453"/>
                  </a:lnTo>
                  <a:lnTo>
                    <a:pt x="37150" y="4180"/>
                  </a:lnTo>
                  <a:lnTo>
                    <a:pt x="31914" y="3074"/>
                  </a:lnTo>
                  <a:lnTo>
                    <a:pt x="26645" y="2137"/>
                  </a:lnTo>
                  <a:lnTo>
                    <a:pt x="21349" y="1368"/>
                  </a:lnTo>
                  <a:lnTo>
                    <a:pt x="16031" y="770"/>
                  </a:lnTo>
                  <a:lnTo>
                    <a:pt x="10696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373675" y="1681503"/>
              <a:ext cx="49559" cy="167167"/>
            </a:xfrm>
            <a:custGeom>
              <a:avLst/>
              <a:pathLst>
                <a:path w="49559" h="167167">
                  <a:moveTo>
                    <a:pt x="49559" y="0"/>
                  </a:moveTo>
                  <a:lnTo>
                    <a:pt x="43271" y="118"/>
                  </a:lnTo>
                  <a:lnTo>
                    <a:pt x="36992" y="473"/>
                  </a:lnTo>
                  <a:lnTo>
                    <a:pt x="30731" y="1063"/>
                  </a:lnTo>
                  <a:lnTo>
                    <a:pt x="24496" y="1889"/>
                  </a:lnTo>
                  <a:lnTo>
                    <a:pt x="18297" y="2949"/>
                  </a:lnTo>
                  <a:lnTo>
                    <a:pt x="12142" y="4241"/>
                  </a:lnTo>
                  <a:lnTo>
                    <a:pt x="6040" y="5764"/>
                  </a:lnTo>
                  <a:lnTo>
                    <a:pt x="0" y="7515"/>
                  </a:lnTo>
                  <a:lnTo>
                    <a:pt x="495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256067" y="1689018"/>
              <a:ext cx="334334" cy="326802"/>
            </a:xfrm>
            <a:custGeom>
              <a:avLst/>
              <a:pathLst>
                <a:path w="334334" h="326802">
                  <a:moveTo>
                    <a:pt x="117607" y="0"/>
                  </a:moveTo>
                  <a:lnTo>
                    <a:pt x="112563" y="1654"/>
                  </a:lnTo>
                  <a:lnTo>
                    <a:pt x="107574" y="3467"/>
                  </a:lnTo>
                  <a:lnTo>
                    <a:pt x="102645" y="5438"/>
                  </a:lnTo>
                  <a:lnTo>
                    <a:pt x="97780" y="7565"/>
                  </a:lnTo>
                  <a:lnTo>
                    <a:pt x="92986" y="9844"/>
                  </a:lnTo>
                  <a:lnTo>
                    <a:pt x="88267" y="12275"/>
                  </a:lnTo>
                  <a:lnTo>
                    <a:pt x="83627" y="14855"/>
                  </a:lnTo>
                  <a:lnTo>
                    <a:pt x="79072" y="17581"/>
                  </a:lnTo>
                  <a:lnTo>
                    <a:pt x="74605" y="20449"/>
                  </a:lnTo>
                  <a:lnTo>
                    <a:pt x="70232" y="23459"/>
                  </a:lnTo>
                  <a:lnTo>
                    <a:pt x="65956" y="26605"/>
                  </a:lnTo>
                  <a:lnTo>
                    <a:pt x="61783" y="29886"/>
                  </a:lnTo>
                  <a:lnTo>
                    <a:pt x="57716" y="33298"/>
                  </a:lnTo>
                  <a:lnTo>
                    <a:pt x="53759" y="36837"/>
                  </a:lnTo>
                  <a:lnTo>
                    <a:pt x="49916" y="40499"/>
                  </a:lnTo>
                  <a:lnTo>
                    <a:pt x="46192" y="44283"/>
                  </a:lnTo>
                  <a:lnTo>
                    <a:pt x="42590" y="48182"/>
                  </a:lnTo>
                  <a:lnTo>
                    <a:pt x="39113" y="52194"/>
                  </a:lnTo>
                  <a:lnTo>
                    <a:pt x="35766" y="56314"/>
                  </a:lnTo>
                  <a:lnTo>
                    <a:pt x="32551" y="60538"/>
                  </a:lnTo>
                  <a:lnTo>
                    <a:pt x="29472" y="64863"/>
                  </a:lnTo>
                  <a:lnTo>
                    <a:pt x="26531" y="69283"/>
                  </a:lnTo>
                  <a:lnTo>
                    <a:pt x="23733" y="73794"/>
                  </a:lnTo>
                  <a:lnTo>
                    <a:pt x="21079" y="78391"/>
                  </a:lnTo>
                  <a:lnTo>
                    <a:pt x="18572" y="83071"/>
                  </a:lnTo>
                  <a:lnTo>
                    <a:pt x="16216" y="87828"/>
                  </a:lnTo>
                  <a:lnTo>
                    <a:pt x="14011" y="92657"/>
                  </a:lnTo>
                  <a:lnTo>
                    <a:pt x="11961" y="97554"/>
                  </a:lnTo>
                  <a:lnTo>
                    <a:pt x="10068" y="102513"/>
                  </a:lnTo>
                  <a:lnTo>
                    <a:pt x="8333" y="107530"/>
                  </a:lnTo>
                  <a:lnTo>
                    <a:pt x="6758" y="112600"/>
                  </a:lnTo>
                  <a:lnTo>
                    <a:pt x="5345" y="117717"/>
                  </a:lnTo>
                  <a:lnTo>
                    <a:pt x="4095" y="122876"/>
                  </a:lnTo>
                  <a:lnTo>
                    <a:pt x="3009" y="128073"/>
                  </a:lnTo>
                  <a:lnTo>
                    <a:pt x="2089" y="133301"/>
                  </a:lnTo>
                  <a:lnTo>
                    <a:pt x="1336" y="138556"/>
                  </a:lnTo>
                  <a:lnTo>
                    <a:pt x="750" y="143832"/>
                  </a:lnTo>
                  <a:lnTo>
                    <a:pt x="331" y="149124"/>
                  </a:lnTo>
                  <a:lnTo>
                    <a:pt x="81" y="154427"/>
                  </a:lnTo>
                  <a:lnTo>
                    <a:pt x="0" y="159735"/>
                  </a:lnTo>
                  <a:lnTo>
                    <a:pt x="86" y="165043"/>
                  </a:lnTo>
                  <a:lnTo>
                    <a:pt x="342" y="170345"/>
                  </a:lnTo>
                  <a:lnTo>
                    <a:pt x="766" y="175637"/>
                  </a:lnTo>
                  <a:lnTo>
                    <a:pt x="1357" y="180913"/>
                  </a:lnTo>
                  <a:lnTo>
                    <a:pt x="2116" y="186167"/>
                  </a:lnTo>
                  <a:lnTo>
                    <a:pt x="3041" y="191394"/>
                  </a:lnTo>
                  <a:lnTo>
                    <a:pt x="4132" y="196590"/>
                  </a:lnTo>
                  <a:lnTo>
                    <a:pt x="5387" y="201748"/>
                  </a:lnTo>
                  <a:lnTo>
                    <a:pt x="6805" y="206863"/>
                  </a:lnTo>
                  <a:lnTo>
                    <a:pt x="8385" y="211931"/>
                  </a:lnTo>
                  <a:lnTo>
                    <a:pt x="10125" y="216947"/>
                  </a:lnTo>
                  <a:lnTo>
                    <a:pt x="12023" y="221904"/>
                  </a:lnTo>
                  <a:lnTo>
                    <a:pt x="14078" y="226799"/>
                  </a:lnTo>
                  <a:lnTo>
                    <a:pt x="16287" y="231626"/>
                  </a:lnTo>
                  <a:lnTo>
                    <a:pt x="18649" y="236381"/>
                  </a:lnTo>
                  <a:lnTo>
                    <a:pt x="21160" y="241058"/>
                  </a:lnTo>
                  <a:lnTo>
                    <a:pt x="23818" y="245653"/>
                  </a:lnTo>
                  <a:lnTo>
                    <a:pt x="26622" y="250161"/>
                  </a:lnTo>
                  <a:lnTo>
                    <a:pt x="29566" y="254578"/>
                  </a:lnTo>
                  <a:lnTo>
                    <a:pt x="32650" y="258899"/>
                  </a:lnTo>
                  <a:lnTo>
                    <a:pt x="35869" y="263120"/>
                  </a:lnTo>
                  <a:lnTo>
                    <a:pt x="39220" y="267237"/>
                  </a:lnTo>
                  <a:lnTo>
                    <a:pt x="42701" y="271246"/>
                  </a:lnTo>
                  <a:lnTo>
                    <a:pt x="46307" y="275141"/>
                  </a:lnTo>
                  <a:lnTo>
                    <a:pt x="50035" y="278921"/>
                  </a:lnTo>
                  <a:lnTo>
                    <a:pt x="53881" y="282580"/>
                  </a:lnTo>
                  <a:lnTo>
                    <a:pt x="57842" y="286115"/>
                  </a:lnTo>
                  <a:lnTo>
                    <a:pt x="61912" y="289522"/>
                  </a:lnTo>
                  <a:lnTo>
                    <a:pt x="66089" y="292799"/>
                  </a:lnTo>
                  <a:lnTo>
                    <a:pt x="70368" y="295941"/>
                  </a:lnTo>
                  <a:lnTo>
                    <a:pt x="74744" y="298946"/>
                  </a:lnTo>
                  <a:lnTo>
                    <a:pt x="79214" y="301811"/>
                  </a:lnTo>
                  <a:lnTo>
                    <a:pt x="83772" y="304532"/>
                  </a:lnTo>
                  <a:lnTo>
                    <a:pt x="88414" y="307107"/>
                  </a:lnTo>
                  <a:lnTo>
                    <a:pt x="93136" y="309533"/>
                  </a:lnTo>
                  <a:lnTo>
                    <a:pt x="97932" y="311808"/>
                  </a:lnTo>
                  <a:lnTo>
                    <a:pt x="102799" y="313930"/>
                  </a:lnTo>
                  <a:lnTo>
                    <a:pt x="107730" y="315896"/>
                  </a:lnTo>
                  <a:lnTo>
                    <a:pt x="112721" y="317704"/>
                  </a:lnTo>
                  <a:lnTo>
                    <a:pt x="117767" y="319353"/>
                  </a:lnTo>
                  <a:lnTo>
                    <a:pt x="122863" y="320841"/>
                  </a:lnTo>
                  <a:lnTo>
                    <a:pt x="128003" y="322167"/>
                  </a:lnTo>
                  <a:lnTo>
                    <a:pt x="133183" y="323328"/>
                  </a:lnTo>
                  <a:lnTo>
                    <a:pt x="138397" y="324325"/>
                  </a:lnTo>
                  <a:lnTo>
                    <a:pt x="143640" y="325155"/>
                  </a:lnTo>
                  <a:lnTo>
                    <a:pt x="148907" y="325819"/>
                  </a:lnTo>
                  <a:lnTo>
                    <a:pt x="154193" y="326315"/>
                  </a:lnTo>
                  <a:lnTo>
                    <a:pt x="159491" y="326643"/>
                  </a:lnTo>
                  <a:lnTo>
                    <a:pt x="164798" y="326802"/>
                  </a:lnTo>
                  <a:lnTo>
                    <a:pt x="170106" y="326793"/>
                  </a:lnTo>
                  <a:lnTo>
                    <a:pt x="175412" y="326616"/>
                  </a:lnTo>
                  <a:lnTo>
                    <a:pt x="180709" y="326270"/>
                  </a:lnTo>
                  <a:lnTo>
                    <a:pt x="185993" y="325756"/>
                  </a:lnTo>
                  <a:lnTo>
                    <a:pt x="191257" y="325074"/>
                  </a:lnTo>
                  <a:lnTo>
                    <a:pt x="196498" y="324226"/>
                  </a:lnTo>
                  <a:lnTo>
                    <a:pt x="201709" y="323211"/>
                  </a:lnTo>
                  <a:lnTo>
                    <a:pt x="206885" y="322032"/>
                  </a:lnTo>
                  <a:lnTo>
                    <a:pt x="212021" y="320689"/>
                  </a:lnTo>
                  <a:lnTo>
                    <a:pt x="217111" y="319184"/>
                  </a:lnTo>
                  <a:lnTo>
                    <a:pt x="222152" y="317518"/>
                  </a:lnTo>
                  <a:lnTo>
                    <a:pt x="227136" y="315692"/>
                  </a:lnTo>
                  <a:lnTo>
                    <a:pt x="232061" y="313709"/>
                  </a:lnTo>
                  <a:lnTo>
                    <a:pt x="236920" y="311571"/>
                  </a:lnTo>
                  <a:lnTo>
                    <a:pt x="241708" y="309280"/>
                  </a:lnTo>
                  <a:lnTo>
                    <a:pt x="246422" y="306837"/>
                  </a:lnTo>
                  <a:lnTo>
                    <a:pt x="251055" y="304246"/>
                  </a:lnTo>
                  <a:lnTo>
                    <a:pt x="255604" y="301510"/>
                  </a:lnTo>
                  <a:lnTo>
                    <a:pt x="260064" y="298630"/>
                  </a:lnTo>
                  <a:lnTo>
                    <a:pt x="264430" y="295611"/>
                  </a:lnTo>
                  <a:lnTo>
                    <a:pt x="268698" y="292454"/>
                  </a:lnTo>
                  <a:lnTo>
                    <a:pt x="272864" y="289163"/>
                  </a:lnTo>
                  <a:lnTo>
                    <a:pt x="276923" y="285741"/>
                  </a:lnTo>
                  <a:lnTo>
                    <a:pt x="280871" y="282193"/>
                  </a:lnTo>
                  <a:lnTo>
                    <a:pt x="284705" y="278521"/>
                  </a:lnTo>
                  <a:lnTo>
                    <a:pt x="288420" y="274729"/>
                  </a:lnTo>
                  <a:lnTo>
                    <a:pt x="292012" y="270821"/>
                  </a:lnTo>
                  <a:lnTo>
                    <a:pt x="295479" y="266800"/>
                  </a:lnTo>
                  <a:lnTo>
                    <a:pt x="298817" y="262672"/>
                  </a:lnTo>
                  <a:lnTo>
                    <a:pt x="302022" y="258440"/>
                  </a:lnTo>
                  <a:lnTo>
                    <a:pt x="305090" y="254108"/>
                  </a:lnTo>
                  <a:lnTo>
                    <a:pt x="308020" y="249681"/>
                  </a:lnTo>
                  <a:lnTo>
                    <a:pt x="310808" y="245163"/>
                  </a:lnTo>
                  <a:lnTo>
                    <a:pt x="313450" y="240559"/>
                  </a:lnTo>
                  <a:lnTo>
                    <a:pt x="315946" y="235874"/>
                  </a:lnTo>
                  <a:lnTo>
                    <a:pt x="318291" y="231111"/>
                  </a:lnTo>
                  <a:lnTo>
                    <a:pt x="320484" y="226277"/>
                  </a:lnTo>
                  <a:lnTo>
                    <a:pt x="322522" y="221375"/>
                  </a:lnTo>
                  <a:lnTo>
                    <a:pt x="324403" y="216411"/>
                  </a:lnTo>
                  <a:lnTo>
                    <a:pt x="326126" y="211390"/>
                  </a:lnTo>
                  <a:lnTo>
                    <a:pt x="327689" y="206316"/>
                  </a:lnTo>
                  <a:lnTo>
                    <a:pt x="329090" y="201196"/>
                  </a:lnTo>
                  <a:lnTo>
                    <a:pt x="330327" y="196034"/>
                  </a:lnTo>
                  <a:lnTo>
                    <a:pt x="331400" y="190834"/>
                  </a:lnTo>
                  <a:lnTo>
                    <a:pt x="332308" y="185604"/>
                  </a:lnTo>
                  <a:lnTo>
                    <a:pt x="333048" y="180347"/>
                  </a:lnTo>
                  <a:lnTo>
                    <a:pt x="333622" y="175070"/>
                  </a:lnTo>
                  <a:lnTo>
                    <a:pt x="334027" y="169777"/>
                  </a:lnTo>
                  <a:lnTo>
                    <a:pt x="334265" y="164473"/>
                  </a:lnTo>
                  <a:lnTo>
                    <a:pt x="334334" y="159165"/>
                  </a:lnTo>
                  <a:lnTo>
                    <a:pt x="334234" y="153857"/>
                  </a:lnTo>
                  <a:lnTo>
                    <a:pt x="333966" y="148556"/>
                  </a:lnTo>
                  <a:lnTo>
                    <a:pt x="333529" y="143265"/>
                  </a:lnTo>
                  <a:lnTo>
                    <a:pt x="332925" y="137991"/>
                  </a:lnTo>
                  <a:lnTo>
                    <a:pt x="332154" y="132739"/>
                  </a:lnTo>
                  <a:lnTo>
                    <a:pt x="331216" y="127513"/>
                  </a:lnTo>
                  <a:lnTo>
                    <a:pt x="330113" y="122321"/>
                  </a:lnTo>
                  <a:lnTo>
                    <a:pt x="328845" y="117166"/>
                  </a:lnTo>
                  <a:lnTo>
                    <a:pt x="327415" y="112053"/>
                  </a:lnTo>
                  <a:lnTo>
                    <a:pt x="325823" y="106989"/>
                  </a:lnTo>
                  <a:lnTo>
                    <a:pt x="324070" y="101978"/>
                  </a:lnTo>
                  <a:lnTo>
                    <a:pt x="322160" y="97025"/>
                  </a:lnTo>
                  <a:lnTo>
                    <a:pt x="320093" y="92135"/>
                  </a:lnTo>
                  <a:lnTo>
                    <a:pt x="317872" y="87314"/>
                  </a:lnTo>
                  <a:lnTo>
                    <a:pt x="315500" y="82565"/>
                  </a:lnTo>
                  <a:lnTo>
                    <a:pt x="312977" y="77894"/>
                  </a:lnTo>
                  <a:lnTo>
                    <a:pt x="310308" y="73305"/>
                  </a:lnTo>
                  <a:lnTo>
                    <a:pt x="307494" y="68804"/>
                  </a:lnTo>
                  <a:lnTo>
                    <a:pt x="304538" y="64394"/>
                  </a:lnTo>
                  <a:lnTo>
                    <a:pt x="301444" y="60080"/>
                  </a:lnTo>
                  <a:lnTo>
                    <a:pt x="298215" y="55867"/>
                  </a:lnTo>
                  <a:lnTo>
                    <a:pt x="294854" y="51758"/>
                  </a:lnTo>
                  <a:lnTo>
                    <a:pt x="291363" y="47758"/>
                  </a:lnTo>
                  <a:lnTo>
                    <a:pt x="287748" y="43871"/>
                  </a:lnTo>
                  <a:lnTo>
                    <a:pt x="284011" y="40100"/>
                  </a:lnTo>
                  <a:lnTo>
                    <a:pt x="280156" y="36451"/>
                  </a:lnTo>
                  <a:lnTo>
                    <a:pt x="276187" y="32925"/>
                  </a:lnTo>
                  <a:lnTo>
                    <a:pt x="272108" y="29527"/>
                  </a:lnTo>
                  <a:lnTo>
                    <a:pt x="267923" y="26261"/>
                  </a:lnTo>
                  <a:lnTo>
                    <a:pt x="263637" y="23129"/>
                  </a:lnTo>
                  <a:lnTo>
                    <a:pt x="259254" y="20135"/>
                  </a:lnTo>
                  <a:lnTo>
                    <a:pt x="254777" y="17281"/>
                  </a:lnTo>
                  <a:lnTo>
                    <a:pt x="250212" y="14571"/>
                  </a:lnTo>
                  <a:lnTo>
                    <a:pt x="245564" y="12007"/>
                  </a:lnTo>
                  <a:lnTo>
                    <a:pt x="240836" y="9592"/>
                  </a:lnTo>
                  <a:lnTo>
                    <a:pt x="236034" y="7329"/>
                  </a:lnTo>
                  <a:lnTo>
                    <a:pt x="167167" y="159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423235" y="1681503"/>
              <a:ext cx="68867" cy="167167"/>
            </a:xfrm>
            <a:custGeom>
              <a:avLst/>
              <a:pathLst>
                <a:path w="68867" h="167167">
                  <a:moveTo>
                    <a:pt x="68867" y="14844"/>
                  </a:moveTo>
                  <a:lnTo>
                    <a:pt x="63435" y="12503"/>
                  </a:lnTo>
                  <a:lnTo>
                    <a:pt x="57924" y="10356"/>
                  </a:lnTo>
                  <a:lnTo>
                    <a:pt x="52340" y="8405"/>
                  </a:lnTo>
                  <a:lnTo>
                    <a:pt x="46691" y="6653"/>
                  </a:lnTo>
                  <a:lnTo>
                    <a:pt x="40983" y="5101"/>
                  </a:lnTo>
                  <a:lnTo>
                    <a:pt x="35224" y="3753"/>
                  </a:lnTo>
                  <a:lnTo>
                    <a:pt x="29421" y="2609"/>
                  </a:lnTo>
                  <a:lnTo>
                    <a:pt x="23581" y="1671"/>
                  </a:lnTo>
                  <a:lnTo>
                    <a:pt x="17712" y="940"/>
                  </a:lnTo>
                  <a:lnTo>
                    <a:pt x="11820" y="418"/>
                  </a:lnTo>
                  <a:lnTo>
                    <a:pt x="591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3" y="3020"/>
                  </a:lnTo>
                  <a:lnTo>
                    <a:pt x="130321" y="4106"/>
                  </a:lnTo>
                  <a:lnTo>
                    <a:pt x="125167" y="5356"/>
                  </a:lnTo>
                  <a:lnTo>
                    <a:pt x="120055" y="6770"/>
                  </a:lnTo>
                  <a:lnTo>
                    <a:pt x="114990" y="8344"/>
                  </a:lnTo>
                  <a:lnTo>
                    <a:pt x="109978" y="10079"/>
                  </a:lnTo>
                  <a:lnTo>
                    <a:pt x="105023" y="11972"/>
                  </a:lnTo>
                  <a:lnTo>
                    <a:pt x="100131" y="14020"/>
                  </a:lnTo>
                  <a:lnTo>
                    <a:pt x="95306" y="16224"/>
                  </a:lnTo>
                  <a:lnTo>
                    <a:pt x="90553" y="18579"/>
                  </a:lnTo>
                  <a:lnTo>
                    <a:pt x="85878" y="21083"/>
                  </a:lnTo>
                  <a:lnTo>
                    <a:pt x="81284" y="23735"/>
                  </a:lnTo>
                  <a:lnTo>
                    <a:pt x="76777" y="26531"/>
                  </a:lnTo>
                  <a:lnTo>
                    <a:pt x="72361" y="29469"/>
                  </a:lnTo>
                  <a:lnTo>
                    <a:pt x="68041" y="32545"/>
                  </a:lnTo>
                  <a:lnTo>
                    <a:pt x="63820" y="35757"/>
                  </a:lnTo>
                  <a:lnTo>
                    <a:pt x="59703" y="39101"/>
                  </a:lnTo>
                  <a:lnTo>
                    <a:pt x="55694" y="42574"/>
                  </a:lnTo>
                  <a:lnTo>
                    <a:pt x="51797" y="46173"/>
                  </a:lnTo>
                  <a:lnTo>
                    <a:pt x="48017" y="49893"/>
                  </a:lnTo>
                  <a:lnTo>
                    <a:pt x="44357" y="53731"/>
                  </a:lnTo>
                  <a:lnTo>
                    <a:pt x="40820" y="57684"/>
                  </a:lnTo>
                  <a:lnTo>
                    <a:pt x="37410" y="61747"/>
                  </a:lnTo>
                  <a:lnTo>
                    <a:pt x="34131" y="65916"/>
                  </a:lnTo>
                  <a:lnTo>
                    <a:pt x="30986" y="70186"/>
                  </a:lnTo>
                  <a:lnTo>
                    <a:pt x="27978" y="74555"/>
                  </a:lnTo>
                  <a:lnTo>
                    <a:pt x="25109" y="79017"/>
                  </a:lnTo>
                  <a:lnTo>
                    <a:pt x="22384" y="83567"/>
                  </a:lnTo>
                  <a:lnTo>
                    <a:pt x="19805" y="88202"/>
                  </a:lnTo>
                  <a:lnTo>
                    <a:pt x="17374" y="92916"/>
                  </a:lnTo>
                  <a:lnTo>
                    <a:pt x="15094" y="97705"/>
                  </a:lnTo>
                  <a:lnTo>
                    <a:pt x="12967" y="102563"/>
                  </a:lnTo>
                  <a:lnTo>
                    <a:pt x="10995" y="107487"/>
                  </a:lnTo>
                  <a:lnTo>
                    <a:pt x="9180" y="112471"/>
                  </a:lnTo>
                  <a:lnTo>
                    <a:pt x="7525" y="117510"/>
                  </a:lnTo>
                  <a:lnTo>
                    <a:pt x="6030" y="122599"/>
                  </a:lnTo>
                  <a:lnTo>
                    <a:pt x="4697" y="127733"/>
                  </a:lnTo>
                  <a:lnTo>
                    <a:pt x="3527" y="132906"/>
                  </a:lnTo>
                  <a:lnTo>
                    <a:pt x="2523" y="138114"/>
                  </a:lnTo>
                  <a:lnTo>
                    <a:pt x="1684" y="143351"/>
                  </a:lnTo>
                  <a:lnTo>
                    <a:pt x="1012" y="148612"/>
                  </a:lnTo>
                  <a:lnTo>
                    <a:pt x="507" y="153892"/>
                  </a:lnTo>
                  <a:lnTo>
                    <a:pt x="170" y="159186"/>
                  </a:lnTo>
                  <a:lnTo>
                    <a:pt x="0" y="164487"/>
                  </a:lnTo>
                  <a:lnTo>
                    <a:pt x="0" y="169791"/>
                  </a:lnTo>
                  <a:lnTo>
                    <a:pt x="167" y="175092"/>
                  </a:lnTo>
                  <a:lnTo>
                    <a:pt x="502" y="180386"/>
                  </a:lnTo>
                  <a:lnTo>
                    <a:pt x="1006" y="185666"/>
                  </a:lnTo>
                  <a:lnTo>
                    <a:pt x="1676" y="190927"/>
                  </a:lnTo>
                  <a:lnTo>
                    <a:pt x="2513" y="196165"/>
                  </a:lnTo>
                  <a:lnTo>
                    <a:pt x="3516" y="201373"/>
                  </a:lnTo>
                  <a:lnTo>
                    <a:pt x="4683" y="206547"/>
                  </a:lnTo>
                  <a:lnTo>
                    <a:pt x="6015" y="211681"/>
                  </a:lnTo>
                  <a:lnTo>
                    <a:pt x="7508" y="216770"/>
                  </a:lnTo>
                  <a:lnTo>
                    <a:pt x="9162" y="221810"/>
                  </a:lnTo>
                  <a:lnTo>
                    <a:pt x="10975" y="226794"/>
                  </a:lnTo>
                  <a:lnTo>
                    <a:pt x="12945" y="231719"/>
                  </a:lnTo>
                  <a:lnTo>
                    <a:pt x="15071" y="236578"/>
                  </a:lnTo>
                  <a:lnTo>
                    <a:pt x="17349" y="241368"/>
                  </a:lnTo>
                  <a:lnTo>
                    <a:pt x="19779" y="246083"/>
                  </a:lnTo>
                  <a:lnTo>
                    <a:pt x="22356" y="250718"/>
                  </a:lnTo>
                  <a:lnTo>
                    <a:pt x="25080" y="255270"/>
                  </a:lnTo>
                  <a:lnTo>
                    <a:pt x="27946" y="259732"/>
                  </a:lnTo>
                  <a:lnTo>
                    <a:pt x="30953" y="264102"/>
                  </a:lnTo>
                  <a:lnTo>
                    <a:pt x="34097" y="268374"/>
                  </a:lnTo>
                  <a:lnTo>
                    <a:pt x="37375" y="272544"/>
                  </a:lnTo>
                  <a:lnTo>
                    <a:pt x="40783" y="276607"/>
                  </a:lnTo>
                  <a:lnTo>
                    <a:pt x="44318" y="280561"/>
                  </a:lnTo>
                  <a:lnTo>
                    <a:pt x="47978" y="284401"/>
                  </a:lnTo>
                  <a:lnTo>
                    <a:pt x="51757" y="288122"/>
                  </a:lnTo>
                  <a:lnTo>
                    <a:pt x="55652" y="291722"/>
                  </a:lnTo>
                  <a:lnTo>
                    <a:pt x="59660" y="295197"/>
                  </a:lnTo>
                  <a:lnTo>
                    <a:pt x="63776" y="298542"/>
                  </a:lnTo>
                  <a:lnTo>
                    <a:pt x="67995" y="301755"/>
                  </a:lnTo>
                  <a:lnTo>
                    <a:pt x="72315" y="304833"/>
                  </a:lnTo>
                  <a:lnTo>
                    <a:pt x="76730" y="307772"/>
                  </a:lnTo>
                  <a:lnTo>
                    <a:pt x="81236" y="310570"/>
                  </a:lnTo>
                  <a:lnTo>
                    <a:pt x="85829" y="313223"/>
                  </a:lnTo>
                  <a:lnTo>
                    <a:pt x="90503" y="315729"/>
                  </a:lnTo>
                  <a:lnTo>
                    <a:pt x="95255" y="318086"/>
                  </a:lnTo>
                  <a:lnTo>
                    <a:pt x="100079" y="320291"/>
                  </a:lnTo>
                  <a:lnTo>
                    <a:pt x="104971" y="322341"/>
                  </a:lnTo>
                  <a:lnTo>
                    <a:pt x="109925" y="324236"/>
                  </a:lnTo>
                  <a:lnTo>
                    <a:pt x="114937" y="325972"/>
                  </a:lnTo>
                  <a:lnTo>
                    <a:pt x="120001" y="327549"/>
                  </a:lnTo>
                  <a:lnTo>
                    <a:pt x="125113" y="328963"/>
                  </a:lnTo>
                  <a:lnTo>
                    <a:pt x="130267" y="330216"/>
                  </a:lnTo>
                  <a:lnTo>
                    <a:pt x="135458" y="331303"/>
                  </a:lnTo>
                  <a:lnTo>
                    <a:pt x="140681" y="332226"/>
                  </a:lnTo>
                  <a:lnTo>
                    <a:pt x="145931" y="332983"/>
                  </a:lnTo>
                  <a:lnTo>
                    <a:pt x="151202" y="333572"/>
                  </a:lnTo>
                  <a:lnTo>
                    <a:pt x="156489" y="333994"/>
                  </a:lnTo>
                  <a:lnTo>
                    <a:pt x="161787" y="334248"/>
                  </a:lnTo>
                  <a:lnTo>
                    <a:pt x="167090" y="334334"/>
                  </a:lnTo>
                  <a:lnTo>
                    <a:pt x="172394" y="334252"/>
                  </a:lnTo>
                  <a:lnTo>
                    <a:pt x="177692" y="334001"/>
                  </a:lnTo>
                  <a:lnTo>
                    <a:pt x="182979" y="333583"/>
                  </a:lnTo>
                  <a:lnTo>
                    <a:pt x="188251" y="332997"/>
                  </a:lnTo>
                  <a:lnTo>
                    <a:pt x="193501" y="332244"/>
                  </a:lnTo>
                  <a:lnTo>
                    <a:pt x="198725" y="331325"/>
                  </a:lnTo>
                  <a:lnTo>
                    <a:pt x="203916" y="330240"/>
                  </a:lnTo>
                  <a:lnTo>
                    <a:pt x="209071" y="328992"/>
                  </a:lnTo>
                  <a:lnTo>
                    <a:pt x="214184" y="327580"/>
                  </a:lnTo>
                  <a:lnTo>
                    <a:pt x="219249" y="326007"/>
                  </a:lnTo>
                  <a:lnTo>
                    <a:pt x="224262" y="324274"/>
                  </a:lnTo>
                  <a:lnTo>
                    <a:pt x="229218" y="322383"/>
                  </a:lnTo>
                  <a:lnTo>
                    <a:pt x="234111" y="320336"/>
                  </a:lnTo>
                  <a:lnTo>
                    <a:pt x="238936" y="318134"/>
                  </a:lnTo>
                  <a:lnTo>
                    <a:pt x="243689" y="315781"/>
                  </a:lnTo>
                  <a:lnTo>
                    <a:pt x="248366" y="313278"/>
                  </a:lnTo>
                  <a:lnTo>
                    <a:pt x="252960" y="310628"/>
                  </a:lnTo>
                  <a:lnTo>
                    <a:pt x="257468" y="307833"/>
                  </a:lnTo>
                  <a:lnTo>
                    <a:pt x="261885" y="304897"/>
                  </a:lnTo>
                  <a:lnTo>
                    <a:pt x="266207" y="301822"/>
                  </a:lnTo>
                  <a:lnTo>
                    <a:pt x="270429" y="298611"/>
                  </a:lnTo>
                  <a:lnTo>
                    <a:pt x="274547" y="295269"/>
                  </a:lnTo>
                  <a:lnTo>
                    <a:pt x="278557" y="291797"/>
                  </a:lnTo>
                  <a:lnTo>
                    <a:pt x="282455" y="288200"/>
                  </a:lnTo>
                  <a:lnTo>
                    <a:pt x="286236" y="284481"/>
                  </a:lnTo>
                  <a:lnTo>
                    <a:pt x="289898" y="280644"/>
                  </a:lnTo>
                  <a:lnTo>
                    <a:pt x="293436" y="276692"/>
                  </a:lnTo>
                  <a:lnTo>
                    <a:pt x="296847" y="272631"/>
                  </a:lnTo>
                  <a:lnTo>
                    <a:pt x="300128" y="268463"/>
                  </a:lnTo>
                  <a:lnTo>
                    <a:pt x="303274" y="264193"/>
                  </a:lnTo>
                  <a:lnTo>
                    <a:pt x="306284" y="259826"/>
                  </a:lnTo>
                  <a:lnTo>
                    <a:pt x="309154" y="255365"/>
                  </a:lnTo>
                  <a:lnTo>
                    <a:pt x="311880" y="250815"/>
                  </a:lnTo>
                  <a:lnTo>
                    <a:pt x="314461" y="246182"/>
                  </a:lnTo>
                  <a:lnTo>
                    <a:pt x="316894" y="241469"/>
                  </a:lnTo>
                  <a:lnTo>
                    <a:pt x="319175" y="236680"/>
                  </a:lnTo>
                  <a:lnTo>
                    <a:pt x="321304" y="231822"/>
                  </a:lnTo>
                  <a:lnTo>
                    <a:pt x="323278" y="226899"/>
                  </a:lnTo>
                  <a:lnTo>
                    <a:pt x="325094" y="221916"/>
                  </a:lnTo>
                  <a:lnTo>
                    <a:pt x="326751" y="216878"/>
                  </a:lnTo>
                  <a:lnTo>
                    <a:pt x="328248" y="211789"/>
                  </a:lnTo>
                  <a:lnTo>
                    <a:pt x="329583" y="206656"/>
                  </a:lnTo>
                  <a:lnTo>
                    <a:pt x="330754" y="201483"/>
                  </a:lnTo>
                  <a:lnTo>
                    <a:pt x="331760" y="196275"/>
                  </a:lnTo>
                  <a:lnTo>
                    <a:pt x="332601" y="191038"/>
                  </a:lnTo>
                  <a:lnTo>
                    <a:pt x="333275" y="185777"/>
                  </a:lnTo>
                  <a:lnTo>
                    <a:pt x="333781" y="180498"/>
                  </a:lnTo>
                  <a:lnTo>
                    <a:pt x="334120" y="175204"/>
                  </a:lnTo>
                  <a:lnTo>
                    <a:pt x="334291" y="169903"/>
                  </a:lnTo>
                  <a:lnTo>
                    <a:pt x="334294" y="164599"/>
                  </a:lnTo>
                  <a:lnTo>
                    <a:pt x="334128" y="159298"/>
                  </a:lnTo>
                  <a:lnTo>
                    <a:pt x="333795" y="154004"/>
                  </a:lnTo>
                  <a:lnTo>
                    <a:pt x="333293" y="148724"/>
                  </a:lnTo>
                  <a:lnTo>
                    <a:pt x="332625" y="143462"/>
                  </a:lnTo>
                  <a:lnTo>
                    <a:pt x="331789" y="138225"/>
                  </a:lnTo>
                  <a:lnTo>
                    <a:pt x="330788" y="133016"/>
                  </a:lnTo>
                  <a:lnTo>
                    <a:pt x="329622" y="127842"/>
                  </a:lnTo>
                  <a:lnTo>
                    <a:pt x="328293" y="122707"/>
                  </a:lnTo>
                  <a:lnTo>
                    <a:pt x="326802" y="117617"/>
                  </a:lnTo>
                  <a:lnTo>
                    <a:pt x="325149" y="112577"/>
                  </a:lnTo>
                  <a:lnTo>
                    <a:pt x="323338" y="107592"/>
                  </a:lnTo>
                  <a:lnTo>
                    <a:pt x="321369" y="102667"/>
                  </a:lnTo>
                  <a:lnTo>
                    <a:pt x="319245" y="97807"/>
                  </a:lnTo>
                  <a:lnTo>
                    <a:pt x="316968" y="93016"/>
                  </a:lnTo>
                  <a:lnTo>
                    <a:pt x="314541" y="88301"/>
                  </a:lnTo>
                  <a:lnTo>
                    <a:pt x="311964" y="83664"/>
                  </a:lnTo>
                  <a:lnTo>
                    <a:pt x="309242" y="79112"/>
                  </a:lnTo>
                  <a:lnTo>
                    <a:pt x="306377" y="74648"/>
                  </a:lnTo>
                  <a:lnTo>
                    <a:pt x="303372" y="70278"/>
                  </a:lnTo>
                  <a:lnTo>
                    <a:pt x="300230" y="66005"/>
                  </a:lnTo>
                  <a:lnTo>
                    <a:pt x="296954" y="61834"/>
                  </a:lnTo>
                  <a:lnTo>
                    <a:pt x="293547" y="57769"/>
                  </a:lnTo>
                  <a:lnTo>
                    <a:pt x="290012" y="53814"/>
                  </a:lnTo>
                  <a:lnTo>
                    <a:pt x="286354" y="49973"/>
                  </a:lnTo>
                  <a:lnTo>
                    <a:pt x="282577" y="46250"/>
                  </a:lnTo>
                  <a:lnTo>
                    <a:pt x="278682" y="42649"/>
                  </a:lnTo>
                  <a:lnTo>
                    <a:pt x="274676" y="3917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61745"/>
              <a:ext cx="107529" cy="127993"/>
            </a:xfrm>
            <a:custGeom>
              <a:avLst/>
              <a:pathLst>
                <a:path w="107529" h="127993">
                  <a:moveTo>
                    <a:pt x="107529" y="0"/>
                  </a:moveTo>
                  <a:lnTo>
                    <a:pt x="0" y="127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60028"/>
              <a:ext cx="107529" cy="129710"/>
            </a:xfrm>
            <a:custGeom>
              <a:avLst/>
              <a:pathLst>
                <a:path w="107529" h="129710">
                  <a:moveTo>
                    <a:pt x="107529" y="1717"/>
                  </a:moveTo>
                  <a:lnTo>
                    <a:pt x="105451" y="0"/>
                  </a:lnTo>
                  <a:lnTo>
                    <a:pt x="0" y="129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105451" cy="167167"/>
            </a:xfrm>
            <a:custGeom>
              <a:avLst/>
              <a:pathLst>
                <a:path w="105451" h="167167">
                  <a:moveTo>
                    <a:pt x="105451" y="37456"/>
                  </a:moveTo>
                  <a:lnTo>
                    <a:pt x="100964" y="33933"/>
                  </a:lnTo>
                  <a:lnTo>
                    <a:pt x="96359" y="30566"/>
                  </a:lnTo>
                  <a:lnTo>
                    <a:pt x="91641" y="27357"/>
                  </a:lnTo>
                  <a:lnTo>
                    <a:pt x="86817" y="24311"/>
                  </a:lnTo>
                  <a:lnTo>
                    <a:pt x="81892" y="21432"/>
                  </a:lnTo>
                  <a:lnTo>
                    <a:pt x="76871" y="18723"/>
                  </a:lnTo>
                  <a:lnTo>
                    <a:pt x="71761" y="16186"/>
                  </a:lnTo>
                  <a:lnTo>
                    <a:pt x="66567" y="13825"/>
                  </a:lnTo>
                  <a:lnTo>
                    <a:pt x="61296" y="11643"/>
                  </a:lnTo>
                  <a:lnTo>
                    <a:pt x="55953" y="9642"/>
                  </a:lnTo>
                  <a:lnTo>
                    <a:pt x="50545" y="7824"/>
                  </a:lnTo>
                  <a:lnTo>
                    <a:pt x="45078" y="6192"/>
                  </a:lnTo>
                  <a:lnTo>
                    <a:pt x="39559" y="4748"/>
                  </a:lnTo>
                  <a:lnTo>
                    <a:pt x="33994" y="3492"/>
                  </a:lnTo>
                  <a:lnTo>
                    <a:pt x="28389" y="2428"/>
                  </a:lnTo>
                  <a:lnTo>
                    <a:pt x="22751" y="1555"/>
                  </a:lnTo>
                  <a:lnTo>
                    <a:pt x="17086" y="875"/>
                  </a:lnTo>
                  <a:lnTo>
                    <a:pt x="11402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378108" y="1071028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4" y="1342"/>
                  </a:lnTo>
                  <a:lnTo>
                    <a:pt x="140757" y="2096"/>
                  </a:lnTo>
                  <a:lnTo>
                    <a:pt x="135537" y="3016"/>
                  </a:lnTo>
                  <a:lnTo>
                    <a:pt x="130349" y="4100"/>
                  </a:lnTo>
                  <a:lnTo>
                    <a:pt x="125198" y="5349"/>
                  </a:lnTo>
                  <a:lnTo>
                    <a:pt x="120089" y="6760"/>
                  </a:lnTo>
                  <a:lnTo>
                    <a:pt x="115028" y="8333"/>
                  </a:lnTo>
                  <a:lnTo>
                    <a:pt x="110018" y="10065"/>
                  </a:lnTo>
                  <a:lnTo>
                    <a:pt x="105066" y="11955"/>
                  </a:lnTo>
                  <a:lnTo>
                    <a:pt x="100177" y="14001"/>
                  </a:lnTo>
                  <a:lnTo>
                    <a:pt x="95355" y="16202"/>
                  </a:lnTo>
                  <a:lnTo>
                    <a:pt x="90605" y="18554"/>
                  </a:lnTo>
                  <a:lnTo>
                    <a:pt x="85932" y="21055"/>
                  </a:lnTo>
                  <a:lnTo>
                    <a:pt x="81341" y="23703"/>
                  </a:lnTo>
                  <a:lnTo>
                    <a:pt x="76836" y="26496"/>
                  </a:lnTo>
                  <a:lnTo>
                    <a:pt x="72421" y="29429"/>
                  </a:lnTo>
                  <a:lnTo>
                    <a:pt x="68102" y="32502"/>
                  </a:lnTo>
                  <a:lnTo>
                    <a:pt x="63883" y="35710"/>
                  </a:lnTo>
                  <a:lnTo>
                    <a:pt x="59767" y="39049"/>
                  </a:lnTo>
                  <a:lnTo>
                    <a:pt x="55760" y="42518"/>
                  </a:lnTo>
                  <a:lnTo>
                    <a:pt x="51864" y="46112"/>
                  </a:lnTo>
                  <a:lnTo>
                    <a:pt x="48084" y="49828"/>
                  </a:lnTo>
                  <a:lnTo>
                    <a:pt x="44424" y="53661"/>
                  </a:lnTo>
                  <a:lnTo>
                    <a:pt x="40887" y="57609"/>
                  </a:lnTo>
                  <a:lnTo>
                    <a:pt x="37477" y="61667"/>
                  </a:lnTo>
                  <a:lnTo>
                    <a:pt x="34198" y="65831"/>
                  </a:lnTo>
                  <a:lnTo>
                    <a:pt x="31052" y="70097"/>
                  </a:lnTo>
                  <a:lnTo>
                    <a:pt x="28043" y="74460"/>
                  </a:lnTo>
                  <a:lnTo>
                    <a:pt x="25174" y="78917"/>
                  </a:lnTo>
                  <a:lnTo>
                    <a:pt x="22448" y="83462"/>
                  </a:lnTo>
                  <a:lnTo>
                    <a:pt x="19867" y="88092"/>
                  </a:lnTo>
                  <a:lnTo>
                    <a:pt x="17434" y="92801"/>
                  </a:lnTo>
                  <a:lnTo>
                    <a:pt x="15152" y="97584"/>
                  </a:lnTo>
                  <a:lnTo>
                    <a:pt x="13022" y="102438"/>
                  </a:lnTo>
                  <a:lnTo>
                    <a:pt x="11047" y="107357"/>
                  </a:lnTo>
                  <a:lnTo>
                    <a:pt x="9230" y="112336"/>
                  </a:lnTo>
                  <a:lnTo>
                    <a:pt x="7571" y="117370"/>
                  </a:lnTo>
                  <a:lnTo>
                    <a:pt x="6072" y="122454"/>
                  </a:lnTo>
                  <a:lnTo>
                    <a:pt x="4736" y="127583"/>
                  </a:lnTo>
                  <a:lnTo>
                    <a:pt x="3563" y="132752"/>
                  </a:lnTo>
                  <a:lnTo>
                    <a:pt x="2554" y="137955"/>
                  </a:lnTo>
                  <a:lnTo>
                    <a:pt x="1710" y="143188"/>
                  </a:lnTo>
                  <a:lnTo>
                    <a:pt x="1033" y="148445"/>
                  </a:lnTo>
                  <a:lnTo>
                    <a:pt x="523" y="153721"/>
                  </a:lnTo>
                  <a:lnTo>
                    <a:pt x="181" y="159010"/>
                  </a:lnTo>
                  <a:lnTo>
                    <a:pt x="6" y="164307"/>
                  </a:lnTo>
                  <a:lnTo>
                    <a:pt x="0" y="169608"/>
                  </a:lnTo>
                  <a:lnTo>
                    <a:pt x="161" y="174905"/>
                  </a:lnTo>
                  <a:lnTo>
                    <a:pt x="490" y="180196"/>
                  </a:lnTo>
                  <a:lnTo>
                    <a:pt x="987" y="185472"/>
                  </a:lnTo>
                  <a:lnTo>
                    <a:pt x="1651" y="190731"/>
                  </a:lnTo>
                  <a:lnTo>
                    <a:pt x="2481" y="195966"/>
                  </a:lnTo>
                  <a:lnTo>
                    <a:pt x="3477" y="201172"/>
                  </a:lnTo>
                  <a:lnTo>
                    <a:pt x="4637" y="206344"/>
                  </a:lnTo>
                  <a:lnTo>
                    <a:pt x="5961" y="211476"/>
                  </a:lnTo>
                  <a:lnTo>
                    <a:pt x="7447" y="216564"/>
                  </a:lnTo>
                  <a:lnTo>
                    <a:pt x="9093" y="221602"/>
                  </a:lnTo>
                  <a:lnTo>
                    <a:pt x="10898" y="226585"/>
                  </a:lnTo>
                  <a:lnTo>
                    <a:pt x="12860" y="231509"/>
                  </a:lnTo>
                  <a:lnTo>
                    <a:pt x="14978" y="236368"/>
                  </a:lnTo>
                  <a:lnTo>
                    <a:pt x="17248" y="241158"/>
                  </a:lnTo>
                  <a:lnTo>
                    <a:pt x="19669" y="245873"/>
                  </a:lnTo>
                  <a:lnTo>
                    <a:pt x="22238" y="250509"/>
                  </a:lnTo>
                  <a:lnTo>
                    <a:pt x="24953" y="255061"/>
                  </a:lnTo>
                  <a:lnTo>
                    <a:pt x="27811" y="259525"/>
                  </a:lnTo>
                  <a:lnTo>
                    <a:pt x="30809" y="263895"/>
                  </a:lnTo>
                  <a:lnTo>
                    <a:pt x="33944" y="268169"/>
                  </a:lnTo>
                  <a:lnTo>
                    <a:pt x="37213" y="272341"/>
                  </a:lnTo>
                  <a:lnTo>
                    <a:pt x="40613" y="276408"/>
                  </a:lnTo>
                  <a:lnTo>
                    <a:pt x="44140" y="280364"/>
                  </a:lnTo>
                  <a:lnTo>
                    <a:pt x="47790" y="284207"/>
                  </a:lnTo>
                  <a:lnTo>
                    <a:pt x="51561" y="287932"/>
                  </a:lnTo>
                  <a:lnTo>
                    <a:pt x="55447" y="291536"/>
                  </a:lnTo>
                  <a:lnTo>
                    <a:pt x="59446" y="295015"/>
                  </a:lnTo>
                  <a:lnTo>
                    <a:pt x="63554" y="298365"/>
                  </a:lnTo>
                  <a:lnTo>
                    <a:pt x="67765" y="301583"/>
                  </a:lnTo>
                  <a:lnTo>
                    <a:pt x="72076" y="304667"/>
                  </a:lnTo>
                  <a:lnTo>
                    <a:pt x="76483" y="307611"/>
                  </a:lnTo>
                  <a:lnTo>
                    <a:pt x="80981" y="310415"/>
                  </a:lnTo>
                  <a:lnTo>
                    <a:pt x="85566" y="313075"/>
                  </a:lnTo>
                  <a:lnTo>
                    <a:pt x="90233" y="315588"/>
                  </a:lnTo>
                  <a:lnTo>
                    <a:pt x="94977" y="317952"/>
                  </a:lnTo>
                  <a:lnTo>
                    <a:pt x="99793" y="320164"/>
                  </a:lnTo>
                  <a:lnTo>
                    <a:pt x="104677" y="322223"/>
                  </a:lnTo>
                  <a:lnTo>
                    <a:pt x="109625" y="324125"/>
                  </a:lnTo>
                  <a:lnTo>
                    <a:pt x="114629" y="325870"/>
                  </a:lnTo>
                  <a:lnTo>
                    <a:pt x="119687" y="327455"/>
                  </a:lnTo>
                  <a:lnTo>
                    <a:pt x="124793" y="328879"/>
                  </a:lnTo>
                  <a:lnTo>
                    <a:pt x="129941" y="330141"/>
                  </a:lnTo>
                  <a:lnTo>
                    <a:pt x="135126" y="331238"/>
                  </a:lnTo>
                  <a:lnTo>
                    <a:pt x="140344" y="332171"/>
                  </a:lnTo>
                  <a:lnTo>
                    <a:pt x="145588" y="332938"/>
                  </a:lnTo>
                  <a:lnTo>
                    <a:pt x="150854" y="333538"/>
                  </a:lnTo>
                  <a:lnTo>
                    <a:pt x="156137" y="333971"/>
                  </a:lnTo>
                  <a:lnTo>
                    <a:pt x="161431" y="334237"/>
                  </a:lnTo>
                  <a:lnTo>
                    <a:pt x="166730" y="334334"/>
                  </a:lnTo>
                  <a:lnTo>
                    <a:pt x="172030" y="334263"/>
                  </a:lnTo>
                  <a:lnTo>
                    <a:pt x="177325" y="334024"/>
                  </a:lnTo>
                  <a:lnTo>
                    <a:pt x="182610" y="333618"/>
                  </a:lnTo>
                  <a:lnTo>
                    <a:pt x="187879" y="333044"/>
                  </a:lnTo>
                  <a:lnTo>
                    <a:pt x="193127" y="332304"/>
                  </a:lnTo>
                  <a:lnTo>
                    <a:pt x="198349" y="331397"/>
                  </a:lnTo>
                  <a:lnTo>
                    <a:pt x="203540" y="330325"/>
                  </a:lnTo>
                  <a:lnTo>
                    <a:pt x="208694" y="329090"/>
                  </a:lnTo>
                  <a:lnTo>
                    <a:pt x="213807" y="327691"/>
                  </a:lnTo>
                  <a:lnTo>
                    <a:pt x="218872" y="326131"/>
                  </a:lnTo>
                  <a:lnTo>
                    <a:pt x="223886" y="324412"/>
                  </a:lnTo>
                  <a:lnTo>
                    <a:pt x="228843" y="322534"/>
                  </a:lnTo>
                  <a:lnTo>
                    <a:pt x="233737" y="320500"/>
                  </a:lnTo>
                  <a:lnTo>
                    <a:pt x="238565" y="318312"/>
                  </a:lnTo>
                  <a:lnTo>
                    <a:pt x="243320" y="315972"/>
                  </a:lnTo>
                  <a:lnTo>
                    <a:pt x="248000" y="313482"/>
                  </a:lnTo>
                  <a:lnTo>
                    <a:pt x="252598" y="310845"/>
                  </a:lnTo>
                  <a:lnTo>
                    <a:pt x="257110" y="308064"/>
                  </a:lnTo>
                  <a:lnTo>
                    <a:pt x="261531" y="305141"/>
                  </a:lnTo>
                  <a:lnTo>
                    <a:pt x="265858" y="302080"/>
                  </a:lnTo>
                  <a:lnTo>
                    <a:pt x="270085" y="298883"/>
                  </a:lnTo>
                  <a:lnTo>
                    <a:pt x="274209" y="295553"/>
                  </a:lnTo>
                  <a:lnTo>
                    <a:pt x="278226" y="292095"/>
                  </a:lnTo>
                  <a:lnTo>
                    <a:pt x="282130" y="288510"/>
                  </a:lnTo>
                  <a:lnTo>
                    <a:pt x="285920" y="284804"/>
                  </a:lnTo>
                  <a:lnTo>
                    <a:pt x="289589" y="280980"/>
                  </a:lnTo>
                  <a:lnTo>
                    <a:pt x="293136" y="277041"/>
                  </a:lnTo>
                  <a:lnTo>
                    <a:pt x="296556" y="272992"/>
                  </a:lnTo>
                  <a:lnTo>
                    <a:pt x="299846" y="268836"/>
                  </a:lnTo>
                  <a:lnTo>
                    <a:pt x="303002" y="264578"/>
                  </a:lnTo>
                  <a:lnTo>
                    <a:pt x="306022" y="260222"/>
                  </a:lnTo>
                  <a:lnTo>
                    <a:pt x="308902" y="255773"/>
                  </a:lnTo>
                  <a:lnTo>
                    <a:pt x="311640" y="251234"/>
                  </a:lnTo>
                  <a:lnTo>
                    <a:pt x="314233" y="246611"/>
                  </a:lnTo>
                  <a:lnTo>
                    <a:pt x="316677" y="241908"/>
                  </a:lnTo>
                  <a:lnTo>
                    <a:pt x="318972" y="237130"/>
                  </a:lnTo>
                  <a:lnTo>
                    <a:pt x="321113" y="232282"/>
                  </a:lnTo>
                  <a:lnTo>
                    <a:pt x="323100" y="227368"/>
                  </a:lnTo>
                  <a:lnTo>
                    <a:pt x="324930" y="222394"/>
                  </a:lnTo>
                  <a:lnTo>
                    <a:pt x="326602" y="217364"/>
                  </a:lnTo>
                  <a:lnTo>
                    <a:pt x="328113" y="212284"/>
                  </a:lnTo>
                  <a:lnTo>
                    <a:pt x="329463" y="207158"/>
                  </a:lnTo>
                  <a:lnTo>
                    <a:pt x="330649" y="201992"/>
                  </a:lnTo>
                  <a:lnTo>
                    <a:pt x="331671" y="196791"/>
                  </a:lnTo>
                  <a:lnTo>
                    <a:pt x="332527" y="191561"/>
                  </a:lnTo>
                  <a:lnTo>
                    <a:pt x="333217" y="186305"/>
                  </a:lnTo>
                  <a:lnTo>
                    <a:pt x="333741" y="181031"/>
                  </a:lnTo>
                  <a:lnTo>
                    <a:pt x="334096" y="175743"/>
                  </a:lnTo>
                  <a:lnTo>
                    <a:pt x="334284" y="170446"/>
                  </a:lnTo>
                  <a:lnTo>
                    <a:pt x="334304" y="16514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6174"/>
              <a:ext cx="167155" cy="2021"/>
            </a:xfrm>
            <a:custGeom>
              <a:avLst/>
              <a:pathLst>
                <a:path w="167155" h="2021">
                  <a:moveTo>
                    <a:pt x="167155" y="0"/>
                  </a:moveTo>
                  <a:lnTo>
                    <a:pt x="0" y="2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2581"/>
              <a:ext cx="167155" cy="5614"/>
            </a:xfrm>
            <a:custGeom>
              <a:avLst/>
              <a:pathLst>
                <a:path w="167155" h="5614">
                  <a:moveTo>
                    <a:pt x="167155" y="3592"/>
                  </a:moveTo>
                  <a:lnTo>
                    <a:pt x="167073" y="0"/>
                  </a:lnTo>
                  <a:lnTo>
                    <a:pt x="0" y="5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167073" cy="167167"/>
            </a:xfrm>
            <a:custGeom>
              <a:avLst/>
              <a:pathLst>
                <a:path w="167073" h="167167">
                  <a:moveTo>
                    <a:pt x="167073" y="161552"/>
                  </a:moveTo>
                  <a:lnTo>
                    <a:pt x="166800" y="156092"/>
                  </a:lnTo>
                  <a:lnTo>
                    <a:pt x="166348" y="150643"/>
                  </a:lnTo>
                  <a:lnTo>
                    <a:pt x="165719" y="145213"/>
                  </a:lnTo>
                  <a:lnTo>
                    <a:pt x="164912" y="139805"/>
                  </a:lnTo>
                  <a:lnTo>
                    <a:pt x="163930" y="134427"/>
                  </a:lnTo>
                  <a:lnTo>
                    <a:pt x="162771" y="129084"/>
                  </a:lnTo>
                  <a:lnTo>
                    <a:pt x="161439" y="123782"/>
                  </a:lnTo>
                  <a:lnTo>
                    <a:pt x="159934" y="118526"/>
                  </a:lnTo>
                  <a:lnTo>
                    <a:pt x="158258" y="113322"/>
                  </a:lnTo>
                  <a:lnTo>
                    <a:pt x="156412" y="108175"/>
                  </a:lnTo>
                  <a:lnTo>
                    <a:pt x="154400" y="103092"/>
                  </a:lnTo>
                  <a:lnTo>
                    <a:pt x="152222" y="98077"/>
                  </a:lnTo>
                  <a:lnTo>
                    <a:pt x="149881" y="93137"/>
                  </a:lnTo>
                  <a:lnTo>
                    <a:pt x="147380" y="88275"/>
                  </a:lnTo>
                  <a:lnTo>
                    <a:pt x="144721" y="83498"/>
                  </a:lnTo>
                  <a:lnTo>
                    <a:pt x="141908" y="78810"/>
                  </a:lnTo>
                  <a:lnTo>
                    <a:pt x="138943" y="74217"/>
                  </a:lnTo>
                  <a:lnTo>
                    <a:pt x="135829" y="69723"/>
                  </a:lnTo>
                  <a:lnTo>
                    <a:pt x="132570" y="65333"/>
                  </a:lnTo>
                  <a:lnTo>
                    <a:pt x="129169" y="61053"/>
                  </a:lnTo>
                  <a:lnTo>
                    <a:pt x="125630" y="56885"/>
                  </a:lnTo>
                  <a:lnTo>
                    <a:pt x="121956" y="52836"/>
                  </a:lnTo>
                  <a:lnTo>
                    <a:pt x="118152" y="48909"/>
                  </a:lnTo>
                  <a:lnTo>
                    <a:pt x="114222" y="45109"/>
                  </a:lnTo>
                  <a:lnTo>
                    <a:pt x="110170" y="41439"/>
                  </a:lnTo>
                  <a:lnTo>
                    <a:pt x="105999" y="37904"/>
                  </a:lnTo>
                  <a:lnTo>
                    <a:pt x="101716" y="34507"/>
                  </a:lnTo>
                  <a:lnTo>
                    <a:pt x="97323" y="31251"/>
                  </a:lnTo>
                  <a:lnTo>
                    <a:pt x="92827" y="28141"/>
                  </a:lnTo>
                  <a:lnTo>
                    <a:pt x="88231" y="25180"/>
                  </a:lnTo>
                  <a:lnTo>
                    <a:pt x="83540" y="22371"/>
                  </a:lnTo>
                  <a:lnTo>
                    <a:pt x="78761" y="19717"/>
                  </a:lnTo>
                  <a:lnTo>
                    <a:pt x="73897" y="17220"/>
                  </a:lnTo>
                  <a:lnTo>
                    <a:pt x="68954" y="14884"/>
                  </a:lnTo>
                  <a:lnTo>
                    <a:pt x="63937" y="12710"/>
                  </a:lnTo>
                  <a:lnTo>
                    <a:pt x="58852" y="10702"/>
                  </a:lnTo>
                  <a:lnTo>
                    <a:pt x="53704" y="8861"/>
                  </a:lnTo>
                  <a:lnTo>
                    <a:pt x="48499" y="7190"/>
                  </a:lnTo>
                  <a:lnTo>
                    <a:pt x="43242" y="5689"/>
                  </a:lnTo>
                  <a:lnTo>
                    <a:pt x="37938" y="4362"/>
                  </a:lnTo>
                  <a:lnTo>
                    <a:pt x="32594" y="3208"/>
                  </a:lnTo>
                  <a:lnTo>
                    <a:pt x="27215" y="2230"/>
                  </a:lnTo>
                  <a:lnTo>
                    <a:pt x="21807" y="1428"/>
                  </a:lnTo>
                  <a:lnTo>
                    <a:pt x="16376" y="804"/>
                  </a:lnTo>
                  <a:lnTo>
                    <a:pt x="10927" y="357"/>
                  </a:lnTo>
                  <a:lnTo>
                    <a:pt x="546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886917" y="941493"/>
              <a:ext cx="136627" cy="167167"/>
            </a:xfrm>
            <a:custGeom>
              <a:avLst/>
              <a:pathLst>
                <a:path w="136627" h="167167">
                  <a:moveTo>
                    <a:pt x="136627" y="0"/>
                  </a:moveTo>
                  <a:lnTo>
                    <a:pt x="131113" y="90"/>
                  </a:lnTo>
                  <a:lnTo>
                    <a:pt x="125605" y="363"/>
                  </a:lnTo>
                  <a:lnTo>
                    <a:pt x="120109" y="818"/>
                  </a:lnTo>
                  <a:lnTo>
                    <a:pt x="114631" y="1453"/>
                  </a:lnTo>
                  <a:lnTo>
                    <a:pt x="109177" y="2269"/>
                  </a:lnTo>
                  <a:lnTo>
                    <a:pt x="103753" y="3264"/>
                  </a:lnTo>
                  <a:lnTo>
                    <a:pt x="98364" y="4437"/>
                  </a:lnTo>
                  <a:lnTo>
                    <a:pt x="93018" y="5788"/>
                  </a:lnTo>
                  <a:lnTo>
                    <a:pt x="87718" y="7314"/>
                  </a:lnTo>
                  <a:lnTo>
                    <a:pt x="82472" y="9014"/>
                  </a:lnTo>
                  <a:lnTo>
                    <a:pt x="77285" y="10887"/>
                  </a:lnTo>
                  <a:lnTo>
                    <a:pt x="72163" y="12929"/>
                  </a:lnTo>
                  <a:lnTo>
                    <a:pt x="67110" y="15139"/>
                  </a:lnTo>
                  <a:lnTo>
                    <a:pt x="62134" y="17515"/>
                  </a:lnTo>
                  <a:lnTo>
                    <a:pt x="57238" y="20053"/>
                  </a:lnTo>
                  <a:lnTo>
                    <a:pt x="52429" y="22752"/>
                  </a:lnTo>
                  <a:lnTo>
                    <a:pt x="47711" y="25608"/>
                  </a:lnTo>
                  <a:lnTo>
                    <a:pt x="43090" y="28618"/>
                  </a:lnTo>
                  <a:lnTo>
                    <a:pt x="38571" y="31778"/>
                  </a:lnTo>
                  <a:lnTo>
                    <a:pt x="34159" y="35086"/>
                  </a:lnTo>
                  <a:lnTo>
                    <a:pt x="29858" y="38538"/>
                  </a:lnTo>
                  <a:lnTo>
                    <a:pt x="25673" y="42130"/>
                  </a:lnTo>
                  <a:lnTo>
                    <a:pt x="21609" y="45857"/>
                  </a:lnTo>
                  <a:lnTo>
                    <a:pt x="17671" y="49717"/>
                  </a:lnTo>
                  <a:lnTo>
                    <a:pt x="13861" y="53705"/>
                  </a:lnTo>
                  <a:lnTo>
                    <a:pt x="10186" y="57816"/>
                  </a:lnTo>
                  <a:lnTo>
                    <a:pt x="6648" y="62046"/>
                  </a:lnTo>
                  <a:lnTo>
                    <a:pt x="3251" y="66390"/>
                  </a:lnTo>
                  <a:lnTo>
                    <a:pt x="0" y="70845"/>
                  </a:lnTo>
                  <a:lnTo>
                    <a:pt x="1366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86917" y="1012338"/>
              <a:ext cx="136627" cy="96322"/>
            </a:xfrm>
            <a:custGeom>
              <a:avLst/>
              <a:pathLst>
                <a:path w="136627" h="96322">
                  <a:moveTo>
                    <a:pt x="0" y="0"/>
                  </a:moveTo>
                  <a:lnTo>
                    <a:pt x="136627" y="963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56389" y="965526"/>
              <a:ext cx="334305" cy="310302"/>
            </a:xfrm>
            <a:custGeom>
              <a:avLst/>
              <a:pathLst>
                <a:path w="334305" h="310302">
                  <a:moveTo>
                    <a:pt x="30528" y="46812"/>
                  </a:moveTo>
                  <a:lnTo>
                    <a:pt x="27545" y="51188"/>
                  </a:lnTo>
                  <a:lnTo>
                    <a:pt x="24703" y="55656"/>
                  </a:lnTo>
                  <a:lnTo>
                    <a:pt x="22004" y="60212"/>
                  </a:lnTo>
                  <a:lnTo>
                    <a:pt x="19450" y="64851"/>
                  </a:lnTo>
                  <a:lnTo>
                    <a:pt x="17044" y="69569"/>
                  </a:lnTo>
                  <a:lnTo>
                    <a:pt x="14790" y="74360"/>
                  </a:lnTo>
                  <a:lnTo>
                    <a:pt x="12688" y="79221"/>
                  </a:lnTo>
                  <a:lnTo>
                    <a:pt x="10741" y="84145"/>
                  </a:lnTo>
                  <a:lnTo>
                    <a:pt x="8951" y="89129"/>
                  </a:lnTo>
                  <a:lnTo>
                    <a:pt x="7320" y="94167"/>
                  </a:lnTo>
                  <a:lnTo>
                    <a:pt x="5849" y="99255"/>
                  </a:lnTo>
                  <a:lnTo>
                    <a:pt x="4540" y="104386"/>
                  </a:lnTo>
                  <a:lnTo>
                    <a:pt x="3394" y="109556"/>
                  </a:lnTo>
                  <a:lnTo>
                    <a:pt x="2413" y="114760"/>
                  </a:lnTo>
                  <a:lnTo>
                    <a:pt x="1597" y="119992"/>
                  </a:lnTo>
                  <a:lnTo>
                    <a:pt x="947" y="125248"/>
                  </a:lnTo>
                  <a:lnTo>
                    <a:pt x="464" y="130521"/>
                  </a:lnTo>
                  <a:lnTo>
                    <a:pt x="148" y="135807"/>
                  </a:lnTo>
                  <a:lnTo>
                    <a:pt x="0" y="141101"/>
                  </a:lnTo>
                  <a:lnTo>
                    <a:pt x="19" y="146396"/>
                  </a:lnTo>
                  <a:lnTo>
                    <a:pt x="206" y="151688"/>
                  </a:lnTo>
                  <a:lnTo>
                    <a:pt x="561" y="156972"/>
                  </a:lnTo>
                  <a:lnTo>
                    <a:pt x="1083" y="162242"/>
                  </a:lnTo>
                  <a:lnTo>
                    <a:pt x="1771" y="167493"/>
                  </a:lnTo>
                  <a:lnTo>
                    <a:pt x="2626" y="172719"/>
                  </a:lnTo>
                  <a:lnTo>
                    <a:pt x="3645" y="177915"/>
                  </a:lnTo>
                  <a:lnTo>
                    <a:pt x="4829" y="183077"/>
                  </a:lnTo>
                  <a:lnTo>
                    <a:pt x="6176" y="188198"/>
                  </a:lnTo>
                  <a:lnTo>
                    <a:pt x="7684" y="193275"/>
                  </a:lnTo>
                  <a:lnTo>
                    <a:pt x="9352" y="198300"/>
                  </a:lnTo>
                  <a:lnTo>
                    <a:pt x="11179" y="203271"/>
                  </a:lnTo>
                  <a:lnTo>
                    <a:pt x="13162" y="208181"/>
                  </a:lnTo>
                  <a:lnTo>
                    <a:pt x="15299" y="213026"/>
                  </a:lnTo>
                  <a:lnTo>
                    <a:pt x="17589" y="217801"/>
                  </a:lnTo>
                  <a:lnTo>
                    <a:pt x="20029" y="222501"/>
                  </a:lnTo>
                  <a:lnTo>
                    <a:pt x="22617" y="227121"/>
                  </a:lnTo>
                  <a:lnTo>
                    <a:pt x="25350" y="231657"/>
                  </a:lnTo>
                  <a:lnTo>
                    <a:pt x="28225" y="236104"/>
                  </a:lnTo>
                  <a:lnTo>
                    <a:pt x="31239" y="240458"/>
                  </a:lnTo>
                  <a:lnTo>
                    <a:pt x="34390" y="244714"/>
                  </a:lnTo>
                  <a:lnTo>
                    <a:pt x="37674" y="248869"/>
                  </a:lnTo>
                  <a:lnTo>
                    <a:pt x="41088" y="252917"/>
                  </a:lnTo>
                  <a:lnTo>
                    <a:pt x="44629" y="256855"/>
                  </a:lnTo>
                  <a:lnTo>
                    <a:pt x="48292" y="260679"/>
                  </a:lnTo>
                  <a:lnTo>
                    <a:pt x="52075" y="264384"/>
                  </a:lnTo>
                  <a:lnTo>
                    <a:pt x="55973" y="267969"/>
                  </a:lnTo>
                  <a:lnTo>
                    <a:pt x="59983" y="271428"/>
                  </a:lnTo>
                  <a:lnTo>
                    <a:pt x="64100" y="274758"/>
                  </a:lnTo>
                  <a:lnTo>
                    <a:pt x="68321" y="277956"/>
                  </a:lnTo>
                  <a:lnTo>
                    <a:pt x="72641" y="281019"/>
                  </a:lnTo>
                  <a:lnTo>
                    <a:pt x="77056" y="283943"/>
                  </a:lnTo>
                  <a:lnTo>
                    <a:pt x="81561" y="286726"/>
                  </a:lnTo>
                  <a:lnTo>
                    <a:pt x="86152" y="289365"/>
                  </a:lnTo>
                  <a:lnTo>
                    <a:pt x="90825" y="291858"/>
                  </a:lnTo>
                  <a:lnTo>
                    <a:pt x="95574" y="294201"/>
                  </a:lnTo>
                  <a:lnTo>
                    <a:pt x="100395" y="296392"/>
                  </a:lnTo>
                  <a:lnTo>
                    <a:pt x="105282" y="298430"/>
                  </a:lnTo>
                  <a:lnTo>
                    <a:pt x="110232" y="300312"/>
                  </a:lnTo>
                  <a:lnTo>
                    <a:pt x="115239" y="302036"/>
                  </a:lnTo>
                  <a:lnTo>
                    <a:pt x="120298" y="303601"/>
                  </a:lnTo>
                  <a:lnTo>
                    <a:pt x="125405" y="305004"/>
                  </a:lnTo>
                  <a:lnTo>
                    <a:pt x="130553" y="306245"/>
                  </a:lnTo>
                  <a:lnTo>
                    <a:pt x="135737" y="307323"/>
                  </a:lnTo>
                  <a:lnTo>
                    <a:pt x="140954" y="308236"/>
                  </a:lnTo>
                  <a:lnTo>
                    <a:pt x="146196" y="308983"/>
                  </a:lnTo>
                  <a:lnTo>
                    <a:pt x="151460" y="309563"/>
                  </a:lnTo>
                  <a:lnTo>
                    <a:pt x="156739" y="309977"/>
                  </a:lnTo>
                  <a:lnTo>
                    <a:pt x="162029" y="310223"/>
                  </a:lnTo>
                  <a:lnTo>
                    <a:pt x="167324" y="310302"/>
                  </a:lnTo>
                  <a:lnTo>
                    <a:pt x="172619" y="310212"/>
                  </a:lnTo>
                  <a:lnTo>
                    <a:pt x="177908" y="309955"/>
                  </a:lnTo>
                  <a:lnTo>
                    <a:pt x="183187" y="309531"/>
                  </a:lnTo>
                  <a:lnTo>
                    <a:pt x="188449" y="308940"/>
                  </a:lnTo>
                  <a:lnTo>
                    <a:pt x="193690" y="308182"/>
                  </a:lnTo>
                  <a:lnTo>
                    <a:pt x="198905" y="307259"/>
                  </a:lnTo>
                  <a:lnTo>
                    <a:pt x="204087" y="306171"/>
                  </a:lnTo>
                  <a:lnTo>
                    <a:pt x="209233" y="304919"/>
                  </a:lnTo>
                  <a:lnTo>
                    <a:pt x="214336" y="303505"/>
                  </a:lnTo>
                  <a:lnTo>
                    <a:pt x="219392" y="301930"/>
                  </a:lnTo>
                  <a:lnTo>
                    <a:pt x="224396" y="300196"/>
                  </a:lnTo>
                  <a:lnTo>
                    <a:pt x="229342" y="298304"/>
                  </a:lnTo>
                  <a:lnTo>
                    <a:pt x="234225" y="296257"/>
                  </a:lnTo>
                  <a:lnTo>
                    <a:pt x="239042" y="294055"/>
                  </a:lnTo>
                  <a:lnTo>
                    <a:pt x="243786" y="291703"/>
                  </a:lnTo>
                  <a:lnTo>
                    <a:pt x="248453" y="289201"/>
                  </a:lnTo>
                  <a:lnTo>
                    <a:pt x="253039" y="286552"/>
                  </a:lnTo>
                  <a:lnTo>
                    <a:pt x="257539" y="283760"/>
                  </a:lnTo>
                  <a:lnTo>
                    <a:pt x="261948" y="280827"/>
                  </a:lnTo>
                  <a:lnTo>
                    <a:pt x="266261" y="277755"/>
                  </a:lnTo>
                  <a:lnTo>
                    <a:pt x="270476" y="274548"/>
                  </a:lnTo>
                  <a:lnTo>
                    <a:pt x="274586" y="271210"/>
                  </a:lnTo>
                  <a:lnTo>
                    <a:pt x="278589" y="267743"/>
                  </a:lnTo>
                  <a:lnTo>
                    <a:pt x="282480" y="264151"/>
                  </a:lnTo>
                  <a:lnTo>
                    <a:pt x="286255" y="260437"/>
                  </a:lnTo>
                  <a:lnTo>
                    <a:pt x="289911" y="256606"/>
                  </a:lnTo>
                  <a:lnTo>
                    <a:pt x="293443" y="252661"/>
                  </a:lnTo>
                  <a:lnTo>
                    <a:pt x="296849" y="248606"/>
                  </a:lnTo>
                  <a:lnTo>
                    <a:pt x="300125" y="244445"/>
                  </a:lnTo>
                  <a:lnTo>
                    <a:pt x="303267" y="240182"/>
                  </a:lnTo>
                  <a:lnTo>
                    <a:pt x="306273" y="235822"/>
                  </a:lnTo>
                  <a:lnTo>
                    <a:pt x="309139" y="231369"/>
                  </a:lnTo>
                  <a:lnTo>
                    <a:pt x="311862" y="226828"/>
                  </a:lnTo>
                  <a:lnTo>
                    <a:pt x="314441" y="222202"/>
                  </a:lnTo>
                  <a:lnTo>
                    <a:pt x="316871" y="217497"/>
                  </a:lnTo>
                  <a:lnTo>
                    <a:pt x="319151" y="212718"/>
                  </a:lnTo>
                  <a:lnTo>
                    <a:pt x="321279" y="207869"/>
                  </a:lnTo>
                  <a:lnTo>
                    <a:pt x="323252" y="202954"/>
                  </a:lnTo>
                  <a:lnTo>
                    <a:pt x="325069" y="197980"/>
                  </a:lnTo>
                  <a:lnTo>
                    <a:pt x="326727" y="192951"/>
                  </a:lnTo>
                  <a:lnTo>
                    <a:pt x="328225" y="187872"/>
                  </a:lnTo>
                  <a:lnTo>
                    <a:pt x="329561" y="182747"/>
                  </a:lnTo>
                  <a:lnTo>
                    <a:pt x="330734" y="177583"/>
                  </a:lnTo>
                  <a:lnTo>
                    <a:pt x="331743" y="172385"/>
                  </a:lnTo>
                  <a:lnTo>
                    <a:pt x="332587" y="167157"/>
                  </a:lnTo>
                  <a:lnTo>
                    <a:pt x="333265" y="161905"/>
                  </a:lnTo>
                  <a:lnTo>
                    <a:pt x="333776" y="156634"/>
                  </a:lnTo>
                  <a:lnTo>
                    <a:pt x="334120" y="151350"/>
                  </a:lnTo>
                  <a:lnTo>
                    <a:pt x="334296" y="146057"/>
                  </a:lnTo>
                  <a:lnTo>
                    <a:pt x="334305" y="140762"/>
                  </a:lnTo>
                  <a:lnTo>
                    <a:pt x="334146" y="135468"/>
                  </a:lnTo>
                  <a:lnTo>
                    <a:pt x="333820" y="130183"/>
                  </a:lnTo>
                  <a:lnTo>
                    <a:pt x="333326" y="124910"/>
                  </a:lnTo>
                  <a:lnTo>
                    <a:pt x="332665" y="119656"/>
                  </a:lnTo>
                  <a:lnTo>
                    <a:pt x="331838" y="114426"/>
                  </a:lnTo>
                  <a:lnTo>
                    <a:pt x="330846" y="109224"/>
                  </a:lnTo>
                  <a:lnTo>
                    <a:pt x="329690" y="104056"/>
                  </a:lnTo>
                  <a:lnTo>
                    <a:pt x="328371" y="98927"/>
                  </a:lnTo>
                  <a:lnTo>
                    <a:pt x="326890" y="93843"/>
                  </a:lnTo>
                  <a:lnTo>
                    <a:pt x="325248" y="88808"/>
                  </a:lnTo>
                  <a:lnTo>
                    <a:pt x="323448" y="83828"/>
                  </a:lnTo>
                  <a:lnTo>
                    <a:pt x="321491" y="78907"/>
                  </a:lnTo>
                  <a:lnTo>
                    <a:pt x="319380" y="74051"/>
                  </a:lnTo>
                  <a:lnTo>
                    <a:pt x="317115" y="69264"/>
                  </a:lnTo>
                  <a:lnTo>
                    <a:pt x="314700" y="64551"/>
                  </a:lnTo>
                  <a:lnTo>
                    <a:pt x="312137" y="59917"/>
                  </a:lnTo>
                  <a:lnTo>
                    <a:pt x="309429" y="55367"/>
                  </a:lnTo>
                  <a:lnTo>
                    <a:pt x="306577" y="50905"/>
                  </a:lnTo>
                  <a:lnTo>
                    <a:pt x="303586" y="46535"/>
                  </a:lnTo>
                  <a:lnTo>
                    <a:pt x="300458" y="42262"/>
                  </a:lnTo>
                  <a:lnTo>
                    <a:pt x="297196" y="38090"/>
                  </a:lnTo>
                  <a:lnTo>
                    <a:pt x="293803" y="34024"/>
                  </a:lnTo>
                  <a:lnTo>
                    <a:pt x="290284" y="30067"/>
                  </a:lnTo>
                  <a:lnTo>
                    <a:pt x="286641" y="26224"/>
                  </a:lnTo>
                  <a:lnTo>
                    <a:pt x="282878" y="22498"/>
                  </a:lnTo>
                  <a:lnTo>
                    <a:pt x="278999" y="18893"/>
                  </a:lnTo>
                  <a:lnTo>
                    <a:pt x="275007" y="15413"/>
                  </a:lnTo>
                  <a:lnTo>
                    <a:pt x="270908" y="12061"/>
                  </a:lnTo>
                  <a:lnTo>
                    <a:pt x="266704" y="8840"/>
                  </a:lnTo>
                  <a:lnTo>
                    <a:pt x="262400" y="5754"/>
                  </a:lnTo>
                  <a:lnTo>
                    <a:pt x="258001" y="2807"/>
                  </a:lnTo>
                  <a:lnTo>
                    <a:pt x="253511" y="0"/>
                  </a:lnTo>
                  <a:lnTo>
                    <a:pt x="167155" y="143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86356" cy="167167"/>
            </a:xfrm>
            <a:custGeom>
              <a:avLst/>
              <a:pathLst>
                <a:path w="86356" h="167167">
                  <a:moveTo>
                    <a:pt x="86356" y="24032"/>
                  </a:moveTo>
                  <a:lnTo>
                    <a:pt x="81451" y="21185"/>
                  </a:lnTo>
                  <a:lnTo>
                    <a:pt x="76452" y="18506"/>
                  </a:lnTo>
                  <a:lnTo>
                    <a:pt x="71365" y="15998"/>
                  </a:lnTo>
                  <a:lnTo>
                    <a:pt x="66196" y="13665"/>
                  </a:lnTo>
                  <a:lnTo>
                    <a:pt x="60951" y="11507"/>
                  </a:lnTo>
                  <a:lnTo>
                    <a:pt x="55635" y="9529"/>
                  </a:lnTo>
                  <a:lnTo>
                    <a:pt x="50256" y="7733"/>
                  </a:lnTo>
                  <a:lnTo>
                    <a:pt x="44819" y="6120"/>
                  </a:lnTo>
                  <a:lnTo>
                    <a:pt x="39330" y="4692"/>
                  </a:lnTo>
                  <a:lnTo>
                    <a:pt x="33796" y="3451"/>
                  </a:lnTo>
                  <a:lnTo>
                    <a:pt x="28223" y="2399"/>
                  </a:lnTo>
                  <a:lnTo>
                    <a:pt x="22617" y="1537"/>
                  </a:lnTo>
                  <a:lnTo>
                    <a:pt x="16985" y="865"/>
                  </a:lnTo>
                  <a:lnTo>
                    <a:pt x="11334" y="384"/>
                  </a:lnTo>
                  <a:lnTo>
                    <a:pt x="567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375959" y="941493"/>
              <a:ext cx="110256" cy="167167"/>
            </a:xfrm>
            <a:custGeom>
              <a:avLst/>
              <a:pathLst>
                <a:path w="110256" h="167167">
                  <a:moveTo>
                    <a:pt x="110256" y="0"/>
                  </a:moveTo>
                  <a:lnTo>
                    <a:pt x="104524" y="98"/>
                  </a:lnTo>
                  <a:lnTo>
                    <a:pt x="98798" y="393"/>
                  </a:lnTo>
                  <a:lnTo>
                    <a:pt x="93086" y="884"/>
                  </a:lnTo>
                  <a:lnTo>
                    <a:pt x="87395" y="1570"/>
                  </a:lnTo>
                  <a:lnTo>
                    <a:pt x="81730" y="2451"/>
                  </a:lnTo>
                  <a:lnTo>
                    <a:pt x="76098" y="3526"/>
                  </a:lnTo>
                  <a:lnTo>
                    <a:pt x="70507" y="4794"/>
                  </a:lnTo>
                  <a:lnTo>
                    <a:pt x="64963" y="6252"/>
                  </a:lnTo>
                  <a:lnTo>
                    <a:pt x="59472" y="7900"/>
                  </a:lnTo>
                  <a:lnTo>
                    <a:pt x="54040" y="9735"/>
                  </a:lnTo>
                  <a:lnTo>
                    <a:pt x="48675" y="11755"/>
                  </a:lnTo>
                  <a:lnTo>
                    <a:pt x="43382" y="13958"/>
                  </a:lnTo>
                  <a:lnTo>
                    <a:pt x="38168" y="16341"/>
                  </a:lnTo>
                  <a:lnTo>
                    <a:pt x="33039" y="18902"/>
                  </a:lnTo>
                  <a:lnTo>
                    <a:pt x="28000" y="21637"/>
                  </a:lnTo>
                  <a:lnTo>
                    <a:pt x="23058" y="24543"/>
                  </a:lnTo>
                  <a:lnTo>
                    <a:pt x="18219" y="27617"/>
                  </a:lnTo>
                  <a:lnTo>
                    <a:pt x="13488" y="30855"/>
                  </a:lnTo>
                  <a:lnTo>
                    <a:pt x="8871" y="34253"/>
                  </a:lnTo>
                  <a:lnTo>
                    <a:pt x="4373" y="37808"/>
                  </a:lnTo>
                  <a:lnTo>
                    <a:pt x="0" y="41515"/>
                  </a:lnTo>
                  <a:lnTo>
                    <a:pt x="1102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056" y="983008"/>
              <a:ext cx="167159" cy="259507"/>
            </a:xfrm>
            <a:custGeom>
              <a:avLst/>
              <a:pathLst>
                <a:path w="167159" h="259507">
                  <a:moveTo>
                    <a:pt x="56903" y="0"/>
                  </a:moveTo>
                  <a:lnTo>
                    <a:pt x="52897" y="3631"/>
                  </a:lnTo>
                  <a:lnTo>
                    <a:pt x="49010" y="7390"/>
                  </a:lnTo>
                  <a:lnTo>
                    <a:pt x="45248" y="11273"/>
                  </a:lnTo>
                  <a:lnTo>
                    <a:pt x="41612" y="15276"/>
                  </a:lnTo>
                  <a:lnTo>
                    <a:pt x="38108" y="19394"/>
                  </a:lnTo>
                  <a:lnTo>
                    <a:pt x="34739" y="23623"/>
                  </a:lnTo>
                  <a:lnTo>
                    <a:pt x="31509" y="27959"/>
                  </a:lnTo>
                  <a:lnTo>
                    <a:pt x="28420" y="32397"/>
                  </a:lnTo>
                  <a:lnTo>
                    <a:pt x="25477" y="36933"/>
                  </a:lnTo>
                  <a:lnTo>
                    <a:pt x="22682" y="41562"/>
                  </a:lnTo>
                  <a:lnTo>
                    <a:pt x="20038" y="46278"/>
                  </a:lnTo>
                  <a:lnTo>
                    <a:pt x="17548" y="51078"/>
                  </a:lnTo>
                  <a:lnTo>
                    <a:pt x="15214" y="55955"/>
                  </a:lnTo>
                  <a:lnTo>
                    <a:pt x="13039" y="60906"/>
                  </a:lnTo>
                  <a:lnTo>
                    <a:pt x="11026" y="65924"/>
                  </a:lnTo>
                  <a:lnTo>
                    <a:pt x="9176" y="71005"/>
                  </a:lnTo>
                  <a:lnTo>
                    <a:pt x="7491" y="76143"/>
                  </a:lnTo>
                  <a:lnTo>
                    <a:pt x="5974" y="81333"/>
                  </a:lnTo>
                  <a:lnTo>
                    <a:pt x="4625" y="86569"/>
                  </a:lnTo>
                  <a:lnTo>
                    <a:pt x="3446" y="91846"/>
                  </a:lnTo>
                  <a:lnTo>
                    <a:pt x="2438" y="97158"/>
                  </a:lnTo>
                  <a:lnTo>
                    <a:pt x="1603" y="102500"/>
                  </a:lnTo>
                  <a:lnTo>
                    <a:pt x="941" y="107867"/>
                  </a:lnTo>
                  <a:lnTo>
                    <a:pt x="452" y="113252"/>
                  </a:lnTo>
                  <a:lnTo>
                    <a:pt x="139" y="118650"/>
                  </a:lnTo>
                  <a:lnTo>
                    <a:pt x="0" y="124055"/>
                  </a:lnTo>
                  <a:lnTo>
                    <a:pt x="35" y="129462"/>
                  </a:lnTo>
                  <a:lnTo>
                    <a:pt x="246" y="134865"/>
                  </a:lnTo>
                  <a:lnTo>
                    <a:pt x="631" y="140258"/>
                  </a:lnTo>
                  <a:lnTo>
                    <a:pt x="1191" y="145636"/>
                  </a:lnTo>
                  <a:lnTo>
                    <a:pt x="1924" y="150993"/>
                  </a:lnTo>
                  <a:lnTo>
                    <a:pt x="2830" y="156324"/>
                  </a:lnTo>
                  <a:lnTo>
                    <a:pt x="3908" y="161623"/>
                  </a:lnTo>
                  <a:lnTo>
                    <a:pt x="5157" y="166884"/>
                  </a:lnTo>
                  <a:lnTo>
                    <a:pt x="6575" y="172101"/>
                  </a:lnTo>
                  <a:lnTo>
                    <a:pt x="8161" y="177271"/>
                  </a:lnTo>
                  <a:lnTo>
                    <a:pt x="9914" y="182386"/>
                  </a:lnTo>
                  <a:lnTo>
                    <a:pt x="11831" y="187442"/>
                  </a:lnTo>
                  <a:lnTo>
                    <a:pt x="13910" y="192433"/>
                  </a:lnTo>
                  <a:lnTo>
                    <a:pt x="16150" y="197354"/>
                  </a:lnTo>
                  <a:lnTo>
                    <a:pt x="18548" y="202200"/>
                  </a:lnTo>
                  <a:lnTo>
                    <a:pt x="21102" y="206967"/>
                  </a:lnTo>
                  <a:lnTo>
                    <a:pt x="23808" y="211648"/>
                  </a:lnTo>
                  <a:lnTo>
                    <a:pt x="26664" y="216239"/>
                  </a:lnTo>
                  <a:lnTo>
                    <a:pt x="29667" y="220735"/>
                  </a:lnTo>
                  <a:lnTo>
                    <a:pt x="32814" y="225132"/>
                  </a:lnTo>
                  <a:lnTo>
                    <a:pt x="36102" y="229425"/>
                  </a:lnTo>
                  <a:lnTo>
                    <a:pt x="39526" y="233609"/>
                  </a:lnTo>
                  <a:lnTo>
                    <a:pt x="43085" y="237681"/>
                  </a:lnTo>
                  <a:lnTo>
                    <a:pt x="46773" y="241635"/>
                  </a:lnTo>
                  <a:lnTo>
                    <a:pt x="50587" y="245467"/>
                  </a:lnTo>
                  <a:lnTo>
                    <a:pt x="54523" y="249175"/>
                  </a:lnTo>
                  <a:lnTo>
                    <a:pt x="58576" y="252753"/>
                  </a:lnTo>
                  <a:lnTo>
                    <a:pt x="62744" y="256198"/>
                  </a:lnTo>
                  <a:lnTo>
                    <a:pt x="67020" y="259507"/>
                  </a:lnTo>
                  <a:lnTo>
                    <a:pt x="167159" y="125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6077" y="941493"/>
              <a:ext cx="267292" cy="334331"/>
            </a:xfrm>
            <a:custGeom>
              <a:avLst/>
              <a:pathLst>
                <a:path w="267292" h="334331">
                  <a:moveTo>
                    <a:pt x="0" y="301022"/>
                  </a:moveTo>
                  <a:lnTo>
                    <a:pt x="4306" y="304138"/>
                  </a:lnTo>
                  <a:lnTo>
                    <a:pt x="8709" y="307115"/>
                  </a:lnTo>
                  <a:lnTo>
                    <a:pt x="13204" y="309951"/>
                  </a:lnTo>
                  <a:lnTo>
                    <a:pt x="17787" y="312643"/>
                  </a:lnTo>
                  <a:lnTo>
                    <a:pt x="22454" y="315188"/>
                  </a:lnTo>
                  <a:lnTo>
                    <a:pt x="27199" y="317582"/>
                  </a:lnTo>
                  <a:lnTo>
                    <a:pt x="32018" y="319825"/>
                  </a:lnTo>
                  <a:lnTo>
                    <a:pt x="36906" y="321914"/>
                  </a:lnTo>
                  <a:lnTo>
                    <a:pt x="41858" y="323846"/>
                  </a:lnTo>
                  <a:lnTo>
                    <a:pt x="46868" y="325620"/>
                  </a:lnTo>
                  <a:lnTo>
                    <a:pt x="51933" y="327233"/>
                  </a:lnTo>
                  <a:lnTo>
                    <a:pt x="57046" y="328685"/>
                  </a:lnTo>
                  <a:lnTo>
                    <a:pt x="62203" y="329973"/>
                  </a:lnTo>
                  <a:lnTo>
                    <a:pt x="67398" y="331097"/>
                  </a:lnTo>
                  <a:lnTo>
                    <a:pt x="72626" y="332055"/>
                  </a:lnTo>
                  <a:lnTo>
                    <a:pt x="77882" y="332846"/>
                  </a:lnTo>
                  <a:lnTo>
                    <a:pt x="83160" y="333470"/>
                  </a:lnTo>
                  <a:lnTo>
                    <a:pt x="88456" y="333926"/>
                  </a:lnTo>
                  <a:lnTo>
                    <a:pt x="93764" y="334213"/>
                  </a:lnTo>
                  <a:lnTo>
                    <a:pt x="99078" y="334331"/>
                  </a:lnTo>
                  <a:lnTo>
                    <a:pt x="104393" y="334280"/>
                  </a:lnTo>
                  <a:lnTo>
                    <a:pt x="109703" y="334061"/>
                  </a:lnTo>
                  <a:lnTo>
                    <a:pt x="115004" y="333672"/>
                  </a:lnTo>
                  <a:lnTo>
                    <a:pt x="120290" y="333115"/>
                  </a:lnTo>
                  <a:lnTo>
                    <a:pt x="125556" y="332391"/>
                  </a:lnTo>
                  <a:lnTo>
                    <a:pt x="130796" y="331499"/>
                  </a:lnTo>
                  <a:lnTo>
                    <a:pt x="136005" y="330441"/>
                  </a:lnTo>
                  <a:lnTo>
                    <a:pt x="141178" y="329219"/>
                  </a:lnTo>
                  <a:lnTo>
                    <a:pt x="146309" y="327832"/>
                  </a:lnTo>
                  <a:lnTo>
                    <a:pt x="151393" y="326283"/>
                  </a:lnTo>
                  <a:lnTo>
                    <a:pt x="156426" y="324573"/>
                  </a:lnTo>
                  <a:lnTo>
                    <a:pt x="161402" y="322704"/>
                  </a:lnTo>
                  <a:lnTo>
                    <a:pt x="166316" y="320678"/>
                  </a:lnTo>
                  <a:lnTo>
                    <a:pt x="171163" y="318496"/>
                  </a:lnTo>
                  <a:lnTo>
                    <a:pt x="175938" y="316162"/>
                  </a:lnTo>
                  <a:lnTo>
                    <a:pt x="180636" y="313676"/>
                  </a:lnTo>
                  <a:lnTo>
                    <a:pt x="185253" y="311043"/>
                  </a:lnTo>
                  <a:lnTo>
                    <a:pt x="189785" y="308264"/>
                  </a:lnTo>
                  <a:lnTo>
                    <a:pt x="194225" y="305343"/>
                  </a:lnTo>
                  <a:lnTo>
                    <a:pt x="198570" y="302282"/>
                  </a:lnTo>
                  <a:lnTo>
                    <a:pt x="202816" y="299084"/>
                  </a:lnTo>
                  <a:lnTo>
                    <a:pt x="206958" y="295753"/>
                  </a:lnTo>
                  <a:lnTo>
                    <a:pt x="210992" y="292292"/>
                  </a:lnTo>
                  <a:lnTo>
                    <a:pt x="214914" y="288705"/>
                  </a:lnTo>
                  <a:lnTo>
                    <a:pt x="218720" y="284995"/>
                  </a:lnTo>
                  <a:lnTo>
                    <a:pt x="222406" y="281165"/>
                  </a:lnTo>
                  <a:lnTo>
                    <a:pt x="225968" y="277220"/>
                  </a:lnTo>
                  <a:lnTo>
                    <a:pt x="229404" y="273164"/>
                  </a:lnTo>
                  <a:lnTo>
                    <a:pt x="232708" y="269001"/>
                  </a:lnTo>
                  <a:lnTo>
                    <a:pt x="235879" y="264735"/>
                  </a:lnTo>
                  <a:lnTo>
                    <a:pt x="238912" y="260370"/>
                  </a:lnTo>
                  <a:lnTo>
                    <a:pt x="241805" y="255911"/>
                  </a:lnTo>
                  <a:lnTo>
                    <a:pt x="244555" y="251362"/>
                  </a:lnTo>
                  <a:lnTo>
                    <a:pt x="247158" y="246729"/>
                  </a:lnTo>
                  <a:lnTo>
                    <a:pt x="249614" y="242014"/>
                  </a:lnTo>
                  <a:lnTo>
                    <a:pt x="251918" y="237224"/>
                  </a:lnTo>
                  <a:lnTo>
                    <a:pt x="254068" y="232364"/>
                  </a:lnTo>
                  <a:lnTo>
                    <a:pt x="256063" y="227437"/>
                  </a:lnTo>
                  <a:lnTo>
                    <a:pt x="257900" y="222449"/>
                  </a:lnTo>
                  <a:lnTo>
                    <a:pt x="259578" y="217406"/>
                  </a:lnTo>
                  <a:lnTo>
                    <a:pt x="261095" y="212311"/>
                  </a:lnTo>
                  <a:lnTo>
                    <a:pt x="262449" y="207171"/>
                  </a:lnTo>
                  <a:lnTo>
                    <a:pt x="263638" y="201991"/>
                  </a:lnTo>
                  <a:lnTo>
                    <a:pt x="264663" y="196775"/>
                  </a:lnTo>
                  <a:lnTo>
                    <a:pt x="265521" y="191530"/>
                  </a:lnTo>
                  <a:lnTo>
                    <a:pt x="266212" y="186260"/>
                  </a:lnTo>
                  <a:lnTo>
                    <a:pt x="266735" y="180970"/>
                  </a:lnTo>
                  <a:lnTo>
                    <a:pt x="267090" y="175667"/>
                  </a:lnTo>
                  <a:lnTo>
                    <a:pt x="267275" y="170355"/>
                  </a:lnTo>
                  <a:lnTo>
                    <a:pt x="267292" y="165040"/>
                  </a:lnTo>
                  <a:lnTo>
                    <a:pt x="267140" y="159727"/>
                  </a:lnTo>
                  <a:lnTo>
                    <a:pt x="266819" y="154421"/>
                  </a:lnTo>
                  <a:lnTo>
                    <a:pt x="266330" y="149128"/>
                  </a:lnTo>
                  <a:lnTo>
                    <a:pt x="265672" y="143854"/>
                  </a:lnTo>
                  <a:lnTo>
                    <a:pt x="264847" y="138603"/>
                  </a:lnTo>
                  <a:lnTo>
                    <a:pt x="263856" y="133381"/>
                  </a:lnTo>
                  <a:lnTo>
                    <a:pt x="262699" y="128193"/>
                  </a:lnTo>
                  <a:lnTo>
                    <a:pt x="261378" y="123045"/>
                  </a:lnTo>
                  <a:lnTo>
                    <a:pt x="259894" y="117941"/>
                  </a:lnTo>
                  <a:lnTo>
                    <a:pt x="258248" y="112887"/>
                  </a:lnTo>
                  <a:lnTo>
                    <a:pt x="256442" y="107888"/>
                  </a:lnTo>
                  <a:lnTo>
                    <a:pt x="254479" y="102948"/>
                  </a:lnTo>
                  <a:lnTo>
                    <a:pt x="252359" y="98074"/>
                  </a:lnTo>
                  <a:lnTo>
                    <a:pt x="250085" y="93270"/>
                  </a:lnTo>
                  <a:lnTo>
                    <a:pt x="247660" y="88540"/>
                  </a:lnTo>
                  <a:lnTo>
                    <a:pt x="245086" y="83890"/>
                  </a:lnTo>
                  <a:lnTo>
                    <a:pt x="242365" y="79324"/>
                  </a:lnTo>
                  <a:lnTo>
                    <a:pt x="239501" y="74846"/>
                  </a:lnTo>
                  <a:lnTo>
                    <a:pt x="236495" y="70462"/>
                  </a:lnTo>
                  <a:lnTo>
                    <a:pt x="233352" y="66176"/>
                  </a:lnTo>
                  <a:lnTo>
                    <a:pt x="230074" y="61992"/>
                  </a:lnTo>
                  <a:lnTo>
                    <a:pt x="226664" y="57914"/>
                  </a:lnTo>
                  <a:lnTo>
                    <a:pt x="223127" y="53947"/>
                  </a:lnTo>
                  <a:lnTo>
                    <a:pt x="219465" y="50094"/>
                  </a:lnTo>
                  <a:lnTo>
                    <a:pt x="215683" y="46360"/>
                  </a:lnTo>
                  <a:lnTo>
                    <a:pt x="211784" y="42747"/>
                  </a:lnTo>
                  <a:lnTo>
                    <a:pt x="207772" y="39261"/>
                  </a:lnTo>
                  <a:lnTo>
                    <a:pt x="203651" y="35904"/>
                  </a:lnTo>
                  <a:lnTo>
                    <a:pt x="199426" y="32679"/>
                  </a:lnTo>
                  <a:lnTo>
                    <a:pt x="195100" y="29591"/>
                  </a:lnTo>
                  <a:lnTo>
                    <a:pt x="190678" y="26641"/>
                  </a:lnTo>
                  <a:lnTo>
                    <a:pt x="186165" y="23834"/>
                  </a:lnTo>
                  <a:lnTo>
                    <a:pt x="181564" y="21171"/>
                  </a:lnTo>
                  <a:lnTo>
                    <a:pt x="176882" y="18656"/>
                  </a:lnTo>
                  <a:lnTo>
                    <a:pt x="172121" y="16292"/>
                  </a:lnTo>
                  <a:lnTo>
                    <a:pt x="167288" y="14079"/>
                  </a:lnTo>
                  <a:lnTo>
                    <a:pt x="162388" y="12022"/>
                  </a:lnTo>
                  <a:lnTo>
                    <a:pt x="157424" y="10121"/>
                  </a:lnTo>
                  <a:lnTo>
                    <a:pt x="152402" y="8379"/>
                  </a:lnTo>
                  <a:lnTo>
                    <a:pt x="147327" y="6798"/>
                  </a:lnTo>
                  <a:lnTo>
                    <a:pt x="142205" y="5379"/>
                  </a:lnTo>
                  <a:lnTo>
                    <a:pt x="137040" y="4123"/>
                  </a:lnTo>
                  <a:lnTo>
                    <a:pt x="131838" y="3033"/>
                  </a:lnTo>
                  <a:lnTo>
                    <a:pt x="126604" y="2108"/>
                  </a:lnTo>
                  <a:lnTo>
                    <a:pt x="121343" y="1350"/>
                  </a:lnTo>
                  <a:lnTo>
                    <a:pt x="116061" y="760"/>
                  </a:lnTo>
                  <a:lnTo>
                    <a:pt x="110762" y="337"/>
                  </a:lnTo>
                  <a:lnTo>
                    <a:pt x="105453" y="84"/>
                  </a:lnTo>
                  <a:lnTo>
                    <a:pt x="100138" y="0"/>
                  </a:lnTo>
                  <a:lnTo>
                    <a:pt x="1001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797334" y="1071028"/>
              <a:ext cx="167167" cy="334232"/>
            </a:xfrm>
            <a:custGeom>
              <a:avLst/>
              <a:pathLst>
                <a:path w="167167" h="334232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30" y="771"/>
                  </a:lnTo>
                  <a:lnTo>
                    <a:pt x="145810" y="1369"/>
                  </a:lnTo>
                  <a:lnTo>
                    <a:pt x="140511" y="2138"/>
                  </a:lnTo>
                  <a:lnTo>
                    <a:pt x="135240" y="3077"/>
                  </a:lnTo>
                  <a:lnTo>
                    <a:pt x="130002" y="4183"/>
                  </a:lnTo>
                  <a:lnTo>
                    <a:pt x="124802" y="5457"/>
                  </a:lnTo>
                  <a:lnTo>
                    <a:pt x="119646" y="6896"/>
                  </a:lnTo>
                  <a:lnTo>
                    <a:pt x="114538" y="8500"/>
                  </a:lnTo>
                  <a:lnTo>
                    <a:pt x="109484" y="10267"/>
                  </a:lnTo>
                  <a:lnTo>
                    <a:pt x="104490" y="12194"/>
                  </a:lnTo>
                  <a:lnTo>
                    <a:pt x="99559" y="14281"/>
                  </a:lnTo>
                  <a:lnTo>
                    <a:pt x="94698" y="16524"/>
                  </a:lnTo>
                  <a:lnTo>
                    <a:pt x="89911" y="18922"/>
                  </a:lnTo>
                  <a:lnTo>
                    <a:pt x="85204" y="21472"/>
                  </a:lnTo>
                  <a:lnTo>
                    <a:pt x="80581" y="24171"/>
                  </a:lnTo>
                  <a:lnTo>
                    <a:pt x="76046" y="27017"/>
                  </a:lnTo>
                  <a:lnTo>
                    <a:pt x="71605" y="30007"/>
                  </a:lnTo>
                  <a:lnTo>
                    <a:pt x="67262" y="33137"/>
                  </a:lnTo>
                  <a:lnTo>
                    <a:pt x="63021" y="36405"/>
                  </a:lnTo>
                  <a:lnTo>
                    <a:pt x="58887" y="39807"/>
                  </a:lnTo>
                  <a:lnTo>
                    <a:pt x="54864" y="43340"/>
                  </a:lnTo>
                  <a:lnTo>
                    <a:pt x="50957" y="46999"/>
                  </a:lnTo>
                  <a:lnTo>
                    <a:pt x="47168" y="50782"/>
                  </a:lnTo>
                  <a:lnTo>
                    <a:pt x="43503" y="54685"/>
                  </a:lnTo>
                  <a:lnTo>
                    <a:pt x="39965" y="58702"/>
                  </a:lnTo>
                  <a:lnTo>
                    <a:pt x="36557" y="62831"/>
                  </a:lnTo>
                  <a:lnTo>
                    <a:pt x="33283" y="67067"/>
                  </a:lnTo>
                  <a:lnTo>
                    <a:pt x="30146" y="71406"/>
                  </a:lnTo>
                  <a:lnTo>
                    <a:pt x="27150" y="75842"/>
                  </a:lnTo>
                  <a:lnTo>
                    <a:pt x="24297" y="80373"/>
                  </a:lnTo>
                  <a:lnTo>
                    <a:pt x="21591" y="84992"/>
                  </a:lnTo>
                  <a:lnTo>
                    <a:pt x="19034" y="89696"/>
                  </a:lnTo>
                  <a:lnTo>
                    <a:pt x="16630" y="94479"/>
                  </a:lnTo>
                  <a:lnTo>
                    <a:pt x="14379" y="99337"/>
                  </a:lnTo>
                  <a:lnTo>
                    <a:pt x="12285" y="104264"/>
                  </a:lnTo>
                  <a:lnTo>
                    <a:pt x="10351" y="109256"/>
                  </a:lnTo>
                  <a:lnTo>
                    <a:pt x="8577" y="114307"/>
                  </a:lnTo>
                  <a:lnTo>
                    <a:pt x="6965" y="119413"/>
                  </a:lnTo>
                  <a:lnTo>
                    <a:pt x="5518" y="124567"/>
                  </a:lnTo>
                  <a:lnTo>
                    <a:pt x="4237" y="129766"/>
                  </a:lnTo>
                  <a:lnTo>
                    <a:pt x="3123" y="135002"/>
                  </a:lnTo>
                  <a:lnTo>
                    <a:pt x="2177" y="140272"/>
                  </a:lnTo>
                  <a:lnTo>
                    <a:pt x="1400" y="145569"/>
                  </a:lnTo>
                  <a:lnTo>
                    <a:pt x="794" y="150888"/>
                  </a:lnTo>
                  <a:lnTo>
                    <a:pt x="358" y="156224"/>
                  </a:lnTo>
                  <a:lnTo>
                    <a:pt x="93" y="161571"/>
                  </a:lnTo>
                  <a:lnTo>
                    <a:pt x="0" y="166924"/>
                  </a:lnTo>
                  <a:lnTo>
                    <a:pt x="77" y="172277"/>
                  </a:lnTo>
                  <a:lnTo>
                    <a:pt x="327" y="177625"/>
                  </a:lnTo>
                  <a:lnTo>
                    <a:pt x="747" y="182962"/>
                  </a:lnTo>
                  <a:lnTo>
                    <a:pt x="1338" y="188283"/>
                  </a:lnTo>
                  <a:lnTo>
                    <a:pt x="2100" y="193582"/>
                  </a:lnTo>
                  <a:lnTo>
                    <a:pt x="3030" y="198855"/>
                  </a:lnTo>
                  <a:lnTo>
                    <a:pt x="4129" y="204094"/>
                  </a:lnTo>
                  <a:lnTo>
                    <a:pt x="5395" y="209296"/>
                  </a:lnTo>
                  <a:lnTo>
                    <a:pt x="6827" y="214455"/>
                  </a:lnTo>
                  <a:lnTo>
                    <a:pt x="8424" y="219565"/>
                  </a:lnTo>
                  <a:lnTo>
                    <a:pt x="10183" y="224621"/>
                  </a:lnTo>
                  <a:lnTo>
                    <a:pt x="12103" y="229619"/>
                  </a:lnTo>
                  <a:lnTo>
                    <a:pt x="14182" y="234552"/>
                  </a:lnTo>
                  <a:lnTo>
                    <a:pt x="16419" y="239416"/>
                  </a:lnTo>
                  <a:lnTo>
                    <a:pt x="18810" y="244207"/>
                  </a:lnTo>
                  <a:lnTo>
                    <a:pt x="21353" y="248918"/>
                  </a:lnTo>
                  <a:lnTo>
                    <a:pt x="24045" y="253545"/>
                  </a:lnTo>
                  <a:lnTo>
                    <a:pt x="26885" y="258084"/>
                  </a:lnTo>
                  <a:lnTo>
                    <a:pt x="29868" y="262529"/>
                  </a:lnTo>
                  <a:lnTo>
                    <a:pt x="32992" y="266877"/>
                  </a:lnTo>
                  <a:lnTo>
                    <a:pt x="36254" y="271122"/>
                  </a:lnTo>
                  <a:lnTo>
                    <a:pt x="39650" y="275261"/>
                  </a:lnTo>
                  <a:lnTo>
                    <a:pt x="43176" y="279289"/>
                  </a:lnTo>
                  <a:lnTo>
                    <a:pt x="46830" y="283202"/>
                  </a:lnTo>
                  <a:lnTo>
                    <a:pt x="50608" y="286996"/>
                  </a:lnTo>
                  <a:lnTo>
                    <a:pt x="54505" y="290667"/>
                  </a:lnTo>
                  <a:lnTo>
                    <a:pt x="58517" y="294211"/>
                  </a:lnTo>
                  <a:lnTo>
                    <a:pt x="62641" y="297625"/>
                  </a:lnTo>
                  <a:lnTo>
                    <a:pt x="66872" y="300905"/>
                  </a:lnTo>
                  <a:lnTo>
                    <a:pt x="71206" y="304048"/>
                  </a:lnTo>
                  <a:lnTo>
                    <a:pt x="75639" y="307051"/>
                  </a:lnTo>
                  <a:lnTo>
                    <a:pt x="80165" y="309910"/>
                  </a:lnTo>
                  <a:lnTo>
                    <a:pt x="84780" y="312623"/>
                  </a:lnTo>
                  <a:lnTo>
                    <a:pt x="89480" y="315187"/>
                  </a:lnTo>
                  <a:lnTo>
                    <a:pt x="94260" y="317598"/>
                  </a:lnTo>
                  <a:lnTo>
                    <a:pt x="99115" y="319856"/>
                  </a:lnTo>
                  <a:lnTo>
                    <a:pt x="104039" y="321957"/>
                  </a:lnTo>
                  <a:lnTo>
                    <a:pt x="109028" y="323899"/>
                  </a:lnTo>
                  <a:lnTo>
                    <a:pt x="114077" y="325680"/>
                  </a:lnTo>
                  <a:lnTo>
                    <a:pt x="119180" y="327299"/>
                  </a:lnTo>
                  <a:lnTo>
                    <a:pt x="124332" y="328753"/>
                  </a:lnTo>
                  <a:lnTo>
                    <a:pt x="129528" y="330042"/>
                  </a:lnTo>
                  <a:lnTo>
                    <a:pt x="134763" y="331164"/>
                  </a:lnTo>
                  <a:lnTo>
                    <a:pt x="140031" y="332117"/>
                  </a:lnTo>
                  <a:lnTo>
                    <a:pt x="145327" y="332902"/>
                  </a:lnTo>
                  <a:lnTo>
                    <a:pt x="150646" y="333516"/>
                  </a:lnTo>
                  <a:lnTo>
                    <a:pt x="155981" y="333960"/>
                  </a:lnTo>
                  <a:lnTo>
                    <a:pt x="161328" y="33423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58662" y="1238196"/>
              <a:ext cx="5839" cy="167065"/>
            </a:xfrm>
            <a:custGeom>
              <a:avLst/>
              <a:pathLst>
                <a:path w="5839" h="167065">
                  <a:moveTo>
                    <a:pt x="0" y="167065"/>
                  </a:moveTo>
                  <a:lnTo>
                    <a:pt x="58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58662" y="1086622"/>
              <a:ext cx="172994" cy="318740"/>
            </a:xfrm>
            <a:custGeom>
              <a:avLst/>
              <a:pathLst>
                <a:path w="172994" h="318740">
                  <a:moveTo>
                    <a:pt x="0" y="318639"/>
                  </a:moveTo>
                  <a:lnTo>
                    <a:pt x="5327" y="318740"/>
                  </a:lnTo>
                  <a:lnTo>
                    <a:pt x="10654" y="318671"/>
                  </a:lnTo>
                  <a:lnTo>
                    <a:pt x="15977" y="318433"/>
                  </a:lnTo>
                  <a:lnTo>
                    <a:pt x="21289" y="318025"/>
                  </a:lnTo>
                  <a:lnTo>
                    <a:pt x="26586" y="317448"/>
                  </a:lnTo>
                  <a:lnTo>
                    <a:pt x="31862" y="316703"/>
                  </a:lnTo>
                  <a:lnTo>
                    <a:pt x="37111" y="315789"/>
                  </a:lnTo>
                  <a:lnTo>
                    <a:pt x="42329" y="314709"/>
                  </a:lnTo>
                  <a:lnTo>
                    <a:pt x="47509" y="313464"/>
                  </a:lnTo>
                  <a:lnTo>
                    <a:pt x="52647" y="312053"/>
                  </a:lnTo>
                  <a:lnTo>
                    <a:pt x="57738" y="310480"/>
                  </a:lnTo>
                  <a:lnTo>
                    <a:pt x="62775" y="308746"/>
                  </a:lnTo>
                  <a:lnTo>
                    <a:pt x="67755" y="306851"/>
                  </a:lnTo>
                  <a:lnTo>
                    <a:pt x="72672" y="304799"/>
                  </a:lnTo>
                  <a:lnTo>
                    <a:pt x="77521" y="302591"/>
                  </a:lnTo>
                  <a:lnTo>
                    <a:pt x="82298" y="300230"/>
                  </a:lnTo>
                  <a:lnTo>
                    <a:pt x="86996" y="297718"/>
                  </a:lnTo>
                  <a:lnTo>
                    <a:pt x="91613" y="295057"/>
                  </a:lnTo>
                  <a:lnTo>
                    <a:pt x="96142" y="292251"/>
                  </a:lnTo>
                  <a:lnTo>
                    <a:pt x="100579" y="289302"/>
                  </a:lnTo>
                  <a:lnTo>
                    <a:pt x="104920" y="286213"/>
                  </a:lnTo>
                  <a:lnTo>
                    <a:pt x="109161" y="282987"/>
                  </a:lnTo>
                  <a:lnTo>
                    <a:pt x="113296" y="279627"/>
                  </a:lnTo>
                  <a:lnTo>
                    <a:pt x="117322" y="276138"/>
                  </a:lnTo>
                  <a:lnTo>
                    <a:pt x="121236" y="272521"/>
                  </a:lnTo>
                  <a:lnTo>
                    <a:pt x="125031" y="268782"/>
                  </a:lnTo>
                  <a:lnTo>
                    <a:pt x="128706" y="264924"/>
                  </a:lnTo>
                  <a:lnTo>
                    <a:pt x="132256" y="260951"/>
                  </a:lnTo>
                  <a:lnTo>
                    <a:pt x="135678" y="256867"/>
                  </a:lnTo>
                  <a:lnTo>
                    <a:pt x="138967" y="252676"/>
                  </a:lnTo>
                  <a:lnTo>
                    <a:pt x="142122" y="248382"/>
                  </a:lnTo>
                  <a:lnTo>
                    <a:pt x="145138" y="243989"/>
                  </a:lnTo>
                  <a:lnTo>
                    <a:pt x="148012" y="239503"/>
                  </a:lnTo>
                  <a:lnTo>
                    <a:pt x="150742" y="234928"/>
                  </a:lnTo>
                  <a:lnTo>
                    <a:pt x="153325" y="230267"/>
                  </a:lnTo>
                  <a:lnTo>
                    <a:pt x="155758" y="225527"/>
                  </a:lnTo>
                  <a:lnTo>
                    <a:pt x="158038" y="220712"/>
                  </a:lnTo>
                  <a:lnTo>
                    <a:pt x="160164" y="215826"/>
                  </a:lnTo>
                  <a:lnTo>
                    <a:pt x="162134" y="210876"/>
                  </a:lnTo>
                  <a:lnTo>
                    <a:pt x="163944" y="205865"/>
                  </a:lnTo>
                  <a:lnTo>
                    <a:pt x="165594" y="200798"/>
                  </a:lnTo>
                  <a:lnTo>
                    <a:pt x="167082" y="195682"/>
                  </a:lnTo>
                  <a:lnTo>
                    <a:pt x="168405" y="190521"/>
                  </a:lnTo>
                  <a:lnTo>
                    <a:pt x="169564" y="185321"/>
                  </a:lnTo>
                  <a:lnTo>
                    <a:pt x="170556" y="180086"/>
                  </a:lnTo>
                  <a:lnTo>
                    <a:pt x="171381" y="174822"/>
                  </a:lnTo>
                  <a:lnTo>
                    <a:pt x="172038" y="169534"/>
                  </a:lnTo>
                  <a:lnTo>
                    <a:pt x="172526" y="164229"/>
                  </a:lnTo>
                  <a:lnTo>
                    <a:pt x="172845" y="158910"/>
                  </a:lnTo>
                  <a:lnTo>
                    <a:pt x="172994" y="153584"/>
                  </a:lnTo>
                  <a:lnTo>
                    <a:pt x="172973" y="148256"/>
                  </a:lnTo>
                  <a:lnTo>
                    <a:pt x="172782" y="142932"/>
                  </a:lnTo>
                  <a:lnTo>
                    <a:pt x="172422" y="137616"/>
                  </a:lnTo>
                  <a:lnTo>
                    <a:pt x="171893" y="132314"/>
                  </a:lnTo>
                  <a:lnTo>
                    <a:pt x="171195" y="127032"/>
                  </a:lnTo>
                  <a:lnTo>
                    <a:pt x="170329" y="121775"/>
                  </a:lnTo>
                  <a:lnTo>
                    <a:pt x="169295" y="116548"/>
                  </a:lnTo>
                  <a:lnTo>
                    <a:pt x="168096" y="111356"/>
                  </a:lnTo>
                  <a:lnTo>
                    <a:pt x="166732" y="106206"/>
                  </a:lnTo>
                  <a:lnTo>
                    <a:pt x="165205" y="101101"/>
                  </a:lnTo>
                  <a:lnTo>
                    <a:pt x="163515" y="96048"/>
                  </a:lnTo>
                  <a:lnTo>
                    <a:pt x="161666" y="91052"/>
                  </a:lnTo>
                  <a:lnTo>
                    <a:pt x="159658" y="86116"/>
                  </a:lnTo>
                  <a:lnTo>
                    <a:pt x="157494" y="81247"/>
                  </a:lnTo>
                  <a:lnTo>
                    <a:pt x="155175" y="76450"/>
                  </a:lnTo>
                  <a:lnTo>
                    <a:pt x="152705" y="71729"/>
                  </a:lnTo>
                  <a:lnTo>
                    <a:pt x="150086" y="67089"/>
                  </a:lnTo>
                  <a:lnTo>
                    <a:pt x="147321" y="62535"/>
                  </a:lnTo>
                  <a:lnTo>
                    <a:pt x="144411" y="58072"/>
                  </a:lnTo>
                  <a:lnTo>
                    <a:pt x="141361" y="53703"/>
                  </a:lnTo>
                  <a:lnTo>
                    <a:pt x="138173" y="49434"/>
                  </a:lnTo>
                  <a:lnTo>
                    <a:pt x="134851" y="45268"/>
                  </a:lnTo>
                  <a:lnTo>
                    <a:pt x="131398" y="41211"/>
                  </a:lnTo>
                  <a:lnTo>
                    <a:pt x="127817" y="37265"/>
                  </a:lnTo>
                  <a:lnTo>
                    <a:pt x="124112" y="33436"/>
                  </a:lnTo>
                  <a:lnTo>
                    <a:pt x="120287" y="29727"/>
                  </a:lnTo>
                  <a:lnTo>
                    <a:pt x="116346" y="26142"/>
                  </a:lnTo>
                  <a:lnTo>
                    <a:pt x="112292" y="22684"/>
                  </a:lnTo>
                  <a:lnTo>
                    <a:pt x="108131" y="19357"/>
                  </a:lnTo>
                  <a:lnTo>
                    <a:pt x="103865" y="16164"/>
                  </a:lnTo>
                  <a:lnTo>
                    <a:pt x="99500" y="13109"/>
                  </a:lnTo>
                  <a:lnTo>
                    <a:pt x="95040" y="10194"/>
                  </a:lnTo>
                  <a:lnTo>
                    <a:pt x="90489" y="7423"/>
                  </a:lnTo>
                  <a:lnTo>
                    <a:pt x="85852" y="4799"/>
                  </a:lnTo>
                  <a:lnTo>
                    <a:pt x="81134" y="2323"/>
                  </a:lnTo>
                  <a:lnTo>
                    <a:pt x="76339" y="0"/>
                  </a:lnTo>
                  <a:lnTo>
                    <a:pt x="5839" y="1515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70500" cy="167167"/>
            </a:xfrm>
            <a:custGeom>
              <a:avLst/>
              <a:pathLst>
                <a:path w="70500" h="167167">
                  <a:moveTo>
                    <a:pt x="70500" y="15593"/>
                  </a:moveTo>
                  <a:lnTo>
                    <a:pt x="64956" y="13136"/>
                  </a:lnTo>
                  <a:lnTo>
                    <a:pt x="59326" y="10881"/>
                  </a:lnTo>
                  <a:lnTo>
                    <a:pt x="53618" y="8832"/>
                  </a:lnTo>
                  <a:lnTo>
                    <a:pt x="47840" y="6991"/>
                  </a:lnTo>
                  <a:lnTo>
                    <a:pt x="41999" y="5361"/>
                  </a:lnTo>
                  <a:lnTo>
                    <a:pt x="36102" y="3944"/>
                  </a:lnTo>
                  <a:lnTo>
                    <a:pt x="30158" y="2742"/>
                  </a:lnTo>
                  <a:lnTo>
                    <a:pt x="24174" y="1757"/>
                  </a:lnTo>
                  <a:lnTo>
                    <a:pt x="18158" y="989"/>
                  </a:lnTo>
                  <a:lnTo>
                    <a:pt x="12119" y="439"/>
                  </a:lnTo>
                  <a:lnTo>
                    <a:pt x="6063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341684" y="1322571"/>
              <a:ext cx="147036" cy="167167"/>
            </a:xfrm>
            <a:custGeom>
              <a:avLst/>
              <a:pathLst>
                <a:path w="147036" h="167167">
                  <a:moveTo>
                    <a:pt x="147036" y="0"/>
                  </a:moveTo>
                  <a:lnTo>
                    <a:pt x="141591" y="88"/>
                  </a:lnTo>
                  <a:lnTo>
                    <a:pt x="136153" y="354"/>
                  </a:lnTo>
                  <a:lnTo>
                    <a:pt x="130725" y="797"/>
                  </a:lnTo>
                  <a:lnTo>
                    <a:pt x="125316" y="1417"/>
                  </a:lnTo>
                  <a:lnTo>
                    <a:pt x="119929" y="2212"/>
                  </a:lnTo>
                  <a:lnTo>
                    <a:pt x="114571" y="3182"/>
                  </a:lnTo>
                  <a:lnTo>
                    <a:pt x="109247" y="4327"/>
                  </a:lnTo>
                  <a:lnTo>
                    <a:pt x="103964" y="5644"/>
                  </a:lnTo>
                  <a:lnTo>
                    <a:pt x="98726" y="7132"/>
                  </a:lnTo>
                  <a:lnTo>
                    <a:pt x="93539" y="8791"/>
                  </a:lnTo>
                  <a:lnTo>
                    <a:pt x="88409" y="10617"/>
                  </a:lnTo>
                  <a:lnTo>
                    <a:pt x="83342" y="12609"/>
                  </a:lnTo>
                  <a:lnTo>
                    <a:pt x="78342" y="14766"/>
                  </a:lnTo>
                  <a:lnTo>
                    <a:pt x="73415" y="17084"/>
                  </a:lnTo>
                  <a:lnTo>
                    <a:pt x="68566" y="19561"/>
                  </a:lnTo>
                  <a:lnTo>
                    <a:pt x="63800" y="22195"/>
                  </a:lnTo>
                  <a:lnTo>
                    <a:pt x="59123" y="24983"/>
                  </a:lnTo>
                  <a:lnTo>
                    <a:pt x="54538" y="27922"/>
                  </a:lnTo>
                  <a:lnTo>
                    <a:pt x="50052" y="31008"/>
                  </a:lnTo>
                  <a:lnTo>
                    <a:pt x="45669" y="34239"/>
                  </a:lnTo>
                  <a:lnTo>
                    <a:pt x="41394" y="37611"/>
                  </a:lnTo>
                  <a:lnTo>
                    <a:pt x="37230" y="41120"/>
                  </a:lnTo>
                  <a:lnTo>
                    <a:pt x="33183" y="44764"/>
                  </a:lnTo>
                  <a:lnTo>
                    <a:pt x="29257" y="48537"/>
                  </a:lnTo>
                  <a:lnTo>
                    <a:pt x="25456" y="52435"/>
                  </a:lnTo>
                  <a:lnTo>
                    <a:pt x="21784" y="56456"/>
                  </a:lnTo>
                  <a:lnTo>
                    <a:pt x="18245" y="60594"/>
                  </a:lnTo>
                  <a:lnTo>
                    <a:pt x="14842" y="64845"/>
                  </a:lnTo>
                  <a:lnTo>
                    <a:pt x="11580" y="69205"/>
                  </a:lnTo>
                  <a:lnTo>
                    <a:pt x="8461" y="73669"/>
                  </a:lnTo>
                  <a:lnTo>
                    <a:pt x="5489" y="78231"/>
                  </a:lnTo>
                  <a:lnTo>
                    <a:pt x="2668" y="82889"/>
                  </a:lnTo>
                  <a:lnTo>
                    <a:pt x="0" y="87635"/>
                  </a:lnTo>
                  <a:lnTo>
                    <a:pt x="14703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1684" y="1410207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21567" y="1361169"/>
              <a:ext cx="334307" cy="295737"/>
            </a:xfrm>
            <a:custGeom>
              <a:avLst/>
              <a:pathLst>
                <a:path w="334307" h="295737">
                  <a:moveTo>
                    <a:pt x="20117" y="49037"/>
                  </a:moveTo>
                  <a:lnTo>
                    <a:pt x="17663" y="53752"/>
                  </a:lnTo>
                  <a:lnTo>
                    <a:pt x="15360" y="58542"/>
                  </a:lnTo>
                  <a:lnTo>
                    <a:pt x="13211" y="63403"/>
                  </a:lnTo>
                  <a:lnTo>
                    <a:pt x="11217" y="68329"/>
                  </a:lnTo>
                  <a:lnTo>
                    <a:pt x="9381" y="73317"/>
                  </a:lnTo>
                  <a:lnTo>
                    <a:pt x="7704" y="78360"/>
                  </a:lnTo>
                  <a:lnTo>
                    <a:pt x="6188" y="83454"/>
                  </a:lnTo>
                  <a:lnTo>
                    <a:pt x="4836" y="88594"/>
                  </a:lnTo>
                  <a:lnTo>
                    <a:pt x="3647" y="93774"/>
                  </a:lnTo>
                  <a:lnTo>
                    <a:pt x="2623" y="98990"/>
                  </a:lnTo>
                  <a:lnTo>
                    <a:pt x="1766" y="104235"/>
                  </a:lnTo>
                  <a:lnTo>
                    <a:pt x="1076" y="109505"/>
                  </a:lnTo>
                  <a:lnTo>
                    <a:pt x="554" y="114794"/>
                  </a:lnTo>
                  <a:lnTo>
                    <a:pt x="200" y="120097"/>
                  </a:lnTo>
                  <a:lnTo>
                    <a:pt x="15" y="125409"/>
                  </a:lnTo>
                  <a:lnTo>
                    <a:pt x="0" y="130724"/>
                  </a:lnTo>
                  <a:lnTo>
                    <a:pt x="152" y="136036"/>
                  </a:lnTo>
                  <a:lnTo>
                    <a:pt x="474" y="141341"/>
                  </a:lnTo>
                  <a:lnTo>
                    <a:pt x="965" y="146633"/>
                  </a:lnTo>
                  <a:lnTo>
                    <a:pt x="1623" y="151907"/>
                  </a:lnTo>
                  <a:lnTo>
                    <a:pt x="2448" y="157158"/>
                  </a:lnTo>
                  <a:lnTo>
                    <a:pt x="3440" y="162379"/>
                  </a:lnTo>
                  <a:lnTo>
                    <a:pt x="4598" y="167566"/>
                  </a:lnTo>
                  <a:lnTo>
                    <a:pt x="5920" y="172714"/>
                  </a:lnTo>
                  <a:lnTo>
                    <a:pt x="7405" y="177817"/>
                  </a:lnTo>
                  <a:lnTo>
                    <a:pt x="9051" y="182871"/>
                  </a:lnTo>
                  <a:lnTo>
                    <a:pt x="10857" y="187869"/>
                  </a:lnTo>
                  <a:lnTo>
                    <a:pt x="12821" y="192808"/>
                  </a:lnTo>
                  <a:lnTo>
                    <a:pt x="14941" y="197682"/>
                  </a:lnTo>
                  <a:lnTo>
                    <a:pt x="17215" y="202485"/>
                  </a:lnTo>
                  <a:lnTo>
                    <a:pt x="19641" y="207214"/>
                  </a:lnTo>
                  <a:lnTo>
                    <a:pt x="22215" y="211864"/>
                  </a:lnTo>
                  <a:lnTo>
                    <a:pt x="24937" y="216429"/>
                  </a:lnTo>
                  <a:lnTo>
                    <a:pt x="27802" y="220906"/>
                  </a:lnTo>
                  <a:lnTo>
                    <a:pt x="30807" y="225289"/>
                  </a:lnTo>
                  <a:lnTo>
                    <a:pt x="33951" y="229575"/>
                  </a:lnTo>
                  <a:lnTo>
                    <a:pt x="37229" y="233758"/>
                  </a:lnTo>
                  <a:lnTo>
                    <a:pt x="40639" y="237835"/>
                  </a:lnTo>
                  <a:lnTo>
                    <a:pt x="44176" y="241802"/>
                  </a:lnTo>
                  <a:lnTo>
                    <a:pt x="47838" y="245654"/>
                  </a:lnTo>
                  <a:lnTo>
                    <a:pt x="51620" y="249388"/>
                  </a:lnTo>
                  <a:lnTo>
                    <a:pt x="55519" y="252999"/>
                  </a:lnTo>
                  <a:lnTo>
                    <a:pt x="59531" y="256485"/>
                  </a:lnTo>
                  <a:lnTo>
                    <a:pt x="63652" y="259842"/>
                  </a:lnTo>
                  <a:lnTo>
                    <a:pt x="67878" y="263066"/>
                  </a:lnTo>
                  <a:lnTo>
                    <a:pt x="72203" y="266154"/>
                  </a:lnTo>
                  <a:lnTo>
                    <a:pt x="76625" y="269103"/>
                  </a:lnTo>
                  <a:lnTo>
                    <a:pt x="81138" y="271909"/>
                  </a:lnTo>
                  <a:lnTo>
                    <a:pt x="85738" y="274571"/>
                  </a:lnTo>
                  <a:lnTo>
                    <a:pt x="90421" y="277086"/>
                  </a:lnTo>
                  <a:lnTo>
                    <a:pt x="95181" y="279450"/>
                  </a:lnTo>
                  <a:lnTo>
                    <a:pt x="100014" y="281661"/>
                  </a:lnTo>
                  <a:lnTo>
                    <a:pt x="104914" y="283718"/>
                  </a:lnTo>
                  <a:lnTo>
                    <a:pt x="109878" y="285619"/>
                  </a:lnTo>
                  <a:lnTo>
                    <a:pt x="114899" y="287360"/>
                  </a:lnTo>
                  <a:lnTo>
                    <a:pt x="119974" y="288941"/>
                  </a:lnTo>
                  <a:lnTo>
                    <a:pt x="125096" y="290360"/>
                  </a:lnTo>
                  <a:lnTo>
                    <a:pt x="130260" y="291615"/>
                  </a:lnTo>
                  <a:lnTo>
                    <a:pt x="135462" y="292705"/>
                  </a:lnTo>
                  <a:lnTo>
                    <a:pt x="140696" y="293630"/>
                  </a:lnTo>
                  <a:lnTo>
                    <a:pt x="145956" y="294387"/>
                  </a:lnTo>
                  <a:lnTo>
                    <a:pt x="151238" y="294977"/>
                  </a:lnTo>
                  <a:lnTo>
                    <a:pt x="156536" y="295399"/>
                  </a:lnTo>
                  <a:lnTo>
                    <a:pt x="161845" y="295652"/>
                  </a:lnTo>
                  <a:lnTo>
                    <a:pt x="167159" y="295737"/>
                  </a:lnTo>
                  <a:lnTo>
                    <a:pt x="172474" y="295652"/>
                  </a:lnTo>
                  <a:lnTo>
                    <a:pt x="177782" y="295398"/>
                  </a:lnTo>
                  <a:lnTo>
                    <a:pt x="183080" y="294976"/>
                  </a:lnTo>
                  <a:lnTo>
                    <a:pt x="188362" y="294386"/>
                  </a:lnTo>
                  <a:lnTo>
                    <a:pt x="193623" y="293628"/>
                  </a:lnTo>
                  <a:lnTo>
                    <a:pt x="198857" y="292703"/>
                  </a:lnTo>
                  <a:lnTo>
                    <a:pt x="204058" y="291612"/>
                  </a:lnTo>
                  <a:lnTo>
                    <a:pt x="209223" y="290356"/>
                  </a:lnTo>
                  <a:lnTo>
                    <a:pt x="214344" y="288937"/>
                  </a:lnTo>
                  <a:lnTo>
                    <a:pt x="219419" y="287356"/>
                  </a:lnTo>
                  <a:lnTo>
                    <a:pt x="224440" y="285614"/>
                  </a:lnTo>
                  <a:lnTo>
                    <a:pt x="229403" y="283714"/>
                  </a:lnTo>
                  <a:lnTo>
                    <a:pt x="234304" y="281656"/>
                  </a:lnTo>
                  <a:lnTo>
                    <a:pt x="239137" y="279444"/>
                  </a:lnTo>
                  <a:lnTo>
                    <a:pt x="243896" y="277080"/>
                  </a:lnTo>
                  <a:lnTo>
                    <a:pt x="248579" y="274565"/>
                  </a:lnTo>
                  <a:lnTo>
                    <a:pt x="253179" y="271903"/>
                  </a:lnTo>
                  <a:lnTo>
                    <a:pt x="257692" y="269096"/>
                  </a:lnTo>
                  <a:lnTo>
                    <a:pt x="262113" y="266146"/>
                  </a:lnTo>
                  <a:lnTo>
                    <a:pt x="266439" y="263058"/>
                  </a:lnTo>
                  <a:lnTo>
                    <a:pt x="270664" y="259834"/>
                  </a:lnTo>
                  <a:lnTo>
                    <a:pt x="274784" y="256477"/>
                  </a:lnTo>
                  <a:lnTo>
                    <a:pt x="278796" y="252991"/>
                  </a:lnTo>
                  <a:lnTo>
                    <a:pt x="282695" y="249379"/>
                  </a:lnTo>
                  <a:lnTo>
                    <a:pt x="286477" y="245645"/>
                  </a:lnTo>
                  <a:lnTo>
                    <a:pt x="290139" y="241792"/>
                  </a:lnTo>
                  <a:lnTo>
                    <a:pt x="293676" y="237826"/>
                  </a:lnTo>
                  <a:lnTo>
                    <a:pt x="297085" y="233748"/>
                  </a:lnTo>
                  <a:lnTo>
                    <a:pt x="300363" y="229565"/>
                  </a:lnTo>
                  <a:lnTo>
                    <a:pt x="303506" y="225279"/>
                  </a:lnTo>
                  <a:lnTo>
                    <a:pt x="306512" y="220895"/>
                  </a:lnTo>
                  <a:lnTo>
                    <a:pt x="309376" y="216419"/>
                  </a:lnTo>
                  <a:lnTo>
                    <a:pt x="312097" y="211853"/>
                  </a:lnTo>
                  <a:lnTo>
                    <a:pt x="314671" y="207203"/>
                  </a:lnTo>
                  <a:lnTo>
                    <a:pt x="317096" y="202474"/>
                  </a:lnTo>
                  <a:lnTo>
                    <a:pt x="319370" y="197670"/>
                  </a:lnTo>
                  <a:lnTo>
                    <a:pt x="321490" y="192796"/>
                  </a:lnTo>
                  <a:lnTo>
                    <a:pt x="323454" y="187858"/>
                  </a:lnTo>
                  <a:lnTo>
                    <a:pt x="325259" y="182859"/>
                  </a:lnTo>
                  <a:lnTo>
                    <a:pt x="326905" y="177805"/>
                  </a:lnTo>
                  <a:lnTo>
                    <a:pt x="328390" y="172702"/>
                  </a:lnTo>
                  <a:lnTo>
                    <a:pt x="329711" y="167554"/>
                  </a:lnTo>
                  <a:lnTo>
                    <a:pt x="330868" y="162367"/>
                  </a:lnTo>
                  <a:lnTo>
                    <a:pt x="331860" y="157145"/>
                  </a:lnTo>
                  <a:lnTo>
                    <a:pt x="332685" y="151895"/>
                  </a:lnTo>
                  <a:lnTo>
                    <a:pt x="333343" y="146621"/>
                  </a:lnTo>
                  <a:lnTo>
                    <a:pt x="333833" y="141329"/>
                  </a:lnTo>
                  <a:lnTo>
                    <a:pt x="334154" y="136024"/>
                  </a:lnTo>
                  <a:lnTo>
                    <a:pt x="334307" y="130711"/>
                  </a:lnTo>
                  <a:lnTo>
                    <a:pt x="334290" y="125396"/>
                  </a:lnTo>
                  <a:lnTo>
                    <a:pt x="334105" y="120084"/>
                  </a:lnTo>
                  <a:lnTo>
                    <a:pt x="333751" y="114781"/>
                  </a:lnTo>
                  <a:lnTo>
                    <a:pt x="333228" y="109492"/>
                  </a:lnTo>
                  <a:lnTo>
                    <a:pt x="332538" y="104223"/>
                  </a:lnTo>
                  <a:lnTo>
                    <a:pt x="331681" y="98977"/>
                  </a:lnTo>
                  <a:lnTo>
                    <a:pt x="330657" y="93762"/>
                  </a:lnTo>
                  <a:lnTo>
                    <a:pt x="329468" y="88582"/>
                  </a:lnTo>
                  <a:lnTo>
                    <a:pt x="328114" y="83442"/>
                  </a:lnTo>
                  <a:lnTo>
                    <a:pt x="326598" y="78348"/>
                  </a:lnTo>
                  <a:lnTo>
                    <a:pt x="324921" y="73305"/>
                  </a:lnTo>
                  <a:lnTo>
                    <a:pt x="323085" y="68318"/>
                  </a:lnTo>
                  <a:lnTo>
                    <a:pt x="321091" y="63391"/>
                  </a:lnTo>
                  <a:lnTo>
                    <a:pt x="318941" y="58530"/>
                  </a:lnTo>
                  <a:lnTo>
                    <a:pt x="316638" y="53740"/>
                  </a:lnTo>
                  <a:lnTo>
                    <a:pt x="314183" y="49026"/>
                  </a:lnTo>
                  <a:lnTo>
                    <a:pt x="311580" y="44392"/>
                  </a:lnTo>
                  <a:lnTo>
                    <a:pt x="308831" y="39844"/>
                  </a:lnTo>
                  <a:lnTo>
                    <a:pt x="305939" y="35385"/>
                  </a:lnTo>
                  <a:lnTo>
                    <a:pt x="302907" y="31020"/>
                  </a:lnTo>
                  <a:lnTo>
                    <a:pt x="299737" y="26754"/>
                  </a:lnTo>
                  <a:lnTo>
                    <a:pt x="296434" y="22590"/>
                  </a:lnTo>
                  <a:lnTo>
                    <a:pt x="292999" y="18534"/>
                  </a:lnTo>
                  <a:lnTo>
                    <a:pt x="289438" y="14589"/>
                  </a:lnTo>
                  <a:lnTo>
                    <a:pt x="285752" y="10759"/>
                  </a:lnTo>
                  <a:lnTo>
                    <a:pt x="281947" y="7049"/>
                  </a:lnTo>
                  <a:lnTo>
                    <a:pt x="278026" y="3461"/>
                  </a:lnTo>
                  <a:lnTo>
                    <a:pt x="273993" y="0"/>
                  </a:lnTo>
                  <a:lnTo>
                    <a:pt x="167153" y="128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106840" cy="167167"/>
            </a:xfrm>
            <a:custGeom>
              <a:avLst/>
              <a:pathLst>
                <a:path w="106840" h="167167">
                  <a:moveTo>
                    <a:pt x="106840" y="38597"/>
                  </a:moveTo>
                  <a:lnTo>
                    <a:pt x="102537" y="35141"/>
                  </a:lnTo>
                  <a:lnTo>
                    <a:pt x="98123" y="31828"/>
                  </a:lnTo>
                  <a:lnTo>
                    <a:pt x="93602" y="28662"/>
                  </a:lnTo>
                  <a:lnTo>
                    <a:pt x="88979" y="25648"/>
                  </a:lnTo>
                  <a:lnTo>
                    <a:pt x="84259" y="22788"/>
                  </a:lnTo>
                  <a:lnTo>
                    <a:pt x="79447" y="20085"/>
                  </a:lnTo>
                  <a:lnTo>
                    <a:pt x="74548" y="17542"/>
                  </a:lnTo>
                  <a:lnTo>
                    <a:pt x="69568" y="15163"/>
                  </a:lnTo>
                  <a:lnTo>
                    <a:pt x="64512" y="12949"/>
                  </a:lnTo>
                  <a:lnTo>
                    <a:pt x="59386" y="10904"/>
                  </a:lnTo>
                  <a:lnTo>
                    <a:pt x="54196" y="9029"/>
                  </a:lnTo>
                  <a:lnTo>
                    <a:pt x="48946" y="7326"/>
                  </a:lnTo>
                  <a:lnTo>
                    <a:pt x="43643" y="5797"/>
                  </a:lnTo>
                  <a:lnTo>
                    <a:pt x="38292" y="4444"/>
                  </a:lnTo>
                  <a:lnTo>
                    <a:pt x="32899" y="3269"/>
                  </a:lnTo>
                  <a:lnTo>
                    <a:pt x="27471" y="2272"/>
                  </a:lnTo>
                  <a:lnTo>
                    <a:pt x="22013" y="1455"/>
                  </a:lnTo>
                  <a:lnTo>
                    <a:pt x="16530" y="819"/>
                  </a:lnTo>
                  <a:lnTo>
                    <a:pt x="11030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997872" y="1681503"/>
              <a:ext cx="88652" cy="167167"/>
            </a:xfrm>
            <a:custGeom>
              <a:avLst/>
              <a:pathLst>
                <a:path w="88652" h="167167">
                  <a:moveTo>
                    <a:pt x="88652" y="0"/>
                  </a:moveTo>
                  <a:lnTo>
                    <a:pt x="82813" y="102"/>
                  </a:lnTo>
                  <a:lnTo>
                    <a:pt x="76981" y="407"/>
                  </a:lnTo>
                  <a:lnTo>
                    <a:pt x="71164" y="917"/>
                  </a:lnTo>
                  <a:lnTo>
                    <a:pt x="65367" y="1629"/>
                  </a:lnTo>
                  <a:lnTo>
                    <a:pt x="59600" y="2543"/>
                  </a:lnTo>
                  <a:lnTo>
                    <a:pt x="53867" y="3659"/>
                  </a:lnTo>
                  <a:lnTo>
                    <a:pt x="48177" y="4974"/>
                  </a:lnTo>
                  <a:lnTo>
                    <a:pt x="42536" y="6486"/>
                  </a:lnTo>
                  <a:lnTo>
                    <a:pt x="36952" y="8195"/>
                  </a:lnTo>
                  <a:lnTo>
                    <a:pt x="31431" y="10098"/>
                  </a:lnTo>
                  <a:lnTo>
                    <a:pt x="25980" y="12193"/>
                  </a:lnTo>
                  <a:lnTo>
                    <a:pt x="20605" y="14476"/>
                  </a:lnTo>
                  <a:lnTo>
                    <a:pt x="15313" y="16946"/>
                  </a:lnTo>
                  <a:lnTo>
                    <a:pt x="10110" y="19600"/>
                  </a:lnTo>
                  <a:lnTo>
                    <a:pt x="5004" y="22433"/>
                  </a:lnTo>
                  <a:lnTo>
                    <a:pt x="0" y="25443"/>
                  </a:lnTo>
                  <a:lnTo>
                    <a:pt x="886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7872" y="1706947"/>
              <a:ext cx="88652" cy="141723"/>
            </a:xfrm>
            <a:custGeom>
              <a:avLst/>
              <a:pathLst>
                <a:path w="88652" h="141723">
                  <a:moveTo>
                    <a:pt x="0" y="0"/>
                  </a:moveTo>
                  <a:lnTo>
                    <a:pt x="88652" y="1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19357" y="1681503"/>
              <a:ext cx="334325" cy="334325"/>
            </a:xfrm>
            <a:custGeom>
              <a:avLst/>
              <a:pathLst>
                <a:path w="334325" h="334325">
                  <a:moveTo>
                    <a:pt x="78514" y="25443"/>
                  </a:moveTo>
                  <a:lnTo>
                    <a:pt x="74077" y="28317"/>
                  </a:lnTo>
                  <a:lnTo>
                    <a:pt x="69733" y="31330"/>
                  </a:lnTo>
                  <a:lnTo>
                    <a:pt x="65487" y="34479"/>
                  </a:lnTo>
                  <a:lnTo>
                    <a:pt x="61342" y="37761"/>
                  </a:lnTo>
                  <a:lnTo>
                    <a:pt x="57303" y="41171"/>
                  </a:lnTo>
                  <a:lnTo>
                    <a:pt x="53374" y="44708"/>
                  </a:lnTo>
                  <a:lnTo>
                    <a:pt x="49559" y="48368"/>
                  </a:lnTo>
                  <a:lnTo>
                    <a:pt x="45861" y="52146"/>
                  </a:lnTo>
                  <a:lnTo>
                    <a:pt x="42285" y="56039"/>
                  </a:lnTo>
                  <a:lnTo>
                    <a:pt x="38833" y="60044"/>
                  </a:lnTo>
                  <a:lnTo>
                    <a:pt x="35510" y="64155"/>
                  </a:lnTo>
                  <a:lnTo>
                    <a:pt x="32319" y="68370"/>
                  </a:lnTo>
                  <a:lnTo>
                    <a:pt x="29262" y="72683"/>
                  </a:lnTo>
                  <a:lnTo>
                    <a:pt x="26344" y="77091"/>
                  </a:lnTo>
                  <a:lnTo>
                    <a:pt x="23566" y="81589"/>
                  </a:lnTo>
                  <a:lnTo>
                    <a:pt x="20932" y="86172"/>
                  </a:lnTo>
                  <a:lnTo>
                    <a:pt x="18444" y="90837"/>
                  </a:lnTo>
                  <a:lnTo>
                    <a:pt x="16104" y="95577"/>
                  </a:lnTo>
                  <a:lnTo>
                    <a:pt x="13916" y="100390"/>
                  </a:lnTo>
                  <a:lnTo>
                    <a:pt x="11881" y="105269"/>
                  </a:lnTo>
                  <a:lnTo>
                    <a:pt x="10002" y="110210"/>
                  </a:lnTo>
                  <a:lnTo>
                    <a:pt x="8279" y="115208"/>
                  </a:lnTo>
                  <a:lnTo>
                    <a:pt x="6716" y="120258"/>
                  </a:lnTo>
                  <a:lnTo>
                    <a:pt x="5313" y="125355"/>
                  </a:lnTo>
                  <a:lnTo>
                    <a:pt x="4072" y="130494"/>
                  </a:lnTo>
                  <a:lnTo>
                    <a:pt x="2994" y="135669"/>
                  </a:lnTo>
                  <a:lnTo>
                    <a:pt x="2080" y="140876"/>
                  </a:lnTo>
                  <a:lnTo>
                    <a:pt x="1331" y="146110"/>
                  </a:lnTo>
                  <a:lnTo>
                    <a:pt x="748" y="151364"/>
                  </a:lnTo>
                  <a:lnTo>
                    <a:pt x="332" y="156634"/>
                  </a:lnTo>
                  <a:lnTo>
                    <a:pt x="82" y="161915"/>
                  </a:lnTo>
                  <a:lnTo>
                    <a:pt x="0" y="167200"/>
                  </a:lnTo>
                  <a:lnTo>
                    <a:pt x="84" y="172486"/>
                  </a:lnTo>
                  <a:lnTo>
                    <a:pt x="336" y="177767"/>
                  </a:lnTo>
                  <a:lnTo>
                    <a:pt x="754" y="183037"/>
                  </a:lnTo>
                  <a:lnTo>
                    <a:pt x="1340" y="188291"/>
                  </a:lnTo>
                  <a:lnTo>
                    <a:pt x="2090" y="193524"/>
                  </a:lnTo>
                  <a:lnTo>
                    <a:pt x="3006" y="198730"/>
                  </a:lnTo>
                  <a:lnTo>
                    <a:pt x="4086" y="203905"/>
                  </a:lnTo>
                  <a:lnTo>
                    <a:pt x="5330" y="209044"/>
                  </a:lnTo>
                  <a:lnTo>
                    <a:pt x="6735" y="214140"/>
                  </a:lnTo>
                  <a:lnTo>
                    <a:pt x="8300" y="219189"/>
                  </a:lnTo>
                  <a:lnTo>
                    <a:pt x="10025" y="224187"/>
                  </a:lnTo>
                  <a:lnTo>
                    <a:pt x="11906" y="229127"/>
                  </a:lnTo>
                  <a:lnTo>
                    <a:pt x="13943" y="234005"/>
                  </a:lnTo>
                  <a:lnTo>
                    <a:pt x="16133" y="238817"/>
                  </a:lnTo>
                  <a:lnTo>
                    <a:pt x="18474" y="243557"/>
                  </a:lnTo>
                  <a:lnTo>
                    <a:pt x="20964" y="248220"/>
                  </a:lnTo>
                  <a:lnTo>
                    <a:pt x="23600" y="252803"/>
                  </a:lnTo>
                  <a:lnTo>
                    <a:pt x="26380" y="257300"/>
                  </a:lnTo>
                  <a:lnTo>
                    <a:pt x="29300" y="261706"/>
                  </a:lnTo>
                  <a:lnTo>
                    <a:pt x="32358" y="266018"/>
                  </a:lnTo>
                  <a:lnTo>
                    <a:pt x="35551" y="270232"/>
                  </a:lnTo>
                  <a:lnTo>
                    <a:pt x="38876" y="274342"/>
                  </a:lnTo>
                  <a:lnTo>
                    <a:pt x="42329" y="278345"/>
                  </a:lnTo>
                  <a:lnTo>
                    <a:pt x="45907" y="282237"/>
                  </a:lnTo>
                  <a:lnTo>
                    <a:pt x="49606" y="286013"/>
                  </a:lnTo>
                  <a:lnTo>
                    <a:pt x="53423" y="289671"/>
                  </a:lnTo>
                  <a:lnTo>
                    <a:pt x="57353" y="293206"/>
                  </a:lnTo>
                  <a:lnTo>
                    <a:pt x="61394" y="296616"/>
                  </a:lnTo>
                  <a:lnTo>
                    <a:pt x="65540" y="299896"/>
                  </a:lnTo>
                  <a:lnTo>
                    <a:pt x="69788" y="303043"/>
                  </a:lnTo>
                  <a:lnTo>
                    <a:pt x="74133" y="306054"/>
                  </a:lnTo>
                  <a:lnTo>
                    <a:pt x="78571" y="308926"/>
                  </a:lnTo>
                  <a:lnTo>
                    <a:pt x="83098" y="311657"/>
                  </a:lnTo>
                  <a:lnTo>
                    <a:pt x="87708" y="314243"/>
                  </a:lnTo>
                  <a:lnTo>
                    <a:pt x="92399" y="316682"/>
                  </a:lnTo>
                  <a:lnTo>
                    <a:pt x="97164" y="318971"/>
                  </a:lnTo>
                  <a:lnTo>
                    <a:pt x="101999" y="321109"/>
                  </a:lnTo>
                  <a:lnTo>
                    <a:pt x="106899" y="323092"/>
                  </a:lnTo>
                  <a:lnTo>
                    <a:pt x="111860" y="324920"/>
                  </a:lnTo>
                  <a:lnTo>
                    <a:pt x="116875" y="326590"/>
                  </a:lnTo>
                  <a:lnTo>
                    <a:pt x="121942" y="328101"/>
                  </a:lnTo>
                  <a:lnTo>
                    <a:pt x="127053" y="329450"/>
                  </a:lnTo>
                  <a:lnTo>
                    <a:pt x="132204" y="330637"/>
                  </a:lnTo>
                  <a:lnTo>
                    <a:pt x="137391" y="331661"/>
                  </a:lnTo>
                  <a:lnTo>
                    <a:pt x="142607" y="332520"/>
                  </a:lnTo>
                  <a:lnTo>
                    <a:pt x="147848" y="333214"/>
                  </a:lnTo>
                  <a:lnTo>
                    <a:pt x="153108" y="333742"/>
                  </a:lnTo>
                  <a:lnTo>
                    <a:pt x="158382" y="334103"/>
                  </a:lnTo>
                  <a:lnTo>
                    <a:pt x="163665" y="334298"/>
                  </a:lnTo>
                  <a:lnTo>
                    <a:pt x="168951" y="334325"/>
                  </a:lnTo>
                  <a:lnTo>
                    <a:pt x="174236" y="334185"/>
                  </a:lnTo>
                  <a:lnTo>
                    <a:pt x="179514" y="333878"/>
                  </a:lnTo>
                  <a:lnTo>
                    <a:pt x="184779" y="333404"/>
                  </a:lnTo>
                  <a:lnTo>
                    <a:pt x="190027" y="332764"/>
                  </a:lnTo>
                  <a:lnTo>
                    <a:pt x="195251" y="331958"/>
                  </a:lnTo>
                  <a:lnTo>
                    <a:pt x="200448" y="330988"/>
                  </a:lnTo>
                  <a:lnTo>
                    <a:pt x="205612" y="329854"/>
                  </a:lnTo>
                  <a:lnTo>
                    <a:pt x="210736" y="328557"/>
                  </a:lnTo>
                  <a:lnTo>
                    <a:pt x="215818" y="327098"/>
                  </a:lnTo>
                  <a:lnTo>
                    <a:pt x="220851" y="325480"/>
                  </a:lnTo>
                  <a:lnTo>
                    <a:pt x="225830" y="323703"/>
                  </a:lnTo>
                  <a:lnTo>
                    <a:pt x="230750" y="321770"/>
                  </a:lnTo>
                  <a:lnTo>
                    <a:pt x="235607" y="319682"/>
                  </a:lnTo>
                  <a:lnTo>
                    <a:pt x="240395" y="317442"/>
                  </a:lnTo>
                  <a:lnTo>
                    <a:pt x="245110" y="315051"/>
                  </a:lnTo>
                  <a:lnTo>
                    <a:pt x="249747" y="312513"/>
                  </a:lnTo>
                  <a:lnTo>
                    <a:pt x="254302" y="309829"/>
                  </a:lnTo>
                  <a:lnTo>
                    <a:pt x="258769" y="307002"/>
                  </a:lnTo>
                  <a:lnTo>
                    <a:pt x="263145" y="304036"/>
                  </a:lnTo>
                  <a:lnTo>
                    <a:pt x="267425" y="300933"/>
                  </a:lnTo>
                  <a:lnTo>
                    <a:pt x="271605" y="297696"/>
                  </a:lnTo>
                  <a:lnTo>
                    <a:pt x="275680" y="294328"/>
                  </a:lnTo>
                  <a:lnTo>
                    <a:pt x="279646" y="290833"/>
                  </a:lnTo>
                  <a:lnTo>
                    <a:pt x="283500" y="287215"/>
                  </a:lnTo>
                  <a:lnTo>
                    <a:pt x="287238" y="283476"/>
                  </a:lnTo>
                  <a:lnTo>
                    <a:pt x="290856" y="279621"/>
                  </a:lnTo>
                  <a:lnTo>
                    <a:pt x="294350" y="275654"/>
                  </a:lnTo>
                  <a:lnTo>
                    <a:pt x="297717" y="271578"/>
                  </a:lnTo>
                  <a:lnTo>
                    <a:pt x="300953" y="267398"/>
                  </a:lnTo>
                  <a:lnTo>
                    <a:pt x="304055" y="263118"/>
                  </a:lnTo>
                  <a:lnTo>
                    <a:pt x="307021" y="258741"/>
                  </a:lnTo>
                  <a:lnTo>
                    <a:pt x="309846" y="254273"/>
                  </a:lnTo>
                  <a:lnTo>
                    <a:pt x="312529" y="249718"/>
                  </a:lnTo>
                  <a:lnTo>
                    <a:pt x="315067" y="245081"/>
                  </a:lnTo>
                  <a:lnTo>
                    <a:pt x="317457" y="240365"/>
                  </a:lnTo>
                  <a:lnTo>
                    <a:pt x="319696" y="235576"/>
                  </a:lnTo>
                  <a:lnTo>
                    <a:pt x="321783" y="230719"/>
                  </a:lnTo>
                  <a:lnTo>
                    <a:pt x="323715" y="225798"/>
                  </a:lnTo>
                  <a:lnTo>
                    <a:pt x="325491" y="220819"/>
                  </a:lnTo>
                  <a:lnTo>
                    <a:pt x="327108" y="215786"/>
                  </a:lnTo>
                  <a:lnTo>
                    <a:pt x="328565" y="210704"/>
                  </a:lnTo>
                  <a:lnTo>
                    <a:pt x="329861" y="205579"/>
                  </a:lnTo>
                  <a:lnTo>
                    <a:pt x="330995" y="200415"/>
                  </a:lnTo>
                  <a:lnTo>
                    <a:pt x="331964" y="195218"/>
                  </a:lnTo>
                  <a:lnTo>
                    <a:pt x="332769" y="189993"/>
                  </a:lnTo>
                  <a:lnTo>
                    <a:pt x="333408" y="184746"/>
                  </a:lnTo>
                  <a:lnTo>
                    <a:pt x="333880" y="179480"/>
                  </a:lnTo>
                  <a:lnTo>
                    <a:pt x="334186" y="174203"/>
                  </a:lnTo>
                  <a:lnTo>
                    <a:pt x="334325" y="168918"/>
                  </a:lnTo>
                  <a:lnTo>
                    <a:pt x="334297" y="163632"/>
                  </a:lnTo>
                  <a:lnTo>
                    <a:pt x="334102" y="158349"/>
                  </a:lnTo>
                  <a:lnTo>
                    <a:pt x="333739" y="153075"/>
                  </a:lnTo>
                  <a:lnTo>
                    <a:pt x="333210" y="147815"/>
                  </a:lnTo>
                  <a:lnTo>
                    <a:pt x="332515" y="142574"/>
                  </a:lnTo>
                  <a:lnTo>
                    <a:pt x="331655" y="137358"/>
                  </a:lnTo>
                  <a:lnTo>
                    <a:pt x="330630" y="132172"/>
                  </a:lnTo>
                  <a:lnTo>
                    <a:pt x="329442" y="127020"/>
                  </a:lnTo>
                  <a:lnTo>
                    <a:pt x="328091" y="121909"/>
                  </a:lnTo>
                  <a:lnTo>
                    <a:pt x="326580" y="116843"/>
                  </a:lnTo>
                  <a:lnTo>
                    <a:pt x="324909" y="111828"/>
                  </a:lnTo>
                  <a:lnTo>
                    <a:pt x="323080" y="106868"/>
                  </a:lnTo>
                  <a:lnTo>
                    <a:pt x="321096" y="101968"/>
                  </a:lnTo>
                  <a:lnTo>
                    <a:pt x="318957" y="97133"/>
                  </a:lnTo>
                  <a:lnTo>
                    <a:pt x="316667" y="92369"/>
                  </a:lnTo>
                  <a:lnTo>
                    <a:pt x="314227" y="87679"/>
                  </a:lnTo>
                  <a:lnTo>
                    <a:pt x="311640" y="83069"/>
                  </a:lnTo>
                  <a:lnTo>
                    <a:pt x="308908" y="78542"/>
                  </a:lnTo>
                  <a:lnTo>
                    <a:pt x="306035" y="74105"/>
                  </a:lnTo>
                  <a:lnTo>
                    <a:pt x="303023" y="69760"/>
                  </a:lnTo>
                  <a:lnTo>
                    <a:pt x="299875" y="65513"/>
                  </a:lnTo>
                  <a:lnTo>
                    <a:pt x="296595" y="61368"/>
                  </a:lnTo>
                  <a:lnTo>
                    <a:pt x="293184" y="57328"/>
                  </a:lnTo>
                  <a:lnTo>
                    <a:pt x="289648" y="53398"/>
                  </a:lnTo>
                  <a:lnTo>
                    <a:pt x="285990" y="49582"/>
                  </a:lnTo>
                  <a:lnTo>
                    <a:pt x="282212" y="45884"/>
                  </a:lnTo>
                  <a:lnTo>
                    <a:pt x="278320" y="42307"/>
                  </a:lnTo>
                  <a:lnTo>
                    <a:pt x="274316" y="38855"/>
                  </a:lnTo>
                  <a:lnTo>
                    <a:pt x="270205" y="35531"/>
                  </a:lnTo>
                  <a:lnTo>
                    <a:pt x="265991" y="32339"/>
                  </a:lnTo>
                  <a:lnTo>
                    <a:pt x="261679" y="29281"/>
                  </a:lnTo>
                  <a:lnTo>
                    <a:pt x="257271" y="26362"/>
                  </a:lnTo>
                  <a:lnTo>
                    <a:pt x="252774" y="23583"/>
                  </a:lnTo>
                  <a:lnTo>
                    <a:pt x="248191" y="20948"/>
                  </a:lnTo>
                  <a:lnTo>
                    <a:pt x="243527" y="18459"/>
                  </a:lnTo>
                  <a:lnTo>
                    <a:pt x="238787" y="16119"/>
                  </a:lnTo>
                  <a:lnTo>
                    <a:pt x="233975" y="13930"/>
                  </a:lnTo>
                  <a:lnTo>
                    <a:pt x="229096" y="11894"/>
                  </a:lnTo>
                  <a:lnTo>
                    <a:pt x="224155" y="10013"/>
                  </a:lnTo>
                  <a:lnTo>
                    <a:pt x="219157" y="8290"/>
                  </a:lnTo>
                  <a:lnTo>
                    <a:pt x="214108" y="6725"/>
                  </a:lnTo>
                  <a:lnTo>
                    <a:pt x="209011" y="5321"/>
                  </a:lnTo>
                  <a:lnTo>
                    <a:pt x="203873" y="4079"/>
                  </a:lnTo>
                  <a:lnTo>
                    <a:pt x="198697" y="3000"/>
                  </a:lnTo>
                  <a:lnTo>
                    <a:pt x="193491" y="2085"/>
                  </a:lnTo>
                  <a:lnTo>
                    <a:pt x="188258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52288" y="2126963"/>
              <a:ext cx="128999" cy="167167"/>
            </a:xfrm>
            <a:custGeom>
              <a:avLst/>
              <a:pathLst>
                <a:path w="128999" h="167167">
                  <a:moveTo>
                    <a:pt x="128999" y="0"/>
                  </a:moveTo>
                  <a:lnTo>
                    <a:pt x="123542" y="89"/>
                  </a:lnTo>
                  <a:lnTo>
                    <a:pt x="118091" y="356"/>
                  </a:lnTo>
                  <a:lnTo>
                    <a:pt x="112652" y="801"/>
                  </a:lnTo>
                  <a:lnTo>
                    <a:pt x="107231" y="1423"/>
                  </a:lnTo>
                  <a:lnTo>
                    <a:pt x="101832" y="2222"/>
                  </a:lnTo>
                  <a:lnTo>
                    <a:pt x="96462" y="3196"/>
                  </a:lnTo>
                  <a:lnTo>
                    <a:pt x="91128" y="4346"/>
                  </a:lnTo>
                  <a:lnTo>
                    <a:pt x="85833" y="5669"/>
                  </a:lnTo>
                  <a:lnTo>
                    <a:pt x="80585" y="7164"/>
                  </a:lnTo>
                  <a:lnTo>
                    <a:pt x="75388" y="8829"/>
                  </a:lnTo>
                  <a:lnTo>
                    <a:pt x="70248" y="10664"/>
                  </a:lnTo>
                  <a:lnTo>
                    <a:pt x="65171" y="12665"/>
                  </a:lnTo>
                  <a:lnTo>
                    <a:pt x="60162" y="14831"/>
                  </a:lnTo>
                  <a:lnTo>
                    <a:pt x="55226" y="17159"/>
                  </a:lnTo>
                  <a:lnTo>
                    <a:pt x="50369" y="19647"/>
                  </a:lnTo>
                  <a:lnTo>
                    <a:pt x="45595" y="22292"/>
                  </a:lnTo>
                  <a:lnTo>
                    <a:pt x="40911" y="25091"/>
                  </a:lnTo>
                  <a:lnTo>
                    <a:pt x="36320" y="28042"/>
                  </a:lnTo>
                  <a:lnTo>
                    <a:pt x="31828" y="31142"/>
                  </a:lnTo>
                  <a:lnTo>
                    <a:pt x="27440" y="34386"/>
                  </a:lnTo>
                  <a:lnTo>
                    <a:pt x="23160" y="37772"/>
                  </a:lnTo>
                  <a:lnTo>
                    <a:pt x="18993" y="41295"/>
                  </a:lnTo>
                  <a:lnTo>
                    <a:pt x="14943" y="44953"/>
                  </a:lnTo>
                  <a:lnTo>
                    <a:pt x="11014" y="48741"/>
                  </a:lnTo>
                  <a:lnTo>
                    <a:pt x="7212" y="52656"/>
                  </a:lnTo>
                  <a:lnTo>
                    <a:pt x="3539" y="56692"/>
                  </a:lnTo>
                  <a:lnTo>
                    <a:pt x="0" y="60846"/>
                  </a:lnTo>
                  <a:lnTo>
                    <a:pt x="1289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2288" y="2187810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14128" y="2127311"/>
              <a:ext cx="334312" cy="333985"/>
            </a:xfrm>
            <a:custGeom>
              <a:avLst/>
              <a:pathLst>
                <a:path w="334312" h="333985">
                  <a:moveTo>
                    <a:pt x="38160" y="60498"/>
                  </a:moveTo>
                  <a:lnTo>
                    <a:pt x="34848" y="64650"/>
                  </a:lnTo>
                  <a:lnTo>
                    <a:pt x="31669" y="68904"/>
                  </a:lnTo>
                  <a:lnTo>
                    <a:pt x="28628" y="73257"/>
                  </a:lnTo>
                  <a:lnTo>
                    <a:pt x="25726" y="77704"/>
                  </a:lnTo>
                  <a:lnTo>
                    <a:pt x="22966" y="82242"/>
                  </a:lnTo>
                  <a:lnTo>
                    <a:pt x="20353" y="86865"/>
                  </a:lnTo>
                  <a:lnTo>
                    <a:pt x="17887" y="91568"/>
                  </a:lnTo>
                  <a:lnTo>
                    <a:pt x="15572" y="96348"/>
                  </a:lnTo>
                  <a:lnTo>
                    <a:pt x="13410" y="101198"/>
                  </a:lnTo>
                  <a:lnTo>
                    <a:pt x="11403" y="106115"/>
                  </a:lnTo>
                  <a:lnTo>
                    <a:pt x="9554" y="111093"/>
                  </a:lnTo>
                  <a:lnTo>
                    <a:pt x="7863" y="116127"/>
                  </a:lnTo>
                  <a:lnTo>
                    <a:pt x="6333" y="121213"/>
                  </a:lnTo>
                  <a:lnTo>
                    <a:pt x="4966" y="126344"/>
                  </a:lnTo>
                  <a:lnTo>
                    <a:pt x="3762" y="131516"/>
                  </a:lnTo>
                  <a:lnTo>
                    <a:pt x="2723" y="136724"/>
                  </a:lnTo>
                  <a:lnTo>
                    <a:pt x="1850" y="141963"/>
                  </a:lnTo>
                  <a:lnTo>
                    <a:pt x="1144" y="147226"/>
                  </a:lnTo>
                  <a:lnTo>
                    <a:pt x="605" y="152509"/>
                  </a:lnTo>
                  <a:lnTo>
                    <a:pt x="235" y="157807"/>
                  </a:lnTo>
                  <a:lnTo>
                    <a:pt x="33" y="163113"/>
                  </a:lnTo>
                  <a:lnTo>
                    <a:pt x="0" y="168424"/>
                  </a:lnTo>
                  <a:lnTo>
                    <a:pt x="135" y="173733"/>
                  </a:lnTo>
                  <a:lnTo>
                    <a:pt x="439" y="179034"/>
                  </a:lnTo>
                  <a:lnTo>
                    <a:pt x="911" y="184324"/>
                  </a:lnTo>
                  <a:lnTo>
                    <a:pt x="1551" y="189596"/>
                  </a:lnTo>
                  <a:lnTo>
                    <a:pt x="2358" y="194845"/>
                  </a:lnTo>
                  <a:lnTo>
                    <a:pt x="3331" y="200065"/>
                  </a:lnTo>
                  <a:lnTo>
                    <a:pt x="4470" y="205252"/>
                  </a:lnTo>
                  <a:lnTo>
                    <a:pt x="5773" y="210401"/>
                  </a:lnTo>
                  <a:lnTo>
                    <a:pt x="7238" y="215505"/>
                  </a:lnTo>
                  <a:lnTo>
                    <a:pt x="8866" y="220560"/>
                  </a:lnTo>
                  <a:lnTo>
                    <a:pt x="10652" y="225561"/>
                  </a:lnTo>
                  <a:lnTo>
                    <a:pt x="12597" y="230502"/>
                  </a:lnTo>
                  <a:lnTo>
                    <a:pt x="14698" y="235380"/>
                  </a:lnTo>
                  <a:lnTo>
                    <a:pt x="16953" y="240188"/>
                  </a:lnTo>
                  <a:lnTo>
                    <a:pt x="19359" y="244922"/>
                  </a:lnTo>
                  <a:lnTo>
                    <a:pt x="21914" y="249577"/>
                  </a:lnTo>
                  <a:lnTo>
                    <a:pt x="24616" y="254149"/>
                  </a:lnTo>
                  <a:lnTo>
                    <a:pt x="27462" y="258633"/>
                  </a:lnTo>
                  <a:lnTo>
                    <a:pt x="30449" y="263024"/>
                  </a:lnTo>
                  <a:lnTo>
                    <a:pt x="33574" y="267318"/>
                  </a:lnTo>
                  <a:lnTo>
                    <a:pt x="36833" y="271510"/>
                  </a:lnTo>
                  <a:lnTo>
                    <a:pt x="40225" y="275597"/>
                  </a:lnTo>
                  <a:lnTo>
                    <a:pt x="43744" y="279574"/>
                  </a:lnTo>
                  <a:lnTo>
                    <a:pt x="47388" y="283437"/>
                  </a:lnTo>
                  <a:lnTo>
                    <a:pt x="51152" y="287183"/>
                  </a:lnTo>
                  <a:lnTo>
                    <a:pt x="55034" y="290807"/>
                  </a:lnTo>
                  <a:lnTo>
                    <a:pt x="59029" y="294306"/>
                  </a:lnTo>
                  <a:lnTo>
                    <a:pt x="63133" y="297676"/>
                  </a:lnTo>
                  <a:lnTo>
                    <a:pt x="67342" y="300914"/>
                  </a:lnTo>
                  <a:lnTo>
                    <a:pt x="71652" y="304017"/>
                  </a:lnTo>
                  <a:lnTo>
                    <a:pt x="76058" y="306982"/>
                  </a:lnTo>
                  <a:lnTo>
                    <a:pt x="80556" y="309805"/>
                  </a:lnTo>
                  <a:lnTo>
                    <a:pt x="85141" y="312483"/>
                  </a:lnTo>
                  <a:lnTo>
                    <a:pt x="89809" y="315015"/>
                  </a:lnTo>
                  <a:lnTo>
                    <a:pt x="94556" y="317397"/>
                  </a:lnTo>
                  <a:lnTo>
                    <a:pt x="99375" y="319627"/>
                  </a:lnTo>
                  <a:lnTo>
                    <a:pt x="104263" y="321703"/>
                  </a:lnTo>
                  <a:lnTo>
                    <a:pt x="109215" y="323623"/>
                  </a:lnTo>
                  <a:lnTo>
                    <a:pt x="114225" y="325384"/>
                  </a:lnTo>
                  <a:lnTo>
                    <a:pt x="119288" y="326986"/>
                  </a:lnTo>
                  <a:lnTo>
                    <a:pt x="124400" y="328426"/>
                  </a:lnTo>
                  <a:lnTo>
                    <a:pt x="129554" y="329702"/>
                  </a:lnTo>
                  <a:lnTo>
                    <a:pt x="134747" y="330815"/>
                  </a:lnTo>
                  <a:lnTo>
                    <a:pt x="139973" y="331761"/>
                  </a:lnTo>
                  <a:lnTo>
                    <a:pt x="145226" y="332542"/>
                  </a:lnTo>
                  <a:lnTo>
                    <a:pt x="150501" y="333155"/>
                  </a:lnTo>
                  <a:lnTo>
                    <a:pt x="155792" y="333600"/>
                  </a:lnTo>
                  <a:lnTo>
                    <a:pt x="161096" y="333877"/>
                  </a:lnTo>
                  <a:lnTo>
                    <a:pt x="166405" y="333985"/>
                  </a:lnTo>
                  <a:lnTo>
                    <a:pt x="171715" y="333925"/>
                  </a:lnTo>
                  <a:lnTo>
                    <a:pt x="177021" y="333696"/>
                  </a:lnTo>
                  <a:lnTo>
                    <a:pt x="182317" y="333298"/>
                  </a:lnTo>
                  <a:lnTo>
                    <a:pt x="187597" y="332733"/>
                  </a:lnTo>
                  <a:lnTo>
                    <a:pt x="192857" y="332000"/>
                  </a:lnTo>
                  <a:lnTo>
                    <a:pt x="198090" y="331100"/>
                  </a:lnTo>
                  <a:lnTo>
                    <a:pt x="203293" y="330035"/>
                  </a:lnTo>
                  <a:lnTo>
                    <a:pt x="208459" y="328805"/>
                  </a:lnTo>
                  <a:lnTo>
                    <a:pt x="213584" y="327411"/>
                  </a:lnTo>
                  <a:lnTo>
                    <a:pt x="218661" y="325856"/>
                  </a:lnTo>
                  <a:lnTo>
                    <a:pt x="223687" y="324139"/>
                  </a:lnTo>
                  <a:lnTo>
                    <a:pt x="228655" y="322264"/>
                  </a:lnTo>
                  <a:lnTo>
                    <a:pt x="233562" y="320233"/>
                  </a:lnTo>
                  <a:lnTo>
                    <a:pt x="238401" y="318046"/>
                  </a:lnTo>
                  <a:lnTo>
                    <a:pt x="243169" y="315707"/>
                  </a:lnTo>
                  <a:lnTo>
                    <a:pt x="247860" y="313217"/>
                  </a:lnTo>
                  <a:lnTo>
                    <a:pt x="252469" y="310580"/>
                  </a:lnTo>
                  <a:lnTo>
                    <a:pt x="256993" y="307798"/>
                  </a:lnTo>
                  <a:lnTo>
                    <a:pt x="261425" y="304873"/>
                  </a:lnTo>
                  <a:lnTo>
                    <a:pt x="265763" y="301809"/>
                  </a:lnTo>
                  <a:lnTo>
                    <a:pt x="270001" y="298609"/>
                  </a:lnTo>
                  <a:lnTo>
                    <a:pt x="274135" y="295276"/>
                  </a:lnTo>
                  <a:lnTo>
                    <a:pt x="278161" y="291813"/>
                  </a:lnTo>
                  <a:lnTo>
                    <a:pt x="282076" y="288224"/>
                  </a:lnTo>
                  <a:lnTo>
                    <a:pt x="285874" y="284513"/>
                  </a:lnTo>
                  <a:lnTo>
                    <a:pt x="289552" y="280683"/>
                  </a:lnTo>
                  <a:lnTo>
                    <a:pt x="293107" y="276738"/>
                  </a:lnTo>
                  <a:lnTo>
                    <a:pt x="296535" y="272682"/>
                  </a:lnTo>
                  <a:lnTo>
                    <a:pt x="299833" y="268519"/>
                  </a:lnTo>
                  <a:lnTo>
                    <a:pt x="302996" y="264253"/>
                  </a:lnTo>
                  <a:lnTo>
                    <a:pt x="306022" y="259889"/>
                  </a:lnTo>
                  <a:lnTo>
                    <a:pt x="308908" y="255432"/>
                  </a:lnTo>
                  <a:lnTo>
                    <a:pt x="311652" y="250884"/>
                  </a:lnTo>
                  <a:lnTo>
                    <a:pt x="314249" y="246252"/>
                  </a:lnTo>
                  <a:lnTo>
                    <a:pt x="316698" y="241540"/>
                  </a:lnTo>
                  <a:lnTo>
                    <a:pt x="318996" y="236752"/>
                  </a:lnTo>
                  <a:lnTo>
                    <a:pt x="321140" y="231894"/>
                  </a:lnTo>
                  <a:lnTo>
                    <a:pt x="323130" y="226970"/>
                  </a:lnTo>
                  <a:lnTo>
                    <a:pt x="324962" y="221986"/>
                  </a:lnTo>
                  <a:lnTo>
                    <a:pt x="326634" y="216946"/>
                  </a:lnTo>
                  <a:lnTo>
                    <a:pt x="328146" y="211855"/>
                  </a:lnTo>
                  <a:lnTo>
                    <a:pt x="329495" y="206718"/>
                  </a:lnTo>
                  <a:lnTo>
                    <a:pt x="330681" y="201542"/>
                  </a:lnTo>
                  <a:lnTo>
                    <a:pt x="331701" y="196330"/>
                  </a:lnTo>
                  <a:lnTo>
                    <a:pt x="332556" y="191089"/>
                  </a:lnTo>
                  <a:lnTo>
                    <a:pt x="333243" y="185823"/>
                  </a:lnTo>
                  <a:lnTo>
                    <a:pt x="333763" y="180538"/>
                  </a:lnTo>
                  <a:lnTo>
                    <a:pt x="334115" y="175239"/>
                  </a:lnTo>
                  <a:lnTo>
                    <a:pt x="334298" y="169932"/>
                  </a:lnTo>
                  <a:lnTo>
                    <a:pt x="334312" y="164621"/>
                  </a:lnTo>
                  <a:lnTo>
                    <a:pt x="334158" y="159313"/>
                  </a:lnTo>
                  <a:lnTo>
                    <a:pt x="333835" y="154012"/>
                  </a:lnTo>
                  <a:lnTo>
                    <a:pt x="333344" y="148724"/>
                  </a:lnTo>
                  <a:lnTo>
                    <a:pt x="332686" y="143455"/>
                  </a:lnTo>
                  <a:lnTo>
                    <a:pt x="331860" y="138209"/>
                  </a:lnTo>
                  <a:lnTo>
                    <a:pt x="330868" y="132992"/>
                  </a:lnTo>
                  <a:lnTo>
                    <a:pt x="329711" y="127809"/>
                  </a:lnTo>
                  <a:lnTo>
                    <a:pt x="328390" y="122665"/>
                  </a:lnTo>
                  <a:lnTo>
                    <a:pt x="326906" y="117566"/>
                  </a:lnTo>
                  <a:lnTo>
                    <a:pt x="325261" y="112517"/>
                  </a:lnTo>
                  <a:lnTo>
                    <a:pt x="323457" y="107522"/>
                  </a:lnTo>
                  <a:lnTo>
                    <a:pt x="321494" y="102588"/>
                  </a:lnTo>
                  <a:lnTo>
                    <a:pt x="319376" y="97718"/>
                  </a:lnTo>
                  <a:lnTo>
                    <a:pt x="317104" y="92918"/>
                  </a:lnTo>
                  <a:lnTo>
                    <a:pt x="314681" y="88192"/>
                  </a:lnTo>
                  <a:lnTo>
                    <a:pt x="312109" y="83546"/>
                  </a:lnTo>
                  <a:lnTo>
                    <a:pt x="309391" y="78984"/>
                  </a:lnTo>
                  <a:lnTo>
                    <a:pt x="306529" y="74511"/>
                  </a:lnTo>
                  <a:lnTo>
                    <a:pt x="303527" y="70130"/>
                  </a:lnTo>
                  <a:lnTo>
                    <a:pt x="300387" y="65847"/>
                  </a:lnTo>
                  <a:lnTo>
                    <a:pt x="297112" y="61667"/>
                  </a:lnTo>
                  <a:lnTo>
                    <a:pt x="293707" y="57592"/>
                  </a:lnTo>
                  <a:lnTo>
                    <a:pt x="290173" y="53627"/>
                  </a:lnTo>
                  <a:lnTo>
                    <a:pt x="286516" y="49777"/>
                  </a:lnTo>
                  <a:lnTo>
                    <a:pt x="282738" y="46045"/>
                  </a:lnTo>
                  <a:lnTo>
                    <a:pt x="278843" y="42435"/>
                  </a:lnTo>
                  <a:lnTo>
                    <a:pt x="274836" y="38950"/>
                  </a:lnTo>
                  <a:lnTo>
                    <a:pt x="270720" y="35594"/>
                  </a:lnTo>
                  <a:lnTo>
                    <a:pt x="266500" y="32371"/>
                  </a:lnTo>
                  <a:lnTo>
                    <a:pt x="262179" y="29283"/>
                  </a:lnTo>
                  <a:lnTo>
                    <a:pt x="257762" y="26334"/>
                  </a:lnTo>
                  <a:lnTo>
                    <a:pt x="253254" y="23527"/>
                  </a:lnTo>
                  <a:lnTo>
                    <a:pt x="248659" y="20865"/>
                  </a:lnTo>
                  <a:lnTo>
                    <a:pt x="243982" y="18350"/>
                  </a:lnTo>
                  <a:lnTo>
                    <a:pt x="239228" y="15985"/>
                  </a:lnTo>
                  <a:lnTo>
                    <a:pt x="234400" y="13772"/>
                  </a:lnTo>
                  <a:lnTo>
                    <a:pt x="229505" y="11713"/>
                  </a:lnTo>
                  <a:lnTo>
                    <a:pt x="224547" y="9811"/>
                  </a:lnTo>
                  <a:lnTo>
                    <a:pt x="219530" y="8067"/>
                  </a:lnTo>
                  <a:lnTo>
                    <a:pt x="214461" y="6484"/>
                  </a:lnTo>
                  <a:lnTo>
                    <a:pt x="209345" y="5062"/>
                  </a:lnTo>
                  <a:lnTo>
                    <a:pt x="204185" y="3804"/>
                  </a:lnTo>
                  <a:lnTo>
                    <a:pt x="198989" y="2710"/>
                  </a:lnTo>
                  <a:lnTo>
                    <a:pt x="193760" y="1782"/>
                  </a:lnTo>
                  <a:lnTo>
                    <a:pt x="188504" y="1020"/>
                  </a:lnTo>
                  <a:lnTo>
                    <a:pt x="183227" y="426"/>
                  </a:lnTo>
                  <a:lnTo>
                    <a:pt x="177934" y="0"/>
                  </a:lnTo>
                  <a:lnTo>
                    <a:pt x="167159" y="16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23591" y="2633064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6" y="752"/>
                  </a:lnTo>
                  <a:lnTo>
                    <a:pt x="146061" y="1336"/>
                  </a:lnTo>
                  <a:lnTo>
                    <a:pt x="140826" y="2086"/>
                  </a:lnTo>
                  <a:lnTo>
                    <a:pt x="135618" y="3002"/>
                  </a:lnTo>
                  <a:lnTo>
                    <a:pt x="130442" y="4081"/>
                  </a:lnTo>
                  <a:lnTo>
                    <a:pt x="125302" y="5324"/>
                  </a:lnTo>
                  <a:lnTo>
                    <a:pt x="120204" y="6729"/>
                  </a:lnTo>
                  <a:lnTo>
                    <a:pt x="115153" y="8294"/>
                  </a:lnTo>
                  <a:lnTo>
                    <a:pt x="110154" y="10018"/>
                  </a:lnTo>
                  <a:lnTo>
                    <a:pt x="105212" y="11900"/>
                  </a:lnTo>
                  <a:lnTo>
                    <a:pt x="100332" y="13937"/>
                  </a:lnTo>
                  <a:lnTo>
                    <a:pt x="95519" y="16127"/>
                  </a:lnTo>
                  <a:lnTo>
                    <a:pt x="90778" y="18469"/>
                  </a:lnTo>
                  <a:lnTo>
                    <a:pt x="86113" y="20959"/>
                  </a:lnTo>
                  <a:lnTo>
                    <a:pt x="81529" y="23595"/>
                  </a:lnTo>
                  <a:lnTo>
                    <a:pt x="77031" y="26375"/>
                  </a:lnTo>
                  <a:lnTo>
                    <a:pt x="72623" y="29296"/>
                  </a:lnTo>
                  <a:lnTo>
                    <a:pt x="68310" y="32355"/>
                  </a:lnTo>
                  <a:lnTo>
                    <a:pt x="64096" y="35549"/>
                  </a:lnTo>
                  <a:lnTo>
                    <a:pt x="59984" y="38875"/>
                  </a:lnTo>
                  <a:lnTo>
                    <a:pt x="55980" y="42328"/>
                  </a:lnTo>
                  <a:lnTo>
                    <a:pt x="52087" y="45907"/>
                  </a:lnTo>
                  <a:lnTo>
                    <a:pt x="48310" y="49607"/>
                  </a:lnTo>
                  <a:lnTo>
                    <a:pt x="44651" y="53425"/>
                  </a:lnTo>
                  <a:lnTo>
                    <a:pt x="41115" y="57357"/>
                  </a:lnTo>
                  <a:lnTo>
                    <a:pt x="37705" y="61398"/>
                  </a:lnTo>
                  <a:lnTo>
                    <a:pt x="34424" y="65546"/>
                  </a:lnTo>
                  <a:lnTo>
                    <a:pt x="31276" y="69795"/>
                  </a:lnTo>
                  <a:lnTo>
                    <a:pt x="28265" y="74141"/>
                  </a:lnTo>
                  <a:lnTo>
                    <a:pt x="25392" y="78581"/>
                  </a:lnTo>
                  <a:lnTo>
                    <a:pt x="22661" y="83109"/>
                  </a:lnTo>
                  <a:lnTo>
                    <a:pt x="20074" y="87721"/>
                  </a:lnTo>
                  <a:lnTo>
                    <a:pt x="17635" y="92413"/>
                  </a:lnTo>
                  <a:lnTo>
                    <a:pt x="15346" y="97179"/>
                  </a:lnTo>
                  <a:lnTo>
                    <a:pt x="13208" y="102016"/>
                  </a:lnTo>
                  <a:lnTo>
                    <a:pt x="11224" y="106918"/>
                  </a:lnTo>
                  <a:lnTo>
                    <a:pt x="9397" y="111880"/>
                  </a:lnTo>
                  <a:lnTo>
                    <a:pt x="7727" y="116897"/>
                  </a:lnTo>
                  <a:lnTo>
                    <a:pt x="6217" y="121965"/>
                  </a:lnTo>
                  <a:lnTo>
                    <a:pt x="4868" y="127078"/>
                  </a:lnTo>
                  <a:lnTo>
                    <a:pt x="3681" y="132231"/>
                  </a:lnTo>
                  <a:lnTo>
                    <a:pt x="2658" y="137419"/>
                  </a:lnTo>
                  <a:lnTo>
                    <a:pt x="1799" y="142636"/>
                  </a:lnTo>
                  <a:lnTo>
                    <a:pt x="1106" y="147879"/>
                  </a:lnTo>
                  <a:lnTo>
                    <a:pt x="579" y="153140"/>
                  </a:lnTo>
                  <a:lnTo>
                    <a:pt x="219" y="158416"/>
                  </a:lnTo>
                  <a:lnTo>
                    <a:pt x="26" y="163700"/>
                  </a:lnTo>
                  <a:lnTo>
                    <a:pt x="0" y="168988"/>
                  </a:lnTo>
                  <a:lnTo>
                    <a:pt x="141" y="174274"/>
                  </a:lnTo>
                  <a:lnTo>
                    <a:pt x="449" y="179553"/>
                  </a:lnTo>
                  <a:lnTo>
                    <a:pt x="924" y="184820"/>
                  </a:lnTo>
                  <a:lnTo>
                    <a:pt x="1566" y="190069"/>
                  </a:lnTo>
                  <a:lnTo>
                    <a:pt x="2373" y="195295"/>
                  </a:lnTo>
                  <a:lnTo>
                    <a:pt x="3345" y="200492"/>
                  </a:lnTo>
                  <a:lnTo>
                    <a:pt x="4481" y="205657"/>
                  </a:lnTo>
                  <a:lnTo>
                    <a:pt x="5780" y="210783"/>
                  </a:lnTo>
                  <a:lnTo>
                    <a:pt x="7240" y="215865"/>
                  </a:lnTo>
                  <a:lnTo>
                    <a:pt x="8860" y="220899"/>
                  </a:lnTo>
                  <a:lnTo>
                    <a:pt x="10639" y="225879"/>
                  </a:lnTo>
                  <a:lnTo>
                    <a:pt x="12574" y="230800"/>
                  </a:lnTo>
                  <a:lnTo>
                    <a:pt x="14664" y="235657"/>
                  </a:lnTo>
                  <a:lnTo>
                    <a:pt x="16907" y="240446"/>
                  </a:lnTo>
                  <a:lnTo>
                    <a:pt x="19300" y="245161"/>
                  </a:lnTo>
                  <a:lnTo>
                    <a:pt x="21840" y="249799"/>
                  </a:lnTo>
                  <a:lnTo>
                    <a:pt x="24527" y="254354"/>
                  </a:lnTo>
                  <a:lnTo>
                    <a:pt x="27356" y="258821"/>
                  </a:lnTo>
                  <a:lnTo>
                    <a:pt x="30324" y="263197"/>
                  </a:lnTo>
                  <a:lnTo>
                    <a:pt x="33430" y="267477"/>
                  </a:lnTo>
                  <a:lnTo>
                    <a:pt x="36670" y="271656"/>
                  </a:lnTo>
                  <a:lnTo>
                    <a:pt x="40040" y="275731"/>
                  </a:lnTo>
                  <a:lnTo>
                    <a:pt x="43537" y="279697"/>
                  </a:lnTo>
                  <a:lnTo>
                    <a:pt x="47158" y="283551"/>
                  </a:lnTo>
                  <a:lnTo>
                    <a:pt x="50899" y="287288"/>
                  </a:lnTo>
                  <a:lnTo>
                    <a:pt x="54757" y="290905"/>
                  </a:lnTo>
                  <a:lnTo>
                    <a:pt x="58727" y="294398"/>
                  </a:lnTo>
                  <a:lnTo>
                    <a:pt x="62805" y="297764"/>
                  </a:lnTo>
                  <a:lnTo>
                    <a:pt x="66988" y="300999"/>
                  </a:lnTo>
                  <a:lnTo>
                    <a:pt x="71271" y="304101"/>
                  </a:lnTo>
                  <a:lnTo>
                    <a:pt x="75650" y="307065"/>
                  </a:lnTo>
                  <a:lnTo>
                    <a:pt x="80120" y="309889"/>
                  </a:lnTo>
                  <a:lnTo>
                    <a:pt x="84678" y="312570"/>
                  </a:lnTo>
                  <a:lnTo>
                    <a:pt x="89318" y="315106"/>
                  </a:lnTo>
                  <a:lnTo>
                    <a:pt x="94036" y="317494"/>
                  </a:lnTo>
                  <a:lnTo>
                    <a:pt x="98827" y="319732"/>
                  </a:lnTo>
                  <a:lnTo>
                    <a:pt x="103687" y="321817"/>
                  </a:lnTo>
                  <a:lnTo>
                    <a:pt x="108610" y="323747"/>
                  </a:lnTo>
                  <a:lnTo>
                    <a:pt x="113592" y="325520"/>
                  </a:lnTo>
                  <a:lnTo>
                    <a:pt x="118627" y="327135"/>
                  </a:lnTo>
                  <a:lnTo>
                    <a:pt x="123711" y="328590"/>
                  </a:lnTo>
                  <a:lnTo>
                    <a:pt x="128838" y="329883"/>
                  </a:lnTo>
                  <a:lnTo>
                    <a:pt x="134004" y="331014"/>
                  </a:lnTo>
                  <a:lnTo>
                    <a:pt x="139203" y="331981"/>
                  </a:lnTo>
                  <a:lnTo>
                    <a:pt x="144430" y="332782"/>
                  </a:lnTo>
                  <a:lnTo>
                    <a:pt x="149679" y="333418"/>
                  </a:lnTo>
                  <a:lnTo>
                    <a:pt x="154946" y="333888"/>
                  </a:lnTo>
                  <a:lnTo>
                    <a:pt x="160225" y="334191"/>
                  </a:lnTo>
                  <a:lnTo>
                    <a:pt x="165512" y="334326"/>
                  </a:lnTo>
                  <a:lnTo>
                    <a:pt x="170799" y="334295"/>
                  </a:lnTo>
                  <a:lnTo>
                    <a:pt x="176084" y="334096"/>
                  </a:lnTo>
                  <a:lnTo>
                    <a:pt x="181359" y="333730"/>
                  </a:lnTo>
                  <a:lnTo>
                    <a:pt x="186620" y="333198"/>
                  </a:lnTo>
                  <a:lnTo>
                    <a:pt x="191861" y="332499"/>
                  </a:lnTo>
                  <a:lnTo>
                    <a:pt x="197078" y="331635"/>
                  </a:lnTo>
                  <a:lnTo>
                    <a:pt x="202265" y="330606"/>
                  </a:lnTo>
                  <a:lnTo>
                    <a:pt x="207417" y="329414"/>
                  </a:lnTo>
                  <a:lnTo>
                    <a:pt x="212529" y="328059"/>
                  </a:lnTo>
                  <a:lnTo>
                    <a:pt x="217595" y="326544"/>
                  </a:lnTo>
                  <a:lnTo>
                    <a:pt x="222610" y="324869"/>
                  </a:lnTo>
                  <a:lnTo>
                    <a:pt x="227570" y="323036"/>
                  </a:lnTo>
                  <a:lnTo>
                    <a:pt x="232470" y="321047"/>
                  </a:lnTo>
                  <a:lnTo>
                    <a:pt x="237304" y="318905"/>
                  </a:lnTo>
                  <a:lnTo>
                    <a:pt x="242069" y="316610"/>
                  </a:lnTo>
                  <a:lnTo>
                    <a:pt x="246758" y="314166"/>
                  </a:lnTo>
                  <a:lnTo>
                    <a:pt x="251367" y="311575"/>
                  </a:lnTo>
                  <a:lnTo>
                    <a:pt x="255893" y="308839"/>
                  </a:lnTo>
                  <a:lnTo>
                    <a:pt x="260329" y="305961"/>
                  </a:lnTo>
                  <a:lnTo>
                    <a:pt x="264672" y="302945"/>
                  </a:lnTo>
                  <a:lnTo>
                    <a:pt x="268918" y="299793"/>
                  </a:lnTo>
                  <a:lnTo>
                    <a:pt x="273062" y="296508"/>
                  </a:lnTo>
                  <a:lnTo>
                    <a:pt x="277100" y="293094"/>
                  </a:lnTo>
                  <a:lnTo>
                    <a:pt x="281028" y="289553"/>
                  </a:lnTo>
                  <a:lnTo>
                    <a:pt x="284842" y="285891"/>
                  </a:lnTo>
                  <a:lnTo>
                    <a:pt x="288538" y="282109"/>
                  </a:lnTo>
                  <a:lnTo>
                    <a:pt x="292112" y="278212"/>
                  </a:lnTo>
                  <a:lnTo>
                    <a:pt x="295562" y="274205"/>
                  </a:lnTo>
                  <a:lnTo>
                    <a:pt x="298883" y="270090"/>
                  </a:lnTo>
                  <a:lnTo>
                    <a:pt x="302073" y="265872"/>
                  </a:lnTo>
                  <a:lnTo>
                    <a:pt x="305127" y="261555"/>
                  </a:lnTo>
                  <a:lnTo>
                    <a:pt x="308044" y="257144"/>
                  </a:lnTo>
                  <a:lnTo>
                    <a:pt x="310819" y="252643"/>
                  </a:lnTo>
                  <a:lnTo>
                    <a:pt x="313450" y="248057"/>
                  </a:lnTo>
                  <a:lnTo>
                    <a:pt x="315936" y="243389"/>
                  </a:lnTo>
                  <a:lnTo>
                    <a:pt x="318272" y="238646"/>
                  </a:lnTo>
                  <a:lnTo>
                    <a:pt x="320457" y="233830"/>
                  </a:lnTo>
                  <a:lnTo>
                    <a:pt x="322489" y="228948"/>
                  </a:lnTo>
                  <a:lnTo>
                    <a:pt x="324365" y="224004"/>
                  </a:lnTo>
                  <a:lnTo>
                    <a:pt x="326084" y="219004"/>
                  </a:lnTo>
                  <a:lnTo>
                    <a:pt x="327644" y="213951"/>
                  </a:lnTo>
                  <a:lnTo>
                    <a:pt x="329044" y="208852"/>
                  </a:lnTo>
                  <a:lnTo>
                    <a:pt x="330281" y="203711"/>
                  </a:lnTo>
                  <a:lnTo>
                    <a:pt x="331355" y="198533"/>
                  </a:lnTo>
                  <a:lnTo>
                    <a:pt x="332265" y="193324"/>
                  </a:lnTo>
                  <a:lnTo>
                    <a:pt x="333010" y="188089"/>
                  </a:lnTo>
                  <a:lnTo>
                    <a:pt x="333589" y="182832"/>
                  </a:lnTo>
                  <a:lnTo>
                    <a:pt x="334001" y="177561"/>
                  </a:lnTo>
                  <a:lnTo>
                    <a:pt x="334246" y="172278"/>
                  </a:lnTo>
                  <a:lnTo>
                    <a:pt x="334324" y="166991"/>
                  </a:lnTo>
                  <a:lnTo>
                    <a:pt x="334235" y="161704"/>
                  </a:lnTo>
                  <a:lnTo>
                    <a:pt x="333979" y="156422"/>
                  </a:lnTo>
                  <a:lnTo>
                    <a:pt x="333555" y="151151"/>
                  </a:lnTo>
                  <a:lnTo>
                    <a:pt x="332966" y="145896"/>
                  </a:lnTo>
                  <a:lnTo>
                    <a:pt x="332210" y="140663"/>
                  </a:lnTo>
                  <a:lnTo>
                    <a:pt x="331289" y="135455"/>
                  </a:lnTo>
                  <a:lnTo>
                    <a:pt x="330204" y="130280"/>
                  </a:lnTo>
                  <a:lnTo>
                    <a:pt x="328956" y="125142"/>
                  </a:lnTo>
                  <a:lnTo>
                    <a:pt x="327546" y="120045"/>
                  </a:lnTo>
                  <a:lnTo>
                    <a:pt x="325975" y="114996"/>
                  </a:lnTo>
                  <a:lnTo>
                    <a:pt x="324245" y="109999"/>
                  </a:lnTo>
                  <a:lnTo>
                    <a:pt x="322359" y="105059"/>
                  </a:lnTo>
                  <a:lnTo>
                    <a:pt x="320317" y="100181"/>
                  </a:lnTo>
                  <a:lnTo>
                    <a:pt x="318121" y="95370"/>
                  </a:lnTo>
                  <a:lnTo>
                    <a:pt x="315775" y="90632"/>
                  </a:lnTo>
                  <a:lnTo>
                    <a:pt x="313280" y="85969"/>
                  </a:lnTo>
                  <a:lnTo>
                    <a:pt x="310639" y="8138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14453"/>
              <a:ext cx="143481" cy="85778"/>
            </a:xfrm>
            <a:custGeom>
              <a:avLst/>
              <a:pathLst>
                <a:path w="143481" h="85778">
                  <a:moveTo>
                    <a:pt x="143481" y="0"/>
                  </a:moveTo>
                  <a:lnTo>
                    <a:pt x="0" y="857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41121"/>
              <a:ext cx="143481" cy="159110"/>
            </a:xfrm>
            <a:custGeom>
              <a:avLst/>
              <a:pathLst>
                <a:path w="143481" h="159110">
                  <a:moveTo>
                    <a:pt x="143481" y="73331"/>
                  </a:moveTo>
                  <a:lnTo>
                    <a:pt x="140455" y="68462"/>
                  </a:lnTo>
                  <a:lnTo>
                    <a:pt x="137265" y="63699"/>
                  </a:lnTo>
                  <a:lnTo>
                    <a:pt x="133912" y="59048"/>
                  </a:lnTo>
                  <a:lnTo>
                    <a:pt x="130402" y="54515"/>
                  </a:lnTo>
                  <a:lnTo>
                    <a:pt x="126739" y="50105"/>
                  </a:lnTo>
                  <a:lnTo>
                    <a:pt x="122927" y="45823"/>
                  </a:lnTo>
                  <a:lnTo>
                    <a:pt x="118970" y="41675"/>
                  </a:lnTo>
                  <a:lnTo>
                    <a:pt x="114873" y="37664"/>
                  </a:lnTo>
                  <a:lnTo>
                    <a:pt x="110641" y="33797"/>
                  </a:lnTo>
                  <a:lnTo>
                    <a:pt x="106279" y="30076"/>
                  </a:lnTo>
                  <a:lnTo>
                    <a:pt x="101792" y="26508"/>
                  </a:lnTo>
                  <a:lnTo>
                    <a:pt x="97185" y="23096"/>
                  </a:lnTo>
                  <a:lnTo>
                    <a:pt x="92464" y="19843"/>
                  </a:lnTo>
                  <a:lnTo>
                    <a:pt x="87635" y="16754"/>
                  </a:lnTo>
                  <a:lnTo>
                    <a:pt x="82702" y="13833"/>
                  </a:lnTo>
                  <a:lnTo>
                    <a:pt x="77672" y="11083"/>
                  </a:lnTo>
                  <a:lnTo>
                    <a:pt x="72550" y="8506"/>
                  </a:lnTo>
                  <a:lnTo>
                    <a:pt x="67343" y="6107"/>
                  </a:lnTo>
                  <a:lnTo>
                    <a:pt x="62057" y="3888"/>
                  </a:lnTo>
                  <a:lnTo>
                    <a:pt x="56698" y="1851"/>
                  </a:lnTo>
                  <a:lnTo>
                    <a:pt x="51272" y="0"/>
                  </a:lnTo>
                  <a:lnTo>
                    <a:pt x="0" y="159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51272" cy="167167"/>
            </a:xfrm>
            <a:custGeom>
              <a:avLst/>
              <a:pathLst>
                <a:path w="51272" h="167167">
                  <a:moveTo>
                    <a:pt x="51272" y="8057"/>
                  </a:moveTo>
                  <a:lnTo>
                    <a:pt x="45035" y="6180"/>
                  </a:lnTo>
                  <a:lnTo>
                    <a:pt x="38729" y="4548"/>
                  </a:lnTo>
                  <a:lnTo>
                    <a:pt x="32364" y="3162"/>
                  </a:lnTo>
                  <a:lnTo>
                    <a:pt x="25951" y="2026"/>
                  </a:lnTo>
                  <a:lnTo>
                    <a:pt x="19497" y="1140"/>
                  </a:lnTo>
                  <a:lnTo>
                    <a:pt x="13015" y="507"/>
                  </a:lnTo>
                  <a:lnTo>
                    <a:pt x="651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33" y="3170392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0" y="3019"/>
                  </a:lnTo>
                  <a:lnTo>
                    <a:pt x="130330" y="4104"/>
                  </a:lnTo>
                  <a:lnTo>
                    <a:pt x="125176" y="5354"/>
                  </a:lnTo>
                  <a:lnTo>
                    <a:pt x="120065" y="6767"/>
                  </a:lnTo>
                  <a:lnTo>
                    <a:pt x="115001" y="8341"/>
                  </a:lnTo>
                  <a:lnTo>
                    <a:pt x="109990" y="10075"/>
                  </a:lnTo>
                  <a:lnTo>
                    <a:pt x="105036" y="11967"/>
                  </a:lnTo>
                  <a:lnTo>
                    <a:pt x="100145" y="14015"/>
                  </a:lnTo>
                  <a:lnTo>
                    <a:pt x="95321" y="16217"/>
                  </a:lnTo>
                  <a:lnTo>
                    <a:pt x="90569" y="18571"/>
                  </a:lnTo>
                  <a:lnTo>
                    <a:pt x="85894" y="21075"/>
                  </a:lnTo>
                  <a:lnTo>
                    <a:pt x="81302" y="23725"/>
                  </a:lnTo>
                  <a:lnTo>
                    <a:pt x="76795" y="26520"/>
                  </a:lnTo>
                  <a:lnTo>
                    <a:pt x="72380" y="29457"/>
                  </a:lnTo>
                  <a:lnTo>
                    <a:pt x="68059" y="32532"/>
                  </a:lnTo>
                  <a:lnTo>
                    <a:pt x="63839" y="35743"/>
                  </a:lnTo>
                  <a:lnTo>
                    <a:pt x="59722" y="39086"/>
                  </a:lnTo>
                  <a:lnTo>
                    <a:pt x="55714" y="42557"/>
                  </a:lnTo>
                  <a:lnTo>
                    <a:pt x="51818" y="46154"/>
                  </a:lnTo>
                  <a:lnTo>
                    <a:pt x="48037" y="49873"/>
                  </a:lnTo>
                  <a:lnTo>
                    <a:pt x="44377" y="53710"/>
                  </a:lnTo>
                  <a:lnTo>
                    <a:pt x="40840" y="57661"/>
                  </a:lnTo>
                  <a:lnTo>
                    <a:pt x="37430" y="61723"/>
                  </a:lnTo>
                  <a:lnTo>
                    <a:pt x="34151" y="65890"/>
                  </a:lnTo>
                  <a:lnTo>
                    <a:pt x="31006" y="70159"/>
                  </a:lnTo>
                  <a:lnTo>
                    <a:pt x="27997" y="74526"/>
                  </a:lnTo>
                  <a:lnTo>
                    <a:pt x="25129" y="78986"/>
                  </a:lnTo>
                  <a:lnTo>
                    <a:pt x="22404" y="83535"/>
                  </a:lnTo>
                  <a:lnTo>
                    <a:pt x="19824" y="88168"/>
                  </a:lnTo>
                  <a:lnTo>
                    <a:pt x="17392" y="92881"/>
                  </a:lnTo>
                  <a:lnTo>
                    <a:pt x="15111" y="97668"/>
                  </a:lnTo>
                  <a:lnTo>
                    <a:pt x="12984" y="102525"/>
                  </a:lnTo>
                  <a:lnTo>
                    <a:pt x="11011" y="107448"/>
                  </a:lnTo>
                  <a:lnTo>
                    <a:pt x="9195" y="112430"/>
                  </a:lnTo>
                  <a:lnTo>
                    <a:pt x="7539" y="117467"/>
                  </a:lnTo>
                  <a:lnTo>
                    <a:pt x="6043" y="122555"/>
                  </a:lnTo>
                  <a:lnTo>
                    <a:pt x="4709" y="127687"/>
                  </a:lnTo>
                  <a:lnTo>
                    <a:pt x="3538" y="132859"/>
                  </a:lnTo>
                  <a:lnTo>
                    <a:pt x="2532" y="138066"/>
                  </a:lnTo>
                  <a:lnTo>
                    <a:pt x="1692" y="143302"/>
                  </a:lnTo>
                  <a:lnTo>
                    <a:pt x="1018" y="148562"/>
                  </a:lnTo>
                  <a:lnTo>
                    <a:pt x="512" y="153840"/>
                  </a:lnTo>
                  <a:lnTo>
                    <a:pt x="173" y="159132"/>
                  </a:lnTo>
                  <a:lnTo>
                    <a:pt x="2" y="164433"/>
                  </a:lnTo>
                  <a:lnTo>
                    <a:pt x="0" y="169735"/>
                  </a:lnTo>
                  <a:lnTo>
                    <a:pt x="165" y="175036"/>
                  </a:lnTo>
                  <a:lnTo>
                    <a:pt x="499" y="180328"/>
                  </a:lnTo>
                  <a:lnTo>
                    <a:pt x="1000" y="185607"/>
                  </a:lnTo>
                  <a:lnTo>
                    <a:pt x="1668" y="190868"/>
                  </a:lnTo>
                  <a:lnTo>
                    <a:pt x="2503" y="196104"/>
                  </a:lnTo>
                  <a:lnTo>
                    <a:pt x="3504" y="201312"/>
                  </a:lnTo>
                  <a:lnTo>
                    <a:pt x="4669" y="206485"/>
                  </a:lnTo>
                  <a:lnTo>
                    <a:pt x="5998" y="211619"/>
                  </a:lnTo>
                  <a:lnTo>
                    <a:pt x="7489" y="216708"/>
                  </a:lnTo>
                  <a:lnTo>
                    <a:pt x="9141" y="221747"/>
                  </a:lnTo>
                  <a:lnTo>
                    <a:pt x="10952" y="226731"/>
                  </a:lnTo>
                  <a:lnTo>
                    <a:pt x="12919" y="231655"/>
                  </a:lnTo>
                  <a:lnTo>
                    <a:pt x="15042" y="236515"/>
                  </a:lnTo>
                  <a:lnTo>
                    <a:pt x="17319" y="241304"/>
                  </a:lnTo>
                  <a:lnTo>
                    <a:pt x="19745" y="246019"/>
                  </a:lnTo>
                  <a:lnTo>
                    <a:pt x="22321" y="250655"/>
                  </a:lnTo>
                  <a:lnTo>
                    <a:pt x="25042" y="255206"/>
                  </a:lnTo>
                  <a:lnTo>
                    <a:pt x="27906" y="259669"/>
                  </a:lnTo>
                  <a:lnTo>
                    <a:pt x="30910" y="264039"/>
                  </a:lnTo>
                  <a:lnTo>
                    <a:pt x="34051" y="268312"/>
                  </a:lnTo>
                  <a:lnTo>
                    <a:pt x="37326" y="272482"/>
                  </a:lnTo>
                  <a:lnTo>
                    <a:pt x="40731" y="276547"/>
                  </a:lnTo>
                  <a:lnTo>
                    <a:pt x="44264" y="280502"/>
                  </a:lnTo>
                  <a:lnTo>
                    <a:pt x="47921" y="284342"/>
                  </a:lnTo>
                  <a:lnTo>
                    <a:pt x="51697" y="288065"/>
                  </a:lnTo>
                  <a:lnTo>
                    <a:pt x="55590" y="291666"/>
                  </a:lnTo>
                  <a:lnTo>
                    <a:pt x="59595" y="295142"/>
                  </a:lnTo>
                  <a:lnTo>
                    <a:pt x="63708" y="298489"/>
                  </a:lnTo>
                  <a:lnTo>
                    <a:pt x="67926" y="301703"/>
                  </a:lnTo>
                  <a:lnTo>
                    <a:pt x="72243" y="304783"/>
                  </a:lnTo>
                  <a:lnTo>
                    <a:pt x="76655" y="307724"/>
                  </a:lnTo>
                  <a:lnTo>
                    <a:pt x="81159" y="310523"/>
                  </a:lnTo>
                  <a:lnTo>
                    <a:pt x="85749" y="313178"/>
                  </a:lnTo>
                  <a:lnTo>
                    <a:pt x="90421" y="315687"/>
                  </a:lnTo>
                  <a:lnTo>
                    <a:pt x="95171" y="318046"/>
                  </a:lnTo>
                  <a:lnTo>
                    <a:pt x="99993" y="320253"/>
                  </a:lnTo>
                  <a:lnTo>
                    <a:pt x="104882" y="322306"/>
                  </a:lnTo>
                  <a:lnTo>
                    <a:pt x="109834" y="324202"/>
                  </a:lnTo>
                  <a:lnTo>
                    <a:pt x="114844" y="325941"/>
                  </a:lnTo>
                  <a:lnTo>
                    <a:pt x="119906" y="327520"/>
                  </a:lnTo>
                  <a:lnTo>
                    <a:pt x="125016" y="328938"/>
                  </a:lnTo>
                  <a:lnTo>
                    <a:pt x="130168" y="330193"/>
                  </a:lnTo>
                  <a:lnTo>
                    <a:pt x="135357" y="331284"/>
                  </a:lnTo>
                  <a:lnTo>
                    <a:pt x="140579" y="332210"/>
                  </a:lnTo>
                  <a:lnTo>
                    <a:pt x="145827" y="332969"/>
                  </a:lnTo>
                  <a:lnTo>
                    <a:pt x="151097" y="333562"/>
                  </a:lnTo>
                  <a:lnTo>
                    <a:pt x="156382" y="333987"/>
                  </a:lnTo>
                  <a:lnTo>
                    <a:pt x="161679" y="334245"/>
                  </a:lnTo>
                  <a:lnTo>
                    <a:pt x="166981" y="334334"/>
                  </a:lnTo>
                  <a:lnTo>
                    <a:pt x="172283" y="334255"/>
                  </a:lnTo>
                  <a:lnTo>
                    <a:pt x="177581" y="334008"/>
                  </a:lnTo>
                  <a:lnTo>
                    <a:pt x="182867" y="333594"/>
                  </a:lnTo>
                  <a:lnTo>
                    <a:pt x="188138" y="333011"/>
                  </a:lnTo>
                  <a:lnTo>
                    <a:pt x="193388" y="332262"/>
                  </a:lnTo>
                  <a:lnTo>
                    <a:pt x="198611" y="331347"/>
                  </a:lnTo>
                  <a:lnTo>
                    <a:pt x="203803" y="330266"/>
                  </a:lnTo>
                  <a:lnTo>
                    <a:pt x="208957" y="329021"/>
                  </a:lnTo>
                  <a:lnTo>
                    <a:pt x="214070" y="327614"/>
                  </a:lnTo>
                  <a:lnTo>
                    <a:pt x="219135" y="326045"/>
                  </a:lnTo>
                  <a:lnTo>
                    <a:pt x="224148" y="324316"/>
                  </a:lnTo>
                  <a:lnTo>
                    <a:pt x="229104" y="322429"/>
                  </a:lnTo>
                  <a:lnTo>
                    <a:pt x="233998" y="320386"/>
                  </a:lnTo>
                  <a:lnTo>
                    <a:pt x="238824" y="318188"/>
                  </a:lnTo>
                  <a:lnTo>
                    <a:pt x="243578" y="315839"/>
                  </a:lnTo>
                  <a:lnTo>
                    <a:pt x="248255" y="313340"/>
                  </a:lnTo>
                  <a:lnTo>
                    <a:pt x="252850" y="310694"/>
                  </a:lnTo>
                  <a:lnTo>
                    <a:pt x="257360" y="307903"/>
                  </a:lnTo>
                  <a:lnTo>
                    <a:pt x="261778" y="304971"/>
                  </a:lnTo>
                  <a:lnTo>
                    <a:pt x="266101" y="301900"/>
                  </a:lnTo>
                  <a:lnTo>
                    <a:pt x="270325" y="298694"/>
                  </a:lnTo>
                  <a:lnTo>
                    <a:pt x="274445" y="295355"/>
                  </a:lnTo>
                  <a:lnTo>
                    <a:pt x="278457" y="291887"/>
                  </a:lnTo>
                  <a:lnTo>
                    <a:pt x="282357" y="288294"/>
                  </a:lnTo>
                  <a:lnTo>
                    <a:pt x="286141" y="284579"/>
                  </a:lnTo>
                  <a:lnTo>
                    <a:pt x="289805" y="280746"/>
                  </a:lnTo>
                  <a:lnTo>
                    <a:pt x="293345" y="276798"/>
                  </a:lnTo>
                  <a:lnTo>
                    <a:pt x="296759" y="272740"/>
                  </a:lnTo>
                  <a:lnTo>
                    <a:pt x="300043" y="268576"/>
                  </a:lnTo>
                  <a:lnTo>
                    <a:pt x="303192" y="264310"/>
                  </a:lnTo>
                  <a:lnTo>
                    <a:pt x="306205" y="259946"/>
                  </a:lnTo>
                  <a:lnTo>
                    <a:pt x="309078" y="255488"/>
                  </a:lnTo>
                  <a:lnTo>
                    <a:pt x="311808" y="250942"/>
                  </a:lnTo>
                  <a:lnTo>
                    <a:pt x="314392" y="246312"/>
                  </a:lnTo>
                  <a:lnTo>
                    <a:pt x="316828" y="241602"/>
                  </a:lnTo>
                  <a:lnTo>
                    <a:pt x="319114" y="236817"/>
                  </a:lnTo>
                  <a:lnTo>
                    <a:pt x="321247" y="231962"/>
                  </a:lnTo>
                  <a:lnTo>
                    <a:pt x="323224" y="227041"/>
                  </a:lnTo>
                  <a:lnTo>
                    <a:pt x="325045" y="222061"/>
                  </a:lnTo>
                  <a:lnTo>
                    <a:pt x="326706" y="217025"/>
                  </a:lnTo>
                  <a:lnTo>
                    <a:pt x="328208" y="211939"/>
                  </a:lnTo>
                  <a:lnTo>
                    <a:pt x="329547" y="206808"/>
                  </a:lnTo>
                  <a:lnTo>
                    <a:pt x="330722" y="201637"/>
                  </a:lnTo>
                  <a:lnTo>
                    <a:pt x="331733" y="196431"/>
                  </a:lnTo>
                  <a:lnTo>
                    <a:pt x="332579" y="191196"/>
                  </a:lnTo>
                  <a:lnTo>
                    <a:pt x="333258" y="185937"/>
                  </a:lnTo>
                  <a:lnTo>
                    <a:pt x="333769" y="180659"/>
                  </a:lnTo>
                  <a:lnTo>
                    <a:pt x="334113" y="175367"/>
                  </a:lnTo>
                  <a:lnTo>
                    <a:pt x="334289" y="170067"/>
                  </a:lnTo>
                  <a:lnTo>
                    <a:pt x="334297" y="164765"/>
                  </a:lnTo>
                  <a:lnTo>
                    <a:pt x="334137" y="159464"/>
                  </a:lnTo>
                  <a:lnTo>
                    <a:pt x="333809" y="154171"/>
                  </a:lnTo>
                  <a:lnTo>
                    <a:pt x="333313" y="148892"/>
                  </a:lnTo>
                  <a:lnTo>
                    <a:pt x="332649" y="143631"/>
                  </a:lnTo>
                  <a:lnTo>
                    <a:pt x="331820" y="138393"/>
                  </a:lnTo>
                  <a:lnTo>
                    <a:pt x="330824" y="133184"/>
                  </a:lnTo>
                  <a:lnTo>
                    <a:pt x="329664" y="128010"/>
                  </a:lnTo>
                  <a:lnTo>
                    <a:pt x="328340" y="122875"/>
                  </a:lnTo>
                  <a:lnTo>
                    <a:pt x="326854" y="117785"/>
                  </a:lnTo>
                  <a:lnTo>
                    <a:pt x="325208" y="112744"/>
                  </a:lnTo>
                  <a:lnTo>
                    <a:pt x="323402" y="107758"/>
                  </a:lnTo>
                  <a:lnTo>
                    <a:pt x="321439" y="102832"/>
                  </a:lnTo>
                  <a:lnTo>
                    <a:pt x="319321" y="97970"/>
                  </a:lnTo>
                  <a:lnTo>
                    <a:pt x="317049" y="93178"/>
                  </a:lnTo>
                  <a:lnTo>
                    <a:pt x="314627" y="88461"/>
                  </a:lnTo>
                  <a:lnTo>
                    <a:pt x="312057" y="83823"/>
                  </a:lnTo>
                  <a:lnTo>
                    <a:pt x="309340" y="79269"/>
                  </a:lnTo>
                  <a:lnTo>
                    <a:pt x="306481" y="74803"/>
                  </a:lnTo>
                  <a:lnTo>
                    <a:pt x="303481" y="70430"/>
                  </a:lnTo>
                  <a:lnTo>
                    <a:pt x="300344" y="66154"/>
                  </a:lnTo>
                  <a:lnTo>
                    <a:pt x="297073" y="61980"/>
                  </a:lnTo>
                  <a:lnTo>
                    <a:pt x="293672" y="57912"/>
                  </a:lnTo>
                  <a:lnTo>
                    <a:pt x="290143" y="53954"/>
                  </a:lnTo>
                  <a:lnTo>
                    <a:pt x="286490" y="50110"/>
                  </a:lnTo>
                  <a:lnTo>
                    <a:pt x="282717" y="46384"/>
                  </a:lnTo>
                  <a:lnTo>
                    <a:pt x="278828" y="42779"/>
                  </a:lnTo>
                  <a:lnTo>
                    <a:pt x="274826" y="39299"/>
                  </a:lnTo>
                  <a:lnTo>
                    <a:pt x="270716" y="35948"/>
                  </a:lnTo>
                  <a:lnTo>
                    <a:pt x="266502" y="32729"/>
                  </a:lnTo>
                  <a:lnTo>
                    <a:pt x="262188" y="29645"/>
                  </a:lnTo>
                  <a:lnTo>
                    <a:pt x="257779" y="26700"/>
                  </a:lnTo>
                  <a:lnTo>
                    <a:pt x="253278" y="23896"/>
                  </a:lnTo>
                  <a:lnTo>
                    <a:pt x="248690" y="21236"/>
                  </a:lnTo>
                  <a:lnTo>
                    <a:pt x="244020" y="18723"/>
                  </a:lnTo>
                  <a:lnTo>
                    <a:pt x="239273" y="1636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6752"/>
              <a:ext cx="72126" cy="150807"/>
            </a:xfrm>
            <a:custGeom>
              <a:avLst/>
              <a:pathLst>
                <a:path w="72126" h="150807">
                  <a:moveTo>
                    <a:pt x="72126" y="0"/>
                  </a:moveTo>
                  <a:lnTo>
                    <a:pt x="0" y="1508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3791"/>
              <a:ext cx="72126" cy="153768"/>
            </a:xfrm>
            <a:custGeom>
              <a:avLst/>
              <a:pathLst>
                <a:path w="72126" h="153768">
                  <a:moveTo>
                    <a:pt x="72126" y="2960"/>
                  </a:moveTo>
                  <a:lnTo>
                    <a:pt x="65577" y="0"/>
                  </a:lnTo>
                  <a:lnTo>
                    <a:pt x="0" y="1537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65577" cy="167167"/>
            </a:xfrm>
            <a:custGeom>
              <a:avLst/>
              <a:pathLst>
                <a:path w="65577" h="167167">
                  <a:moveTo>
                    <a:pt x="65577" y="13399"/>
                  </a:moveTo>
                  <a:lnTo>
                    <a:pt x="59899" y="11100"/>
                  </a:lnTo>
                  <a:lnTo>
                    <a:pt x="54140" y="9010"/>
                  </a:lnTo>
                  <a:lnTo>
                    <a:pt x="48309" y="7132"/>
                  </a:lnTo>
                  <a:lnTo>
                    <a:pt x="42414" y="5470"/>
                  </a:lnTo>
                  <a:lnTo>
                    <a:pt x="36461" y="4024"/>
                  </a:lnTo>
                  <a:lnTo>
                    <a:pt x="30459" y="2798"/>
                  </a:lnTo>
                  <a:lnTo>
                    <a:pt x="24416" y="1792"/>
                  </a:lnTo>
                  <a:lnTo>
                    <a:pt x="18341" y="1009"/>
                  </a:lnTo>
                  <a:lnTo>
                    <a:pt x="12241" y="448"/>
                  </a:lnTo>
                  <a:lnTo>
                    <a:pt x="6124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423598" y="3707720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5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1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1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5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5" y="287917"/>
                  </a:lnTo>
                  <a:lnTo>
                    <a:pt x="55430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7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4" y="317941"/>
                  </a:lnTo>
                  <a:lnTo>
                    <a:pt x="99769" y="320154"/>
                  </a:lnTo>
                  <a:lnTo>
                    <a:pt x="104653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3" y="330135"/>
                  </a:lnTo>
                  <a:lnTo>
                    <a:pt x="135098" y="331233"/>
                  </a:lnTo>
                  <a:lnTo>
                    <a:pt x="140316" y="332167"/>
                  </a:lnTo>
                  <a:lnTo>
                    <a:pt x="145560" y="332934"/>
                  </a:lnTo>
                  <a:lnTo>
                    <a:pt x="150825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2000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8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5" y="324423"/>
                  </a:lnTo>
                  <a:lnTo>
                    <a:pt x="228811" y="322546"/>
                  </a:lnTo>
                  <a:lnTo>
                    <a:pt x="233706" y="320514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4"/>
                  </a:lnTo>
                  <a:lnTo>
                    <a:pt x="257080" y="308083"/>
                  </a:lnTo>
                  <a:lnTo>
                    <a:pt x="261502" y="305162"/>
                  </a:lnTo>
                  <a:lnTo>
                    <a:pt x="265829" y="302101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3" y="288536"/>
                  </a:lnTo>
                  <a:lnTo>
                    <a:pt x="285893" y="284831"/>
                  </a:lnTo>
                  <a:lnTo>
                    <a:pt x="289564" y="281008"/>
                  </a:lnTo>
                  <a:lnTo>
                    <a:pt x="293111" y="277070"/>
                  </a:lnTo>
                  <a:lnTo>
                    <a:pt x="296532" y="273021"/>
                  </a:lnTo>
                  <a:lnTo>
                    <a:pt x="299822" y="268867"/>
                  </a:lnTo>
                  <a:lnTo>
                    <a:pt x="302980" y="264610"/>
                  </a:lnTo>
                  <a:lnTo>
                    <a:pt x="306000" y="260255"/>
                  </a:lnTo>
                  <a:lnTo>
                    <a:pt x="308881" y="255806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8"/>
                  </a:lnTo>
                  <a:lnTo>
                    <a:pt x="321097" y="232320"/>
                  </a:lnTo>
                  <a:lnTo>
                    <a:pt x="323086" y="227407"/>
                  </a:lnTo>
                  <a:lnTo>
                    <a:pt x="324917" y="222433"/>
                  </a:lnTo>
                  <a:lnTo>
                    <a:pt x="326589" y="217404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4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49"/>
                  </a:lnTo>
                  <a:lnTo>
                    <a:pt x="333737" y="181075"/>
                  </a:lnTo>
                  <a:lnTo>
                    <a:pt x="334094" y="175787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8"/>
                  </a:lnTo>
                  <a:lnTo>
                    <a:pt x="326989" y="118217"/>
                  </a:lnTo>
                  <a:lnTo>
                    <a:pt x="325357" y="113174"/>
                  </a:lnTo>
                  <a:lnTo>
                    <a:pt x="323566" y="108186"/>
                  </a:lnTo>
                  <a:lnTo>
                    <a:pt x="321618" y="103257"/>
                  </a:lnTo>
                  <a:lnTo>
                    <a:pt x="319514" y="98392"/>
                  </a:lnTo>
                  <a:lnTo>
                    <a:pt x="317257" y="93597"/>
                  </a:lnTo>
                  <a:lnTo>
                    <a:pt x="314850" y="88875"/>
                  </a:lnTo>
                  <a:lnTo>
                    <a:pt x="312294" y="84232"/>
                  </a:lnTo>
                  <a:lnTo>
                    <a:pt x="309591" y="79673"/>
                  </a:lnTo>
                  <a:lnTo>
                    <a:pt x="306746" y="75201"/>
                  </a:lnTo>
                  <a:lnTo>
                    <a:pt x="303761" y="70822"/>
                  </a:lnTo>
                  <a:lnTo>
                    <a:pt x="300638" y="66540"/>
                  </a:lnTo>
                  <a:lnTo>
                    <a:pt x="297381" y="62359"/>
                  </a:lnTo>
                  <a:lnTo>
                    <a:pt x="293993" y="58283"/>
                  </a:lnTo>
                  <a:lnTo>
                    <a:pt x="290477" y="54317"/>
                  </a:lnTo>
                  <a:lnTo>
                    <a:pt x="286838" y="50464"/>
                  </a:lnTo>
                  <a:lnTo>
                    <a:pt x="283078" y="46728"/>
                  </a:lnTo>
                  <a:lnTo>
                    <a:pt x="279202" y="43114"/>
                  </a:lnTo>
                  <a:lnTo>
                    <a:pt x="275213" y="39624"/>
                  </a:lnTo>
                  <a:lnTo>
                    <a:pt x="271116" y="36262"/>
                  </a:lnTo>
                  <a:lnTo>
                    <a:pt x="266914" y="33032"/>
                  </a:lnTo>
                  <a:lnTo>
                    <a:pt x="262611" y="29937"/>
                  </a:lnTo>
                  <a:lnTo>
                    <a:pt x="258213" y="26980"/>
                  </a:lnTo>
                  <a:lnTo>
                    <a:pt x="253723" y="24164"/>
                  </a:lnTo>
                  <a:lnTo>
                    <a:pt x="249146" y="21491"/>
                  </a:lnTo>
                  <a:lnTo>
                    <a:pt x="244487" y="18965"/>
                  </a:lnTo>
                  <a:lnTo>
                    <a:pt x="239750" y="16588"/>
                  </a:lnTo>
                  <a:lnTo>
                    <a:pt x="234940" y="14362"/>
                  </a:lnTo>
                  <a:lnTo>
                    <a:pt x="230062" y="12290"/>
                  </a:lnTo>
                  <a:lnTo>
                    <a:pt x="225121" y="10373"/>
                  </a:lnTo>
                  <a:lnTo>
                    <a:pt x="220121" y="8614"/>
                  </a:lnTo>
                  <a:lnTo>
                    <a:pt x="215068" y="7015"/>
                  </a:lnTo>
                  <a:lnTo>
                    <a:pt x="209967" y="5576"/>
                  </a:lnTo>
                  <a:lnTo>
                    <a:pt x="204823" y="4300"/>
                  </a:lnTo>
                  <a:lnTo>
                    <a:pt x="199641" y="3188"/>
                  </a:lnTo>
                  <a:lnTo>
                    <a:pt x="194426" y="2240"/>
                  </a:lnTo>
                  <a:lnTo>
                    <a:pt x="189184" y="1458"/>
                  </a:lnTo>
                  <a:lnTo>
                    <a:pt x="183920" y="843"/>
                  </a:lnTo>
                  <a:lnTo>
                    <a:pt x="178639" y="395"/>
                  </a:lnTo>
                  <a:lnTo>
                    <a:pt x="173347" y="114"/>
                  </a:lnTo>
                  <a:lnTo>
                    <a:pt x="16804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14137" y="4213821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5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1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1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5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5" y="287917"/>
                  </a:lnTo>
                  <a:lnTo>
                    <a:pt x="55430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7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4" y="317941"/>
                  </a:lnTo>
                  <a:lnTo>
                    <a:pt x="99769" y="320154"/>
                  </a:lnTo>
                  <a:lnTo>
                    <a:pt x="104653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3" y="330135"/>
                  </a:lnTo>
                  <a:lnTo>
                    <a:pt x="135098" y="331233"/>
                  </a:lnTo>
                  <a:lnTo>
                    <a:pt x="140316" y="332167"/>
                  </a:lnTo>
                  <a:lnTo>
                    <a:pt x="145560" y="332934"/>
                  </a:lnTo>
                  <a:lnTo>
                    <a:pt x="150825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2000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8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5" y="324423"/>
                  </a:lnTo>
                  <a:lnTo>
                    <a:pt x="228811" y="322546"/>
                  </a:lnTo>
                  <a:lnTo>
                    <a:pt x="233706" y="320514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4"/>
                  </a:lnTo>
                  <a:lnTo>
                    <a:pt x="257080" y="308083"/>
                  </a:lnTo>
                  <a:lnTo>
                    <a:pt x="261502" y="305162"/>
                  </a:lnTo>
                  <a:lnTo>
                    <a:pt x="265829" y="302101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3" y="288536"/>
                  </a:lnTo>
                  <a:lnTo>
                    <a:pt x="285893" y="284831"/>
                  </a:lnTo>
                  <a:lnTo>
                    <a:pt x="289564" y="281008"/>
                  </a:lnTo>
                  <a:lnTo>
                    <a:pt x="293111" y="277070"/>
                  </a:lnTo>
                  <a:lnTo>
                    <a:pt x="296532" y="273021"/>
                  </a:lnTo>
                  <a:lnTo>
                    <a:pt x="299822" y="268867"/>
                  </a:lnTo>
                  <a:lnTo>
                    <a:pt x="302980" y="264610"/>
                  </a:lnTo>
                  <a:lnTo>
                    <a:pt x="306000" y="260255"/>
                  </a:lnTo>
                  <a:lnTo>
                    <a:pt x="308881" y="255806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8"/>
                  </a:lnTo>
                  <a:lnTo>
                    <a:pt x="321097" y="232320"/>
                  </a:lnTo>
                  <a:lnTo>
                    <a:pt x="323086" y="227407"/>
                  </a:lnTo>
                  <a:lnTo>
                    <a:pt x="324917" y="222433"/>
                  </a:lnTo>
                  <a:lnTo>
                    <a:pt x="326589" y="217404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4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49"/>
                  </a:lnTo>
                  <a:lnTo>
                    <a:pt x="333737" y="181075"/>
                  </a:lnTo>
                  <a:lnTo>
                    <a:pt x="334094" y="175787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8"/>
                  </a:lnTo>
                  <a:lnTo>
                    <a:pt x="326989" y="118217"/>
                  </a:lnTo>
                  <a:lnTo>
                    <a:pt x="325357" y="113174"/>
                  </a:lnTo>
                  <a:lnTo>
                    <a:pt x="323566" y="108186"/>
                  </a:lnTo>
                  <a:lnTo>
                    <a:pt x="321618" y="103257"/>
                  </a:lnTo>
                  <a:lnTo>
                    <a:pt x="319514" y="98392"/>
                  </a:lnTo>
                  <a:lnTo>
                    <a:pt x="317257" y="93597"/>
                  </a:lnTo>
                  <a:lnTo>
                    <a:pt x="314850" y="88875"/>
                  </a:lnTo>
                  <a:lnTo>
                    <a:pt x="312294" y="84232"/>
                  </a:lnTo>
                  <a:lnTo>
                    <a:pt x="309591" y="79673"/>
                  </a:lnTo>
                  <a:lnTo>
                    <a:pt x="306746" y="75201"/>
                  </a:lnTo>
                  <a:lnTo>
                    <a:pt x="303761" y="70822"/>
                  </a:lnTo>
                  <a:lnTo>
                    <a:pt x="300638" y="66540"/>
                  </a:lnTo>
                  <a:lnTo>
                    <a:pt x="297381" y="62359"/>
                  </a:lnTo>
                  <a:lnTo>
                    <a:pt x="293993" y="58283"/>
                  </a:lnTo>
                  <a:lnTo>
                    <a:pt x="290477" y="54317"/>
                  </a:lnTo>
                  <a:lnTo>
                    <a:pt x="286838" y="50464"/>
                  </a:lnTo>
                  <a:lnTo>
                    <a:pt x="283078" y="46728"/>
                  </a:lnTo>
                  <a:lnTo>
                    <a:pt x="279202" y="43114"/>
                  </a:lnTo>
                  <a:lnTo>
                    <a:pt x="275213" y="39624"/>
                  </a:lnTo>
                  <a:lnTo>
                    <a:pt x="271116" y="36262"/>
                  </a:lnTo>
                  <a:lnTo>
                    <a:pt x="266914" y="33032"/>
                  </a:lnTo>
                  <a:lnTo>
                    <a:pt x="262611" y="29937"/>
                  </a:lnTo>
                  <a:lnTo>
                    <a:pt x="258213" y="26980"/>
                  </a:lnTo>
                  <a:lnTo>
                    <a:pt x="253723" y="24164"/>
                  </a:lnTo>
                  <a:lnTo>
                    <a:pt x="249146" y="21491"/>
                  </a:lnTo>
                  <a:lnTo>
                    <a:pt x="244487" y="18965"/>
                  </a:lnTo>
                  <a:lnTo>
                    <a:pt x="239750" y="16588"/>
                  </a:lnTo>
                  <a:lnTo>
                    <a:pt x="234940" y="14362"/>
                  </a:lnTo>
                  <a:lnTo>
                    <a:pt x="230062" y="12290"/>
                  </a:lnTo>
                  <a:lnTo>
                    <a:pt x="225121" y="10373"/>
                  </a:lnTo>
                  <a:lnTo>
                    <a:pt x="220121" y="8614"/>
                  </a:lnTo>
                  <a:lnTo>
                    <a:pt x="215068" y="7015"/>
                  </a:lnTo>
                  <a:lnTo>
                    <a:pt x="209967" y="5576"/>
                  </a:lnTo>
                  <a:lnTo>
                    <a:pt x="204823" y="4300"/>
                  </a:lnTo>
                  <a:lnTo>
                    <a:pt x="199641" y="3188"/>
                  </a:lnTo>
                  <a:lnTo>
                    <a:pt x="194426" y="2240"/>
                  </a:lnTo>
                  <a:lnTo>
                    <a:pt x="189184" y="1458"/>
                  </a:lnTo>
                  <a:lnTo>
                    <a:pt x="183920" y="843"/>
                  </a:lnTo>
                  <a:lnTo>
                    <a:pt x="178639" y="395"/>
                  </a:lnTo>
                  <a:lnTo>
                    <a:pt x="173347" y="114"/>
                  </a:lnTo>
                  <a:lnTo>
                    <a:pt x="16804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919374" y="4659281"/>
              <a:ext cx="167150" cy="191119"/>
            </a:xfrm>
            <a:custGeom>
              <a:avLst/>
              <a:pathLst>
                <a:path w="167150" h="191119">
                  <a:moveTo>
                    <a:pt x="167150" y="0"/>
                  </a:moveTo>
                  <a:lnTo>
                    <a:pt x="161743" y="87"/>
                  </a:lnTo>
                  <a:lnTo>
                    <a:pt x="156341" y="349"/>
                  </a:lnTo>
                  <a:lnTo>
                    <a:pt x="150951" y="786"/>
                  </a:lnTo>
                  <a:lnTo>
                    <a:pt x="145578" y="1397"/>
                  </a:lnTo>
                  <a:lnTo>
                    <a:pt x="140228" y="2182"/>
                  </a:lnTo>
                  <a:lnTo>
                    <a:pt x="134905" y="3139"/>
                  </a:lnTo>
                  <a:lnTo>
                    <a:pt x="129617" y="4267"/>
                  </a:lnTo>
                  <a:lnTo>
                    <a:pt x="124367" y="5567"/>
                  </a:lnTo>
                  <a:lnTo>
                    <a:pt x="119163" y="7035"/>
                  </a:lnTo>
                  <a:lnTo>
                    <a:pt x="114009" y="8671"/>
                  </a:lnTo>
                  <a:lnTo>
                    <a:pt x="108910" y="10473"/>
                  </a:lnTo>
                  <a:lnTo>
                    <a:pt x="103872" y="12438"/>
                  </a:lnTo>
                  <a:lnTo>
                    <a:pt x="98901" y="14566"/>
                  </a:lnTo>
                  <a:lnTo>
                    <a:pt x="94000" y="16853"/>
                  </a:lnTo>
                  <a:lnTo>
                    <a:pt x="89177" y="19298"/>
                  </a:lnTo>
                  <a:lnTo>
                    <a:pt x="84435" y="21897"/>
                  </a:lnTo>
                  <a:lnTo>
                    <a:pt x="79779" y="24649"/>
                  </a:lnTo>
                  <a:lnTo>
                    <a:pt x="75215" y="27549"/>
                  </a:lnTo>
                  <a:lnTo>
                    <a:pt x="70748" y="30596"/>
                  </a:lnTo>
                  <a:lnTo>
                    <a:pt x="66381" y="33786"/>
                  </a:lnTo>
                  <a:lnTo>
                    <a:pt x="62119" y="37115"/>
                  </a:lnTo>
                  <a:lnTo>
                    <a:pt x="57968" y="40580"/>
                  </a:lnTo>
                  <a:lnTo>
                    <a:pt x="53930" y="44178"/>
                  </a:lnTo>
                  <a:lnTo>
                    <a:pt x="50012" y="47904"/>
                  </a:lnTo>
                  <a:lnTo>
                    <a:pt x="46215" y="51755"/>
                  </a:lnTo>
                  <a:lnTo>
                    <a:pt x="42546" y="55727"/>
                  </a:lnTo>
                  <a:lnTo>
                    <a:pt x="39006" y="59816"/>
                  </a:lnTo>
                  <a:lnTo>
                    <a:pt x="35601" y="64017"/>
                  </a:lnTo>
                  <a:lnTo>
                    <a:pt x="32334" y="68326"/>
                  </a:lnTo>
                  <a:lnTo>
                    <a:pt x="29207" y="72738"/>
                  </a:lnTo>
                  <a:lnTo>
                    <a:pt x="26225" y="77249"/>
                  </a:lnTo>
                  <a:lnTo>
                    <a:pt x="23390" y="81854"/>
                  </a:lnTo>
                  <a:lnTo>
                    <a:pt x="20706" y="86549"/>
                  </a:lnTo>
                  <a:lnTo>
                    <a:pt x="18175" y="91328"/>
                  </a:lnTo>
                  <a:lnTo>
                    <a:pt x="15800" y="96186"/>
                  </a:lnTo>
                  <a:lnTo>
                    <a:pt x="13584" y="101118"/>
                  </a:lnTo>
                  <a:lnTo>
                    <a:pt x="11528" y="106120"/>
                  </a:lnTo>
                  <a:lnTo>
                    <a:pt x="9634" y="111186"/>
                  </a:lnTo>
                  <a:lnTo>
                    <a:pt x="7906" y="116310"/>
                  </a:lnTo>
                  <a:lnTo>
                    <a:pt x="6345" y="121487"/>
                  </a:lnTo>
                  <a:lnTo>
                    <a:pt x="4951" y="126712"/>
                  </a:lnTo>
                  <a:lnTo>
                    <a:pt x="3728" y="131980"/>
                  </a:lnTo>
                  <a:lnTo>
                    <a:pt x="2675" y="137284"/>
                  </a:lnTo>
                  <a:lnTo>
                    <a:pt x="1794" y="142619"/>
                  </a:lnTo>
                  <a:lnTo>
                    <a:pt x="1087" y="147981"/>
                  </a:lnTo>
                  <a:lnTo>
                    <a:pt x="553" y="153362"/>
                  </a:lnTo>
                  <a:lnTo>
                    <a:pt x="194" y="158758"/>
                  </a:lnTo>
                  <a:lnTo>
                    <a:pt x="9" y="164162"/>
                  </a:lnTo>
                  <a:lnTo>
                    <a:pt x="0" y="169570"/>
                  </a:lnTo>
                  <a:lnTo>
                    <a:pt x="165" y="174975"/>
                  </a:lnTo>
                  <a:lnTo>
                    <a:pt x="505" y="180372"/>
                  </a:lnTo>
                  <a:lnTo>
                    <a:pt x="1019" y="185755"/>
                  </a:lnTo>
                  <a:lnTo>
                    <a:pt x="1707" y="19111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1082" y="4826449"/>
              <a:ext cx="165442" cy="23952"/>
            </a:xfrm>
            <a:custGeom>
              <a:avLst/>
              <a:pathLst>
                <a:path w="165442" h="23952">
                  <a:moveTo>
                    <a:pt x="0" y="23952"/>
                  </a:moveTo>
                  <a:lnTo>
                    <a:pt x="1654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1082" y="4826449"/>
              <a:ext cx="165442" cy="37198"/>
            </a:xfrm>
            <a:custGeom>
              <a:avLst/>
              <a:pathLst>
                <a:path w="165442" h="37198">
                  <a:moveTo>
                    <a:pt x="0" y="23952"/>
                  </a:moveTo>
                  <a:lnTo>
                    <a:pt x="2466" y="37198"/>
                  </a:lnTo>
                  <a:lnTo>
                    <a:pt x="1654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3548" y="4659281"/>
              <a:ext cx="330133" cy="334327"/>
            </a:xfrm>
            <a:custGeom>
              <a:avLst/>
              <a:pathLst>
                <a:path w="330133" h="334327">
                  <a:moveTo>
                    <a:pt x="0" y="204365"/>
                  </a:moveTo>
                  <a:lnTo>
                    <a:pt x="1266" y="209533"/>
                  </a:lnTo>
                  <a:lnTo>
                    <a:pt x="2696" y="214658"/>
                  </a:lnTo>
                  <a:lnTo>
                    <a:pt x="4289" y="219735"/>
                  </a:lnTo>
                  <a:lnTo>
                    <a:pt x="6042" y="224758"/>
                  </a:lnTo>
                  <a:lnTo>
                    <a:pt x="7954" y="229723"/>
                  </a:lnTo>
                  <a:lnTo>
                    <a:pt x="10024" y="234625"/>
                  </a:lnTo>
                  <a:lnTo>
                    <a:pt x="12248" y="239458"/>
                  </a:lnTo>
                  <a:lnTo>
                    <a:pt x="14625" y="244219"/>
                  </a:lnTo>
                  <a:lnTo>
                    <a:pt x="17152" y="248901"/>
                  </a:lnTo>
                  <a:lnTo>
                    <a:pt x="19827" y="253500"/>
                  </a:lnTo>
                  <a:lnTo>
                    <a:pt x="22647" y="258012"/>
                  </a:lnTo>
                  <a:lnTo>
                    <a:pt x="25609" y="262432"/>
                  </a:lnTo>
                  <a:lnTo>
                    <a:pt x="28711" y="266755"/>
                  </a:lnTo>
                  <a:lnTo>
                    <a:pt x="31948" y="270978"/>
                  </a:lnTo>
                  <a:lnTo>
                    <a:pt x="35318" y="275095"/>
                  </a:lnTo>
                  <a:lnTo>
                    <a:pt x="38817" y="279103"/>
                  </a:lnTo>
                  <a:lnTo>
                    <a:pt x="42442" y="282997"/>
                  </a:lnTo>
                  <a:lnTo>
                    <a:pt x="46190" y="286775"/>
                  </a:lnTo>
                  <a:lnTo>
                    <a:pt x="50055" y="290431"/>
                  </a:lnTo>
                  <a:lnTo>
                    <a:pt x="54035" y="293962"/>
                  </a:lnTo>
                  <a:lnTo>
                    <a:pt x="58126" y="297365"/>
                  </a:lnTo>
                  <a:lnTo>
                    <a:pt x="62322" y="300635"/>
                  </a:lnTo>
                  <a:lnTo>
                    <a:pt x="66621" y="303771"/>
                  </a:lnTo>
                  <a:lnTo>
                    <a:pt x="71017" y="306768"/>
                  </a:lnTo>
                  <a:lnTo>
                    <a:pt x="75506" y="309624"/>
                  </a:lnTo>
                  <a:lnTo>
                    <a:pt x="80084" y="312336"/>
                  </a:lnTo>
                  <a:lnTo>
                    <a:pt x="84746" y="314900"/>
                  </a:lnTo>
                  <a:lnTo>
                    <a:pt x="89487" y="317315"/>
                  </a:lnTo>
                  <a:lnTo>
                    <a:pt x="94303" y="319577"/>
                  </a:lnTo>
                  <a:lnTo>
                    <a:pt x="99188" y="321686"/>
                  </a:lnTo>
                  <a:lnTo>
                    <a:pt x="104138" y="323638"/>
                  </a:lnTo>
                  <a:lnTo>
                    <a:pt x="109147" y="325431"/>
                  </a:lnTo>
                  <a:lnTo>
                    <a:pt x="114211" y="327064"/>
                  </a:lnTo>
                  <a:lnTo>
                    <a:pt x="119324" y="328535"/>
                  </a:lnTo>
                  <a:lnTo>
                    <a:pt x="124482" y="329842"/>
                  </a:lnTo>
                  <a:lnTo>
                    <a:pt x="129678" y="330985"/>
                  </a:lnTo>
                  <a:lnTo>
                    <a:pt x="134909" y="331961"/>
                  </a:lnTo>
                  <a:lnTo>
                    <a:pt x="140167" y="332771"/>
                  </a:lnTo>
                  <a:lnTo>
                    <a:pt x="145449" y="333413"/>
                  </a:lnTo>
                  <a:lnTo>
                    <a:pt x="150749" y="333887"/>
                  </a:lnTo>
                  <a:lnTo>
                    <a:pt x="156061" y="334191"/>
                  </a:lnTo>
                  <a:lnTo>
                    <a:pt x="161379" y="334327"/>
                  </a:lnTo>
                  <a:lnTo>
                    <a:pt x="166700" y="334293"/>
                  </a:lnTo>
                  <a:lnTo>
                    <a:pt x="172017" y="334090"/>
                  </a:lnTo>
                  <a:lnTo>
                    <a:pt x="177324" y="333717"/>
                  </a:lnTo>
                  <a:lnTo>
                    <a:pt x="182618" y="333176"/>
                  </a:lnTo>
                  <a:lnTo>
                    <a:pt x="187891" y="332467"/>
                  </a:lnTo>
                  <a:lnTo>
                    <a:pt x="193139" y="331591"/>
                  </a:lnTo>
                  <a:lnTo>
                    <a:pt x="198356" y="330547"/>
                  </a:lnTo>
                  <a:lnTo>
                    <a:pt x="203538" y="329339"/>
                  </a:lnTo>
                  <a:lnTo>
                    <a:pt x="208678" y="327966"/>
                  </a:lnTo>
                  <a:lnTo>
                    <a:pt x="213772" y="326430"/>
                  </a:lnTo>
                  <a:lnTo>
                    <a:pt x="218815" y="324733"/>
                  </a:lnTo>
                  <a:lnTo>
                    <a:pt x="223801" y="322876"/>
                  </a:lnTo>
                  <a:lnTo>
                    <a:pt x="228726" y="320861"/>
                  </a:lnTo>
                  <a:lnTo>
                    <a:pt x="233584" y="318691"/>
                  </a:lnTo>
                  <a:lnTo>
                    <a:pt x="238370" y="316367"/>
                  </a:lnTo>
                  <a:lnTo>
                    <a:pt x="243080" y="313892"/>
                  </a:lnTo>
                  <a:lnTo>
                    <a:pt x="247709" y="311269"/>
                  </a:lnTo>
                  <a:lnTo>
                    <a:pt x="252252" y="308499"/>
                  </a:lnTo>
                  <a:lnTo>
                    <a:pt x="256704" y="305586"/>
                  </a:lnTo>
                  <a:lnTo>
                    <a:pt x="261062" y="302533"/>
                  </a:lnTo>
                  <a:lnTo>
                    <a:pt x="265320" y="299343"/>
                  </a:lnTo>
                  <a:lnTo>
                    <a:pt x="269475" y="296019"/>
                  </a:lnTo>
                  <a:lnTo>
                    <a:pt x="273522" y="292565"/>
                  </a:lnTo>
                  <a:lnTo>
                    <a:pt x="277456" y="288983"/>
                  </a:lnTo>
                  <a:lnTo>
                    <a:pt x="281275" y="285278"/>
                  </a:lnTo>
                  <a:lnTo>
                    <a:pt x="284974" y="281453"/>
                  </a:lnTo>
                  <a:lnTo>
                    <a:pt x="288549" y="277513"/>
                  </a:lnTo>
                  <a:lnTo>
                    <a:pt x="291997" y="273461"/>
                  </a:lnTo>
                  <a:lnTo>
                    <a:pt x="295315" y="269301"/>
                  </a:lnTo>
                  <a:lnTo>
                    <a:pt x="298498" y="265038"/>
                  </a:lnTo>
                  <a:lnTo>
                    <a:pt x="301544" y="260675"/>
                  </a:lnTo>
                  <a:lnTo>
                    <a:pt x="304450" y="256218"/>
                  </a:lnTo>
                  <a:lnTo>
                    <a:pt x="307212" y="251671"/>
                  </a:lnTo>
                  <a:lnTo>
                    <a:pt x="309828" y="247038"/>
                  </a:lnTo>
                  <a:lnTo>
                    <a:pt x="312296" y="242324"/>
                  </a:lnTo>
                  <a:lnTo>
                    <a:pt x="314612" y="237534"/>
                  </a:lnTo>
                  <a:lnTo>
                    <a:pt x="316774" y="232672"/>
                  </a:lnTo>
                  <a:lnTo>
                    <a:pt x="318781" y="227744"/>
                  </a:lnTo>
                  <a:lnTo>
                    <a:pt x="320630" y="222755"/>
                  </a:lnTo>
                  <a:lnTo>
                    <a:pt x="322319" y="217710"/>
                  </a:lnTo>
                  <a:lnTo>
                    <a:pt x="323847" y="212613"/>
                  </a:lnTo>
                  <a:lnTo>
                    <a:pt x="325212" y="207471"/>
                  </a:lnTo>
                  <a:lnTo>
                    <a:pt x="326412" y="202287"/>
                  </a:lnTo>
                  <a:lnTo>
                    <a:pt x="327447" y="197068"/>
                  </a:lnTo>
                  <a:lnTo>
                    <a:pt x="328315" y="191819"/>
                  </a:lnTo>
                  <a:lnTo>
                    <a:pt x="329016" y="186545"/>
                  </a:lnTo>
                  <a:lnTo>
                    <a:pt x="329549" y="181251"/>
                  </a:lnTo>
                  <a:lnTo>
                    <a:pt x="329913" y="175942"/>
                  </a:lnTo>
                  <a:lnTo>
                    <a:pt x="330107" y="170625"/>
                  </a:lnTo>
                  <a:lnTo>
                    <a:pt x="330133" y="165305"/>
                  </a:lnTo>
                  <a:lnTo>
                    <a:pt x="329989" y="159986"/>
                  </a:lnTo>
                  <a:lnTo>
                    <a:pt x="329676" y="154675"/>
                  </a:lnTo>
                  <a:lnTo>
                    <a:pt x="329194" y="149376"/>
                  </a:lnTo>
                  <a:lnTo>
                    <a:pt x="328543" y="144095"/>
                  </a:lnTo>
                  <a:lnTo>
                    <a:pt x="327725" y="138838"/>
                  </a:lnTo>
                  <a:lnTo>
                    <a:pt x="326740" y="133609"/>
                  </a:lnTo>
                  <a:lnTo>
                    <a:pt x="325589" y="128414"/>
                  </a:lnTo>
                  <a:lnTo>
                    <a:pt x="324274" y="123259"/>
                  </a:lnTo>
                  <a:lnTo>
                    <a:pt x="322795" y="118148"/>
                  </a:lnTo>
                  <a:lnTo>
                    <a:pt x="321154" y="113086"/>
                  </a:lnTo>
                  <a:lnTo>
                    <a:pt x="319352" y="108080"/>
                  </a:lnTo>
                  <a:lnTo>
                    <a:pt x="317393" y="103133"/>
                  </a:lnTo>
                  <a:lnTo>
                    <a:pt x="315277" y="98252"/>
                  </a:lnTo>
                  <a:lnTo>
                    <a:pt x="313006" y="93440"/>
                  </a:lnTo>
                  <a:lnTo>
                    <a:pt x="310584" y="88702"/>
                  </a:lnTo>
                  <a:lnTo>
                    <a:pt x="308012" y="84044"/>
                  </a:lnTo>
                  <a:lnTo>
                    <a:pt x="305293" y="79471"/>
                  </a:lnTo>
                  <a:lnTo>
                    <a:pt x="302431" y="74986"/>
                  </a:lnTo>
                  <a:lnTo>
                    <a:pt x="299426" y="70595"/>
                  </a:lnTo>
                  <a:lnTo>
                    <a:pt x="296284" y="66301"/>
                  </a:lnTo>
                  <a:lnTo>
                    <a:pt x="293006" y="62110"/>
                  </a:lnTo>
                  <a:lnTo>
                    <a:pt x="289597" y="58025"/>
                  </a:lnTo>
                  <a:lnTo>
                    <a:pt x="286060" y="54051"/>
                  </a:lnTo>
                  <a:lnTo>
                    <a:pt x="282397" y="50191"/>
                  </a:lnTo>
                  <a:lnTo>
                    <a:pt x="278614" y="46450"/>
                  </a:lnTo>
                  <a:lnTo>
                    <a:pt x="274714" y="42831"/>
                  </a:lnTo>
                  <a:lnTo>
                    <a:pt x="270700" y="39338"/>
                  </a:lnTo>
                  <a:lnTo>
                    <a:pt x="266578" y="35974"/>
                  </a:lnTo>
                  <a:lnTo>
                    <a:pt x="262350" y="32743"/>
                  </a:lnTo>
                  <a:lnTo>
                    <a:pt x="258022" y="29649"/>
                  </a:lnTo>
                  <a:lnTo>
                    <a:pt x="253597" y="26694"/>
                  </a:lnTo>
                  <a:lnTo>
                    <a:pt x="249081" y="23881"/>
                  </a:lnTo>
                  <a:lnTo>
                    <a:pt x="244477" y="21213"/>
                  </a:lnTo>
                  <a:lnTo>
                    <a:pt x="239791" y="18694"/>
                  </a:lnTo>
                  <a:lnTo>
                    <a:pt x="235027" y="16324"/>
                  </a:lnTo>
                  <a:lnTo>
                    <a:pt x="230190" y="14108"/>
                  </a:lnTo>
                  <a:lnTo>
                    <a:pt x="225285" y="12046"/>
                  </a:lnTo>
                  <a:lnTo>
                    <a:pt x="220317" y="10142"/>
                  </a:lnTo>
                  <a:lnTo>
                    <a:pt x="215291" y="8396"/>
                  </a:lnTo>
                  <a:lnTo>
                    <a:pt x="210211" y="6812"/>
                  </a:lnTo>
                  <a:lnTo>
                    <a:pt x="205084" y="5390"/>
                  </a:lnTo>
                  <a:lnTo>
                    <a:pt x="199915" y="4132"/>
                  </a:lnTo>
                  <a:lnTo>
                    <a:pt x="194707" y="3039"/>
                  </a:lnTo>
                  <a:lnTo>
                    <a:pt x="189468" y="2112"/>
                  </a:lnTo>
                  <a:lnTo>
                    <a:pt x="184202" y="1353"/>
                  </a:lnTo>
                  <a:lnTo>
                    <a:pt x="178914" y="761"/>
                  </a:lnTo>
                  <a:lnTo>
                    <a:pt x="173610" y="338"/>
                  </a:lnTo>
                  <a:lnTo>
                    <a:pt x="168296" y="84"/>
                  </a:lnTo>
                  <a:lnTo>
                    <a:pt x="162976" y="0"/>
                  </a:lnTo>
                  <a:lnTo>
                    <a:pt x="1629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6923" y="5018213"/>
              <a:ext cx="1796" cy="167167"/>
            </a:xfrm>
            <a:custGeom>
              <a:avLst/>
              <a:pathLst>
                <a:path w="1796" h="167167">
                  <a:moveTo>
                    <a:pt x="1796" y="0"/>
                  </a:moveTo>
                  <a:lnTo>
                    <a:pt x="0" y="9"/>
                  </a:lnTo>
                  <a:lnTo>
                    <a:pt x="179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321565" y="5018223"/>
              <a:ext cx="334320" cy="334324"/>
            </a:xfrm>
            <a:custGeom>
              <a:avLst/>
              <a:pathLst>
                <a:path w="334320" h="334324">
                  <a:moveTo>
                    <a:pt x="165358" y="0"/>
                  </a:moveTo>
                  <a:lnTo>
                    <a:pt x="160079" y="140"/>
                  </a:lnTo>
                  <a:lnTo>
                    <a:pt x="154807" y="446"/>
                  </a:lnTo>
                  <a:lnTo>
                    <a:pt x="149548" y="920"/>
                  </a:lnTo>
                  <a:lnTo>
                    <a:pt x="144306" y="1559"/>
                  </a:lnTo>
                  <a:lnTo>
                    <a:pt x="139086" y="2363"/>
                  </a:lnTo>
                  <a:lnTo>
                    <a:pt x="133895" y="3332"/>
                  </a:lnTo>
                  <a:lnTo>
                    <a:pt x="128737" y="4464"/>
                  </a:lnTo>
                  <a:lnTo>
                    <a:pt x="123618" y="5759"/>
                  </a:lnTo>
                  <a:lnTo>
                    <a:pt x="118542" y="7214"/>
                  </a:lnTo>
                  <a:lnTo>
                    <a:pt x="113514" y="8830"/>
                  </a:lnTo>
                  <a:lnTo>
                    <a:pt x="108540" y="10603"/>
                  </a:lnTo>
                  <a:lnTo>
                    <a:pt x="103624" y="12532"/>
                  </a:lnTo>
                  <a:lnTo>
                    <a:pt x="98772" y="14616"/>
                  </a:lnTo>
                  <a:lnTo>
                    <a:pt x="93988" y="16852"/>
                  </a:lnTo>
                  <a:lnTo>
                    <a:pt x="89277" y="19238"/>
                  </a:lnTo>
                  <a:lnTo>
                    <a:pt x="84644" y="21772"/>
                  </a:lnTo>
                  <a:lnTo>
                    <a:pt x="80093" y="24451"/>
                  </a:lnTo>
                  <a:lnTo>
                    <a:pt x="75629" y="27272"/>
                  </a:lnTo>
                  <a:lnTo>
                    <a:pt x="71256" y="30232"/>
                  </a:lnTo>
                  <a:lnTo>
                    <a:pt x="66979" y="33330"/>
                  </a:lnTo>
                  <a:lnTo>
                    <a:pt x="62802" y="36561"/>
                  </a:lnTo>
                  <a:lnTo>
                    <a:pt x="58729" y="39922"/>
                  </a:lnTo>
                  <a:lnTo>
                    <a:pt x="54765" y="43410"/>
                  </a:lnTo>
                  <a:lnTo>
                    <a:pt x="50912" y="47022"/>
                  </a:lnTo>
                  <a:lnTo>
                    <a:pt x="47175" y="50753"/>
                  </a:lnTo>
                  <a:lnTo>
                    <a:pt x="43559" y="54601"/>
                  </a:lnTo>
                  <a:lnTo>
                    <a:pt x="40065" y="58561"/>
                  </a:lnTo>
                  <a:lnTo>
                    <a:pt x="36698" y="62629"/>
                  </a:lnTo>
                  <a:lnTo>
                    <a:pt x="33462" y="66802"/>
                  </a:lnTo>
                  <a:lnTo>
                    <a:pt x="30359" y="71075"/>
                  </a:lnTo>
                  <a:lnTo>
                    <a:pt x="27392" y="75444"/>
                  </a:lnTo>
                  <a:lnTo>
                    <a:pt x="24565" y="79904"/>
                  </a:lnTo>
                  <a:lnTo>
                    <a:pt x="21880" y="84451"/>
                  </a:lnTo>
                  <a:lnTo>
                    <a:pt x="19340" y="89081"/>
                  </a:lnTo>
                  <a:lnTo>
                    <a:pt x="16948" y="93789"/>
                  </a:lnTo>
                  <a:lnTo>
                    <a:pt x="14706" y="98570"/>
                  </a:lnTo>
                  <a:lnTo>
                    <a:pt x="12615" y="103419"/>
                  </a:lnTo>
                  <a:lnTo>
                    <a:pt x="10679" y="108332"/>
                  </a:lnTo>
                  <a:lnTo>
                    <a:pt x="8899" y="113304"/>
                  </a:lnTo>
                  <a:lnTo>
                    <a:pt x="7277" y="118329"/>
                  </a:lnTo>
                  <a:lnTo>
                    <a:pt x="5815" y="123404"/>
                  </a:lnTo>
                  <a:lnTo>
                    <a:pt x="4513" y="128521"/>
                  </a:lnTo>
                  <a:lnTo>
                    <a:pt x="3374" y="133678"/>
                  </a:lnTo>
                  <a:lnTo>
                    <a:pt x="2398" y="138868"/>
                  </a:lnTo>
                  <a:lnTo>
                    <a:pt x="1587" y="144086"/>
                  </a:lnTo>
                  <a:lnTo>
                    <a:pt x="941" y="149327"/>
                  </a:lnTo>
                  <a:lnTo>
                    <a:pt x="461" y="154586"/>
                  </a:lnTo>
                  <a:lnTo>
                    <a:pt x="147" y="159857"/>
                  </a:lnTo>
                  <a:lnTo>
                    <a:pt x="0" y="165136"/>
                  </a:lnTo>
                  <a:lnTo>
                    <a:pt x="19" y="170416"/>
                  </a:lnTo>
                  <a:lnTo>
                    <a:pt x="205" y="175694"/>
                  </a:lnTo>
                  <a:lnTo>
                    <a:pt x="558" y="180963"/>
                  </a:lnTo>
                  <a:lnTo>
                    <a:pt x="1077" y="186218"/>
                  </a:lnTo>
                  <a:lnTo>
                    <a:pt x="1762" y="191454"/>
                  </a:lnTo>
                  <a:lnTo>
                    <a:pt x="2612" y="196666"/>
                  </a:lnTo>
                  <a:lnTo>
                    <a:pt x="3627" y="201848"/>
                  </a:lnTo>
                  <a:lnTo>
                    <a:pt x="4804" y="206996"/>
                  </a:lnTo>
                  <a:lnTo>
                    <a:pt x="6143" y="212104"/>
                  </a:lnTo>
                  <a:lnTo>
                    <a:pt x="7643" y="217168"/>
                  </a:lnTo>
                  <a:lnTo>
                    <a:pt x="9302" y="222181"/>
                  </a:lnTo>
                  <a:lnTo>
                    <a:pt x="11119" y="227139"/>
                  </a:lnTo>
                  <a:lnTo>
                    <a:pt x="13092" y="232038"/>
                  </a:lnTo>
                  <a:lnTo>
                    <a:pt x="15218" y="236872"/>
                  </a:lnTo>
                  <a:lnTo>
                    <a:pt x="17495" y="241636"/>
                  </a:lnTo>
                  <a:lnTo>
                    <a:pt x="19923" y="246326"/>
                  </a:lnTo>
                  <a:lnTo>
                    <a:pt x="22497" y="250937"/>
                  </a:lnTo>
                  <a:lnTo>
                    <a:pt x="25215" y="255464"/>
                  </a:lnTo>
                  <a:lnTo>
                    <a:pt x="28075" y="259903"/>
                  </a:lnTo>
                  <a:lnTo>
                    <a:pt x="31074" y="264250"/>
                  </a:lnTo>
                  <a:lnTo>
                    <a:pt x="34209" y="268500"/>
                  </a:lnTo>
                  <a:lnTo>
                    <a:pt x="37476" y="272648"/>
                  </a:lnTo>
                  <a:lnTo>
                    <a:pt x="40873" y="276692"/>
                  </a:lnTo>
                  <a:lnTo>
                    <a:pt x="44395" y="280626"/>
                  </a:lnTo>
                  <a:lnTo>
                    <a:pt x="48041" y="284447"/>
                  </a:lnTo>
                  <a:lnTo>
                    <a:pt x="51805" y="288150"/>
                  </a:lnTo>
                  <a:lnTo>
                    <a:pt x="55684" y="291733"/>
                  </a:lnTo>
                  <a:lnTo>
                    <a:pt x="59674" y="295192"/>
                  </a:lnTo>
                  <a:lnTo>
                    <a:pt x="63772" y="298523"/>
                  </a:lnTo>
                  <a:lnTo>
                    <a:pt x="67973" y="301723"/>
                  </a:lnTo>
                  <a:lnTo>
                    <a:pt x="72273" y="304788"/>
                  </a:lnTo>
                  <a:lnTo>
                    <a:pt x="76667" y="307717"/>
                  </a:lnTo>
                  <a:lnTo>
                    <a:pt x="81152" y="310505"/>
                  </a:lnTo>
                  <a:lnTo>
                    <a:pt x="85723" y="313150"/>
                  </a:lnTo>
                  <a:lnTo>
                    <a:pt x="90374" y="315649"/>
                  </a:lnTo>
                  <a:lnTo>
                    <a:pt x="95103" y="318000"/>
                  </a:lnTo>
                  <a:lnTo>
                    <a:pt x="99903" y="320200"/>
                  </a:lnTo>
                  <a:lnTo>
                    <a:pt x="104771" y="322248"/>
                  </a:lnTo>
                  <a:lnTo>
                    <a:pt x="109701" y="324141"/>
                  </a:lnTo>
                  <a:lnTo>
                    <a:pt x="114688" y="325878"/>
                  </a:lnTo>
                  <a:lnTo>
                    <a:pt x="119727" y="327456"/>
                  </a:lnTo>
                  <a:lnTo>
                    <a:pt x="124814" y="328874"/>
                  </a:lnTo>
                  <a:lnTo>
                    <a:pt x="129943" y="330130"/>
                  </a:lnTo>
                  <a:lnTo>
                    <a:pt x="135109" y="331224"/>
                  </a:lnTo>
                  <a:lnTo>
                    <a:pt x="140307" y="332155"/>
                  </a:lnTo>
                  <a:lnTo>
                    <a:pt x="145532" y="332920"/>
                  </a:lnTo>
                  <a:lnTo>
                    <a:pt x="150779" y="333521"/>
                  </a:lnTo>
                  <a:lnTo>
                    <a:pt x="156042" y="333955"/>
                  </a:lnTo>
                  <a:lnTo>
                    <a:pt x="161316" y="334223"/>
                  </a:lnTo>
                  <a:lnTo>
                    <a:pt x="166595" y="334324"/>
                  </a:lnTo>
                  <a:lnTo>
                    <a:pt x="171876" y="334258"/>
                  </a:lnTo>
                  <a:lnTo>
                    <a:pt x="177151" y="334026"/>
                  </a:lnTo>
                  <a:lnTo>
                    <a:pt x="182417" y="333627"/>
                  </a:lnTo>
                  <a:lnTo>
                    <a:pt x="187667" y="333061"/>
                  </a:lnTo>
                  <a:lnTo>
                    <a:pt x="192897" y="332331"/>
                  </a:lnTo>
                  <a:lnTo>
                    <a:pt x="198102" y="331435"/>
                  </a:lnTo>
                  <a:lnTo>
                    <a:pt x="203275" y="330376"/>
                  </a:lnTo>
                  <a:lnTo>
                    <a:pt x="208412" y="329153"/>
                  </a:lnTo>
                  <a:lnTo>
                    <a:pt x="213509" y="327769"/>
                  </a:lnTo>
                  <a:lnTo>
                    <a:pt x="218558" y="326225"/>
                  </a:lnTo>
                  <a:lnTo>
                    <a:pt x="223557" y="324522"/>
                  </a:lnTo>
                  <a:lnTo>
                    <a:pt x="228499" y="322662"/>
                  </a:lnTo>
                  <a:lnTo>
                    <a:pt x="233381" y="320647"/>
                  </a:lnTo>
                  <a:lnTo>
                    <a:pt x="238196" y="318479"/>
                  </a:lnTo>
                  <a:lnTo>
                    <a:pt x="242940" y="316159"/>
                  </a:lnTo>
                  <a:lnTo>
                    <a:pt x="247608" y="313691"/>
                  </a:lnTo>
                  <a:lnTo>
                    <a:pt x="252196" y="311077"/>
                  </a:lnTo>
                  <a:lnTo>
                    <a:pt x="256700" y="308319"/>
                  </a:lnTo>
                  <a:lnTo>
                    <a:pt x="261114" y="305420"/>
                  </a:lnTo>
                  <a:lnTo>
                    <a:pt x="265434" y="302383"/>
                  </a:lnTo>
                  <a:lnTo>
                    <a:pt x="269656" y="299212"/>
                  </a:lnTo>
                  <a:lnTo>
                    <a:pt x="273776" y="295908"/>
                  </a:lnTo>
                  <a:lnTo>
                    <a:pt x="277790" y="292476"/>
                  </a:lnTo>
                  <a:lnTo>
                    <a:pt x="281693" y="288919"/>
                  </a:lnTo>
                  <a:lnTo>
                    <a:pt x="285481" y="285241"/>
                  </a:lnTo>
                  <a:lnTo>
                    <a:pt x="289152" y="281445"/>
                  </a:lnTo>
                  <a:lnTo>
                    <a:pt x="292701" y="277534"/>
                  </a:lnTo>
                  <a:lnTo>
                    <a:pt x="296125" y="273514"/>
                  </a:lnTo>
                  <a:lnTo>
                    <a:pt x="299420" y="269387"/>
                  </a:lnTo>
                  <a:lnTo>
                    <a:pt x="302583" y="265158"/>
                  </a:lnTo>
                  <a:lnTo>
                    <a:pt x="305611" y="260832"/>
                  </a:lnTo>
                  <a:lnTo>
                    <a:pt x="308500" y="256412"/>
                  </a:lnTo>
                  <a:lnTo>
                    <a:pt x="311249" y="251903"/>
                  </a:lnTo>
                  <a:lnTo>
                    <a:pt x="313854" y="247309"/>
                  </a:lnTo>
                  <a:lnTo>
                    <a:pt x="316312" y="242636"/>
                  </a:lnTo>
                  <a:lnTo>
                    <a:pt x="318622" y="237887"/>
                  </a:lnTo>
                  <a:lnTo>
                    <a:pt x="320780" y="233067"/>
                  </a:lnTo>
                  <a:lnTo>
                    <a:pt x="322785" y="228182"/>
                  </a:lnTo>
                  <a:lnTo>
                    <a:pt x="324635" y="223236"/>
                  </a:lnTo>
                  <a:lnTo>
                    <a:pt x="326328" y="218234"/>
                  </a:lnTo>
                  <a:lnTo>
                    <a:pt x="327862" y="213181"/>
                  </a:lnTo>
                  <a:lnTo>
                    <a:pt x="329235" y="208082"/>
                  </a:lnTo>
                  <a:lnTo>
                    <a:pt x="330447" y="202942"/>
                  </a:lnTo>
                  <a:lnTo>
                    <a:pt x="331496" y="197766"/>
                  </a:lnTo>
                  <a:lnTo>
                    <a:pt x="332381" y="192560"/>
                  </a:lnTo>
                  <a:lnTo>
                    <a:pt x="333101" y="187329"/>
                  </a:lnTo>
                  <a:lnTo>
                    <a:pt x="333655" y="182077"/>
                  </a:lnTo>
                  <a:lnTo>
                    <a:pt x="334043" y="176811"/>
                  </a:lnTo>
                  <a:lnTo>
                    <a:pt x="334265" y="171535"/>
                  </a:lnTo>
                  <a:lnTo>
                    <a:pt x="334320" y="166254"/>
                  </a:lnTo>
                  <a:lnTo>
                    <a:pt x="334208" y="160975"/>
                  </a:lnTo>
                  <a:lnTo>
                    <a:pt x="333929" y="155701"/>
                  </a:lnTo>
                  <a:lnTo>
                    <a:pt x="333484" y="150439"/>
                  </a:lnTo>
                  <a:lnTo>
                    <a:pt x="332873" y="145194"/>
                  </a:lnTo>
                  <a:lnTo>
                    <a:pt x="332097" y="139971"/>
                  </a:lnTo>
                  <a:lnTo>
                    <a:pt x="331156" y="134774"/>
                  </a:lnTo>
                  <a:lnTo>
                    <a:pt x="330051" y="129611"/>
                  </a:lnTo>
                  <a:lnTo>
                    <a:pt x="328784" y="124484"/>
                  </a:lnTo>
                  <a:lnTo>
                    <a:pt x="327355" y="119400"/>
                  </a:lnTo>
                  <a:lnTo>
                    <a:pt x="325767" y="114364"/>
                  </a:lnTo>
                  <a:lnTo>
                    <a:pt x="324020" y="109380"/>
                  </a:lnTo>
                  <a:lnTo>
                    <a:pt x="322117" y="104455"/>
                  </a:lnTo>
                  <a:lnTo>
                    <a:pt x="320059" y="99591"/>
                  </a:lnTo>
                  <a:lnTo>
                    <a:pt x="317849" y="94795"/>
                  </a:lnTo>
                  <a:lnTo>
                    <a:pt x="315488" y="90072"/>
                  </a:lnTo>
                  <a:lnTo>
                    <a:pt x="312979" y="85425"/>
                  </a:lnTo>
                  <a:lnTo>
                    <a:pt x="310325" y="80860"/>
                  </a:lnTo>
                  <a:lnTo>
                    <a:pt x="307528" y="76381"/>
                  </a:lnTo>
                  <a:lnTo>
                    <a:pt x="304590" y="71992"/>
                  </a:lnTo>
                  <a:lnTo>
                    <a:pt x="301516" y="67699"/>
                  </a:lnTo>
                  <a:lnTo>
                    <a:pt x="298308" y="63505"/>
                  </a:lnTo>
                  <a:lnTo>
                    <a:pt x="294968" y="59414"/>
                  </a:lnTo>
                  <a:lnTo>
                    <a:pt x="291501" y="55430"/>
                  </a:lnTo>
                  <a:lnTo>
                    <a:pt x="287910" y="51559"/>
                  </a:lnTo>
                  <a:lnTo>
                    <a:pt x="284199" y="47802"/>
                  </a:lnTo>
                  <a:lnTo>
                    <a:pt x="280370" y="44165"/>
                  </a:lnTo>
                  <a:lnTo>
                    <a:pt x="276429" y="40650"/>
                  </a:lnTo>
                  <a:lnTo>
                    <a:pt x="272379" y="37262"/>
                  </a:lnTo>
                  <a:lnTo>
                    <a:pt x="268223" y="34003"/>
                  </a:lnTo>
                  <a:lnTo>
                    <a:pt x="263967" y="30877"/>
                  </a:lnTo>
                  <a:lnTo>
                    <a:pt x="259614" y="27887"/>
                  </a:lnTo>
                  <a:lnTo>
                    <a:pt x="255169" y="25036"/>
                  </a:lnTo>
                  <a:lnTo>
                    <a:pt x="250637" y="22327"/>
                  </a:lnTo>
                  <a:lnTo>
                    <a:pt x="246020" y="19763"/>
                  </a:lnTo>
                  <a:lnTo>
                    <a:pt x="241325" y="17345"/>
                  </a:lnTo>
                  <a:lnTo>
                    <a:pt x="236557" y="15077"/>
                  </a:lnTo>
                  <a:lnTo>
                    <a:pt x="231718" y="12961"/>
                  </a:lnTo>
                  <a:lnTo>
                    <a:pt x="226816" y="10999"/>
                  </a:lnTo>
                  <a:lnTo>
                    <a:pt x="221854" y="9192"/>
                  </a:lnTo>
                  <a:lnTo>
                    <a:pt x="216837" y="7543"/>
                  </a:lnTo>
                  <a:lnTo>
                    <a:pt x="211771" y="6054"/>
                  </a:lnTo>
                  <a:lnTo>
                    <a:pt x="206660" y="4725"/>
                  </a:lnTo>
                  <a:lnTo>
                    <a:pt x="201510" y="3558"/>
                  </a:lnTo>
                  <a:lnTo>
                    <a:pt x="196325" y="2555"/>
                  </a:lnTo>
                  <a:lnTo>
                    <a:pt x="191111" y="1715"/>
                  </a:lnTo>
                  <a:lnTo>
                    <a:pt x="185874" y="1041"/>
                  </a:lnTo>
                  <a:lnTo>
                    <a:pt x="180618" y="533"/>
                  </a:lnTo>
                  <a:lnTo>
                    <a:pt x="167155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13462" cy="167167"/>
            </a:xfrm>
            <a:custGeom>
              <a:avLst/>
              <a:pathLst>
                <a:path w="13462" h="167167">
                  <a:moveTo>
                    <a:pt x="13462" y="54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797340" y="5269756"/>
              <a:ext cx="167161" cy="198209"/>
            </a:xfrm>
            <a:custGeom>
              <a:avLst/>
              <a:pathLst>
                <a:path w="167161" h="198209">
                  <a:moveTo>
                    <a:pt x="167161" y="0"/>
                  </a:moveTo>
                  <a:lnTo>
                    <a:pt x="161721" y="88"/>
                  </a:lnTo>
                  <a:lnTo>
                    <a:pt x="156287" y="354"/>
                  </a:lnTo>
                  <a:lnTo>
                    <a:pt x="150864" y="796"/>
                  </a:lnTo>
                  <a:lnTo>
                    <a:pt x="145459" y="1414"/>
                  </a:lnTo>
                  <a:lnTo>
                    <a:pt x="140076" y="2208"/>
                  </a:lnTo>
                  <a:lnTo>
                    <a:pt x="134723" y="3177"/>
                  </a:lnTo>
                  <a:lnTo>
                    <a:pt x="129403" y="4319"/>
                  </a:lnTo>
                  <a:lnTo>
                    <a:pt x="124124" y="5634"/>
                  </a:lnTo>
                  <a:lnTo>
                    <a:pt x="118890" y="7120"/>
                  </a:lnTo>
                  <a:lnTo>
                    <a:pt x="113707" y="8776"/>
                  </a:lnTo>
                  <a:lnTo>
                    <a:pt x="108581" y="10599"/>
                  </a:lnTo>
                  <a:lnTo>
                    <a:pt x="103517" y="12589"/>
                  </a:lnTo>
                  <a:lnTo>
                    <a:pt x="98521" y="14742"/>
                  </a:lnTo>
                  <a:lnTo>
                    <a:pt x="93597" y="17056"/>
                  </a:lnTo>
                  <a:lnTo>
                    <a:pt x="88751" y="19529"/>
                  </a:lnTo>
                  <a:lnTo>
                    <a:pt x="83988" y="22159"/>
                  </a:lnTo>
                  <a:lnTo>
                    <a:pt x="79313" y="24943"/>
                  </a:lnTo>
                  <a:lnTo>
                    <a:pt x="74732" y="27877"/>
                  </a:lnTo>
                  <a:lnTo>
                    <a:pt x="70248" y="30958"/>
                  </a:lnTo>
                  <a:lnTo>
                    <a:pt x="65867" y="34184"/>
                  </a:lnTo>
                  <a:lnTo>
                    <a:pt x="61593" y="37551"/>
                  </a:lnTo>
                  <a:lnTo>
                    <a:pt x="57431" y="41055"/>
                  </a:lnTo>
                  <a:lnTo>
                    <a:pt x="53385" y="44692"/>
                  </a:lnTo>
                  <a:lnTo>
                    <a:pt x="49460" y="48460"/>
                  </a:lnTo>
                  <a:lnTo>
                    <a:pt x="45659" y="52353"/>
                  </a:lnTo>
                  <a:lnTo>
                    <a:pt x="41987" y="56368"/>
                  </a:lnTo>
                  <a:lnTo>
                    <a:pt x="38448" y="60500"/>
                  </a:lnTo>
                  <a:lnTo>
                    <a:pt x="35045" y="64745"/>
                  </a:lnTo>
                  <a:lnTo>
                    <a:pt x="31782" y="69098"/>
                  </a:lnTo>
                  <a:lnTo>
                    <a:pt x="28662" y="73556"/>
                  </a:lnTo>
                  <a:lnTo>
                    <a:pt x="25689" y="78112"/>
                  </a:lnTo>
                  <a:lnTo>
                    <a:pt x="22866" y="82763"/>
                  </a:lnTo>
                  <a:lnTo>
                    <a:pt x="20196" y="87504"/>
                  </a:lnTo>
                  <a:lnTo>
                    <a:pt x="17681" y="92328"/>
                  </a:lnTo>
                  <a:lnTo>
                    <a:pt x="15325" y="97232"/>
                  </a:lnTo>
                  <a:lnTo>
                    <a:pt x="13130" y="102210"/>
                  </a:lnTo>
                  <a:lnTo>
                    <a:pt x="11098" y="107257"/>
                  </a:lnTo>
                  <a:lnTo>
                    <a:pt x="9231" y="112367"/>
                  </a:lnTo>
                  <a:lnTo>
                    <a:pt x="7531" y="117536"/>
                  </a:lnTo>
                  <a:lnTo>
                    <a:pt x="6000" y="122757"/>
                  </a:lnTo>
                  <a:lnTo>
                    <a:pt x="4641" y="128025"/>
                  </a:lnTo>
                  <a:lnTo>
                    <a:pt x="3453" y="133334"/>
                  </a:lnTo>
                  <a:lnTo>
                    <a:pt x="2439" y="138680"/>
                  </a:lnTo>
                  <a:lnTo>
                    <a:pt x="1599" y="144055"/>
                  </a:lnTo>
                  <a:lnTo>
                    <a:pt x="934" y="149455"/>
                  </a:lnTo>
                  <a:lnTo>
                    <a:pt x="446" y="154874"/>
                  </a:lnTo>
                  <a:lnTo>
                    <a:pt x="134" y="160305"/>
                  </a:lnTo>
                  <a:lnTo>
                    <a:pt x="0" y="165744"/>
                  </a:lnTo>
                  <a:lnTo>
                    <a:pt x="42" y="171185"/>
                  </a:lnTo>
                  <a:lnTo>
                    <a:pt x="261" y="176621"/>
                  </a:lnTo>
                  <a:lnTo>
                    <a:pt x="657" y="182047"/>
                  </a:lnTo>
                  <a:lnTo>
                    <a:pt x="1229" y="187458"/>
                  </a:lnTo>
                  <a:lnTo>
                    <a:pt x="1978" y="192847"/>
                  </a:lnTo>
                  <a:lnTo>
                    <a:pt x="2901" y="19820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800241" y="5269756"/>
              <a:ext cx="331416" cy="334328"/>
            </a:xfrm>
            <a:custGeom>
              <a:avLst/>
              <a:pathLst>
                <a:path w="331416" h="334328">
                  <a:moveTo>
                    <a:pt x="0" y="198209"/>
                  </a:moveTo>
                  <a:lnTo>
                    <a:pt x="1064" y="203391"/>
                  </a:lnTo>
                  <a:lnTo>
                    <a:pt x="2292" y="208536"/>
                  </a:lnTo>
                  <a:lnTo>
                    <a:pt x="3682" y="213641"/>
                  </a:lnTo>
                  <a:lnTo>
                    <a:pt x="5233" y="218698"/>
                  </a:lnTo>
                  <a:lnTo>
                    <a:pt x="6943" y="223705"/>
                  </a:lnTo>
                  <a:lnTo>
                    <a:pt x="8811" y="228654"/>
                  </a:lnTo>
                  <a:lnTo>
                    <a:pt x="10834" y="233542"/>
                  </a:lnTo>
                  <a:lnTo>
                    <a:pt x="13011" y="238364"/>
                  </a:lnTo>
                  <a:lnTo>
                    <a:pt x="15340" y="243114"/>
                  </a:lnTo>
                  <a:lnTo>
                    <a:pt x="17818" y="247788"/>
                  </a:lnTo>
                  <a:lnTo>
                    <a:pt x="20442" y="252381"/>
                  </a:lnTo>
                  <a:lnTo>
                    <a:pt x="23211" y="256889"/>
                  </a:lnTo>
                  <a:lnTo>
                    <a:pt x="26120" y="261308"/>
                  </a:lnTo>
                  <a:lnTo>
                    <a:pt x="29168" y="265632"/>
                  </a:lnTo>
                  <a:lnTo>
                    <a:pt x="32351" y="269857"/>
                  </a:lnTo>
                  <a:lnTo>
                    <a:pt x="35667" y="273979"/>
                  </a:lnTo>
                  <a:lnTo>
                    <a:pt x="39111" y="277995"/>
                  </a:lnTo>
                  <a:lnTo>
                    <a:pt x="42681" y="281899"/>
                  </a:lnTo>
                  <a:lnTo>
                    <a:pt x="46372" y="285689"/>
                  </a:lnTo>
                  <a:lnTo>
                    <a:pt x="50181" y="289360"/>
                  </a:lnTo>
                  <a:lnTo>
                    <a:pt x="54105" y="292908"/>
                  </a:lnTo>
                  <a:lnTo>
                    <a:pt x="58139" y="296331"/>
                  </a:lnTo>
                  <a:lnTo>
                    <a:pt x="62279" y="299624"/>
                  </a:lnTo>
                  <a:lnTo>
                    <a:pt x="66521" y="302785"/>
                  </a:lnTo>
                  <a:lnTo>
                    <a:pt x="70861" y="305809"/>
                  </a:lnTo>
                  <a:lnTo>
                    <a:pt x="75295" y="308695"/>
                  </a:lnTo>
                  <a:lnTo>
                    <a:pt x="79818" y="311440"/>
                  </a:lnTo>
                  <a:lnTo>
                    <a:pt x="84425" y="314039"/>
                  </a:lnTo>
                  <a:lnTo>
                    <a:pt x="89113" y="316492"/>
                  </a:lnTo>
                  <a:lnTo>
                    <a:pt x="93875" y="318795"/>
                  </a:lnTo>
                  <a:lnTo>
                    <a:pt x="98709" y="320946"/>
                  </a:lnTo>
                  <a:lnTo>
                    <a:pt x="103607" y="322943"/>
                  </a:lnTo>
                  <a:lnTo>
                    <a:pt x="108567" y="324784"/>
                  </a:lnTo>
                  <a:lnTo>
                    <a:pt x="113582" y="326468"/>
                  </a:lnTo>
                  <a:lnTo>
                    <a:pt x="118648" y="327992"/>
                  </a:lnTo>
                  <a:lnTo>
                    <a:pt x="123760" y="329354"/>
                  </a:lnTo>
                  <a:lnTo>
                    <a:pt x="128912" y="330555"/>
                  </a:lnTo>
                  <a:lnTo>
                    <a:pt x="134100" y="331591"/>
                  </a:lnTo>
                  <a:lnTo>
                    <a:pt x="139318" y="332463"/>
                  </a:lnTo>
                  <a:lnTo>
                    <a:pt x="144560" y="333170"/>
                  </a:lnTo>
                  <a:lnTo>
                    <a:pt x="149823" y="333710"/>
                  </a:lnTo>
                  <a:lnTo>
                    <a:pt x="155100" y="334083"/>
                  </a:lnTo>
                  <a:lnTo>
                    <a:pt x="160386" y="334290"/>
                  </a:lnTo>
                  <a:lnTo>
                    <a:pt x="165676" y="334328"/>
                  </a:lnTo>
                  <a:lnTo>
                    <a:pt x="170965" y="334200"/>
                  </a:lnTo>
                  <a:lnTo>
                    <a:pt x="176247" y="333904"/>
                  </a:lnTo>
                  <a:lnTo>
                    <a:pt x="181517" y="333441"/>
                  </a:lnTo>
                  <a:lnTo>
                    <a:pt x="186770" y="332812"/>
                  </a:lnTo>
                  <a:lnTo>
                    <a:pt x="192000" y="332017"/>
                  </a:lnTo>
                  <a:lnTo>
                    <a:pt x="197202" y="331056"/>
                  </a:lnTo>
                  <a:lnTo>
                    <a:pt x="202372" y="329932"/>
                  </a:lnTo>
                  <a:lnTo>
                    <a:pt x="207503" y="328644"/>
                  </a:lnTo>
                  <a:lnTo>
                    <a:pt x="212591" y="327195"/>
                  </a:lnTo>
                  <a:lnTo>
                    <a:pt x="217630" y="325586"/>
                  </a:lnTo>
                  <a:lnTo>
                    <a:pt x="222616" y="323818"/>
                  </a:lnTo>
                  <a:lnTo>
                    <a:pt x="227544" y="321893"/>
                  </a:lnTo>
                  <a:lnTo>
                    <a:pt x="232408" y="319813"/>
                  </a:lnTo>
                  <a:lnTo>
                    <a:pt x="237204" y="317580"/>
                  </a:lnTo>
                  <a:lnTo>
                    <a:pt x="241927" y="315197"/>
                  </a:lnTo>
                  <a:lnTo>
                    <a:pt x="246572" y="312665"/>
                  </a:lnTo>
                  <a:lnTo>
                    <a:pt x="251134" y="309987"/>
                  </a:lnTo>
                  <a:lnTo>
                    <a:pt x="255610" y="307167"/>
                  </a:lnTo>
                  <a:lnTo>
                    <a:pt x="259994" y="304206"/>
                  </a:lnTo>
                  <a:lnTo>
                    <a:pt x="264283" y="301108"/>
                  </a:lnTo>
                  <a:lnTo>
                    <a:pt x="268471" y="297876"/>
                  </a:lnTo>
                  <a:lnTo>
                    <a:pt x="272555" y="294513"/>
                  </a:lnTo>
                  <a:lnTo>
                    <a:pt x="276530" y="291023"/>
                  </a:lnTo>
                  <a:lnTo>
                    <a:pt x="280393" y="287409"/>
                  </a:lnTo>
                  <a:lnTo>
                    <a:pt x="284139" y="283674"/>
                  </a:lnTo>
                  <a:lnTo>
                    <a:pt x="287766" y="279822"/>
                  </a:lnTo>
                  <a:lnTo>
                    <a:pt x="291269" y="275858"/>
                  </a:lnTo>
                  <a:lnTo>
                    <a:pt x="294644" y="271784"/>
                  </a:lnTo>
                  <a:lnTo>
                    <a:pt x="297889" y="267606"/>
                  </a:lnTo>
                  <a:lnTo>
                    <a:pt x="301001" y="263327"/>
                  </a:lnTo>
                  <a:lnTo>
                    <a:pt x="303975" y="258953"/>
                  </a:lnTo>
                  <a:lnTo>
                    <a:pt x="306809" y="254486"/>
                  </a:lnTo>
                  <a:lnTo>
                    <a:pt x="309501" y="249931"/>
                  </a:lnTo>
                  <a:lnTo>
                    <a:pt x="312047" y="245294"/>
                  </a:lnTo>
                  <a:lnTo>
                    <a:pt x="314445" y="240579"/>
                  </a:lnTo>
                  <a:lnTo>
                    <a:pt x="316693" y="235790"/>
                  </a:lnTo>
                  <a:lnTo>
                    <a:pt x="318788" y="230932"/>
                  </a:lnTo>
                  <a:lnTo>
                    <a:pt x="320728" y="226010"/>
                  </a:lnTo>
                  <a:lnTo>
                    <a:pt x="322512" y="221030"/>
                  </a:lnTo>
                  <a:lnTo>
                    <a:pt x="324137" y="215995"/>
                  </a:lnTo>
                  <a:lnTo>
                    <a:pt x="325602" y="210912"/>
                  </a:lnTo>
                  <a:lnTo>
                    <a:pt x="326905" y="205785"/>
                  </a:lnTo>
                  <a:lnTo>
                    <a:pt x="328046" y="200619"/>
                  </a:lnTo>
                  <a:lnTo>
                    <a:pt x="329022" y="195420"/>
                  </a:lnTo>
                  <a:lnTo>
                    <a:pt x="329834" y="190192"/>
                  </a:lnTo>
                  <a:lnTo>
                    <a:pt x="330479" y="184941"/>
                  </a:lnTo>
                  <a:lnTo>
                    <a:pt x="330959" y="179673"/>
                  </a:lnTo>
                  <a:lnTo>
                    <a:pt x="331271" y="174392"/>
                  </a:lnTo>
                  <a:lnTo>
                    <a:pt x="331416" y="169104"/>
                  </a:lnTo>
                  <a:lnTo>
                    <a:pt x="331393" y="163814"/>
                  </a:lnTo>
                  <a:lnTo>
                    <a:pt x="331204" y="158527"/>
                  </a:lnTo>
                  <a:lnTo>
                    <a:pt x="330847" y="153249"/>
                  </a:lnTo>
                  <a:lnTo>
                    <a:pt x="330323" y="147984"/>
                  </a:lnTo>
                  <a:lnTo>
                    <a:pt x="329633" y="142739"/>
                  </a:lnTo>
                  <a:lnTo>
                    <a:pt x="328777" y="137519"/>
                  </a:lnTo>
                  <a:lnTo>
                    <a:pt x="327756" y="132328"/>
                  </a:lnTo>
                  <a:lnTo>
                    <a:pt x="326572" y="127172"/>
                  </a:lnTo>
                  <a:lnTo>
                    <a:pt x="325225" y="122056"/>
                  </a:lnTo>
                  <a:lnTo>
                    <a:pt x="323717" y="116985"/>
                  </a:lnTo>
                  <a:lnTo>
                    <a:pt x="322050" y="111965"/>
                  </a:lnTo>
                  <a:lnTo>
                    <a:pt x="320224" y="106999"/>
                  </a:lnTo>
                  <a:lnTo>
                    <a:pt x="318242" y="102095"/>
                  </a:lnTo>
                  <a:lnTo>
                    <a:pt x="316106" y="97255"/>
                  </a:lnTo>
                  <a:lnTo>
                    <a:pt x="313817" y="92485"/>
                  </a:lnTo>
                  <a:lnTo>
                    <a:pt x="311379" y="87790"/>
                  </a:lnTo>
                  <a:lnTo>
                    <a:pt x="308794" y="83175"/>
                  </a:lnTo>
                  <a:lnTo>
                    <a:pt x="306064" y="78643"/>
                  </a:lnTo>
                  <a:lnTo>
                    <a:pt x="303192" y="74200"/>
                  </a:lnTo>
                  <a:lnTo>
                    <a:pt x="300181" y="69851"/>
                  </a:lnTo>
                  <a:lnTo>
                    <a:pt x="297033" y="65599"/>
                  </a:lnTo>
                  <a:lnTo>
                    <a:pt x="293753" y="61448"/>
                  </a:lnTo>
                  <a:lnTo>
                    <a:pt x="290343" y="57404"/>
                  </a:lnTo>
                  <a:lnTo>
                    <a:pt x="286807" y="53469"/>
                  </a:lnTo>
                  <a:lnTo>
                    <a:pt x="283148" y="49648"/>
                  </a:lnTo>
                  <a:lnTo>
                    <a:pt x="279369" y="45945"/>
                  </a:lnTo>
                  <a:lnTo>
                    <a:pt x="275476" y="42364"/>
                  </a:lnTo>
                  <a:lnTo>
                    <a:pt x="271471" y="38907"/>
                  </a:lnTo>
                  <a:lnTo>
                    <a:pt x="267359" y="35579"/>
                  </a:lnTo>
                  <a:lnTo>
                    <a:pt x="263144" y="32382"/>
                  </a:lnTo>
                  <a:lnTo>
                    <a:pt x="258829" y="29321"/>
                  </a:lnTo>
                  <a:lnTo>
                    <a:pt x="254420" y="26398"/>
                  </a:lnTo>
                  <a:lnTo>
                    <a:pt x="249921" y="23615"/>
                  </a:lnTo>
                  <a:lnTo>
                    <a:pt x="245336" y="20977"/>
                  </a:lnTo>
                  <a:lnTo>
                    <a:pt x="240669" y="18484"/>
                  </a:lnTo>
                  <a:lnTo>
                    <a:pt x="235926" y="16141"/>
                  </a:lnTo>
                  <a:lnTo>
                    <a:pt x="231112" y="13949"/>
                  </a:lnTo>
                  <a:lnTo>
                    <a:pt x="226230" y="11910"/>
                  </a:lnTo>
                  <a:lnTo>
                    <a:pt x="221286" y="10027"/>
                  </a:lnTo>
                  <a:lnTo>
                    <a:pt x="216285" y="8301"/>
                  </a:lnTo>
                  <a:lnTo>
                    <a:pt x="211232" y="6735"/>
                  </a:lnTo>
                  <a:lnTo>
                    <a:pt x="206133" y="5329"/>
                  </a:lnTo>
                  <a:lnTo>
                    <a:pt x="200991" y="4085"/>
                  </a:lnTo>
                  <a:lnTo>
                    <a:pt x="195812" y="3004"/>
                  </a:lnTo>
                  <a:lnTo>
                    <a:pt x="190602" y="2088"/>
                  </a:lnTo>
                  <a:lnTo>
                    <a:pt x="185365" y="1337"/>
                  </a:lnTo>
                  <a:lnTo>
                    <a:pt x="180107" y="752"/>
                  </a:lnTo>
                  <a:lnTo>
                    <a:pt x="174833" y="334"/>
                  </a:lnTo>
                  <a:lnTo>
                    <a:pt x="169549" y="83"/>
                  </a:lnTo>
                  <a:lnTo>
                    <a:pt x="164260" y="0"/>
                  </a:lnTo>
                  <a:lnTo>
                    <a:pt x="1642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62041" y="5399291"/>
              <a:ext cx="24174" cy="167167"/>
            </a:xfrm>
            <a:custGeom>
              <a:avLst/>
              <a:pathLst>
                <a:path w="24174" h="167167">
                  <a:moveTo>
                    <a:pt x="24174" y="0"/>
                  </a:moveTo>
                  <a:lnTo>
                    <a:pt x="16091" y="195"/>
                  </a:lnTo>
                  <a:lnTo>
                    <a:pt x="8026" y="781"/>
                  </a:lnTo>
                  <a:lnTo>
                    <a:pt x="0" y="1757"/>
                  </a:lnTo>
                  <a:lnTo>
                    <a:pt x="241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319049" y="5400162"/>
              <a:ext cx="334315" cy="333461"/>
            </a:xfrm>
            <a:custGeom>
              <a:avLst/>
              <a:pathLst>
                <a:path w="334315" h="333461">
                  <a:moveTo>
                    <a:pt x="142991" y="886"/>
                  </a:moveTo>
                  <a:lnTo>
                    <a:pt x="137777" y="1732"/>
                  </a:lnTo>
                  <a:lnTo>
                    <a:pt x="132592" y="2743"/>
                  </a:lnTo>
                  <a:lnTo>
                    <a:pt x="127442" y="3917"/>
                  </a:lnTo>
                  <a:lnTo>
                    <a:pt x="122331" y="5253"/>
                  </a:lnTo>
                  <a:lnTo>
                    <a:pt x="117265" y="6750"/>
                  </a:lnTo>
                  <a:lnTo>
                    <a:pt x="112249" y="8407"/>
                  </a:lnTo>
                  <a:lnTo>
                    <a:pt x="107287" y="10221"/>
                  </a:lnTo>
                  <a:lnTo>
                    <a:pt x="102386" y="12191"/>
                  </a:lnTo>
                  <a:lnTo>
                    <a:pt x="97549" y="14314"/>
                  </a:lnTo>
                  <a:lnTo>
                    <a:pt x="92782" y="16590"/>
                  </a:lnTo>
                  <a:lnTo>
                    <a:pt x="88089" y="19015"/>
                  </a:lnTo>
                  <a:lnTo>
                    <a:pt x="83475" y="21587"/>
                  </a:lnTo>
                  <a:lnTo>
                    <a:pt x="78944" y="24304"/>
                  </a:lnTo>
                  <a:lnTo>
                    <a:pt x="74502" y="27162"/>
                  </a:lnTo>
                  <a:lnTo>
                    <a:pt x="70152" y="30159"/>
                  </a:lnTo>
                  <a:lnTo>
                    <a:pt x="65899" y="33293"/>
                  </a:lnTo>
                  <a:lnTo>
                    <a:pt x="61747" y="36559"/>
                  </a:lnTo>
                  <a:lnTo>
                    <a:pt x="57700" y="39954"/>
                  </a:lnTo>
                  <a:lnTo>
                    <a:pt x="53763" y="43476"/>
                  </a:lnTo>
                  <a:lnTo>
                    <a:pt x="49939" y="47121"/>
                  </a:lnTo>
                  <a:lnTo>
                    <a:pt x="46232" y="50884"/>
                  </a:lnTo>
                  <a:lnTo>
                    <a:pt x="42646" y="54763"/>
                  </a:lnTo>
                  <a:lnTo>
                    <a:pt x="39184" y="58753"/>
                  </a:lnTo>
                  <a:lnTo>
                    <a:pt x="35850" y="62850"/>
                  </a:lnTo>
                  <a:lnTo>
                    <a:pt x="32647" y="67051"/>
                  </a:lnTo>
                  <a:lnTo>
                    <a:pt x="29578" y="71351"/>
                  </a:lnTo>
                  <a:lnTo>
                    <a:pt x="26647" y="75746"/>
                  </a:lnTo>
                  <a:lnTo>
                    <a:pt x="23856" y="80231"/>
                  </a:lnTo>
                  <a:lnTo>
                    <a:pt x="21208" y="84802"/>
                  </a:lnTo>
                  <a:lnTo>
                    <a:pt x="18706" y="89454"/>
                  </a:lnTo>
                  <a:lnTo>
                    <a:pt x="16352" y="94184"/>
                  </a:lnTo>
                  <a:lnTo>
                    <a:pt x="14149" y="98985"/>
                  </a:lnTo>
                  <a:lnTo>
                    <a:pt x="12099" y="103853"/>
                  </a:lnTo>
                  <a:lnTo>
                    <a:pt x="10203" y="108784"/>
                  </a:lnTo>
                  <a:lnTo>
                    <a:pt x="8464" y="113772"/>
                  </a:lnTo>
                  <a:lnTo>
                    <a:pt x="6884" y="118813"/>
                  </a:lnTo>
                  <a:lnTo>
                    <a:pt x="5464" y="123901"/>
                  </a:lnTo>
                  <a:lnTo>
                    <a:pt x="4205" y="129031"/>
                  </a:lnTo>
                  <a:lnTo>
                    <a:pt x="3109" y="134199"/>
                  </a:lnTo>
                  <a:lnTo>
                    <a:pt x="2177" y="139399"/>
                  </a:lnTo>
                  <a:lnTo>
                    <a:pt x="1409" y="144625"/>
                  </a:lnTo>
                  <a:lnTo>
                    <a:pt x="807" y="149873"/>
                  </a:lnTo>
                  <a:lnTo>
                    <a:pt x="371" y="155138"/>
                  </a:lnTo>
                  <a:lnTo>
                    <a:pt x="102" y="160413"/>
                  </a:lnTo>
                  <a:lnTo>
                    <a:pt x="0" y="165695"/>
                  </a:lnTo>
                  <a:lnTo>
                    <a:pt x="64" y="170977"/>
                  </a:lnTo>
                  <a:lnTo>
                    <a:pt x="295" y="176255"/>
                  </a:lnTo>
                  <a:lnTo>
                    <a:pt x="693" y="181522"/>
                  </a:lnTo>
                  <a:lnTo>
                    <a:pt x="1258" y="186775"/>
                  </a:lnTo>
                  <a:lnTo>
                    <a:pt x="1987" y="192007"/>
                  </a:lnTo>
                  <a:lnTo>
                    <a:pt x="2882" y="197213"/>
                  </a:lnTo>
                  <a:lnTo>
                    <a:pt x="3941" y="202388"/>
                  </a:lnTo>
                  <a:lnTo>
                    <a:pt x="5163" y="207527"/>
                  </a:lnTo>
                  <a:lnTo>
                    <a:pt x="6547" y="212626"/>
                  </a:lnTo>
                  <a:lnTo>
                    <a:pt x="8091" y="217677"/>
                  </a:lnTo>
                  <a:lnTo>
                    <a:pt x="9794" y="222678"/>
                  </a:lnTo>
                  <a:lnTo>
                    <a:pt x="11654" y="227622"/>
                  </a:lnTo>
                  <a:lnTo>
                    <a:pt x="13669" y="232505"/>
                  </a:lnTo>
                  <a:lnTo>
                    <a:pt x="15838" y="237322"/>
                  </a:lnTo>
                  <a:lnTo>
                    <a:pt x="18157" y="242068"/>
                  </a:lnTo>
                  <a:lnTo>
                    <a:pt x="20626" y="246739"/>
                  </a:lnTo>
                  <a:lnTo>
                    <a:pt x="23241" y="251329"/>
                  </a:lnTo>
                  <a:lnTo>
                    <a:pt x="25999" y="255834"/>
                  </a:lnTo>
                  <a:lnTo>
                    <a:pt x="28899" y="260249"/>
                  </a:lnTo>
                  <a:lnTo>
                    <a:pt x="31937" y="264571"/>
                  </a:lnTo>
                  <a:lnTo>
                    <a:pt x="35109" y="268795"/>
                  </a:lnTo>
                  <a:lnTo>
                    <a:pt x="38414" y="272916"/>
                  </a:lnTo>
                  <a:lnTo>
                    <a:pt x="41847" y="276931"/>
                  </a:lnTo>
                  <a:lnTo>
                    <a:pt x="45405" y="280835"/>
                  </a:lnTo>
                  <a:lnTo>
                    <a:pt x="49085" y="284626"/>
                  </a:lnTo>
                  <a:lnTo>
                    <a:pt x="52883" y="288297"/>
                  </a:lnTo>
                  <a:lnTo>
                    <a:pt x="56795" y="291847"/>
                  </a:lnTo>
                  <a:lnTo>
                    <a:pt x="60817" y="295272"/>
                  </a:lnTo>
                  <a:lnTo>
                    <a:pt x="64945" y="298568"/>
                  </a:lnTo>
                  <a:lnTo>
                    <a:pt x="69175" y="301732"/>
                  </a:lnTo>
                  <a:lnTo>
                    <a:pt x="73504" y="304760"/>
                  </a:lnTo>
                  <a:lnTo>
                    <a:pt x="77925" y="307651"/>
                  </a:lnTo>
                  <a:lnTo>
                    <a:pt x="82436" y="310400"/>
                  </a:lnTo>
                  <a:lnTo>
                    <a:pt x="87032" y="313005"/>
                  </a:lnTo>
                  <a:lnTo>
                    <a:pt x="91707" y="315464"/>
                  </a:lnTo>
                  <a:lnTo>
                    <a:pt x="96458" y="317773"/>
                  </a:lnTo>
                  <a:lnTo>
                    <a:pt x="101280" y="319932"/>
                  </a:lnTo>
                  <a:lnTo>
                    <a:pt x="106167" y="321937"/>
                  </a:lnTo>
                  <a:lnTo>
                    <a:pt x="111115" y="323787"/>
                  </a:lnTo>
                  <a:lnTo>
                    <a:pt x="116119" y="325479"/>
                  </a:lnTo>
                  <a:lnTo>
                    <a:pt x="121174" y="327012"/>
                  </a:lnTo>
                  <a:lnTo>
                    <a:pt x="126275" y="328385"/>
                  </a:lnTo>
                  <a:lnTo>
                    <a:pt x="131417" y="329596"/>
                  </a:lnTo>
                  <a:lnTo>
                    <a:pt x="136595" y="330644"/>
                  </a:lnTo>
                  <a:lnTo>
                    <a:pt x="141803" y="331528"/>
                  </a:lnTo>
                  <a:lnTo>
                    <a:pt x="147036" y="332247"/>
                  </a:lnTo>
                  <a:lnTo>
                    <a:pt x="152290" y="332800"/>
                  </a:lnTo>
                  <a:lnTo>
                    <a:pt x="157558" y="333187"/>
                  </a:lnTo>
                  <a:lnTo>
                    <a:pt x="162836" y="333407"/>
                  </a:lnTo>
                  <a:lnTo>
                    <a:pt x="168118" y="333461"/>
                  </a:lnTo>
                  <a:lnTo>
                    <a:pt x="173400" y="333347"/>
                  </a:lnTo>
                  <a:lnTo>
                    <a:pt x="178675" y="333067"/>
                  </a:lnTo>
                  <a:lnTo>
                    <a:pt x="183939" y="332620"/>
                  </a:lnTo>
                  <a:lnTo>
                    <a:pt x="189185" y="332007"/>
                  </a:lnTo>
                  <a:lnTo>
                    <a:pt x="194410" y="331228"/>
                  </a:lnTo>
                  <a:lnTo>
                    <a:pt x="199608" y="330285"/>
                  </a:lnTo>
                  <a:lnTo>
                    <a:pt x="204773" y="329178"/>
                  </a:lnTo>
                  <a:lnTo>
                    <a:pt x="209901" y="327909"/>
                  </a:lnTo>
                  <a:lnTo>
                    <a:pt x="214986" y="326478"/>
                  </a:lnTo>
                  <a:lnTo>
                    <a:pt x="220023" y="324887"/>
                  </a:lnTo>
                  <a:lnTo>
                    <a:pt x="225008" y="323137"/>
                  </a:lnTo>
                  <a:lnTo>
                    <a:pt x="229935" y="321232"/>
                  </a:lnTo>
                  <a:lnTo>
                    <a:pt x="234799" y="319171"/>
                  </a:lnTo>
                  <a:lnTo>
                    <a:pt x="239595" y="316958"/>
                  </a:lnTo>
                  <a:lnTo>
                    <a:pt x="244320" y="314594"/>
                  </a:lnTo>
                  <a:lnTo>
                    <a:pt x="248967" y="312082"/>
                  </a:lnTo>
                  <a:lnTo>
                    <a:pt x="253532" y="309425"/>
                  </a:lnTo>
                  <a:lnTo>
                    <a:pt x="258011" y="306624"/>
                  </a:lnTo>
                  <a:lnTo>
                    <a:pt x="262400" y="303684"/>
                  </a:lnTo>
                  <a:lnTo>
                    <a:pt x="266693" y="300606"/>
                  </a:lnTo>
                  <a:lnTo>
                    <a:pt x="270887" y="297394"/>
                  </a:lnTo>
                  <a:lnTo>
                    <a:pt x="274978" y="294052"/>
                  </a:lnTo>
                  <a:lnTo>
                    <a:pt x="278961" y="290581"/>
                  </a:lnTo>
                  <a:lnTo>
                    <a:pt x="282832" y="286987"/>
                  </a:lnTo>
                  <a:lnTo>
                    <a:pt x="286588" y="283272"/>
                  </a:lnTo>
                  <a:lnTo>
                    <a:pt x="290224" y="279440"/>
                  </a:lnTo>
                  <a:lnTo>
                    <a:pt x="293738" y="275496"/>
                  </a:lnTo>
                  <a:lnTo>
                    <a:pt x="297125" y="271442"/>
                  </a:lnTo>
                  <a:lnTo>
                    <a:pt x="300382" y="267283"/>
                  </a:lnTo>
                  <a:lnTo>
                    <a:pt x="303506" y="263024"/>
                  </a:lnTo>
                  <a:lnTo>
                    <a:pt x="306495" y="258667"/>
                  </a:lnTo>
                  <a:lnTo>
                    <a:pt x="309344" y="254219"/>
                  </a:lnTo>
                  <a:lnTo>
                    <a:pt x="312051" y="249683"/>
                  </a:lnTo>
                  <a:lnTo>
                    <a:pt x="314613" y="245063"/>
                  </a:lnTo>
                  <a:lnTo>
                    <a:pt x="317028" y="240365"/>
                  </a:lnTo>
                  <a:lnTo>
                    <a:pt x="319294" y="235593"/>
                  </a:lnTo>
                  <a:lnTo>
                    <a:pt x="321407" y="230752"/>
                  </a:lnTo>
                  <a:lnTo>
                    <a:pt x="323367" y="225846"/>
                  </a:lnTo>
                  <a:lnTo>
                    <a:pt x="325170" y="220881"/>
                  </a:lnTo>
                  <a:lnTo>
                    <a:pt x="326816" y="215861"/>
                  </a:lnTo>
                  <a:lnTo>
                    <a:pt x="328303" y="210792"/>
                  </a:lnTo>
                  <a:lnTo>
                    <a:pt x="329628" y="205678"/>
                  </a:lnTo>
                  <a:lnTo>
                    <a:pt x="330791" y="200526"/>
                  </a:lnTo>
                  <a:lnTo>
                    <a:pt x="331791" y="195338"/>
                  </a:lnTo>
                  <a:lnTo>
                    <a:pt x="332627" y="190122"/>
                  </a:lnTo>
                  <a:lnTo>
                    <a:pt x="333297" y="184883"/>
                  </a:lnTo>
                  <a:lnTo>
                    <a:pt x="333801" y="179624"/>
                  </a:lnTo>
                  <a:lnTo>
                    <a:pt x="334139" y="174352"/>
                  </a:lnTo>
                  <a:lnTo>
                    <a:pt x="334310" y="169073"/>
                  </a:lnTo>
                  <a:lnTo>
                    <a:pt x="334315" y="163790"/>
                  </a:lnTo>
                  <a:lnTo>
                    <a:pt x="334152" y="158510"/>
                  </a:lnTo>
                  <a:lnTo>
                    <a:pt x="333822" y="153238"/>
                  </a:lnTo>
                  <a:lnTo>
                    <a:pt x="333327" y="147978"/>
                  </a:lnTo>
                  <a:lnTo>
                    <a:pt x="332665" y="142737"/>
                  </a:lnTo>
                  <a:lnTo>
                    <a:pt x="331838" y="137520"/>
                  </a:lnTo>
                  <a:lnTo>
                    <a:pt x="330846" y="132331"/>
                  </a:lnTo>
                  <a:lnTo>
                    <a:pt x="329692" y="127176"/>
                  </a:lnTo>
                  <a:lnTo>
                    <a:pt x="328374" y="122061"/>
                  </a:lnTo>
                  <a:lnTo>
                    <a:pt x="326896" y="116989"/>
                  </a:lnTo>
                  <a:lnTo>
                    <a:pt x="325259" y="111967"/>
                  </a:lnTo>
                  <a:lnTo>
                    <a:pt x="323463" y="106999"/>
                  </a:lnTo>
                  <a:lnTo>
                    <a:pt x="321511" y="102090"/>
                  </a:lnTo>
                  <a:lnTo>
                    <a:pt x="319406" y="97245"/>
                  </a:lnTo>
                  <a:lnTo>
                    <a:pt x="317148" y="92470"/>
                  </a:lnTo>
                  <a:lnTo>
                    <a:pt x="314740" y="87767"/>
                  </a:lnTo>
                  <a:lnTo>
                    <a:pt x="312185" y="83144"/>
                  </a:lnTo>
                  <a:lnTo>
                    <a:pt x="309486" y="78603"/>
                  </a:lnTo>
                  <a:lnTo>
                    <a:pt x="306644" y="74150"/>
                  </a:lnTo>
                  <a:lnTo>
                    <a:pt x="303663" y="69789"/>
                  </a:lnTo>
                  <a:lnTo>
                    <a:pt x="300545" y="65525"/>
                  </a:lnTo>
                  <a:lnTo>
                    <a:pt x="297295" y="61361"/>
                  </a:lnTo>
                  <a:lnTo>
                    <a:pt x="293914" y="57301"/>
                  </a:lnTo>
                  <a:lnTo>
                    <a:pt x="290407" y="53351"/>
                  </a:lnTo>
                  <a:lnTo>
                    <a:pt x="286777" y="49513"/>
                  </a:lnTo>
                  <a:lnTo>
                    <a:pt x="283027" y="45792"/>
                  </a:lnTo>
                  <a:lnTo>
                    <a:pt x="279162" y="42192"/>
                  </a:lnTo>
                  <a:lnTo>
                    <a:pt x="275185" y="38715"/>
                  </a:lnTo>
                  <a:lnTo>
                    <a:pt x="271099" y="35366"/>
                  </a:lnTo>
                  <a:lnTo>
                    <a:pt x="266911" y="32147"/>
                  </a:lnTo>
                  <a:lnTo>
                    <a:pt x="262622" y="29062"/>
                  </a:lnTo>
                  <a:lnTo>
                    <a:pt x="258238" y="26115"/>
                  </a:lnTo>
                  <a:lnTo>
                    <a:pt x="253764" y="23307"/>
                  </a:lnTo>
                  <a:lnTo>
                    <a:pt x="249203" y="20643"/>
                  </a:lnTo>
                  <a:lnTo>
                    <a:pt x="244559" y="18123"/>
                  </a:lnTo>
                  <a:lnTo>
                    <a:pt x="239839" y="15752"/>
                  </a:lnTo>
                  <a:lnTo>
                    <a:pt x="235046" y="13531"/>
                  </a:lnTo>
                  <a:lnTo>
                    <a:pt x="230185" y="11462"/>
                  </a:lnTo>
                  <a:lnTo>
                    <a:pt x="225262" y="9548"/>
                  </a:lnTo>
                  <a:lnTo>
                    <a:pt x="220280" y="7791"/>
                  </a:lnTo>
                  <a:lnTo>
                    <a:pt x="215245" y="6192"/>
                  </a:lnTo>
                  <a:lnTo>
                    <a:pt x="210163" y="4753"/>
                  </a:lnTo>
                  <a:lnTo>
                    <a:pt x="205037" y="3475"/>
                  </a:lnTo>
                  <a:lnTo>
                    <a:pt x="199873" y="2360"/>
                  </a:lnTo>
                  <a:lnTo>
                    <a:pt x="194677" y="1408"/>
                  </a:lnTo>
                  <a:lnTo>
                    <a:pt x="189454" y="621"/>
                  </a:lnTo>
                  <a:lnTo>
                    <a:pt x="184208" y="0"/>
                  </a:lnTo>
                  <a:lnTo>
                    <a:pt x="167166" y="166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17041" cy="167167"/>
            </a:xfrm>
            <a:custGeom>
              <a:avLst/>
              <a:pathLst>
                <a:path w="17041" h="167167">
                  <a:moveTo>
                    <a:pt x="17041" y="870"/>
                  </a:moveTo>
                  <a:lnTo>
                    <a:pt x="8532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856381" y="5399291"/>
              <a:ext cx="167163" cy="333321"/>
            </a:xfrm>
            <a:custGeom>
              <a:avLst/>
              <a:pathLst>
                <a:path w="167163" h="333321">
                  <a:moveTo>
                    <a:pt x="167163" y="0"/>
                  </a:moveTo>
                  <a:lnTo>
                    <a:pt x="161829" y="85"/>
                  </a:lnTo>
                  <a:lnTo>
                    <a:pt x="156501" y="340"/>
                  </a:lnTo>
                  <a:lnTo>
                    <a:pt x="151184" y="765"/>
                  </a:lnTo>
                  <a:lnTo>
                    <a:pt x="145884" y="1359"/>
                  </a:lnTo>
                  <a:lnTo>
                    <a:pt x="140604" y="2123"/>
                  </a:lnTo>
                  <a:lnTo>
                    <a:pt x="135352" y="3054"/>
                  </a:lnTo>
                  <a:lnTo>
                    <a:pt x="130133" y="4152"/>
                  </a:lnTo>
                  <a:lnTo>
                    <a:pt x="124951" y="5417"/>
                  </a:lnTo>
                  <a:lnTo>
                    <a:pt x="119812" y="6846"/>
                  </a:lnTo>
                  <a:lnTo>
                    <a:pt x="114721" y="8438"/>
                  </a:lnTo>
                  <a:lnTo>
                    <a:pt x="109683" y="10192"/>
                  </a:lnTo>
                  <a:lnTo>
                    <a:pt x="104705" y="12106"/>
                  </a:lnTo>
                  <a:lnTo>
                    <a:pt x="99789" y="14177"/>
                  </a:lnTo>
                  <a:lnTo>
                    <a:pt x="94943" y="16405"/>
                  </a:lnTo>
                  <a:lnTo>
                    <a:pt x="90169" y="18786"/>
                  </a:lnTo>
                  <a:lnTo>
                    <a:pt x="85475" y="21318"/>
                  </a:lnTo>
                  <a:lnTo>
                    <a:pt x="80863" y="23998"/>
                  </a:lnTo>
                  <a:lnTo>
                    <a:pt x="76339" y="26824"/>
                  </a:lnTo>
                  <a:lnTo>
                    <a:pt x="71908" y="29793"/>
                  </a:lnTo>
                  <a:lnTo>
                    <a:pt x="67574" y="32902"/>
                  </a:lnTo>
                  <a:lnTo>
                    <a:pt x="63341" y="36148"/>
                  </a:lnTo>
                  <a:lnTo>
                    <a:pt x="59214" y="39527"/>
                  </a:lnTo>
                  <a:lnTo>
                    <a:pt x="55196" y="43036"/>
                  </a:lnTo>
                  <a:lnTo>
                    <a:pt x="51293" y="46671"/>
                  </a:lnTo>
                  <a:lnTo>
                    <a:pt x="47508" y="50429"/>
                  </a:lnTo>
                  <a:lnTo>
                    <a:pt x="43844" y="54306"/>
                  </a:lnTo>
                  <a:lnTo>
                    <a:pt x="40306" y="58298"/>
                  </a:lnTo>
                  <a:lnTo>
                    <a:pt x="36897" y="62401"/>
                  </a:lnTo>
                  <a:lnTo>
                    <a:pt x="33621" y="66610"/>
                  </a:lnTo>
                  <a:lnTo>
                    <a:pt x="30481" y="70922"/>
                  </a:lnTo>
                  <a:lnTo>
                    <a:pt x="27480" y="75332"/>
                  </a:lnTo>
                  <a:lnTo>
                    <a:pt x="24621" y="79835"/>
                  </a:lnTo>
                  <a:lnTo>
                    <a:pt x="21907" y="84427"/>
                  </a:lnTo>
                  <a:lnTo>
                    <a:pt x="19342" y="89103"/>
                  </a:lnTo>
                  <a:lnTo>
                    <a:pt x="16926" y="93859"/>
                  </a:lnTo>
                  <a:lnTo>
                    <a:pt x="14664" y="98690"/>
                  </a:lnTo>
                  <a:lnTo>
                    <a:pt x="12557" y="103590"/>
                  </a:lnTo>
                  <a:lnTo>
                    <a:pt x="10607" y="108555"/>
                  </a:lnTo>
                  <a:lnTo>
                    <a:pt x="8817" y="113579"/>
                  </a:lnTo>
                  <a:lnTo>
                    <a:pt x="7188" y="118658"/>
                  </a:lnTo>
                  <a:lnTo>
                    <a:pt x="5722" y="123787"/>
                  </a:lnTo>
                  <a:lnTo>
                    <a:pt x="4420" y="128960"/>
                  </a:lnTo>
                  <a:lnTo>
                    <a:pt x="3284" y="134171"/>
                  </a:lnTo>
                  <a:lnTo>
                    <a:pt x="2315" y="139417"/>
                  </a:lnTo>
                  <a:lnTo>
                    <a:pt x="1513" y="144690"/>
                  </a:lnTo>
                  <a:lnTo>
                    <a:pt x="880" y="149986"/>
                  </a:lnTo>
                  <a:lnTo>
                    <a:pt x="417" y="155300"/>
                  </a:lnTo>
                  <a:lnTo>
                    <a:pt x="123" y="160626"/>
                  </a:lnTo>
                  <a:lnTo>
                    <a:pt x="0" y="165959"/>
                  </a:lnTo>
                  <a:lnTo>
                    <a:pt x="46" y="171293"/>
                  </a:lnTo>
                  <a:lnTo>
                    <a:pt x="263" y="176622"/>
                  </a:lnTo>
                  <a:lnTo>
                    <a:pt x="649" y="181942"/>
                  </a:lnTo>
                  <a:lnTo>
                    <a:pt x="1206" y="187247"/>
                  </a:lnTo>
                  <a:lnTo>
                    <a:pt x="1931" y="192532"/>
                  </a:lnTo>
                  <a:lnTo>
                    <a:pt x="2824" y="197790"/>
                  </a:lnTo>
                  <a:lnTo>
                    <a:pt x="3885" y="203018"/>
                  </a:lnTo>
                  <a:lnTo>
                    <a:pt x="5112" y="208209"/>
                  </a:lnTo>
                  <a:lnTo>
                    <a:pt x="6503" y="213358"/>
                  </a:lnTo>
                  <a:lnTo>
                    <a:pt x="8059" y="218460"/>
                  </a:lnTo>
                  <a:lnTo>
                    <a:pt x="9776" y="223510"/>
                  </a:lnTo>
                  <a:lnTo>
                    <a:pt x="11654" y="228503"/>
                  </a:lnTo>
                  <a:lnTo>
                    <a:pt x="13690" y="233433"/>
                  </a:lnTo>
                  <a:lnTo>
                    <a:pt x="15882" y="238295"/>
                  </a:lnTo>
                  <a:lnTo>
                    <a:pt x="18229" y="243086"/>
                  </a:lnTo>
                  <a:lnTo>
                    <a:pt x="20727" y="247799"/>
                  </a:lnTo>
                  <a:lnTo>
                    <a:pt x="23374" y="252430"/>
                  </a:lnTo>
                  <a:lnTo>
                    <a:pt x="26167" y="256974"/>
                  </a:lnTo>
                  <a:lnTo>
                    <a:pt x="29104" y="261426"/>
                  </a:lnTo>
                  <a:lnTo>
                    <a:pt x="32182" y="265783"/>
                  </a:lnTo>
                  <a:lnTo>
                    <a:pt x="35397" y="270039"/>
                  </a:lnTo>
                  <a:lnTo>
                    <a:pt x="38746" y="274191"/>
                  </a:lnTo>
                  <a:lnTo>
                    <a:pt x="42226" y="278233"/>
                  </a:lnTo>
                  <a:lnTo>
                    <a:pt x="45833" y="282163"/>
                  </a:lnTo>
                  <a:lnTo>
                    <a:pt x="49563" y="285975"/>
                  </a:lnTo>
                  <a:lnTo>
                    <a:pt x="53414" y="289666"/>
                  </a:lnTo>
                  <a:lnTo>
                    <a:pt x="57380" y="293233"/>
                  </a:lnTo>
                  <a:lnTo>
                    <a:pt x="61458" y="296672"/>
                  </a:lnTo>
                  <a:lnTo>
                    <a:pt x="65643" y="299978"/>
                  </a:lnTo>
                  <a:lnTo>
                    <a:pt x="69932" y="303149"/>
                  </a:lnTo>
                  <a:lnTo>
                    <a:pt x="74320" y="306182"/>
                  </a:lnTo>
                  <a:lnTo>
                    <a:pt x="78802" y="309073"/>
                  </a:lnTo>
                  <a:lnTo>
                    <a:pt x="83375" y="311820"/>
                  </a:lnTo>
                  <a:lnTo>
                    <a:pt x="88033" y="314420"/>
                  </a:lnTo>
                  <a:lnTo>
                    <a:pt x="92771" y="316869"/>
                  </a:lnTo>
                  <a:lnTo>
                    <a:pt x="97585" y="319167"/>
                  </a:lnTo>
                  <a:lnTo>
                    <a:pt x="102470" y="321309"/>
                  </a:lnTo>
                  <a:lnTo>
                    <a:pt x="107420" y="323295"/>
                  </a:lnTo>
                  <a:lnTo>
                    <a:pt x="112432" y="325121"/>
                  </a:lnTo>
                  <a:lnTo>
                    <a:pt x="117499" y="326787"/>
                  </a:lnTo>
                  <a:lnTo>
                    <a:pt x="122617" y="328290"/>
                  </a:lnTo>
                  <a:lnTo>
                    <a:pt x="127780" y="329629"/>
                  </a:lnTo>
                  <a:lnTo>
                    <a:pt x="132983" y="330803"/>
                  </a:lnTo>
                  <a:lnTo>
                    <a:pt x="138221" y="331810"/>
                  </a:lnTo>
                  <a:lnTo>
                    <a:pt x="143489" y="332650"/>
                  </a:lnTo>
                  <a:lnTo>
                    <a:pt x="148781" y="33332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05162" y="5566459"/>
              <a:ext cx="18381" cy="166153"/>
            </a:xfrm>
            <a:custGeom>
              <a:avLst/>
              <a:pathLst>
                <a:path w="18381" h="166153">
                  <a:moveTo>
                    <a:pt x="0" y="166153"/>
                  </a:moveTo>
                  <a:lnTo>
                    <a:pt x="18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05162" y="5566459"/>
              <a:ext cx="18381" cy="166153"/>
            </a:xfrm>
            <a:custGeom>
              <a:avLst/>
              <a:pathLst>
                <a:path w="18381" h="166153">
                  <a:moveTo>
                    <a:pt x="0" y="166153"/>
                  </a:moveTo>
                  <a:lnTo>
                    <a:pt x="18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05162" y="5566459"/>
              <a:ext cx="18381" cy="166153"/>
            </a:xfrm>
            <a:custGeom>
              <a:avLst/>
              <a:pathLst>
                <a:path w="18381" h="166153">
                  <a:moveTo>
                    <a:pt x="0" y="166153"/>
                  </a:moveTo>
                  <a:lnTo>
                    <a:pt x="18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05162" y="5566459"/>
              <a:ext cx="18381" cy="166153"/>
            </a:xfrm>
            <a:custGeom>
              <a:avLst/>
              <a:pathLst>
                <a:path w="18381" h="166153">
                  <a:moveTo>
                    <a:pt x="0" y="166153"/>
                  </a:moveTo>
                  <a:lnTo>
                    <a:pt x="183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05162" y="5566459"/>
              <a:ext cx="18381" cy="166153"/>
            </a:xfrm>
            <a:custGeom>
              <a:avLst/>
              <a:pathLst>
                <a:path w="18381" h="166153">
                  <a:moveTo>
                    <a:pt x="0" y="166153"/>
                  </a:moveTo>
                  <a:lnTo>
                    <a:pt x="183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05162" y="5566459"/>
              <a:ext cx="107415" cy="167160"/>
            </a:xfrm>
            <a:custGeom>
              <a:avLst/>
              <a:pathLst>
                <a:path w="107415" h="167160">
                  <a:moveTo>
                    <a:pt x="0" y="166153"/>
                  </a:moveTo>
                  <a:lnTo>
                    <a:pt x="5590" y="166677"/>
                  </a:lnTo>
                  <a:lnTo>
                    <a:pt x="11196" y="167012"/>
                  </a:lnTo>
                  <a:lnTo>
                    <a:pt x="16809" y="167160"/>
                  </a:lnTo>
                  <a:lnTo>
                    <a:pt x="22424" y="167118"/>
                  </a:lnTo>
                  <a:lnTo>
                    <a:pt x="28035" y="166888"/>
                  </a:lnTo>
                  <a:lnTo>
                    <a:pt x="33635" y="166470"/>
                  </a:lnTo>
                  <a:lnTo>
                    <a:pt x="39217" y="165863"/>
                  </a:lnTo>
                  <a:lnTo>
                    <a:pt x="44776" y="165070"/>
                  </a:lnTo>
                  <a:lnTo>
                    <a:pt x="50305" y="164090"/>
                  </a:lnTo>
                  <a:lnTo>
                    <a:pt x="55799" y="162926"/>
                  </a:lnTo>
                  <a:lnTo>
                    <a:pt x="61250" y="161577"/>
                  </a:lnTo>
                  <a:lnTo>
                    <a:pt x="66652" y="160046"/>
                  </a:lnTo>
                  <a:lnTo>
                    <a:pt x="72000" y="158334"/>
                  </a:lnTo>
                  <a:lnTo>
                    <a:pt x="77288" y="156444"/>
                  </a:lnTo>
                  <a:lnTo>
                    <a:pt x="82509" y="154378"/>
                  </a:lnTo>
                  <a:lnTo>
                    <a:pt x="87658" y="152137"/>
                  </a:lnTo>
                  <a:lnTo>
                    <a:pt x="92729" y="149724"/>
                  </a:lnTo>
                  <a:lnTo>
                    <a:pt x="97716" y="147142"/>
                  </a:lnTo>
                  <a:lnTo>
                    <a:pt x="102613" y="144395"/>
                  </a:lnTo>
                  <a:lnTo>
                    <a:pt x="107415" y="141484"/>
                  </a:lnTo>
                  <a:lnTo>
                    <a:pt x="183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167158" cy="308652"/>
            </a:xfrm>
            <a:custGeom>
              <a:avLst/>
              <a:pathLst>
                <a:path w="167158" h="308652">
                  <a:moveTo>
                    <a:pt x="89033" y="308652"/>
                  </a:moveTo>
                  <a:lnTo>
                    <a:pt x="93494" y="305745"/>
                  </a:lnTo>
                  <a:lnTo>
                    <a:pt x="97859" y="302697"/>
                  </a:lnTo>
                  <a:lnTo>
                    <a:pt x="102126" y="299512"/>
                  </a:lnTo>
                  <a:lnTo>
                    <a:pt x="106288" y="296193"/>
                  </a:lnTo>
                  <a:lnTo>
                    <a:pt x="110343" y="292742"/>
                  </a:lnTo>
                  <a:lnTo>
                    <a:pt x="114286" y="289165"/>
                  </a:lnTo>
                  <a:lnTo>
                    <a:pt x="118114" y="285463"/>
                  </a:lnTo>
                  <a:lnTo>
                    <a:pt x="121821" y="281642"/>
                  </a:lnTo>
                  <a:lnTo>
                    <a:pt x="125405" y="277704"/>
                  </a:lnTo>
                  <a:lnTo>
                    <a:pt x="128861" y="273655"/>
                  </a:lnTo>
                  <a:lnTo>
                    <a:pt x="132187" y="269497"/>
                  </a:lnTo>
                  <a:lnTo>
                    <a:pt x="135379" y="265236"/>
                  </a:lnTo>
                  <a:lnTo>
                    <a:pt x="138433" y="260875"/>
                  </a:lnTo>
                  <a:lnTo>
                    <a:pt x="141347" y="256419"/>
                  </a:lnTo>
                  <a:lnTo>
                    <a:pt x="144117" y="251872"/>
                  </a:lnTo>
                  <a:lnTo>
                    <a:pt x="146742" y="247240"/>
                  </a:lnTo>
                  <a:lnTo>
                    <a:pt x="149217" y="242526"/>
                  </a:lnTo>
                  <a:lnTo>
                    <a:pt x="151542" y="237736"/>
                  </a:lnTo>
                  <a:lnTo>
                    <a:pt x="153712" y="232874"/>
                  </a:lnTo>
                  <a:lnTo>
                    <a:pt x="155727" y="227946"/>
                  </a:lnTo>
                  <a:lnTo>
                    <a:pt x="157583" y="222956"/>
                  </a:lnTo>
                  <a:lnTo>
                    <a:pt x="159280" y="217909"/>
                  </a:lnTo>
                  <a:lnTo>
                    <a:pt x="160815" y="212811"/>
                  </a:lnTo>
                  <a:lnTo>
                    <a:pt x="162187" y="207667"/>
                  </a:lnTo>
                  <a:lnTo>
                    <a:pt x="163394" y="202481"/>
                  </a:lnTo>
                  <a:lnTo>
                    <a:pt x="164436" y="197260"/>
                  </a:lnTo>
                  <a:lnTo>
                    <a:pt x="165311" y="192008"/>
                  </a:lnTo>
                  <a:lnTo>
                    <a:pt x="166018" y="186731"/>
                  </a:lnTo>
                  <a:lnTo>
                    <a:pt x="166557" y="181434"/>
                  </a:lnTo>
                  <a:lnTo>
                    <a:pt x="166927" y="176123"/>
                  </a:lnTo>
                  <a:lnTo>
                    <a:pt x="167127" y="170802"/>
                  </a:lnTo>
                  <a:lnTo>
                    <a:pt x="167158" y="165478"/>
                  </a:lnTo>
                  <a:lnTo>
                    <a:pt x="167020" y="160156"/>
                  </a:lnTo>
                  <a:lnTo>
                    <a:pt x="166712" y="154840"/>
                  </a:lnTo>
                  <a:lnTo>
                    <a:pt x="166235" y="149538"/>
                  </a:lnTo>
                  <a:lnTo>
                    <a:pt x="165589" y="144253"/>
                  </a:lnTo>
                  <a:lnTo>
                    <a:pt x="164775" y="138991"/>
                  </a:lnTo>
                  <a:lnTo>
                    <a:pt x="163794" y="133758"/>
                  </a:lnTo>
                  <a:lnTo>
                    <a:pt x="162647" y="128559"/>
                  </a:lnTo>
                  <a:lnTo>
                    <a:pt x="161335" y="123399"/>
                  </a:lnTo>
                  <a:lnTo>
                    <a:pt x="159860" y="118283"/>
                  </a:lnTo>
                  <a:lnTo>
                    <a:pt x="158222" y="113217"/>
                  </a:lnTo>
                  <a:lnTo>
                    <a:pt x="156424" y="108206"/>
                  </a:lnTo>
                  <a:lnTo>
                    <a:pt x="154467" y="103254"/>
                  </a:lnTo>
                  <a:lnTo>
                    <a:pt x="152353" y="98368"/>
                  </a:lnTo>
                  <a:lnTo>
                    <a:pt x="150085" y="93551"/>
                  </a:lnTo>
                  <a:lnTo>
                    <a:pt x="147664" y="88809"/>
                  </a:lnTo>
                  <a:lnTo>
                    <a:pt x="145094" y="84146"/>
                  </a:lnTo>
                  <a:lnTo>
                    <a:pt x="142377" y="79567"/>
                  </a:lnTo>
                  <a:lnTo>
                    <a:pt x="139515" y="75078"/>
                  </a:lnTo>
                  <a:lnTo>
                    <a:pt x="136511" y="70681"/>
                  </a:lnTo>
                  <a:lnTo>
                    <a:pt x="133370" y="66383"/>
                  </a:lnTo>
                  <a:lnTo>
                    <a:pt x="130092" y="62187"/>
                  </a:lnTo>
                  <a:lnTo>
                    <a:pt x="126683" y="58097"/>
                  </a:lnTo>
                  <a:lnTo>
                    <a:pt x="123146" y="54118"/>
                  </a:lnTo>
                  <a:lnTo>
                    <a:pt x="119483" y="50254"/>
                  </a:lnTo>
                  <a:lnTo>
                    <a:pt x="115699" y="46508"/>
                  </a:lnTo>
                  <a:lnTo>
                    <a:pt x="111798" y="42885"/>
                  </a:lnTo>
                  <a:lnTo>
                    <a:pt x="107784" y="39388"/>
                  </a:lnTo>
                  <a:lnTo>
                    <a:pt x="103660" y="36020"/>
                  </a:lnTo>
                  <a:lnTo>
                    <a:pt x="99431" y="32786"/>
                  </a:lnTo>
                  <a:lnTo>
                    <a:pt x="95101" y="29687"/>
                  </a:lnTo>
                  <a:lnTo>
                    <a:pt x="90675" y="26728"/>
                  </a:lnTo>
                  <a:lnTo>
                    <a:pt x="86156" y="23912"/>
                  </a:lnTo>
                  <a:lnTo>
                    <a:pt x="81551" y="21241"/>
                  </a:lnTo>
                  <a:lnTo>
                    <a:pt x="76862" y="18718"/>
                  </a:lnTo>
                  <a:lnTo>
                    <a:pt x="72096" y="16346"/>
                  </a:lnTo>
                  <a:lnTo>
                    <a:pt x="67256" y="14126"/>
                  </a:lnTo>
                  <a:lnTo>
                    <a:pt x="62348" y="12062"/>
                  </a:lnTo>
                  <a:lnTo>
                    <a:pt x="57377" y="10155"/>
                  </a:lnTo>
                  <a:lnTo>
                    <a:pt x="52348" y="8407"/>
                  </a:lnTo>
                  <a:lnTo>
                    <a:pt x="47266" y="6821"/>
                  </a:lnTo>
                  <a:lnTo>
                    <a:pt x="42136" y="5397"/>
                  </a:lnTo>
                  <a:lnTo>
                    <a:pt x="36963" y="4137"/>
                  </a:lnTo>
                  <a:lnTo>
                    <a:pt x="31752" y="3043"/>
                  </a:lnTo>
                  <a:lnTo>
                    <a:pt x="26509" y="2115"/>
                  </a:lnTo>
                  <a:lnTo>
                    <a:pt x="21240" y="1354"/>
                  </a:lnTo>
                  <a:lnTo>
                    <a:pt x="15948" y="762"/>
                  </a:lnTo>
                  <a:lnTo>
                    <a:pt x="10641" y="339"/>
                  </a:lnTo>
                  <a:lnTo>
                    <a:pt x="532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415123" y="5269756"/>
              <a:ext cx="130134" cy="167167"/>
            </a:xfrm>
            <a:custGeom>
              <a:avLst/>
              <a:pathLst>
                <a:path w="130134" h="167167">
                  <a:moveTo>
                    <a:pt x="130134" y="0"/>
                  </a:moveTo>
                  <a:lnTo>
                    <a:pt x="124611" y="91"/>
                  </a:lnTo>
                  <a:lnTo>
                    <a:pt x="119094" y="364"/>
                  </a:lnTo>
                  <a:lnTo>
                    <a:pt x="113589" y="820"/>
                  </a:lnTo>
                  <a:lnTo>
                    <a:pt x="108102" y="1458"/>
                  </a:lnTo>
                  <a:lnTo>
                    <a:pt x="102639" y="2276"/>
                  </a:lnTo>
                  <a:lnTo>
                    <a:pt x="97206" y="3275"/>
                  </a:lnTo>
                  <a:lnTo>
                    <a:pt x="91809" y="4452"/>
                  </a:lnTo>
                  <a:lnTo>
                    <a:pt x="86454" y="5807"/>
                  </a:lnTo>
                  <a:lnTo>
                    <a:pt x="81147" y="7338"/>
                  </a:lnTo>
                  <a:lnTo>
                    <a:pt x="75893" y="9044"/>
                  </a:lnTo>
                  <a:lnTo>
                    <a:pt x="70698" y="10922"/>
                  </a:lnTo>
                  <a:lnTo>
                    <a:pt x="65569" y="12971"/>
                  </a:lnTo>
                  <a:lnTo>
                    <a:pt x="60509" y="15189"/>
                  </a:lnTo>
                  <a:lnTo>
                    <a:pt x="55526" y="17572"/>
                  </a:lnTo>
                  <a:lnTo>
                    <a:pt x="50624" y="20119"/>
                  </a:lnTo>
                  <a:lnTo>
                    <a:pt x="45809" y="22826"/>
                  </a:lnTo>
                  <a:lnTo>
                    <a:pt x="41087" y="25691"/>
                  </a:lnTo>
                  <a:lnTo>
                    <a:pt x="36461" y="28710"/>
                  </a:lnTo>
                  <a:lnTo>
                    <a:pt x="31938" y="31881"/>
                  </a:lnTo>
                  <a:lnTo>
                    <a:pt x="27521" y="35199"/>
                  </a:lnTo>
                  <a:lnTo>
                    <a:pt x="23217" y="38661"/>
                  </a:lnTo>
                  <a:lnTo>
                    <a:pt x="19030" y="42264"/>
                  </a:lnTo>
                  <a:lnTo>
                    <a:pt x="14964" y="46003"/>
                  </a:lnTo>
                  <a:lnTo>
                    <a:pt x="11024" y="49874"/>
                  </a:lnTo>
                  <a:lnTo>
                    <a:pt x="7213" y="53873"/>
                  </a:lnTo>
                  <a:lnTo>
                    <a:pt x="3537" y="57997"/>
                  </a:lnTo>
                  <a:lnTo>
                    <a:pt x="0" y="62239"/>
                  </a:lnTo>
                  <a:lnTo>
                    <a:pt x="1301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396138" y="5331995"/>
              <a:ext cx="149120" cy="104928"/>
            </a:xfrm>
            <a:custGeom>
              <a:avLst/>
              <a:pathLst>
                <a:path w="149120" h="104928">
                  <a:moveTo>
                    <a:pt x="18985" y="0"/>
                  </a:moveTo>
                  <a:lnTo>
                    <a:pt x="14702" y="5546"/>
                  </a:lnTo>
                  <a:lnTo>
                    <a:pt x="10655" y="11267"/>
                  </a:lnTo>
                  <a:lnTo>
                    <a:pt x="6851" y="17152"/>
                  </a:lnTo>
                  <a:lnTo>
                    <a:pt x="3297" y="23192"/>
                  </a:lnTo>
                  <a:lnTo>
                    <a:pt x="0" y="29376"/>
                  </a:lnTo>
                  <a:lnTo>
                    <a:pt x="149120" y="104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18042" y="91615"/>
                  </a:moveTo>
                  <a:lnTo>
                    <a:pt x="15716" y="96392"/>
                  </a:lnTo>
                  <a:lnTo>
                    <a:pt x="13543" y="101241"/>
                  </a:lnTo>
                  <a:lnTo>
                    <a:pt x="11525" y="106157"/>
                  </a:lnTo>
                  <a:lnTo>
                    <a:pt x="9665" y="111134"/>
                  </a:lnTo>
                  <a:lnTo>
                    <a:pt x="7964" y="116168"/>
                  </a:lnTo>
                  <a:lnTo>
                    <a:pt x="6423" y="121254"/>
                  </a:lnTo>
                  <a:lnTo>
                    <a:pt x="5045" y="126385"/>
                  </a:lnTo>
                  <a:lnTo>
                    <a:pt x="3831" y="131558"/>
                  </a:lnTo>
                  <a:lnTo>
                    <a:pt x="2782" y="136767"/>
                  </a:lnTo>
                  <a:lnTo>
                    <a:pt x="1899" y="142007"/>
                  </a:lnTo>
                  <a:lnTo>
                    <a:pt x="1182" y="147272"/>
                  </a:lnTo>
                  <a:lnTo>
                    <a:pt x="634" y="152557"/>
                  </a:lnTo>
                  <a:lnTo>
                    <a:pt x="254" y="157857"/>
                  </a:lnTo>
                  <a:lnTo>
                    <a:pt x="42" y="163167"/>
                  </a:lnTo>
                  <a:lnTo>
                    <a:pt x="0" y="168480"/>
                  </a:lnTo>
                  <a:lnTo>
                    <a:pt x="126" y="173792"/>
                  </a:lnTo>
                  <a:lnTo>
                    <a:pt x="421" y="179098"/>
                  </a:lnTo>
                  <a:lnTo>
                    <a:pt x="884" y="184391"/>
                  </a:lnTo>
                  <a:lnTo>
                    <a:pt x="1515" y="189667"/>
                  </a:lnTo>
                  <a:lnTo>
                    <a:pt x="2314" y="194920"/>
                  </a:lnTo>
                  <a:lnTo>
                    <a:pt x="3280" y="200145"/>
                  </a:lnTo>
                  <a:lnTo>
                    <a:pt x="4410" y="205337"/>
                  </a:lnTo>
                  <a:lnTo>
                    <a:pt x="5706" y="210491"/>
                  </a:lnTo>
                  <a:lnTo>
                    <a:pt x="7164" y="215600"/>
                  </a:lnTo>
                  <a:lnTo>
                    <a:pt x="8784" y="220661"/>
                  </a:lnTo>
                  <a:lnTo>
                    <a:pt x="10565" y="225667"/>
                  </a:lnTo>
                  <a:lnTo>
                    <a:pt x="12503" y="230615"/>
                  </a:lnTo>
                  <a:lnTo>
                    <a:pt x="14598" y="235498"/>
                  </a:lnTo>
                  <a:lnTo>
                    <a:pt x="16846" y="240312"/>
                  </a:lnTo>
                  <a:lnTo>
                    <a:pt x="19247" y="245053"/>
                  </a:lnTo>
                  <a:lnTo>
                    <a:pt x="21797" y="249714"/>
                  </a:lnTo>
                  <a:lnTo>
                    <a:pt x="24494" y="254293"/>
                  </a:lnTo>
                  <a:lnTo>
                    <a:pt x="27335" y="258783"/>
                  </a:lnTo>
                  <a:lnTo>
                    <a:pt x="30317" y="263180"/>
                  </a:lnTo>
                  <a:lnTo>
                    <a:pt x="33438" y="267481"/>
                  </a:lnTo>
                  <a:lnTo>
                    <a:pt x="36694" y="271680"/>
                  </a:lnTo>
                  <a:lnTo>
                    <a:pt x="40081" y="275774"/>
                  </a:lnTo>
                  <a:lnTo>
                    <a:pt x="43597" y="279758"/>
                  </a:lnTo>
                  <a:lnTo>
                    <a:pt x="47238" y="283628"/>
                  </a:lnTo>
                  <a:lnTo>
                    <a:pt x="51000" y="287381"/>
                  </a:lnTo>
                  <a:lnTo>
                    <a:pt x="54879" y="291012"/>
                  </a:lnTo>
                  <a:lnTo>
                    <a:pt x="58872" y="294518"/>
                  </a:lnTo>
                  <a:lnTo>
                    <a:pt x="62974" y="297895"/>
                  </a:lnTo>
                  <a:lnTo>
                    <a:pt x="67182" y="301141"/>
                  </a:lnTo>
                  <a:lnTo>
                    <a:pt x="71490" y="304251"/>
                  </a:lnTo>
                  <a:lnTo>
                    <a:pt x="75896" y="307222"/>
                  </a:lnTo>
                  <a:lnTo>
                    <a:pt x="80393" y="310052"/>
                  </a:lnTo>
                  <a:lnTo>
                    <a:pt x="84978" y="312737"/>
                  </a:lnTo>
                  <a:lnTo>
                    <a:pt x="89646" y="315276"/>
                  </a:lnTo>
                  <a:lnTo>
                    <a:pt x="94392" y="317665"/>
                  </a:lnTo>
                  <a:lnTo>
                    <a:pt x="99212" y="319901"/>
                  </a:lnTo>
                  <a:lnTo>
                    <a:pt x="104101" y="321984"/>
                  </a:lnTo>
                  <a:lnTo>
                    <a:pt x="109053" y="323910"/>
                  </a:lnTo>
                  <a:lnTo>
                    <a:pt x="114064" y="325677"/>
                  </a:lnTo>
                  <a:lnTo>
                    <a:pt x="119128" y="327285"/>
                  </a:lnTo>
                  <a:lnTo>
                    <a:pt x="124242" y="328731"/>
                  </a:lnTo>
                  <a:lnTo>
                    <a:pt x="129398" y="330013"/>
                  </a:lnTo>
                  <a:lnTo>
                    <a:pt x="134593" y="331131"/>
                  </a:lnTo>
                  <a:lnTo>
                    <a:pt x="139820" y="332083"/>
                  </a:lnTo>
                  <a:lnTo>
                    <a:pt x="145076" y="332869"/>
                  </a:lnTo>
                  <a:lnTo>
                    <a:pt x="150353" y="333487"/>
                  </a:lnTo>
                  <a:lnTo>
                    <a:pt x="155648" y="333937"/>
                  </a:lnTo>
                  <a:lnTo>
                    <a:pt x="160954" y="334219"/>
                  </a:lnTo>
                  <a:lnTo>
                    <a:pt x="166266" y="334332"/>
                  </a:lnTo>
                  <a:lnTo>
                    <a:pt x="171579" y="334276"/>
                  </a:lnTo>
                  <a:lnTo>
                    <a:pt x="176888" y="334051"/>
                  </a:lnTo>
                  <a:lnTo>
                    <a:pt x="182187" y="333658"/>
                  </a:lnTo>
                  <a:lnTo>
                    <a:pt x="187471" y="333096"/>
                  </a:lnTo>
                  <a:lnTo>
                    <a:pt x="192734" y="332367"/>
                  </a:lnTo>
                  <a:lnTo>
                    <a:pt x="197972" y="331471"/>
                  </a:lnTo>
                  <a:lnTo>
                    <a:pt x="203178" y="330408"/>
                  </a:lnTo>
                  <a:lnTo>
                    <a:pt x="208348" y="329181"/>
                  </a:lnTo>
                  <a:lnTo>
                    <a:pt x="213476" y="327790"/>
                  </a:lnTo>
                  <a:lnTo>
                    <a:pt x="218558" y="326237"/>
                  </a:lnTo>
                  <a:lnTo>
                    <a:pt x="223588" y="324523"/>
                  </a:lnTo>
                  <a:lnTo>
                    <a:pt x="228560" y="322651"/>
                  </a:lnTo>
                  <a:lnTo>
                    <a:pt x="233471" y="320621"/>
                  </a:lnTo>
                  <a:lnTo>
                    <a:pt x="238314" y="318436"/>
                  </a:lnTo>
                  <a:lnTo>
                    <a:pt x="243086" y="316098"/>
                  </a:lnTo>
                  <a:lnTo>
                    <a:pt x="247781" y="313610"/>
                  </a:lnTo>
                  <a:lnTo>
                    <a:pt x="252395" y="310974"/>
                  </a:lnTo>
                  <a:lnTo>
                    <a:pt x="256922" y="308192"/>
                  </a:lnTo>
                  <a:lnTo>
                    <a:pt x="261359" y="305268"/>
                  </a:lnTo>
                  <a:lnTo>
                    <a:pt x="265700" y="302204"/>
                  </a:lnTo>
                  <a:lnTo>
                    <a:pt x="269942" y="299005"/>
                  </a:lnTo>
                  <a:lnTo>
                    <a:pt x="274080" y="295671"/>
                  </a:lnTo>
                  <a:lnTo>
                    <a:pt x="278110" y="292208"/>
                  </a:lnTo>
                  <a:lnTo>
                    <a:pt x="282028" y="288619"/>
                  </a:lnTo>
                  <a:lnTo>
                    <a:pt x="285830" y="284907"/>
                  </a:lnTo>
                  <a:lnTo>
                    <a:pt x="289512" y="281076"/>
                  </a:lnTo>
                  <a:lnTo>
                    <a:pt x="293071" y="277130"/>
                  </a:lnTo>
                  <a:lnTo>
                    <a:pt x="296502" y="273073"/>
                  </a:lnTo>
                  <a:lnTo>
                    <a:pt x="299803" y="268908"/>
                  </a:lnTo>
                  <a:lnTo>
                    <a:pt x="302969" y="264641"/>
                  </a:lnTo>
                  <a:lnTo>
                    <a:pt x="305999" y="260276"/>
                  </a:lnTo>
                  <a:lnTo>
                    <a:pt x="308888" y="255816"/>
                  </a:lnTo>
                  <a:lnTo>
                    <a:pt x="311634" y="251267"/>
                  </a:lnTo>
                  <a:lnTo>
                    <a:pt x="314233" y="246633"/>
                  </a:lnTo>
                  <a:lnTo>
                    <a:pt x="316685" y="241919"/>
                  </a:lnTo>
                  <a:lnTo>
                    <a:pt x="318985" y="237129"/>
                  </a:lnTo>
                  <a:lnTo>
                    <a:pt x="321132" y="232268"/>
                  </a:lnTo>
                  <a:lnTo>
                    <a:pt x="323123" y="227342"/>
                  </a:lnTo>
                  <a:lnTo>
                    <a:pt x="324957" y="222355"/>
                  </a:lnTo>
                  <a:lnTo>
                    <a:pt x="326631" y="217312"/>
                  </a:lnTo>
                  <a:lnTo>
                    <a:pt x="328144" y="212218"/>
                  </a:lnTo>
                  <a:lnTo>
                    <a:pt x="329495" y="207079"/>
                  </a:lnTo>
                  <a:lnTo>
                    <a:pt x="330681" y="201900"/>
                  </a:lnTo>
                  <a:lnTo>
                    <a:pt x="331702" y="196685"/>
                  </a:lnTo>
                  <a:lnTo>
                    <a:pt x="332557" y="191441"/>
                  </a:lnTo>
                  <a:lnTo>
                    <a:pt x="333245" y="186172"/>
                  </a:lnTo>
                  <a:lnTo>
                    <a:pt x="333765" y="180884"/>
                  </a:lnTo>
                  <a:lnTo>
                    <a:pt x="334117" y="175582"/>
                  </a:lnTo>
                  <a:lnTo>
                    <a:pt x="334300" y="170272"/>
                  </a:lnTo>
                  <a:lnTo>
                    <a:pt x="334315" y="164958"/>
                  </a:lnTo>
                  <a:lnTo>
                    <a:pt x="334160" y="159647"/>
                  </a:lnTo>
                  <a:lnTo>
                    <a:pt x="333837" y="154343"/>
                  </a:lnTo>
                  <a:lnTo>
                    <a:pt x="333345" y="149052"/>
                  </a:lnTo>
                  <a:lnTo>
                    <a:pt x="332685" y="143780"/>
                  </a:lnTo>
                  <a:lnTo>
                    <a:pt x="331858" y="138531"/>
                  </a:lnTo>
                  <a:lnTo>
                    <a:pt x="330865" y="133311"/>
                  </a:lnTo>
                  <a:lnTo>
                    <a:pt x="329706" y="128125"/>
                  </a:lnTo>
                  <a:lnTo>
                    <a:pt x="328383" y="122979"/>
                  </a:lnTo>
                  <a:lnTo>
                    <a:pt x="326897" y="117877"/>
                  </a:lnTo>
                  <a:lnTo>
                    <a:pt x="325250" y="112825"/>
                  </a:lnTo>
                  <a:lnTo>
                    <a:pt x="323443" y="107828"/>
                  </a:lnTo>
                  <a:lnTo>
                    <a:pt x="321478" y="102892"/>
                  </a:lnTo>
                  <a:lnTo>
                    <a:pt x="319358" y="98019"/>
                  </a:lnTo>
                  <a:lnTo>
                    <a:pt x="317083" y="93217"/>
                  </a:lnTo>
                  <a:lnTo>
                    <a:pt x="314657" y="88490"/>
                  </a:lnTo>
                  <a:lnTo>
                    <a:pt x="312082" y="83842"/>
                  </a:lnTo>
                  <a:lnTo>
                    <a:pt x="309361" y="79278"/>
                  </a:lnTo>
                  <a:lnTo>
                    <a:pt x="306496" y="74803"/>
                  </a:lnTo>
                  <a:lnTo>
                    <a:pt x="303490" y="70422"/>
                  </a:lnTo>
                  <a:lnTo>
                    <a:pt x="300346" y="66138"/>
                  </a:lnTo>
                  <a:lnTo>
                    <a:pt x="297068" y="61956"/>
                  </a:lnTo>
                  <a:lnTo>
                    <a:pt x="293658" y="57880"/>
                  </a:lnTo>
                  <a:lnTo>
                    <a:pt x="290121" y="53915"/>
                  </a:lnTo>
                  <a:lnTo>
                    <a:pt x="286460" y="50064"/>
                  </a:lnTo>
                  <a:lnTo>
                    <a:pt x="282678" y="46332"/>
                  </a:lnTo>
                  <a:lnTo>
                    <a:pt x="278779" y="42722"/>
                  </a:lnTo>
                  <a:lnTo>
                    <a:pt x="274767" y="39237"/>
                  </a:lnTo>
                  <a:lnTo>
                    <a:pt x="270647" y="35882"/>
                  </a:lnTo>
                  <a:lnTo>
                    <a:pt x="266422" y="32659"/>
                  </a:lnTo>
                  <a:lnTo>
                    <a:pt x="262097" y="29573"/>
                  </a:lnTo>
                  <a:lnTo>
                    <a:pt x="257676" y="26625"/>
                  </a:lnTo>
                  <a:lnTo>
                    <a:pt x="253164" y="23819"/>
                  </a:lnTo>
                  <a:lnTo>
                    <a:pt x="248565" y="21158"/>
                  </a:lnTo>
                  <a:lnTo>
                    <a:pt x="243883" y="18645"/>
                  </a:lnTo>
                  <a:lnTo>
                    <a:pt x="239124" y="16282"/>
                  </a:lnTo>
                  <a:lnTo>
                    <a:pt x="234292" y="14071"/>
                  </a:lnTo>
                  <a:lnTo>
                    <a:pt x="229392" y="12014"/>
                  </a:lnTo>
                  <a:lnTo>
                    <a:pt x="224430" y="10115"/>
                  </a:lnTo>
                  <a:lnTo>
                    <a:pt x="219410" y="8374"/>
                  </a:lnTo>
                  <a:lnTo>
                    <a:pt x="214336" y="6794"/>
                  </a:lnTo>
                  <a:lnTo>
                    <a:pt x="209216" y="5376"/>
                  </a:lnTo>
                  <a:lnTo>
                    <a:pt x="204052" y="4121"/>
                  </a:lnTo>
                  <a:lnTo>
                    <a:pt x="198852" y="3031"/>
                  </a:lnTo>
                  <a:lnTo>
                    <a:pt x="193619" y="2106"/>
                  </a:lnTo>
                  <a:lnTo>
                    <a:pt x="188360" y="1349"/>
                  </a:lnTo>
                  <a:lnTo>
                    <a:pt x="183079" y="759"/>
                  </a:lnTo>
                  <a:lnTo>
                    <a:pt x="177782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853879" y="5018213"/>
              <a:ext cx="167160" cy="174128"/>
            </a:xfrm>
            <a:custGeom>
              <a:avLst/>
              <a:pathLst>
                <a:path w="167160" h="174128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854016" y="5185380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854016" y="5185380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854016" y="5185380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854016" y="5185380"/>
              <a:ext cx="167022" cy="68662"/>
            </a:xfrm>
            <a:custGeom>
              <a:avLst/>
              <a:pathLst>
                <a:path w="167022" h="68662">
                  <a:moveTo>
                    <a:pt x="0" y="6961"/>
                  </a:moveTo>
                  <a:lnTo>
                    <a:pt x="341" y="12750"/>
                  </a:lnTo>
                  <a:lnTo>
                    <a:pt x="884" y="18524"/>
                  </a:lnTo>
                  <a:lnTo>
                    <a:pt x="1626" y="24275"/>
                  </a:lnTo>
                  <a:lnTo>
                    <a:pt x="2568" y="29997"/>
                  </a:lnTo>
                  <a:lnTo>
                    <a:pt x="3707" y="35683"/>
                  </a:lnTo>
                  <a:lnTo>
                    <a:pt x="5043" y="41326"/>
                  </a:lnTo>
                  <a:lnTo>
                    <a:pt x="6574" y="46920"/>
                  </a:lnTo>
                  <a:lnTo>
                    <a:pt x="8298" y="52457"/>
                  </a:lnTo>
                  <a:lnTo>
                    <a:pt x="10213" y="57930"/>
                  </a:lnTo>
                  <a:lnTo>
                    <a:pt x="12317" y="63334"/>
                  </a:lnTo>
                  <a:lnTo>
                    <a:pt x="14607" y="68662"/>
                  </a:lnTo>
                  <a:lnTo>
                    <a:pt x="16702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868623" y="5018213"/>
              <a:ext cx="319566" cy="334333"/>
            </a:xfrm>
            <a:custGeom>
              <a:avLst/>
              <a:pathLst>
                <a:path w="319566" h="334333">
                  <a:moveTo>
                    <a:pt x="0" y="235830"/>
                  </a:moveTo>
                  <a:lnTo>
                    <a:pt x="2258" y="240637"/>
                  </a:lnTo>
                  <a:lnTo>
                    <a:pt x="4667" y="245369"/>
                  </a:lnTo>
                  <a:lnTo>
                    <a:pt x="7226" y="250023"/>
                  </a:lnTo>
                  <a:lnTo>
                    <a:pt x="9931" y="254594"/>
                  </a:lnTo>
                  <a:lnTo>
                    <a:pt x="12780" y="259076"/>
                  </a:lnTo>
                  <a:lnTo>
                    <a:pt x="15770" y="263465"/>
                  </a:lnTo>
                  <a:lnTo>
                    <a:pt x="18898" y="267757"/>
                  </a:lnTo>
                  <a:lnTo>
                    <a:pt x="22161" y="271947"/>
                  </a:lnTo>
                  <a:lnTo>
                    <a:pt x="25555" y="276032"/>
                  </a:lnTo>
                  <a:lnTo>
                    <a:pt x="29077" y="280007"/>
                  </a:lnTo>
                  <a:lnTo>
                    <a:pt x="32724" y="283868"/>
                  </a:lnTo>
                  <a:lnTo>
                    <a:pt x="36492" y="287611"/>
                  </a:lnTo>
                  <a:lnTo>
                    <a:pt x="40376" y="291233"/>
                  </a:lnTo>
                  <a:lnTo>
                    <a:pt x="44374" y="294729"/>
                  </a:lnTo>
                  <a:lnTo>
                    <a:pt x="48480" y="298097"/>
                  </a:lnTo>
                  <a:lnTo>
                    <a:pt x="52692" y="301332"/>
                  </a:lnTo>
                  <a:lnTo>
                    <a:pt x="57004" y="304432"/>
                  </a:lnTo>
                  <a:lnTo>
                    <a:pt x="61413" y="307394"/>
                  </a:lnTo>
                  <a:lnTo>
                    <a:pt x="65913" y="310214"/>
                  </a:lnTo>
                  <a:lnTo>
                    <a:pt x="70501" y="312889"/>
                  </a:lnTo>
                  <a:lnTo>
                    <a:pt x="75171" y="315418"/>
                  </a:lnTo>
                  <a:lnTo>
                    <a:pt x="79919" y="317797"/>
                  </a:lnTo>
                  <a:lnTo>
                    <a:pt x="84741" y="320024"/>
                  </a:lnTo>
                  <a:lnTo>
                    <a:pt x="89631" y="322096"/>
                  </a:lnTo>
                  <a:lnTo>
                    <a:pt x="94584" y="324013"/>
                  </a:lnTo>
                  <a:lnTo>
                    <a:pt x="99595" y="325770"/>
                  </a:lnTo>
                  <a:lnTo>
                    <a:pt x="104660" y="327368"/>
                  </a:lnTo>
                  <a:lnTo>
                    <a:pt x="109773" y="328804"/>
                  </a:lnTo>
                  <a:lnTo>
                    <a:pt x="114929" y="330077"/>
                  </a:lnTo>
                  <a:lnTo>
                    <a:pt x="120123" y="331186"/>
                  </a:lnTo>
                  <a:lnTo>
                    <a:pt x="125350" y="332129"/>
                  </a:lnTo>
                  <a:lnTo>
                    <a:pt x="130604" y="332905"/>
                  </a:lnTo>
                  <a:lnTo>
                    <a:pt x="135879" y="333515"/>
                  </a:lnTo>
                  <a:lnTo>
                    <a:pt x="141172" y="333956"/>
                  </a:lnTo>
                  <a:lnTo>
                    <a:pt x="146476" y="334229"/>
                  </a:lnTo>
                  <a:lnTo>
                    <a:pt x="151786" y="334333"/>
                  </a:lnTo>
                  <a:lnTo>
                    <a:pt x="157096" y="334269"/>
                  </a:lnTo>
                  <a:lnTo>
                    <a:pt x="162402" y="334036"/>
                  </a:lnTo>
                  <a:lnTo>
                    <a:pt x="167698" y="333634"/>
                  </a:lnTo>
                  <a:lnTo>
                    <a:pt x="172978" y="333065"/>
                  </a:lnTo>
                  <a:lnTo>
                    <a:pt x="178237" y="332328"/>
                  </a:lnTo>
                  <a:lnTo>
                    <a:pt x="183471" y="331424"/>
                  </a:lnTo>
                  <a:lnTo>
                    <a:pt x="188673" y="330355"/>
                  </a:lnTo>
                  <a:lnTo>
                    <a:pt x="193839" y="329121"/>
                  </a:lnTo>
                  <a:lnTo>
                    <a:pt x="198962" y="327723"/>
                  </a:lnTo>
                  <a:lnTo>
                    <a:pt x="204039" y="326163"/>
                  </a:lnTo>
                  <a:lnTo>
                    <a:pt x="209064" y="324443"/>
                  </a:lnTo>
                  <a:lnTo>
                    <a:pt x="214031" y="322564"/>
                  </a:lnTo>
                  <a:lnTo>
                    <a:pt x="218936" y="320529"/>
                  </a:lnTo>
                  <a:lnTo>
                    <a:pt x="223774" y="318338"/>
                  </a:lnTo>
                  <a:lnTo>
                    <a:pt x="228540" y="315995"/>
                  </a:lnTo>
                  <a:lnTo>
                    <a:pt x="233230" y="313502"/>
                  </a:lnTo>
                  <a:lnTo>
                    <a:pt x="237837" y="310861"/>
                  </a:lnTo>
                  <a:lnTo>
                    <a:pt x="242359" y="308075"/>
                  </a:lnTo>
                  <a:lnTo>
                    <a:pt x="246790" y="305146"/>
                  </a:lnTo>
                  <a:lnTo>
                    <a:pt x="251125" y="302079"/>
                  </a:lnTo>
                  <a:lnTo>
                    <a:pt x="255361" y="298875"/>
                  </a:lnTo>
                  <a:lnTo>
                    <a:pt x="259493" y="295539"/>
                  </a:lnTo>
                  <a:lnTo>
                    <a:pt x="263516" y="292072"/>
                  </a:lnTo>
                  <a:lnTo>
                    <a:pt x="267428" y="288480"/>
                  </a:lnTo>
                  <a:lnTo>
                    <a:pt x="271224" y="284765"/>
                  </a:lnTo>
                  <a:lnTo>
                    <a:pt x="274899" y="280932"/>
                  </a:lnTo>
                  <a:lnTo>
                    <a:pt x="278451" y="276984"/>
                  </a:lnTo>
                  <a:lnTo>
                    <a:pt x="281876" y="272925"/>
                  </a:lnTo>
                  <a:lnTo>
                    <a:pt x="285170" y="268759"/>
                  </a:lnTo>
                  <a:lnTo>
                    <a:pt x="288330" y="264490"/>
                  </a:lnTo>
                  <a:lnTo>
                    <a:pt x="291353" y="260124"/>
                  </a:lnTo>
                  <a:lnTo>
                    <a:pt x="294236" y="255663"/>
                  </a:lnTo>
                  <a:lnTo>
                    <a:pt x="296976" y="251114"/>
                  </a:lnTo>
                  <a:lnTo>
                    <a:pt x="299569" y="246479"/>
                  </a:lnTo>
                  <a:lnTo>
                    <a:pt x="302015" y="241765"/>
                  </a:lnTo>
                  <a:lnTo>
                    <a:pt x="304309" y="236975"/>
                  </a:lnTo>
                  <a:lnTo>
                    <a:pt x="306450" y="232114"/>
                  </a:lnTo>
                  <a:lnTo>
                    <a:pt x="308435" y="227189"/>
                  </a:lnTo>
                  <a:lnTo>
                    <a:pt x="310263" y="222202"/>
                  </a:lnTo>
                  <a:lnTo>
                    <a:pt x="311932" y="217160"/>
                  </a:lnTo>
                  <a:lnTo>
                    <a:pt x="313439" y="212068"/>
                  </a:lnTo>
                  <a:lnTo>
                    <a:pt x="314784" y="206930"/>
                  </a:lnTo>
                  <a:lnTo>
                    <a:pt x="315965" y="201752"/>
                  </a:lnTo>
                  <a:lnTo>
                    <a:pt x="316981" y="196539"/>
                  </a:lnTo>
                  <a:lnTo>
                    <a:pt x="317831" y="191297"/>
                  </a:lnTo>
                  <a:lnTo>
                    <a:pt x="318514" y="186030"/>
                  </a:lnTo>
                  <a:lnTo>
                    <a:pt x="319030" y="180744"/>
                  </a:lnTo>
                  <a:lnTo>
                    <a:pt x="319377" y="175445"/>
                  </a:lnTo>
                  <a:lnTo>
                    <a:pt x="319556" y="170137"/>
                  </a:lnTo>
                  <a:lnTo>
                    <a:pt x="319566" y="164826"/>
                  </a:lnTo>
                  <a:lnTo>
                    <a:pt x="319407" y="159517"/>
                  </a:lnTo>
                  <a:lnTo>
                    <a:pt x="319080" y="154217"/>
                  </a:lnTo>
                  <a:lnTo>
                    <a:pt x="318584" y="148929"/>
                  </a:lnTo>
                  <a:lnTo>
                    <a:pt x="317921" y="143660"/>
                  </a:lnTo>
                  <a:lnTo>
                    <a:pt x="317091" y="138414"/>
                  </a:lnTo>
                  <a:lnTo>
                    <a:pt x="316094" y="133197"/>
                  </a:lnTo>
                  <a:lnTo>
                    <a:pt x="314933" y="128015"/>
                  </a:lnTo>
                  <a:lnTo>
                    <a:pt x="313607" y="122872"/>
                  </a:lnTo>
                  <a:lnTo>
                    <a:pt x="312118" y="117774"/>
                  </a:lnTo>
                  <a:lnTo>
                    <a:pt x="310469" y="112726"/>
                  </a:lnTo>
                  <a:lnTo>
                    <a:pt x="308660" y="107733"/>
                  </a:lnTo>
                  <a:lnTo>
                    <a:pt x="306693" y="102799"/>
                  </a:lnTo>
                  <a:lnTo>
                    <a:pt x="304570" y="97931"/>
                  </a:lnTo>
                  <a:lnTo>
                    <a:pt x="302294" y="93133"/>
                  </a:lnTo>
                  <a:lnTo>
                    <a:pt x="299867" y="88409"/>
                  </a:lnTo>
                  <a:lnTo>
                    <a:pt x="297291" y="83765"/>
                  </a:lnTo>
                  <a:lnTo>
                    <a:pt x="294568" y="79205"/>
                  </a:lnTo>
                  <a:lnTo>
                    <a:pt x="291702" y="74734"/>
                  </a:lnTo>
                  <a:lnTo>
                    <a:pt x="288696" y="70356"/>
                  </a:lnTo>
                  <a:lnTo>
                    <a:pt x="285552" y="66075"/>
                  </a:lnTo>
                  <a:lnTo>
                    <a:pt x="282273" y="61897"/>
                  </a:lnTo>
                  <a:lnTo>
                    <a:pt x="278864" y="57825"/>
                  </a:lnTo>
                  <a:lnTo>
                    <a:pt x="275326" y="53864"/>
                  </a:lnTo>
                  <a:lnTo>
                    <a:pt x="271665" y="50016"/>
                  </a:lnTo>
                  <a:lnTo>
                    <a:pt x="267884" y="46287"/>
                  </a:lnTo>
                  <a:lnTo>
                    <a:pt x="263986" y="42680"/>
                  </a:lnTo>
                  <a:lnTo>
                    <a:pt x="259975" y="39199"/>
                  </a:lnTo>
                  <a:lnTo>
                    <a:pt x="255856" y="35847"/>
                  </a:lnTo>
                  <a:lnTo>
                    <a:pt x="251632" y="32627"/>
                  </a:lnTo>
                  <a:lnTo>
                    <a:pt x="247308" y="29544"/>
                  </a:lnTo>
                  <a:lnTo>
                    <a:pt x="242888" y="26599"/>
                  </a:lnTo>
                  <a:lnTo>
                    <a:pt x="238377" y="23796"/>
                  </a:lnTo>
                  <a:lnTo>
                    <a:pt x="233780" y="21137"/>
                  </a:lnTo>
                  <a:lnTo>
                    <a:pt x="229100" y="18626"/>
                  </a:lnTo>
                  <a:lnTo>
                    <a:pt x="224343" y="16265"/>
                  </a:lnTo>
                  <a:lnTo>
                    <a:pt x="219513" y="14057"/>
                  </a:lnTo>
                  <a:lnTo>
                    <a:pt x="214615" y="12002"/>
                  </a:lnTo>
                  <a:lnTo>
                    <a:pt x="209655" y="10105"/>
                  </a:lnTo>
                  <a:lnTo>
                    <a:pt x="204637" y="8366"/>
                  </a:lnTo>
                  <a:lnTo>
                    <a:pt x="199566" y="6787"/>
                  </a:lnTo>
                  <a:lnTo>
                    <a:pt x="194448" y="5370"/>
                  </a:lnTo>
                  <a:lnTo>
                    <a:pt x="189287" y="4117"/>
                  </a:lnTo>
                  <a:lnTo>
                    <a:pt x="184089" y="3028"/>
                  </a:lnTo>
                  <a:lnTo>
                    <a:pt x="178859" y="2104"/>
                  </a:lnTo>
                  <a:lnTo>
                    <a:pt x="173602" y="1348"/>
                  </a:lnTo>
                  <a:lnTo>
                    <a:pt x="168324" y="758"/>
                  </a:lnTo>
                  <a:lnTo>
                    <a:pt x="163030" y="337"/>
                  </a:lnTo>
                  <a:lnTo>
                    <a:pt x="157725" y="84"/>
                  </a:lnTo>
                  <a:lnTo>
                    <a:pt x="152415" y="0"/>
                  </a:lnTo>
                  <a:lnTo>
                    <a:pt x="1524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256080" y="4659281"/>
              <a:ext cx="167154" cy="333677"/>
            </a:xfrm>
            <a:custGeom>
              <a:avLst/>
              <a:pathLst>
                <a:path w="167154" h="333677">
                  <a:moveTo>
                    <a:pt x="167154" y="0"/>
                  </a:moveTo>
                  <a:lnTo>
                    <a:pt x="161839" y="84"/>
                  </a:lnTo>
                  <a:lnTo>
                    <a:pt x="156529" y="338"/>
                  </a:lnTo>
                  <a:lnTo>
                    <a:pt x="151230" y="760"/>
                  </a:lnTo>
                  <a:lnTo>
                    <a:pt x="145947" y="1350"/>
                  </a:lnTo>
                  <a:lnTo>
                    <a:pt x="140685" y="2108"/>
                  </a:lnTo>
                  <a:lnTo>
                    <a:pt x="135450" y="3033"/>
                  </a:lnTo>
                  <a:lnTo>
                    <a:pt x="130248" y="4124"/>
                  </a:lnTo>
                  <a:lnTo>
                    <a:pt x="125082" y="5380"/>
                  </a:lnTo>
                  <a:lnTo>
                    <a:pt x="119959" y="6800"/>
                  </a:lnTo>
                  <a:lnTo>
                    <a:pt x="114884" y="8381"/>
                  </a:lnTo>
                  <a:lnTo>
                    <a:pt x="109862" y="10124"/>
                  </a:lnTo>
                  <a:lnTo>
                    <a:pt x="104898" y="12025"/>
                  </a:lnTo>
                  <a:lnTo>
                    <a:pt x="99996" y="14083"/>
                  </a:lnTo>
                  <a:lnTo>
                    <a:pt x="95163" y="16295"/>
                  </a:lnTo>
                  <a:lnTo>
                    <a:pt x="90402" y="18661"/>
                  </a:lnTo>
                  <a:lnTo>
                    <a:pt x="85719" y="21176"/>
                  </a:lnTo>
                  <a:lnTo>
                    <a:pt x="81118" y="23839"/>
                  </a:lnTo>
                  <a:lnTo>
                    <a:pt x="76605" y="26647"/>
                  </a:lnTo>
                  <a:lnTo>
                    <a:pt x="72182" y="29597"/>
                  </a:lnTo>
                  <a:lnTo>
                    <a:pt x="67856" y="32687"/>
                  </a:lnTo>
                  <a:lnTo>
                    <a:pt x="63631" y="35912"/>
                  </a:lnTo>
                  <a:lnTo>
                    <a:pt x="59510" y="39270"/>
                  </a:lnTo>
                  <a:lnTo>
                    <a:pt x="55497" y="42757"/>
                  </a:lnTo>
                  <a:lnTo>
                    <a:pt x="51598" y="46370"/>
                  </a:lnTo>
                  <a:lnTo>
                    <a:pt x="47816" y="50105"/>
                  </a:lnTo>
                  <a:lnTo>
                    <a:pt x="44154" y="53959"/>
                  </a:lnTo>
                  <a:lnTo>
                    <a:pt x="40617" y="57927"/>
                  </a:lnTo>
                  <a:lnTo>
                    <a:pt x="37207" y="62006"/>
                  </a:lnTo>
                  <a:lnTo>
                    <a:pt x="33929" y="66191"/>
                  </a:lnTo>
                  <a:lnTo>
                    <a:pt x="30786" y="70478"/>
                  </a:lnTo>
                  <a:lnTo>
                    <a:pt x="27781" y="74863"/>
                  </a:lnTo>
                  <a:lnTo>
                    <a:pt x="24916" y="79341"/>
                  </a:lnTo>
                  <a:lnTo>
                    <a:pt x="22196" y="83908"/>
                  </a:lnTo>
                  <a:lnTo>
                    <a:pt x="19622" y="88559"/>
                  </a:lnTo>
                  <a:lnTo>
                    <a:pt x="17197" y="93289"/>
                  </a:lnTo>
                  <a:lnTo>
                    <a:pt x="14924" y="98095"/>
                  </a:lnTo>
                  <a:lnTo>
                    <a:pt x="12805" y="102970"/>
                  </a:lnTo>
                  <a:lnTo>
                    <a:pt x="10841" y="107910"/>
                  </a:lnTo>
                  <a:lnTo>
                    <a:pt x="9036" y="112910"/>
                  </a:lnTo>
                  <a:lnTo>
                    <a:pt x="7391" y="117965"/>
                  </a:lnTo>
                  <a:lnTo>
                    <a:pt x="5907" y="123070"/>
                  </a:lnTo>
                  <a:lnTo>
                    <a:pt x="4587" y="128219"/>
                  </a:lnTo>
                  <a:lnTo>
                    <a:pt x="3431" y="133408"/>
                  </a:lnTo>
                  <a:lnTo>
                    <a:pt x="2440" y="138630"/>
                  </a:lnTo>
                  <a:lnTo>
                    <a:pt x="1616" y="143882"/>
                  </a:lnTo>
                  <a:lnTo>
                    <a:pt x="959" y="149157"/>
                  </a:lnTo>
                  <a:lnTo>
                    <a:pt x="471" y="154451"/>
                  </a:lnTo>
                  <a:lnTo>
                    <a:pt x="151" y="159757"/>
                  </a:lnTo>
                  <a:lnTo>
                    <a:pt x="0" y="165071"/>
                  </a:lnTo>
                  <a:lnTo>
                    <a:pt x="17" y="170386"/>
                  </a:lnTo>
                  <a:lnTo>
                    <a:pt x="204" y="175699"/>
                  </a:lnTo>
                  <a:lnTo>
                    <a:pt x="560" y="181003"/>
                  </a:lnTo>
                  <a:lnTo>
                    <a:pt x="1084" y="186293"/>
                  </a:lnTo>
                  <a:lnTo>
                    <a:pt x="1776" y="191564"/>
                  </a:lnTo>
                  <a:lnTo>
                    <a:pt x="2635" y="196810"/>
                  </a:lnTo>
                  <a:lnTo>
                    <a:pt x="3661" y="202026"/>
                  </a:lnTo>
                  <a:lnTo>
                    <a:pt x="4852" y="207206"/>
                  </a:lnTo>
                  <a:lnTo>
                    <a:pt x="6207" y="212347"/>
                  </a:lnTo>
                  <a:lnTo>
                    <a:pt x="7725" y="217441"/>
                  </a:lnTo>
                  <a:lnTo>
                    <a:pt x="9404" y="222485"/>
                  </a:lnTo>
                  <a:lnTo>
                    <a:pt x="11243" y="227473"/>
                  </a:lnTo>
                  <a:lnTo>
                    <a:pt x="13239" y="232399"/>
                  </a:lnTo>
                  <a:lnTo>
                    <a:pt x="15391" y="237260"/>
                  </a:lnTo>
                  <a:lnTo>
                    <a:pt x="17697" y="242050"/>
                  </a:lnTo>
                  <a:lnTo>
                    <a:pt x="20153" y="246765"/>
                  </a:lnTo>
                  <a:lnTo>
                    <a:pt x="22758" y="251398"/>
                  </a:lnTo>
                  <a:lnTo>
                    <a:pt x="25510" y="255947"/>
                  </a:lnTo>
                  <a:lnTo>
                    <a:pt x="28404" y="260406"/>
                  </a:lnTo>
                  <a:lnTo>
                    <a:pt x="31439" y="264770"/>
                  </a:lnTo>
                  <a:lnTo>
                    <a:pt x="34611" y="269036"/>
                  </a:lnTo>
                  <a:lnTo>
                    <a:pt x="37917" y="273199"/>
                  </a:lnTo>
                  <a:lnTo>
                    <a:pt x="41353" y="277254"/>
                  </a:lnTo>
                  <a:lnTo>
                    <a:pt x="44917" y="281199"/>
                  </a:lnTo>
                  <a:lnTo>
                    <a:pt x="48605" y="285028"/>
                  </a:lnTo>
                  <a:lnTo>
                    <a:pt x="52412" y="288737"/>
                  </a:lnTo>
                  <a:lnTo>
                    <a:pt x="56336" y="292324"/>
                  </a:lnTo>
                  <a:lnTo>
                    <a:pt x="60371" y="295784"/>
                  </a:lnTo>
                  <a:lnTo>
                    <a:pt x="64515" y="299115"/>
                  </a:lnTo>
                  <a:lnTo>
                    <a:pt x="68762" y="302311"/>
                  </a:lnTo>
                  <a:lnTo>
                    <a:pt x="73109" y="305371"/>
                  </a:lnTo>
                  <a:lnTo>
                    <a:pt x="77551" y="308292"/>
                  </a:lnTo>
                  <a:lnTo>
                    <a:pt x="82083" y="311069"/>
                  </a:lnTo>
                  <a:lnTo>
                    <a:pt x="86702" y="313702"/>
                  </a:lnTo>
                  <a:lnTo>
                    <a:pt x="91401" y="316186"/>
                  </a:lnTo>
                  <a:lnTo>
                    <a:pt x="96178" y="318519"/>
                  </a:lnTo>
                  <a:lnTo>
                    <a:pt x="101026" y="320699"/>
                  </a:lnTo>
                  <a:lnTo>
                    <a:pt x="105941" y="322724"/>
                  </a:lnTo>
                  <a:lnTo>
                    <a:pt x="110918" y="324592"/>
                  </a:lnTo>
                  <a:lnTo>
                    <a:pt x="115952" y="326300"/>
                  </a:lnTo>
                  <a:lnTo>
                    <a:pt x="121038" y="327848"/>
                  </a:lnTo>
                  <a:lnTo>
                    <a:pt x="126170" y="329233"/>
                  </a:lnTo>
                  <a:lnTo>
                    <a:pt x="131344" y="330454"/>
                  </a:lnTo>
                  <a:lnTo>
                    <a:pt x="136554" y="331510"/>
                  </a:lnTo>
                  <a:lnTo>
                    <a:pt x="141795" y="332400"/>
                  </a:lnTo>
                  <a:lnTo>
                    <a:pt x="147061" y="333122"/>
                  </a:lnTo>
                  <a:lnTo>
                    <a:pt x="152348" y="33367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08429" y="4826449"/>
              <a:ext cx="14805" cy="166510"/>
            </a:xfrm>
            <a:custGeom>
              <a:avLst/>
              <a:pathLst>
                <a:path w="14805" h="166510">
                  <a:moveTo>
                    <a:pt x="0" y="166510"/>
                  </a:moveTo>
                  <a:lnTo>
                    <a:pt x="148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08429" y="4826449"/>
              <a:ext cx="14805" cy="166510"/>
            </a:xfrm>
            <a:custGeom>
              <a:avLst/>
              <a:pathLst>
                <a:path w="14805" h="166510">
                  <a:moveTo>
                    <a:pt x="0" y="166510"/>
                  </a:moveTo>
                  <a:lnTo>
                    <a:pt x="148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08429" y="4826449"/>
              <a:ext cx="79969" cy="167145"/>
            </a:xfrm>
            <a:custGeom>
              <a:avLst/>
              <a:pathLst>
                <a:path w="79969" h="167145">
                  <a:moveTo>
                    <a:pt x="0" y="166510"/>
                  </a:moveTo>
                  <a:lnTo>
                    <a:pt x="5825" y="166926"/>
                  </a:lnTo>
                  <a:lnTo>
                    <a:pt x="11661" y="167137"/>
                  </a:lnTo>
                  <a:lnTo>
                    <a:pt x="17501" y="167145"/>
                  </a:lnTo>
                  <a:lnTo>
                    <a:pt x="23337" y="166949"/>
                  </a:lnTo>
                  <a:lnTo>
                    <a:pt x="29164" y="166549"/>
                  </a:lnTo>
                  <a:lnTo>
                    <a:pt x="34972" y="165946"/>
                  </a:lnTo>
                  <a:lnTo>
                    <a:pt x="40756" y="165140"/>
                  </a:lnTo>
                  <a:lnTo>
                    <a:pt x="46509" y="164133"/>
                  </a:lnTo>
                  <a:lnTo>
                    <a:pt x="52223" y="162926"/>
                  </a:lnTo>
                  <a:lnTo>
                    <a:pt x="57891" y="161519"/>
                  </a:lnTo>
                  <a:lnTo>
                    <a:pt x="63506" y="159916"/>
                  </a:lnTo>
                  <a:lnTo>
                    <a:pt x="69062" y="158117"/>
                  </a:lnTo>
                  <a:lnTo>
                    <a:pt x="74552" y="156125"/>
                  </a:lnTo>
                  <a:lnTo>
                    <a:pt x="79969" y="153943"/>
                  </a:lnTo>
                  <a:lnTo>
                    <a:pt x="1480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167160" cy="321111"/>
            </a:xfrm>
            <a:custGeom>
              <a:avLst/>
              <a:pathLst>
                <a:path w="167160" h="321111">
                  <a:moveTo>
                    <a:pt x="65163" y="321111"/>
                  </a:moveTo>
                  <a:lnTo>
                    <a:pt x="70036" y="318956"/>
                  </a:lnTo>
                  <a:lnTo>
                    <a:pt x="74838" y="316647"/>
                  </a:lnTo>
                  <a:lnTo>
                    <a:pt x="79563" y="314186"/>
                  </a:lnTo>
                  <a:lnTo>
                    <a:pt x="84208" y="311576"/>
                  </a:lnTo>
                  <a:lnTo>
                    <a:pt x="88768" y="308819"/>
                  </a:lnTo>
                  <a:lnTo>
                    <a:pt x="93237" y="305918"/>
                  </a:lnTo>
                  <a:lnTo>
                    <a:pt x="97611" y="302876"/>
                  </a:lnTo>
                  <a:lnTo>
                    <a:pt x="101886" y="299696"/>
                  </a:lnTo>
                  <a:lnTo>
                    <a:pt x="106058" y="296382"/>
                  </a:lnTo>
                  <a:lnTo>
                    <a:pt x="110122" y="292936"/>
                  </a:lnTo>
                  <a:lnTo>
                    <a:pt x="114074" y="289363"/>
                  </a:lnTo>
                  <a:lnTo>
                    <a:pt x="117911" y="285665"/>
                  </a:lnTo>
                  <a:lnTo>
                    <a:pt x="121627" y="281848"/>
                  </a:lnTo>
                  <a:lnTo>
                    <a:pt x="125220" y="277913"/>
                  </a:lnTo>
                  <a:lnTo>
                    <a:pt x="128686" y="273866"/>
                  </a:lnTo>
                  <a:lnTo>
                    <a:pt x="132021" y="269711"/>
                  </a:lnTo>
                  <a:lnTo>
                    <a:pt x="135222" y="265452"/>
                  </a:lnTo>
                  <a:lnTo>
                    <a:pt x="138285" y="261092"/>
                  </a:lnTo>
                  <a:lnTo>
                    <a:pt x="141208" y="256638"/>
                  </a:lnTo>
                  <a:lnTo>
                    <a:pt x="143988" y="252092"/>
                  </a:lnTo>
                  <a:lnTo>
                    <a:pt x="146621" y="247460"/>
                  </a:lnTo>
                  <a:lnTo>
                    <a:pt x="149106" y="242747"/>
                  </a:lnTo>
                  <a:lnTo>
                    <a:pt x="151438" y="237957"/>
                  </a:lnTo>
                  <a:lnTo>
                    <a:pt x="153618" y="233095"/>
                  </a:lnTo>
                  <a:lnTo>
                    <a:pt x="155641" y="228165"/>
                  </a:lnTo>
                  <a:lnTo>
                    <a:pt x="157505" y="223174"/>
                  </a:lnTo>
                  <a:lnTo>
                    <a:pt x="159210" y="218126"/>
                  </a:lnTo>
                  <a:lnTo>
                    <a:pt x="160753" y="213027"/>
                  </a:lnTo>
                  <a:lnTo>
                    <a:pt x="162133" y="207880"/>
                  </a:lnTo>
                  <a:lnTo>
                    <a:pt x="163348" y="202693"/>
                  </a:lnTo>
                  <a:lnTo>
                    <a:pt x="164398" y="197469"/>
                  </a:lnTo>
                  <a:lnTo>
                    <a:pt x="165280" y="192215"/>
                  </a:lnTo>
                  <a:lnTo>
                    <a:pt x="165994" y="186935"/>
                  </a:lnTo>
                  <a:lnTo>
                    <a:pt x="166540" y="181634"/>
                  </a:lnTo>
                  <a:lnTo>
                    <a:pt x="166916" y="176320"/>
                  </a:lnTo>
                  <a:lnTo>
                    <a:pt x="167123" y="170996"/>
                  </a:lnTo>
                  <a:lnTo>
                    <a:pt x="167160" y="165668"/>
                  </a:lnTo>
                  <a:lnTo>
                    <a:pt x="167028" y="160341"/>
                  </a:lnTo>
                  <a:lnTo>
                    <a:pt x="166725" y="155022"/>
                  </a:lnTo>
                  <a:lnTo>
                    <a:pt x="166253" y="149715"/>
                  </a:lnTo>
                  <a:lnTo>
                    <a:pt x="165613" y="144425"/>
                  </a:lnTo>
                  <a:lnTo>
                    <a:pt x="164804" y="139159"/>
                  </a:lnTo>
                  <a:lnTo>
                    <a:pt x="163828" y="133921"/>
                  </a:lnTo>
                  <a:lnTo>
                    <a:pt x="162685" y="128717"/>
                  </a:lnTo>
                  <a:lnTo>
                    <a:pt x="161377" y="123552"/>
                  </a:lnTo>
                  <a:lnTo>
                    <a:pt x="159905" y="118431"/>
                  </a:lnTo>
                  <a:lnTo>
                    <a:pt x="158271" y="113360"/>
                  </a:lnTo>
                  <a:lnTo>
                    <a:pt x="156476" y="108343"/>
                  </a:lnTo>
                  <a:lnTo>
                    <a:pt x="154521" y="103387"/>
                  </a:lnTo>
                  <a:lnTo>
                    <a:pt x="152410" y="98495"/>
                  </a:lnTo>
                  <a:lnTo>
                    <a:pt x="150144" y="93672"/>
                  </a:lnTo>
                  <a:lnTo>
                    <a:pt x="147726" y="88925"/>
                  </a:lnTo>
                  <a:lnTo>
                    <a:pt x="145157" y="84257"/>
                  </a:lnTo>
                  <a:lnTo>
                    <a:pt x="142442" y="79673"/>
                  </a:lnTo>
                  <a:lnTo>
                    <a:pt x="139581" y="75178"/>
                  </a:lnTo>
                  <a:lnTo>
                    <a:pt x="136578" y="70776"/>
                  </a:lnTo>
                  <a:lnTo>
                    <a:pt x="133437" y="66473"/>
                  </a:lnTo>
                  <a:lnTo>
                    <a:pt x="130160" y="62271"/>
                  </a:lnTo>
                  <a:lnTo>
                    <a:pt x="126751" y="58177"/>
                  </a:lnTo>
                  <a:lnTo>
                    <a:pt x="123214" y="54192"/>
                  </a:lnTo>
                  <a:lnTo>
                    <a:pt x="119551" y="50323"/>
                  </a:lnTo>
                  <a:lnTo>
                    <a:pt x="115766" y="46573"/>
                  </a:lnTo>
                  <a:lnTo>
                    <a:pt x="111864" y="42945"/>
                  </a:lnTo>
                  <a:lnTo>
                    <a:pt x="107849" y="39443"/>
                  </a:lnTo>
                  <a:lnTo>
                    <a:pt x="103724" y="36071"/>
                  </a:lnTo>
                  <a:lnTo>
                    <a:pt x="99493" y="32832"/>
                  </a:lnTo>
                  <a:lnTo>
                    <a:pt x="95161" y="29729"/>
                  </a:lnTo>
                  <a:lnTo>
                    <a:pt x="90733" y="26766"/>
                  </a:lnTo>
                  <a:lnTo>
                    <a:pt x="86213" y="23946"/>
                  </a:lnTo>
                  <a:lnTo>
                    <a:pt x="81605" y="21271"/>
                  </a:lnTo>
                  <a:lnTo>
                    <a:pt x="76914" y="18745"/>
                  </a:lnTo>
                  <a:lnTo>
                    <a:pt x="72145" y="16369"/>
                  </a:lnTo>
                  <a:lnTo>
                    <a:pt x="67302" y="14146"/>
                  </a:lnTo>
                  <a:lnTo>
                    <a:pt x="62391" y="12079"/>
                  </a:lnTo>
                  <a:lnTo>
                    <a:pt x="57417" y="10170"/>
                  </a:lnTo>
                  <a:lnTo>
                    <a:pt x="52385" y="8420"/>
                  </a:lnTo>
                  <a:lnTo>
                    <a:pt x="47299" y="6831"/>
                  </a:lnTo>
                  <a:lnTo>
                    <a:pt x="42165" y="5405"/>
                  </a:lnTo>
                  <a:lnTo>
                    <a:pt x="36989" y="4143"/>
                  </a:lnTo>
                  <a:lnTo>
                    <a:pt x="31775" y="3047"/>
                  </a:lnTo>
                  <a:lnTo>
                    <a:pt x="26528" y="2118"/>
                  </a:lnTo>
                  <a:lnTo>
                    <a:pt x="21255" y="1356"/>
                  </a:lnTo>
                  <a:lnTo>
                    <a:pt x="15960" y="763"/>
                  </a:lnTo>
                  <a:lnTo>
                    <a:pt x="10649" y="339"/>
                  </a:lnTo>
                  <a:lnTo>
                    <a:pt x="532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561321" y="4213821"/>
              <a:ext cx="229823" cy="334334"/>
            </a:xfrm>
            <a:custGeom>
              <a:avLst/>
              <a:pathLst>
                <a:path w="229823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1" y="2103"/>
                  </a:lnTo>
                  <a:lnTo>
                    <a:pt x="135482" y="3026"/>
                  </a:lnTo>
                  <a:lnTo>
                    <a:pt x="130285" y="4115"/>
                  </a:lnTo>
                  <a:lnTo>
                    <a:pt x="125125" y="5368"/>
                  </a:lnTo>
                  <a:lnTo>
                    <a:pt x="120008" y="6784"/>
                  </a:lnTo>
                  <a:lnTo>
                    <a:pt x="114938" y="8362"/>
                  </a:lnTo>
                  <a:lnTo>
                    <a:pt x="109921" y="10101"/>
                  </a:lnTo>
                  <a:lnTo>
                    <a:pt x="104961" y="11998"/>
                  </a:lnTo>
                  <a:lnTo>
                    <a:pt x="100064" y="14051"/>
                  </a:lnTo>
                  <a:lnTo>
                    <a:pt x="95235" y="16259"/>
                  </a:lnTo>
                  <a:lnTo>
                    <a:pt x="90479" y="18619"/>
                  </a:lnTo>
                  <a:lnTo>
                    <a:pt x="85800" y="21129"/>
                  </a:lnTo>
                  <a:lnTo>
                    <a:pt x="81203" y="23786"/>
                  </a:lnTo>
                  <a:lnTo>
                    <a:pt x="76692" y="26588"/>
                  </a:lnTo>
                  <a:lnTo>
                    <a:pt x="72273" y="29532"/>
                  </a:lnTo>
                  <a:lnTo>
                    <a:pt x="67950" y="32615"/>
                  </a:lnTo>
                  <a:lnTo>
                    <a:pt x="63727" y="35833"/>
                  </a:lnTo>
                  <a:lnTo>
                    <a:pt x="59608" y="39184"/>
                  </a:lnTo>
                  <a:lnTo>
                    <a:pt x="55597" y="42664"/>
                  </a:lnTo>
                  <a:lnTo>
                    <a:pt x="51699" y="46270"/>
                  </a:lnTo>
                  <a:lnTo>
                    <a:pt x="47918" y="49997"/>
                  </a:lnTo>
                  <a:lnTo>
                    <a:pt x="44257" y="53843"/>
                  </a:lnTo>
                  <a:lnTo>
                    <a:pt x="40720" y="57803"/>
                  </a:lnTo>
                  <a:lnTo>
                    <a:pt x="37310" y="61874"/>
                  </a:lnTo>
                  <a:lnTo>
                    <a:pt x="34032" y="66050"/>
                  </a:lnTo>
                  <a:lnTo>
                    <a:pt x="30888" y="70329"/>
                  </a:lnTo>
                  <a:lnTo>
                    <a:pt x="27881" y="74706"/>
                  </a:lnTo>
                  <a:lnTo>
                    <a:pt x="25014" y="79175"/>
                  </a:lnTo>
                  <a:lnTo>
                    <a:pt x="22292" y="83734"/>
                  </a:lnTo>
                  <a:lnTo>
                    <a:pt x="19715" y="88377"/>
                  </a:lnTo>
                  <a:lnTo>
                    <a:pt x="17287" y="93099"/>
                  </a:lnTo>
                  <a:lnTo>
                    <a:pt x="15010" y="97896"/>
                  </a:lnTo>
                  <a:lnTo>
                    <a:pt x="12887" y="102763"/>
                  </a:lnTo>
                  <a:lnTo>
                    <a:pt x="10919" y="107694"/>
                  </a:lnTo>
                  <a:lnTo>
                    <a:pt x="9109" y="112686"/>
                  </a:lnTo>
                  <a:lnTo>
                    <a:pt x="7459" y="117733"/>
                  </a:lnTo>
                  <a:lnTo>
                    <a:pt x="5969" y="122830"/>
                  </a:lnTo>
                  <a:lnTo>
                    <a:pt x="4642" y="127971"/>
                  </a:lnTo>
                  <a:lnTo>
                    <a:pt x="3480" y="133152"/>
                  </a:lnTo>
                  <a:lnTo>
                    <a:pt x="2482" y="138367"/>
                  </a:lnTo>
                  <a:lnTo>
                    <a:pt x="1650" y="143611"/>
                  </a:lnTo>
                  <a:lnTo>
                    <a:pt x="986" y="148880"/>
                  </a:lnTo>
                  <a:lnTo>
                    <a:pt x="489" y="154166"/>
                  </a:lnTo>
                  <a:lnTo>
                    <a:pt x="160" y="159466"/>
                  </a:lnTo>
                  <a:lnTo>
                    <a:pt x="0" y="164773"/>
                  </a:lnTo>
                  <a:lnTo>
                    <a:pt x="8" y="170083"/>
                  </a:lnTo>
                  <a:lnTo>
                    <a:pt x="185" y="175390"/>
                  </a:lnTo>
                  <a:lnTo>
                    <a:pt x="530" y="180688"/>
                  </a:lnTo>
                  <a:lnTo>
                    <a:pt x="1044" y="185973"/>
                  </a:lnTo>
                  <a:lnTo>
                    <a:pt x="1725" y="191239"/>
                  </a:lnTo>
                  <a:lnTo>
                    <a:pt x="2573" y="196481"/>
                  </a:lnTo>
                  <a:lnTo>
                    <a:pt x="3587" y="201693"/>
                  </a:lnTo>
                  <a:lnTo>
                    <a:pt x="4766" y="206870"/>
                  </a:lnTo>
                  <a:lnTo>
                    <a:pt x="6109" y="212007"/>
                  </a:lnTo>
                  <a:lnTo>
                    <a:pt x="7614" y="217099"/>
                  </a:lnTo>
                  <a:lnTo>
                    <a:pt x="9280" y="222141"/>
                  </a:lnTo>
                  <a:lnTo>
                    <a:pt x="11106" y="227127"/>
                  </a:lnTo>
                  <a:lnTo>
                    <a:pt x="13089" y="232053"/>
                  </a:lnTo>
                  <a:lnTo>
                    <a:pt x="15227" y="236913"/>
                  </a:lnTo>
                  <a:lnTo>
                    <a:pt x="17519" y="241703"/>
                  </a:lnTo>
                  <a:lnTo>
                    <a:pt x="19962" y="246417"/>
                  </a:lnTo>
                  <a:lnTo>
                    <a:pt x="22553" y="251052"/>
                  </a:lnTo>
                  <a:lnTo>
                    <a:pt x="25290" y="255602"/>
                  </a:lnTo>
                  <a:lnTo>
                    <a:pt x="28170" y="260063"/>
                  </a:lnTo>
                  <a:lnTo>
                    <a:pt x="31191" y="264430"/>
                  </a:lnTo>
                  <a:lnTo>
                    <a:pt x="34348" y="268699"/>
                  </a:lnTo>
                  <a:lnTo>
                    <a:pt x="37640" y="272865"/>
                  </a:lnTo>
                  <a:lnTo>
                    <a:pt x="41062" y="276925"/>
                  </a:lnTo>
                  <a:lnTo>
                    <a:pt x="44612" y="280874"/>
                  </a:lnTo>
                  <a:lnTo>
                    <a:pt x="48285" y="284709"/>
                  </a:lnTo>
                  <a:lnTo>
                    <a:pt x="52078" y="288424"/>
                  </a:lnTo>
                  <a:lnTo>
                    <a:pt x="55987" y="292018"/>
                  </a:lnTo>
                  <a:lnTo>
                    <a:pt x="60008" y="295485"/>
                  </a:lnTo>
                  <a:lnTo>
                    <a:pt x="64137" y="298823"/>
                  </a:lnTo>
                  <a:lnTo>
                    <a:pt x="68371" y="302029"/>
                  </a:lnTo>
                  <a:lnTo>
                    <a:pt x="72704" y="305098"/>
                  </a:lnTo>
                  <a:lnTo>
                    <a:pt x="77132" y="308028"/>
                  </a:lnTo>
                  <a:lnTo>
                    <a:pt x="81651" y="310815"/>
                  </a:lnTo>
                  <a:lnTo>
                    <a:pt x="86256" y="313458"/>
                  </a:lnTo>
                  <a:lnTo>
                    <a:pt x="90943" y="315954"/>
                  </a:lnTo>
                  <a:lnTo>
                    <a:pt x="95707" y="318299"/>
                  </a:lnTo>
                  <a:lnTo>
                    <a:pt x="100543" y="320492"/>
                  </a:lnTo>
                  <a:lnTo>
                    <a:pt x="105446" y="322530"/>
                  </a:lnTo>
                  <a:lnTo>
                    <a:pt x="110411" y="324411"/>
                  </a:lnTo>
                  <a:lnTo>
                    <a:pt x="115434" y="326134"/>
                  </a:lnTo>
                  <a:lnTo>
                    <a:pt x="120509" y="327696"/>
                  </a:lnTo>
                  <a:lnTo>
                    <a:pt x="125631" y="329096"/>
                  </a:lnTo>
                  <a:lnTo>
                    <a:pt x="130794" y="330333"/>
                  </a:lnTo>
                  <a:lnTo>
                    <a:pt x="135995" y="331406"/>
                  </a:lnTo>
                  <a:lnTo>
                    <a:pt x="141227" y="332312"/>
                  </a:lnTo>
                  <a:lnTo>
                    <a:pt x="146485" y="333052"/>
                  </a:lnTo>
                  <a:lnTo>
                    <a:pt x="151764" y="333625"/>
                  </a:lnTo>
                  <a:lnTo>
                    <a:pt x="157058" y="334029"/>
                  </a:lnTo>
                  <a:lnTo>
                    <a:pt x="162363" y="334266"/>
                  </a:lnTo>
                  <a:lnTo>
                    <a:pt x="167672" y="334334"/>
                  </a:lnTo>
                  <a:lnTo>
                    <a:pt x="172981" y="334233"/>
                  </a:lnTo>
                  <a:lnTo>
                    <a:pt x="178284" y="333963"/>
                  </a:lnTo>
                  <a:lnTo>
                    <a:pt x="183575" y="333525"/>
                  </a:lnTo>
                  <a:lnTo>
                    <a:pt x="188851" y="332920"/>
                  </a:lnTo>
                  <a:lnTo>
                    <a:pt x="194104" y="332147"/>
                  </a:lnTo>
                  <a:lnTo>
                    <a:pt x="199330" y="331208"/>
                  </a:lnTo>
                  <a:lnTo>
                    <a:pt x="204524" y="330103"/>
                  </a:lnTo>
                  <a:lnTo>
                    <a:pt x="209680" y="328834"/>
                  </a:lnTo>
                  <a:lnTo>
                    <a:pt x="214793" y="327402"/>
                  </a:lnTo>
                  <a:lnTo>
                    <a:pt x="219857" y="325808"/>
                  </a:lnTo>
                  <a:lnTo>
                    <a:pt x="224869" y="324054"/>
                  </a:lnTo>
                  <a:lnTo>
                    <a:pt x="229823" y="32214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380988"/>
              <a:ext cx="62672" cy="154974"/>
            </a:xfrm>
            <a:custGeom>
              <a:avLst/>
              <a:pathLst>
                <a:path w="62672" h="154974">
                  <a:moveTo>
                    <a:pt x="62672" y="1549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380988"/>
              <a:ext cx="129852" cy="154974"/>
            </a:xfrm>
            <a:custGeom>
              <a:avLst/>
              <a:pathLst>
                <a:path w="129852" h="154974">
                  <a:moveTo>
                    <a:pt x="62672" y="154974"/>
                  </a:moveTo>
                  <a:lnTo>
                    <a:pt x="67856" y="152775"/>
                  </a:lnTo>
                  <a:lnTo>
                    <a:pt x="72962" y="150404"/>
                  </a:lnTo>
                  <a:lnTo>
                    <a:pt x="77986" y="147861"/>
                  </a:lnTo>
                  <a:lnTo>
                    <a:pt x="82921" y="145151"/>
                  </a:lnTo>
                  <a:lnTo>
                    <a:pt x="87762" y="142276"/>
                  </a:lnTo>
                  <a:lnTo>
                    <a:pt x="92504" y="139240"/>
                  </a:lnTo>
                  <a:lnTo>
                    <a:pt x="97140" y="136046"/>
                  </a:lnTo>
                  <a:lnTo>
                    <a:pt x="101667" y="132698"/>
                  </a:lnTo>
                  <a:lnTo>
                    <a:pt x="106078" y="129199"/>
                  </a:lnTo>
                  <a:lnTo>
                    <a:pt x="110368" y="125553"/>
                  </a:lnTo>
                  <a:lnTo>
                    <a:pt x="114534" y="121765"/>
                  </a:lnTo>
                  <a:lnTo>
                    <a:pt x="118569" y="117839"/>
                  </a:lnTo>
                  <a:lnTo>
                    <a:pt x="122471" y="113779"/>
                  </a:lnTo>
                  <a:lnTo>
                    <a:pt x="126233" y="109590"/>
                  </a:lnTo>
                  <a:lnTo>
                    <a:pt x="129852" y="105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167164" cy="272444"/>
            </a:xfrm>
            <a:custGeom>
              <a:avLst/>
              <a:pathLst>
                <a:path w="167164" h="272444">
                  <a:moveTo>
                    <a:pt x="129852" y="272444"/>
                  </a:moveTo>
                  <a:lnTo>
                    <a:pt x="133171" y="268213"/>
                  </a:lnTo>
                  <a:lnTo>
                    <a:pt x="136352" y="263877"/>
                  </a:lnTo>
                  <a:lnTo>
                    <a:pt x="139393" y="259441"/>
                  </a:lnTo>
                  <a:lnTo>
                    <a:pt x="142289" y="254909"/>
                  </a:lnTo>
                  <a:lnTo>
                    <a:pt x="145037" y="250287"/>
                  </a:lnTo>
                  <a:lnTo>
                    <a:pt x="147636" y="245579"/>
                  </a:lnTo>
                  <a:lnTo>
                    <a:pt x="150082" y="240789"/>
                  </a:lnTo>
                  <a:lnTo>
                    <a:pt x="152372" y="235923"/>
                  </a:lnTo>
                  <a:lnTo>
                    <a:pt x="154505" y="230986"/>
                  </a:lnTo>
                  <a:lnTo>
                    <a:pt x="156478" y="225983"/>
                  </a:lnTo>
                  <a:lnTo>
                    <a:pt x="158289" y="220920"/>
                  </a:lnTo>
                  <a:lnTo>
                    <a:pt x="159936" y="215800"/>
                  </a:lnTo>
                  <a:lnTo>
                    <a:pt x="161418" y="210630"/>
                  </a:lnTo>
                  <a:lnTo>
                    <a:pt x="162732" y="205416"/>
                  </a:lnTo>
                  <a:lnTo>
                    <a:pt x="163879" y="200161"/>
                  </a:lnTo>
                  <a:lnTo>
                    <a:pt x="164855" y="194873"/>
                  </a:lnTo>
                  <a:lnTo>
                    <a:pt x="165661" y="189555"/>
                  </a:lnTo>
                  <a:lnTo>
                    <a:pt x="166295" y="184215"/>
                  </a:lnTo>
                  <a:lnTo>
                    <a:pt x="166758" y="178857"/>
                  </a:lnTo>
                  <a:lnTo>
                    <a:pt x="167047" y="173487"/>
                  </a:lnTo>
                  <a:lnTo>
                    <a:pt x="167164" y="168110"/>
                  </a:lnTo>
                  <a:lnTo>
                    <a:pt x="167108" y="162733"/>
                  </a:lnTo>
                  <a:lnTo>
                    <a:pt x="166879" y="157360"/>
                  </a:lnTo>
                  <a:lnTo>
                    <a:pt x="166477" y="151997"/>
                  </a:lnTo>
                  <a:lnTo>
                    <a:pt x="165903" y="146650"/>
                  </a:lnTo>
                  <a:lnTo>
                    <a:pt x="165157" y="141324"/>
                  </a:lnTo>
                  <a:lnTo>
                    <a:pt x="164240" y="136024"/>
                  </a:lnTo>
                  <a:lnTo>
                    <a:pt x="163154" y="130757"/>
                  </a:lnTo>
                  <a:lnTo>
                    <a:pt x="161898" y="125528"/>
                  </a:lnTo>
                  <a:lnTo>
                    <a:pt x="160475" y="120342"/>
                  </a:lnTo>
                  <a:lnTo>
                    <a:pt x="158886" y="115204"/>
                  </a:lnTo>
                  <a:lnTo>
                    <a:pt x="157132" y="110120"/>
                  </a:lnTo>
                  <a:lnTo>
                    <a:pt x="155216" y="105095"/>
                  </a:lnTo>
                  <a:lnTo>
                    <a:pt x="153139" y="100135"/>
                  </a:lnTo>
                  <a:lnTo>
                    <a:pt x="150903" y="95243"/>
                  </a:lnTo>
                  <a:lnTo>
                    <a:pt x="148512" y="90427"/>
                  </a:lnTo>
                  <a:lnTo>
                    <a:pt x="145966" y="85689"/>
                  </a:lnTo>
                  <a:lnTo>
                    <a:pt x="143270" y="81036"/>
                  </a:lnTo>
                  <a:lnTo>
                    <a:pt x="140425" y="76472"/>
                  </a:lnTo>
                  <a:lnTo>
                    <a:pt x="137435" y="72002"/>
                  </a:lnTo>
                  <a:lnTo>
                    <a:pt x="134303" y="67630"/>
                  </a:lnTo>
                  <a:lnTo>
                    <a:pt x="131032" y="63362"/>
                  </a:lnTo>
                  <a:lnTo>
                    <a:pt x="127625" y="59201"/>
                  </a:lnTo>
                  <a:lnTo>
                    <a:pt x="124086" y="55151"/>
                  </a:lnTo>
                  <a:lnTo>
                    <a:pt x="120418" y="51218"/>
                  </a:lnTo>
                  <a:lnTo>
                    <a:pt x="116626" y="47404"/>
                  </a:lnTo>
                  <a:lnTo>
                    <a:pt x="112714" y="43715"/>
                  </a:lnTo>
                  <a:lnTo>
                    <a:pt x="108684" y="40153"/>
                  </a:lnTo>
                  <a:lnTo>
                    <a:pt x="104543" y="36723"/>
                  </a:lnTo>
                  <a:lnTo>
                    <a:pt x="100292" y="33427"/>
                  </a:lnTo>
                  <a:lnTo>
                    <a:pt x="95939" y="30270"/>
                  </a:lnTo>
                  <a:lnTo>
                    <a:pt x="91485" y="27255"/>
                  </a:lnTo>
                  <a:lnTo>
                    <a:pt x="86938" y="24385"/>
                  </a:lnTo>
                  <a:lnTo>
                    <a:pt x="82300" y="21662"/>
                  </a:lnTo>
                  <a:lnTo>
                    <a:pt x="77577" y="19090"/>
                  </a:lnTo>
                  <a:lnTo>
                    <a:pt x="72773" y="16671"/>
                  </a:lnTo>
                  <a:lnTo>
                    <a:pt x="67895" y="14408"/>
                  </a:lnTo>
                  <a:lnTo>
                    <a:pt x="62946" y="12303"/>
                  </a:lnTo>
                  <a:lnTo>
                    <a:pt x="57932" y="10359"/>
                  </a:lnTo>
                  <a:lnTo>
                    <a:pt x="52858" y="8576"/>
                  </a:lnTo>
                  <a:lnTo>
                    <a:pt x="47729" y="6958"/>
                  </a:lnTo>
                  <a:lnTo>
                    <a:pt x="42551" y="5506"/>
                  </a:lnTo>
                  <a:lnTo>
                    <a:pt x="37329" y="4221"/>
                  </a:lnTo>
                  <a:lnTo>
                    <a:pt x="32068" y="3104"/>
                  </a:lnTo>
                  <a:lnTo>
                    <a:pt x="26774" y="2158"/>
                  </a:lnTo>
                  <a:lnTo>
                    <a:pt x="21453" y="1382"/>
                  </a:lnTo>
                  <a:lnTo>
                    <a:pt x="16109" y="778"/>
                  </a:lnTo>
                  <a:lnTo>
                    <a:pt x="10748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51844" y="3707720"/>
              <a:ext cx="172108" cy="334334"/>
            </a:xfrm>
            <a:custGeom>
              <a:avLst/>
              <a:pathLst>
                <a:path w="172108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7" y="771"/>
                  </a:lnTo>
                  <a:lnTo>
                    <a:pt x="145807" y="1370"/>
                  </a:lnTo>
                  <a:lnTo>
                    <a:pt x="140508" y="2139"/>
                  </a:lnTo>
                  <a:lnTo>
                    <a:pt x="135236" y="3077"/>
                  </a:lnTo>
                  <a:lnTo>
                    <a:pt x="129997" y="4184"/>
                  </a:lnTo>
                  <a:lnTo>
                    <a:pt x="124797" y="5458"/>
                  </a:lnTo>
                  <a:lnTo>
                    <a:pt x="119639" y="6898"/>
                  </a:lnTo>
                  <a:lnTo>
                    <a:pt x="114531" y="8502"/>
                  </a:lnTo>
                  <a:lnTo>
                    <a:pt x="109477" y="10270"/>
                  </a:lnTo>
                  <a:lnTo>
                    <a:pt x="104481" y="12198"/>
                  </a:lnTo>
                  <a:lnTo>
                    <a:pt x="99550" y="14285"/>
                  </a:lnTo>
                  <a:lnTo>
                    <a:pt x="94689" y="16529"/>
                  </a:lnTo>
                  <a:lnTo>
                    <a:pt x="89902" y="18927"/>
                  </a:lnTo>
                  <a:lnTo>
                    <a:pt x="85194" y="21478"/>
                  </a:lnTo>
                  <a:lnTo>
                    <a:pt x="80570" y="24178"/>
                  </a:lnTo>
                  <a:lnTo>
                    <a:pt x="76035" y="27025"/>
                  </a:lnTo>
                  <a:lnTo>
                    <a:pt x="71593" y="30015"/>
                  </a:lnTo>
                  <a:lnTo>
                    <a:pt x="67250" y="33146"/>
                  </a:lnTo>
                  <a:lnTo>
                    <a:pt x="63009" y="36415"/>
                  </a:lnTo>
                  <a:lnTo>
                    <a:pt x="58875" y="39818"/>
                  </a:lnTo>
                  <a:lnTo>
                    <a:pt x="54852" y="43351"/>
                  </a:lnTo>
                  <a:lnTo>
                    <a:pt x="50944" y="47012"/>
                  </a:lnTo>
                  <a:lnTo>
                    <a:pt x="47156" y="50796"/>
                  </a:lnTo>
                  <a:lnTo>
                    <a:pt x="43490" y="54699"/>
                  </a:lnTo>
                  <a:lnTo>
                    <a:pt x="39952" y="58718"/>
                  </a:lnTo>
                  <a:lnTo>
                    <a:pt x="36544" y="62848"/>
                  </a:lnTo>
                  <a:lnTo>
                    <a:pt x="33270" y="67084"/>
                  </a:lnTo>
                  <a:lnTo>
                    <a:pt x="30133" y="71424"/>
                  </a:lnTo>
                  <a:lnTo>
                    <a:pt x="27137" y="75862"/>
                  </a:lnTo>
                  <a:lnTo>
                    <a:pt x="24285" y="80393"/>
                  </a:lnTo>
                  <a:lnTo>
                    <a:pt x="21579" y="85014"/>
                  </a:lnTo>
                  <a:lnTo>
                    <a:pt x="19023" y="89719"/>
                  </a:lnTo>
                  <a:lnTo>
                    <a:pt x="16618" y="94503"/>
                  </a:lnTo>
                  <a:lnTo>
                    <a:pt x="14368" y="99362"/>
                  </a:lnTo>
                  <a:lnTo>
                    <a:pt x="12275" y="104290"/>
                  </a:lnTo>
                  <a:lnTo>
                    <a:pt x="10341" y="109283"/>
                  </a:lnTo>
                  <a:lnTo>
                    <a:pt x="8567" y="114335"/>
                  </a:lnTo>
                  <a:lnTo>
                    <a:pt x="6957" y="119442"/>
                  </a:lnTo>
                  <a:lnTo>
                    <a:pt x="5511" y="124597"/>
                  </a:lnTo>
                  <a:lnTo>
                    <a:pt x="4230" y="129796"/>
                  </a:lnTo>
                  <a:lnTo>
                    <a:pt x="3117" y="135034"/>
                  </a:lnTo>
                  <a:lnTo>
                    <a:pt x="2172" y="140304"/>
                  </a:lnTo>
                  <a:lnTo>
                    <a:pt x="1396" y="145602"/>
                  </a:lnTo>
                  <a:lnTo>
                    <a:pt x="791" y="150922"/>
                  </a:lnTo>
                  <a:lnTo>
                    <a:pt x="356" y="156259"/>
                  </a:lnTo>
                  <a:lnTo>
                    <a:pt x="92" y="161607"/>
                  </a:lnTo>
                  <a:lnTo>
                    <a:pt x="0" y="166960"/>
                  </a:lnTo>
                  <a:lnTo>
                    <a:pt x="79" y="172314"/>
                  </a:lnTo>
                  <a:lnTo>
                    <a:pt x="329" y="177663"/>
                  </a:lnTo>
                  <a:lnTo>
                    <a:pt x="751" y="183001"/>
                  </a:lnTo>
                  <a:lnTo>
                    <a:pt x="1343" y="188322"/>
                  </a:lnTo>
                  <a:lnTo>
                    <a:pt x="2106" y="193622"/>
                  </a:lnTo>
                  <a:lnTo>
                    <a:pt x="3038" y="198895"/>
                  </a:lnTo>
                  <a:lnTo>
                    <a:pt x="4138" y="204135"/>
                  </a:lnTo>
                  <a:lnTo>
                    <a:pt x="5406" y="209337"/>
                  </a:lnTo>
                  <a:lnTo>
                    <a:pt x="6839" y="214496"/>
                  </a:lnTo>
                  <a:lnTo>
                    <a:pt x="8437" y="219607"/>
                  </a:lnTo>
                  <a:lnTo>
                    <a:pt x="10198" y="224663"/>
                  </a:lnTo>
                  <a:lnTo>
                    <a:pt x="12120" y="229661"/>
                  </a:lnTo>
                  <a:lnTo>
                    <a:pt x="14201" y="234595"/>
                  </a:lnTo>
                  <a:lnTo>
                    <a:pt x="16439" y="239459"/>
                  </a:lnTo>
                  <a:lnTo>
                    <a:pt x="18832" y="244249"/>
                  </a:lnTo>
                  <a:lnTo>
                    <a:pt x="21376" y="248960"/>
                  </a:lnTo>
                  <a:lnTo>
                    <a:pt x="24071" y="253587"/>
                  </a:lnTo>
                  <a:lnTo>
                    <a:pt x="26912" y="258126"/>
                  </a:lnTo>
                  <a:lnTo>
                    <a:pt x="29897" y="262571"/>
                  </a:lnTo>
                  <a:lnTo>
                    <a:pt x="33023" y="266918"/>
                  </a:lnTo>
                  <a:lnTo>
                    <a:pt x="36286" y="271163"/>
                  </a:lnTo>
                  <a:lnTo>
                    <a:pt x="39684" y="275302"/>
                  </a:lnTo>
                  <a:lnTo>
                    <a:pt x="43213" y="279329"/>
                  </a:lnTo>
                  <a:lnTo>
                    <a:pt x="46868" y="283241"/>
                  </a:lnTo>
                  <a:lnTo>
                    <a:pt x="50648" y="287034"/>
                  </a:lnTo>
                  <a:lnTo>
                    <a:pt x="54546" y="290705"/>
                  </a:lnTo>
                  <a:lnTo>
                    <a:pt x="58560" y="294248"/>
                  </a:lnTo>
                  <a:lnTo>
                    <a:pt x="62686" y="297661"/>
                  </a:lnTo>
                  <a:lnTo>
                    <a:pt x="66919" y="300940"/>
                  </a:lnTo>
                  <a:lnTo>
                    <a:pt x="71255" y="304082"/>
                  </a:lnTo>
                  <a:lnTo>
                    <a:pt x="75689" y="307084"/>
                  </a:lnTo>
                  <a:lnTo>
                    <a:pt x="80217" y="309942"/>
                  </a:lnTo>
                  <a:lnTo>
                    <a:pt x="84834" y="312653"/>
                  </a:lnTo>
                  <a:lnTo>
                    <a:pt x="89536" y="315215"/>
                  </a:lnTo>
                  <a:lnTo>
                    <a:pt x="94317" y="317626"/>
                  </a:lnTo>
                  <a:lnTo>
                    <a:pt x="99173" y="319882"/>
                  </a:lnTo>
                  <a:lnTo>
                    <a:pt x="104099" y="321981"/>
                  </a:lnTo>
                  <a:lnTo>
                    <a:pt x="109089" y="323921"/>
                  </a:lnTo>
                  <a:lnTo>
                    <a:pt x="114139" y="325701"/>
                  </a:lnTo>
                  <a:lnTo>
                    <a:pt x="119244" y="327318"/>
                  </a:lnTo>
                  <a:lnTo>
                    <a:pt x="124397" y="328771"/>
                  </a:lnTo>
                  <a:lnTo>
                    <a:pt x="129595" y="330057"/>
                  </a:lnTo>
                  <a:lnTo>
                    <a:pt x="134831" y="331177"/>
                  </a:lnTo>
                  <a:lnTo>
                    <a:pt x="140100" y="332129"/>
                  </a:lnTo>
                  <a:lnTo>
                    <a:pt x="145397" y="332911"/>
                  </a:lnTo>
                  <a:lnTo>
                    <a:pt x="150716" y="333523"/>
                  </a:lnTo>
                  <a:lnTo>
                    <a:pt x="156053" y="333965"/>
                  </a:lnTo>
                  <a:lnTo>
                    <a:pt x="161400" y="334235"/>
                  </a:lnTo>
                  <a:lnTo>
                    <a:pt x="166754" y="334334"/>
                  </a:lnTo>
                  <a:lnTo>
                    <a:pt x="172108" y="3342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14972"/>
              <a:ext cx="167165" cy="327010"/>
            </a:xfrm>
            <a:custGeom>
              <a:avLst/>
              <a:pathLst>
                <a:path w="167165" h="327010">
                  <a:moveTo>
                    <a:pt x="4941" y="327010"/>
                  </a:moveTo>
                  <a:lnTo>
                    <a:pt x="10285" y="326766"/>
                  </a:lnTo>
                  <a:lnTo>
                    <a:pt x="15619" y="326352"/>
                  </a:lnTo>
                  <a:lnTo>
                    <a:pt x="20937" y="325767"/>
                  </a:lnTo>
                  <a:lnTo>
                    <a:pt x="26233" y="325012"/>
                  </a:lnTo>
                  <a:lnTo>
                    <a:pt x="31502" y="324088"/>
                  </a:lnTo>
                  <a:lnTo>
                    <a:pt x="36740" y="322996"/>
                  </a:lnTo>
                  <a:lnTo>
                    <a:pt x="41939" y="321737"/>
                  </a:lnTo>
                  <a:lnTo>
                    <a:pt x="47096" y="320312"/>
                  </a:lnTo>
                  <a:lnTo>
                    <a:pt x="52204" y="318722"/>
                  </a:lnTo>
                  <a:lnTo>
                    <a:pt x="57259" y="316971"/>
                  </a:lnTo>
                  <a:lnTo>
                    <a:pt x="62256" y="315058"/>
                  </a:lnTo>
                  <a:lnTo>
                    <a:pt x="67188" y="312986"/>
                  </a:lnTo>
                  <a:lnTo>
                    <a:pt x="72052" y="310758"/>
                  </a:lnTo>
                  <a:lnTo>
                    <a:pt x="76842" y="308375"/>
                  </a:lnTo>
                  <a:lnTo>
                    <a:pt x="81553" y="305840"/>
                  </a:lnTo>
                  <a:lnTo>
                    <a:pt x="86181" y="303156"/>
                  </a:lnTo>
                  <a:lnTo>
                    <a:pt x="90720" y="300325"/>
                  </a:lnTo>
                  <a:lnTo>
                    <a:pt x="95167" y="297350"/>
                  </a:lnTo>
                  <a:lnTo>
                    <a:pt x="99516" y="294234"/>
                  </a:lnTo>
                  <a:lnTo>
                    <a:pt x="103763" y="290981"/>
                  </a:lnTo>
                  <a:lnTo>
                    <a:pt x="107904" y="287593"/>
                  </a:lnTo>
                  <a:lnTo>
                    <a:pt x="111934" y="284075"/>
                  </a:lnTo>
                  <a:lnTo>
                    <a:pt x="115850" y="280430"/>
                  </a:lnTo>
                  <a:lnTo>
                    <a:pt x="119647" y="276661"/>
                  </a:lnTo>
                  <a:lnTo>
                    <a:pt x="123321" y="272772"/>
                  </a:lnTo>
                  <a:lnTo>
                    <a:pt x="126870" y="268768"/>
                  </a:lnTo>
                  <a:lnTo>
                    <a:pt x="130288" y="264653"/>
                  </a:lnTo>
                  <a:lnTo>
                    <a:pt x="133573" y="260430"/>
                  </a:lnTo>
                  <a:lnTo>
                    <a:pt x="136721" y="256104"/>
                  </a:lnTo>
                  <a:lnTo>
                    <a:pt x="139729" y="251680"/>
                  </a:lnTo>
                  <a:lnTo>
                    <a:pt x="142593" y="247162"/>
                  </a:lnTo>
                  <a:lnTo>
                    <a:pt x="145312" y="242554"/>
                  </a:lnTo>
                  <a:lnTo>
                    <a:pt x="147882" y="237862"/>
                  </a:lnTo>
                  <a:lnTo>
                    <a:pt x="150301" y="233090"/>
                  </a:lnTo>
                  <a:lnTo>
                    <a:pt x="152565" y="228243"/>
                  </a:lnTo>
                  <a:lnTo>
                    <a:pt x="154674" y="223326"/>
                  </a:lnTo>
                  <a:lnTo>
                    <a:pt x="156623" y="218344"/>
                  </a:lnTo>
                  <a:lnTo>
                    <a:pt x="158413" y="213303"/>
                  </a:lnTo>
                  <a:lnTo>
                    <a:pt x="160040" y="208206"/>
                  </a:lnTo>
                  <a:lnTo>
                    <a:pt x="161503" y="203060"/>
                  </a:lnTo>
                  <a:lnTo>
                    <a:pt x="162801" y="197870"/>
                  </a:lnTo>
                  <a:lnTo>
                    <a:pt x="163932" y="192641"/>
                  </a:lnTo>
                  <a:lnTo>
                    <a:pt x="164896" y="187379"/>
                  </a:lnTo>
                  <a:lnTo>
                    <a:pt x="165690" y="182088"/>
                  </a:lnTo>
                  <a:lnTo>
                    <a:pt x="166315" y="176775"/>
                  </a:lnTo>
                  <a:lnTo>
                    <a:pt x="166769" y="171444"/>
                  </a:lnTo>
                  <a:lnTo>
                    <a:pt x="167052" y="166102"/>
                  </a:lnTo>
                  <a:lnTo>
                    <a:pt x="167165" y="160753"/>
                  </a:lnTo>
                  <a:lnTo>
                    <a:pt x="167106" y="155403"/>
                  </a:lnTo>
                  <a:lnTo>
                    <a:pt x="166876" y="150058"/>
                  </a:lnTo>
                  <a:lnTo>
                    <a:pt x="166475" y="144723"/>
                  </a:lnTo>
                  <a:lnTo>
                    <a:pt x="165904" y="139404"/>
                  </a:lnTo>
                  <a:lnTo>
                    <a:pt x="165162" y="134106"/>
                  </a:lnTo>
                  <a:lnTo>
                    <a:pt x="164252" y="128834"/>
                  </a:lnTo>
                  <a:lnTo>
                    <a:pt x="163173" y="123594"/>
                  </a:lnTo>
                  <a:lnTo>
                    <a:pt x="161927" y="118391"/>
                  </a:lnTo>
                  <a:lnTo>
                    <a:pt x="160516" y="113231"/>
                  </a:lnTo>
                  <a:lnTo>
                    <a:pt x="158940" y="108118"/>
                  </a:lnTo>
                  <a:lnTo>
                    <a:pt x="157201" y="103059"/>
                  </a:lnTo>
                  <a:lnTo>
                    <a:pt x="155301" y="98058"/>
                  </a:lnTo>
                  <a:lnTo>
                    <a:pt x="153242" y="93120"/>
                  </a:lnTo>
                  <a:lnTo>
                    <a:pt x="151026" y="88250"/>
                  </a:lnTo>
                  <a:lnTo>
                    <a:pt x="148656" y="83454"/>
                  </a:lnTo>
                  <a:lnTo>
                    <a:pt x="146133" y="78737"/>
                  </a:lnTo>
                  <a:lnTo>
                    <a:pt x="143460" y="74102"/>
                  </a:lnTo>
                  <a:lnTo>
                    <a:pt x="140641" y="69555"/>
                  </a:lnTo>
                  <a:lnTo>
                    <a:pt x="137677" y="65101"/>
                  </a:lnTo>
                  <a:lnTo>
                    <a:pt x="134573" y="60744"/>
                  </a:lnTo>
                  <a:lnTo>
                    <a:pt x="131330" y="56489"/>
                  </a:lnTo>
                  <a:lnTo>
                    <a:pt x="127954" y="52339"/>
                  </a:lnTo>
                  <a:lnTo>
                    <a:pt x="124446" y="48300"/>
                  </a:lnTo>
                  <a:lnTo>
                    <a:pt x="120810" y="44375"/>
                  </a:lnTo>
                  <a:lnTo>
                    <a:pt x="117051" y="40568"/>
                  </a:lnTo>
                  <a:lnTo>
                    <a:pt x="113172" y="36884"/>
                  </a:lnTo>
                  <a:lnTo>
                    <a:pt x="109177" y="33325"/>
                  </a:lnTo>
                  <a:lnTo>
                    <a:pt x="105071" y="29896"/>
                  </a:lnTo>
                  <a:lnTo>
                    <a:pt x="100856" y="26601"/>
                  </a:lnTo>
                  <a:lnTo>
                    <a:pt x="96539" y="23442"/>
                  </a:lnTo>
                  <a:lnTo>
                    <a:pt x="92122" y="20422"/>
                  </a:lnTo>
                  <a:lnTo>
                    <a:pt x="87611" y="17546"/>
                  </a:lnTo>
                  <a:lnTo>
                    <a:pt x="83011" y="14815"/>
                  </a:lnTo>
                  <a:lnTo>
                    <a:pt x="78325" y="12233"/>
                  </a:lnTo>
                  <a:lnTo>
                    <a:pt x="73559" y="9803"/>
                  </a:lnTo>
                  <a:lnTo>
                    <a:pt x="68718" y="7526"/>
                  </a:lnTo>
                  <a:lnTo>
                    <a:pt x="63807" y="5405"/>
                  </a:lnTo>
                  <a:lnTo>
                    <a:pt x="58830" y="3442"/>
                  </a:lnTo>
                  <a:lnTo>
                    <a:pt x="53793" y="1640"/>
                  </a:lnTo>
                  <a:lnTo>
                    <a:pt x="48700" y="0"/>
                  </a:lnTo>
                  <a:lnTo>
                    <a:pt x="0" y="159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48700" cy="167167"/>
            </a:xfrm>
            <a:custGeom>
              <a:avLst/>
              <a:pathLst>
                <a:path w="48700" h="167167">
                  <a:moveTo>
                    <a:pt x="48700" y="7251"/>
                  </a:moveTo>
                  <a:lnTo>
                    <a:pt x="42759" y="5561"/>
                  </a:lnTo>
                  <a:lnTo>
                    <a:pt x="36760" y="4091"/>
                  </a:lnTo>
                  <a:lnTo>
                    <a:pt x="30710" y="2845"/>
                  </a:lnTo>
                  <a:lnTo>
                    <a:pt x="24618" y="1822"/>
                  </a:lnTo>
                  <a:lnTo>
                    <a:pt x="18493" y="1026"/>
                  </a:lnTo>
                  <a:lnTo>
                    <a:pt x="12343" y="456"/>
                  </a:lnTo>
                  <a:lnTo>
                    <a:pt x="6175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tx79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2025-06-05T20:45:53Z</dcterms:modified>
  <cp:category/>
</cp:coreProperties>
</file>