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90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348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78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3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234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71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088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78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756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90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00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48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004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3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15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39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098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90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48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15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39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20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90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00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7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15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41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14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90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8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41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14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01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2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78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3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90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48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004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7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3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55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739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90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48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2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90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48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2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90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48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2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90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48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26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3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78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30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26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7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2290" y="3170392"/>
              <a:ext cx="51488" cy="167167"/>
            </a:xfrm>
            <a:custGeom>
              <a:avLst/>
              <a:pathLst>
                <a:path w="51488" h="167167">
                  <a:moveTo>
                    <a:pt x="51488" y="0"/>
                  </a:moveTo>
                  <a:lnTo>
                    <a:pt x="44948" y="128"/>
                  </a:lnTo>
                  <a:lnTo>
                    <a:pt x="38417" y="511"/>
                  </a:lnTo>
                  <a:lnTo>
                    <a:pt x="31906" y="1150"/>
                  </a:lnTo>
                  <a:lnTo>
                    <a:pt x="25425" y="2044"/>
                  </a:lnTo>
                  <a:lnTo>
                    <a:pt x="18984" y="3190"/>
                  </a:lnTo>
                  <a:lnTo>
                    <a:pt x="12593" y="4587"/>
                  </a:lnTo>
                  <a:lnTo>
                    <a:pt x="6262" y="6234"/>
                  </a:lnTo>
                  <a:lnTo>
                    <a:pt x="0" y="8127"/>
                  </a:lnTo>
                  <a:lnTo>
                    <a:pt x="5148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32290" y="3178519"/>
              <a:ext cx="51488" cy="159040"/>
            </a:xfrm>
            <a:custGeom>
              <a:avLst/>
              <a:pathLst>
                <a:path w="51488" h="159040">
                  <a:moveTo>
                    <a:pt x="0" y="0"/>
                  </a:moveTo>
                  <a:lnTo>
                    <a:pt x="51488" y="159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816615" y="3171072"/>
              <a:ext cx="334328" cy="333636"/>
            </a:xfrm>
            <a:custGeom>
              <a:avLst/>
              <a:pathLst>
                <a:path w="334328" h="333636">
                  <a:moveTo>
                    <a:pt x="115674" y="7447"/>
                  </a:moveTo>
                  <a:lnTo>
                    <a:pt x="110673" y="9154"/>
                  </a:lnTo>
                  <a:lnTo>
                    <a:pt x="105729" y="11018"/>
                  </a:lnTo>
                  <a:lnTo>
                    <a:pt x="100845" y="13037"/>
                  </a:lnTo>
                  <a:lnTo>
                    <a:pt x="96028" y="15210"/>
                  </a:lnTo>
                  <a:lnTo>
                    <a:pt x="91283" y="17534"/>
                  </a:lnTo>
                  <a:lnTo>
                    <a:pt x="86613" y="20007"/>
                  </a:lnTo>
                  <a:lnTo>
                    <a:pt x="82023" y="22626"/>
                  </a:lnTo>
                  <a:lnTo>
                    <a:pt x="77518" y="25389"/>
                  </a:lnTo>
                  <a:lnTo>
                    <a:pt x="73104" y="28293"/>
                  </a:lnTo>
                  <a:lnTo>
                    <a:pt x="68783" y="31334"/>
                  </a:lnTo>
                  <a:lnTo>
                    <a:pt x="64560" y="34512"/>
                  </a:lnTo>
                  <a:lnTo>
                    <a:pt x="60440" y="37820"/>
                  </a:lnTo>
                  <a:lnTo>
                    <a:pt x="56427" y="41258"/>
                  </a:lnTo>
                  <a:lnTo>
                    <a:pt x="52524" y="44821"/>
                  </a:lnTo>
                  <a:lnTo>
                    <a:pt x="48735" y="48505"/>
                  </a:lnTo>
                  <a:lnTo>
                    <a:pt x="45066" y="52307"/>
                  </a:lnTo>
                  <a:lnTo>
                    <a:pt x="41518" y="56223"/>
                  </a:lnTo>
                  <a:lnTo>
                    <a:pt x="38095" y="60249"/>
                  </a:lnTo>
                  <a:lnTo>
                    <a:pt x="34802" y="64382"/>
                  </a:lnTo>
                  <a:lnTo>
                    <a:pt x="31641" y="68616"/>
                  </a:lnTo>
                  <a:lnTo>
                    <a:pt x="28615" y="72949"/>
                  </a:lnTo>
                  <a:lnTo>
                    <a:pt x="25728" y="77375"/>
                  </a:lnTo>
                  <a:lnTo>
                    <a:pt x="22982" y="81889"/>
                  </a:lnTo>
                  <a:lnTo>
                    <a:pt x="20380" y="86489"/>
                  </a:lnTo>
                  <a:lnTo>
                    <a:pt x="17925" y="91168"/>
                  </a:lnTo>
                  <a:lnTo>
                    <a:pt x="15619" y="95923"/>
                  </a:lnTo>
                  <a:lnTo>
                    <a:pt x="13464" y="100748"/>
                  </a:lnTo>
                  <a:lnTo>
                    <a:pt x="11463" y="105639"/>
                  </a:lnTo>
                  <a:lnTo>
                    <a:pt x="9618" y="110590"/>
                  </a:lnTo>
                  <a:lnTo>
                    <a:pt x="7930" y="115598"/>
                  </a:lnTo>
                  <a:lnTo>
                    <a:pt x="6401" y="120656"/>
                  </a:lnTo>
                  <a:lnTo>
                    <a:pt x="5033" y="125760"/>
                  </a:lnTo>
                  <a:lnTo>
                    <a:pt x="3826" y="130905"/>
                  </a:lnTo>
                  <a:lnTo>
                    <a:pt x="2783" y="136085"/>
                  </a:lnTo>
                  <a:lnTo>
                    <a:pt x="1905" y="141296"/>
                  </a:lnTo>
                  <a:lnTo>
                    <a:pt x="1191" y="146532"/>
                  </a:lnTo>
                  <a:lnTo>
                    <a:pt x="643" y="151788"/>
                  </a:lnTo>
                  <a:lnTo>
                    <a:pt x="262" y="157058"/>
                  </a:lnTo>
                  <a:lnTo>
                    <a:pt x="47" y="162338"/>
                  </a:lnTo>
                  <a:lnTo>
                    <a:pt x="0" y="167622"/>
                  </a:lnTo>
                  <a:lnTo>
                    <a:pt x="119" y="172905"/>
                  </a:lnTo>
                  <a:lnTo>
                    <a:pt x="405" y="178182"/>
                  </a:lnTo>
                  <a:lnTo>
                    <a:pt x="858" y="183447"/>
                  </a:lnTo>
                  <a:lnTo>
                    <a:pt x="1477" y="188695"/>
                  </a:lnTo>
                  <a:lnTo>
                    <a:pt x="2262" y="193920"/>
                  </a:lnTo>
                  <a:lnTo>
                    <a:pt x="3211" y="199119"/>
                  </a:lnTo>
                  <a:lnTo>
                    <a:pt x="4325" y="204284"/>
                  </a:lnTo>
                  <a:lnTo>
                    <a:pt x="5601" y="209412"/>
                  </a:lnTo>
                  <a:lnTo>
                    <a:pt x="7038" y="214497"/>
                  </a:lnTo>
                  <a:lnTo>
                    <a:pt x="8636" y="219534"/>
                  </a:lnTo>
                  <a:lnTo>
                    <a:pt x="10392" y="224518"/>
                  </a:lnTo>
                  <a:lnTo>
                    <a:pt x="12304" y="229445"/>
                  </a:lnTo>
                  <a:lnTo>
                    <a:pt x="14371" y="234308"/>
                  </a:lnTo>
                  <a:lnTo>
                    <a:pt x="16591" y="239103"/>
                  </a:lnTo>
                  <a:lnTo>
                    <a:pt x="18962" y="243826"/>
                  </a:lnTo>
                  <a:lnTo>
                    <a:pt x="21480" y="248471"/>
                  </a:lnTo>
                  <a:lnTo>
                    <a:pt x="24144" y="253035"/>
                  </a:lnTo>
                  <a:lnTo>
                    <a:pt x="26951" y="257512"/>
                  </a:lnTo>
                  <a:lnTo>
                    <a:pt x="29898" y="261898"/>
                  </a:lnTo>
                  <a:lnTo>
                    <a:pt x="32982" y="266189"/>
                  </a:lnTo>
                  <a:lnTo>
                    <a:pt x="36201" y="270381"/>
                  </a:lnTo>
                  <a:lnTo>
                    <a:pt x="39550" y="274468"/>
                  </a:lnTo>
                  <a:lnTo>
                    <a:pt x="43027" y="278447"/>
                  </a:lnTo>
                  <a:lnTo>
                    <a:pt x="46627" y="282315"/>
                  </a:lnTo>
                  <a:lnTo>
                    <a:pt x="50349" y="286067"/>
                  </a:lnTo>
                  <a:lnTo>
                    <a:pt x="54187" y="289699"/>
                  </a:lnTo>
                  <a:lnTo>
                    <a:pt x="58137" y="293209"/>
                  </a:lnTo>
                  <a:lnTo>
                    <a:pt x="62197" y="296591"/>
                  </a:lnTo>
                  <a:lnTo>
                    <a:pt x="66362" y="299844"/>
                  </a:lnTo>
                  <a:lnTo>
                    <a:pt x="70627" y="302963"/>
                  </a:lnTo>
                  <a:lnTo>
                    <a:pt x="74989" y="305946"/>
                  </a:lnTo>
                  <a:lnTo>
                    <a:pt x="79443" y="308790"/>
                  </a:lnTo>
                  <a:lnTo>
                    <a:pt x="83984" y="311492"/>
                  </a:lnTo>
                  <a:lnTo>
                    <a:pt x="88609" y="314048"/>
                  </a:lnTo>
                  <a:lnTo>
                    <a:pt x="93312" y="316457"/>
                  </a:lnTo>
                  <a:lnTo>
                    <a:pt x="98089" y="318716"/>
                  </a:lnTo>
                  <a:lnTo>
                    <a:pt x="102935" y="320824"/>
                  </a:lnTo>
                  <a:lnTo>
                    <a:pt x="107846" y="322777"/>
                  </a:lnTo>
                  <a:lnTo>
                    <a:pt x="112815" y="324573"/>
                  </a:lnTo>
                  <a:lnTo>
                    <a:pt x="117839" y="326212"/>
                  </a:lnTo>
                  <a:lnTo>
                    <a:pt x="122912" y="327691"/>
                  </a:lnTo>
                  <a:lnTo>
                    <a:pt x="128029" y="329009"/>
                  </a:lnTo>
                  <a:lnTo>
                    <a:pt x="133186" y="330165"/>
                  </a:lnTo>
                  <a:lnTo>
                    <a:pt x="138376" y="331157"/>
                  </a:lnTo>
                  <a:lnTo>
                    <a:pt x="143595" y="331985"/>
                  </a:lnTo>
                  <a:lnTo>
                    <a:pt x="148838" y="332647"/>
                  </a:lnTo>
                  <a:lnTo>
                    <a:pt x="154099" y="333143"/>
                  </a:lnTo>
                  <a:lnTo>
                    <a:pt x="159373" y="333473"/>
                  </a:lnTo>
                  <a:lnTo>
                    <a:pt x="164654" y="333636"/>
                  </a:lnTo>
                  <a:lnTo>
                    <a:pt x="169939" y="333632"/>
                  </a:lnTo>
                  <a:lnTo>
                    <a:pt x="175220" y="333460"/>
                  </a:lnTo>
                  <a:lnTo>
                    <a:pt x="180494" y="333122"/>
                  </a:lnTo>
                  <a:lnTo>
                    <a:pt x="185754" y="332618"/>
                  </a:lnTo>
                  <a:lnTo>
                    <a:pt x="190996" y="331947"/>
                  </a:lnTo>
                  <a:lnTo>
                    <a:pt x="196213" y="331111"/>
                  </a:lnTo>
                  <a:lnTo>
                    <a:pt x="201402" y="330111"/>
                  </a:lnTo>
                  <a:lnTo>
                    <a:pt x="206557" y="328947"/>
                  </a:lnTo>
                  <a:lnTo>
                    <a:pt x="211672" y="327620"/>
                  </a:lnTo>
                  <a:lnTo>
                    <a:pt x="216742" y="326133"/>
                  </a:lnTo>
                  <a:lnTo>
                    <a:pt x="221764" y="324486"/>
                  </a:lnTo>
                  <a:lnTo>
                    <a:pt x="226730" y="322682"/>
                  </a:lnTo>
                  <a:lnTo>
                    <a:pt x="231637" y="320721"/>
                  </a:lnTo>
                  <a:lnTo>
                    <a:pt x="236480" y="318606"/>
                  </a:lnTo>
                  <a:lnTo>
                    <a:pt x="241253" y="316339"/>
                  </a:lnTo>
                  <a:lnTo>
                    <a:pt x="245953" y="313922"/>
                  </a:lnTo>
                  <a:lnTo>
                    <a:pt x="250573" y="311358"/>
                  </a:lnTo>
                  <a:lnTo>
                    <a:pt x="255111" y="308650"/>
                  </a:lnTo>
                  <a:lnTo>
                    <a:pt x="259560" y="305799"/>
                  </a:lnTo>
                  <a:lnTo>
                    <a:pt x="263917" y="302809"/>
                  </a:lnTo>
                  <a:lnTo>
                    <a:pt x="268177" y="299683"/>
                  </a:lnTo>
                  <a:lnTo>
                    <a:pt x="272337" y="296423"/>
                  </a:lnTo>
                  <a:lnTo>
                    <a:pt x="276391" y="293034"/>
                  </a:lnTo>
                  <a:lnTo>
                    <a:pt x="280336" y="289519"/>
                  </a:lnTo>
                  <a:lnTo>
                    <a:pt x="284168" y="285880"/>
                  </a:lnTo>
                  <a:lnTo>
                    <a:pt x="287884" y="282122"/>
                  </a:lnTo>
                  <a:lnTo>
                    <a:pt x="291478" y="278249"/>
                  </a:lnTo>
                  <a:lnTo>
                    <a:pt x="294949" y="274264"/>
                  </a:lnTo>
                  <a:lnTo>
                    <a:pt x="298291" y="270171"/>
                  </a:lnTo>
                  <a:lnTo>
                    <a:pt x="301503" y="265975"/>
                  </a:lnTo>
                  <a:lnTo>
                    <a:pt x="304580" y="261679"/>
                  </a:lnTo>
                  <a:lnTo>
                    <a:pt x="307520" y="257288"/>
                  </a:lnTo>
                  <a:lnTo>
                    <a:pt x="310320" y="252806"/>
                  </a:lnTo>
                  <a:lnTo>
                    <a:pt x="312977" y="248239"/>
                  </a:lnTo>
                  <a:lnTo>
                    <a:pt x="315488" y="243589"/>
                  </a:lnTo>
                  <a:lnTo>
                    <a:pt x="317851" y="238862"/>
                  </a:lnTo>
                  <a:lnTo>
                    <a:pt x="320063" y="234063"/>
                  </a:lnTo>
                  <a:lnTo>
                    <a:pt x="322123" y="229197"/>
                  </a:lnTo>
                  <a:lnTo>
                    <a:pt x="324027" y="224268"/>
                  </a:lnTo>
                  <a:lnTo>
                    <a:pt x="325775" y="219281"/>
                  </a:lnTo>
                  <a:lnTo>
                    <a:pt x="327364" y="214241"/>
                  </a:lnTo>
                  <a:lnTo>
                    <a:pt x="328794" y="209154"/>
                  </a:lnTo>
                  <a:lnTo>
                    <a:pt x="330062" y="204024"/>
                  </a:lnTo>
                  <a:lnTo>
                    <a:pt x="331167" y="198857"/>
                  </a:lnTo>
                  <a:lnTo>
                    <a:pt x="332108" y="193657"/>
                  </a:lnTo>
                  <a:lnTo>
                    <a:pt x="332884" y="188430"/>
                  </a:lnTo>
                  <a:lnTo>
                    <a:pt x="333495" y="183181"/>
                  </a:lnTo>
                  <a:lnTo>
                    <a:pt x="333939" y="177915"/>
                  </a:lnTo>
                  <a:lnTo>
                    <a:pt x="334217" y="172638"/>
                  </a:lnTo>
                  <a:lnTo>
                    <a:pt x="334328" y="167355"/>
                  </a:lnTo>
                  <a:lnTo>
                    <a:pt x="334272" y="162071"/>
                  </a:lnTo>
                  <a:lnTo>
                    <a:pt x="334049" y="156792"/>
                  </a:lnTo>
                  <a:lnTo>
                    <a:pt x="333659" y="151522"/>
                  </a:lnTo>
                  <a:lnTo>
                    <a:pt x="333103" y="146267"/>
                  </a:lnTo>
                  <a:lnTo>
                    <a:pt x="332381" y="141032"/>
                  </a:lnTo>
                  <a:lnTo>
                    <a:pt x="331494" y="135823"/>
                  </a:lnTo>
                  <a:lnTo>
                    <a:pt x="330443" y="130644"/>
                  </a:lnTo>
                  <a:lnTo>
                    <a:pt x="329228" y="125501"/>
                  </a:lnTo>
                  <a:lnTo>
                    <a:pt x="327852" y="120399"/>
                  </a:lnTo>
                  <a:lnTo>
                    <a:pt x="326315" y="115343"/>
                  </a:lnTo>
                  <a:lnTo>
                    <a:pt x="324619" y="110339"/>
                  </a:lnTo>
                  <a:lnTo>
                    <a:pt x="322765" y="105390"/>
                  </a:lnTo>
                  <a:lnTo>
                    <a:pt x="320757" y="100502"/>
                  </a:lnTo>
                  <a:lnTo>
                    <a:pt x="318594" y="95681"/>
                  </a:lnTo>
                  <a:lnTo>
                    <a:pt x="316281" y="90930"/>
                  </a:lnTo>
                  <a:lnTo>
                    <a:pt x="313818" y="86254"/>
                  </a:lnTo>
                  <a:lnTo>
                    <a:pt x="311209" y="81659"/>
                  </a:lnTo>
                  <a:lnTo>
                    <a:pt x="308456" y="77149"/>
                  </a:lnTo>
                  <a:lnTo>
                    <a:pt x="305561" y="72727"/>
                  </a:lnTo>
                  <a:lnTo>
                    <a:pt x="302529" y="68400"/>
                  </a:lnTo>
                  <a:lnTo>
                    <a:pt x="299361" y="64170"/>
                  </a:lnTo>
                  <a:lnTo>
                    <a:pt x="296061" y="60043"/>
                  </a:lnTo>
                  <a:lnTo>
                    <a:pt x="292632" y="56022"/>
                  </a:lnTo>
                  <a:lnTo>
                    <a:pt x="289078" y="52112"/>
                  </a:lnTo>
                  <a:lnTo>
                    <a:pt x="285402" y="48316"/>
                  </a:lnTo>
                  <a:lnTo>
                    <a:pt x="281608" y="44638"/>
                  </a:lnTo>
                  <a:lnTo>
                    <a:pt x="277699" y="41081"/>
                  </a:lnTo>
                  <a:lnTo>
                    <a:pt x="273681" y="37650"/>
                  </a:lnTo>
                  <a:lnTo>
                    <a:pt x="269555" y="34348"/>
                  </a:lnTo>
                  <a:lnTo>
                    <a:pt x="265327" y="31177"/>
                  </a:lnTo>
                  <a:lnTo>
                    <a:pt x="261002" y="28142"/>
                  </a:lnTo>
                  <a:lnTo>
                    <a:pt x="256582" y="25246"/>
                  </a:lnTo>
                  <a:lnTo>
                    <a:pt x="252073" y="22490"/>
                  </a:lnTo>
                  <a:lnTo>
                    <a:pt x="247480" y="19878"/>
                  </a:lnTo>
                  <a:lnTo>
                    <a:pt x="242806" y="17413"/>
                  </a:lnTo>
                  <a:lnTo>
                    <a:pt x="238056" y="15096"/>
                  </a:lnTo>
                  <a:lnTo>
                    <a:pt x="233236" y="12931"/>
                  </a:lnTo>
                  <a:lnTo>
                    <a:pt x="228349" y="10920"/>
                  </a:lnTo>
                  <a:lnTo>
                    <a:pt x="223402" y="9064"/>
                  </a:lnTo>
                  <a:lnTo>
                    <a:pt x="218398" y="7365"/>
                  </a:lnTo>
                  <a:lnTo>
                    <a:pt x="213343" y="5825"/>
                  </a:lnTo>
                  <a:lnTo>
                    <a:pt x="208242" y="4445"/>
                  </a:lnTo>
                  <a:lnTo>
                    <a:pt x="203099" y="3228"/>
                  </a:lnTo>
                  <a:lnTo>
                    <a:pt x="197921" y="2174"/>
                  </a:lnTo>
                  <a:lnTo>
                    <a:pt x="192713" y="1284"/>
                  </a:lnTo>
                  <a:lnTo>
                    <a:pt x="187478" y="559"/>
                  </a:lnTo>
                  <a:lnTo>
                    <a:pt x="182224" y="0"/>
                  </a:lnTo>
                  <a:lnTo>
                    <a:pt x="167163" y="1664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83779" y="3170392"/>
              <a:ext cx="15060" cy="167167"/>
            </a:xfrm>
            <a:custGeom>
              <a:avLst/>
              <a:pathLst>
                <a:path w="15060" h="167167">
                  <a:moveTo>
                    <a:pt x="15060" y="67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44" y="2633064"/>
              <a:ext cx="167167" cy="177805"/>
            </a:xfrm>
            <a:custGeom>
              <a:avLst/>
              <a:pathLst>
                <a:path w="167167" h="177805">
                  <a:moveTo>
                    <a:pt x="167167" y="0"/>
                  </a:moveTo>
                  <a:lnTo>
                    <a:pt x="161810" y="85"/>
                  </a:lnTo>
                  <a:lnTo>
                    <a:pt x="156459" y="343"/>
                  </a:lnTo>
                  <a:lnTo>
                    <a:pt x="151119" y="772"/>
                  </a:lnTo>
                  <a:lnTo>
                    <a:pt x="145796" y="1371"/>
                  </a:lnTo>
                  <a:lnTo>
                    <a:pt x="140494" y="2141"/>
                  </a:lnTo>
                  <a:lnTo>
                    <a:pt x="135220" y="3081"/>
                  </a:lnTo>
                  <a:lnTo>
                    <a:pt x="129978" y="4189"/>
                  </a:lnTo>
                  <a:lnTo>
                    <a:pt x="124775" y="5464"/>
                  </a:lnTo>
                  <a:lnTo>
                    <a:pt x="119615" y="6905"/>
                  </a:lnTo>
                  <a:lnTo>
                    <a:pt x="114505" y="8511"/>
                  </a:lnTo>
                  <a:lnTo>
                    <a:pt x="109448" y="10280"/>
                  </a:lnTo>
                  <a:lnTo>
                    <a:pt x="104450" y="12210"/>
                  </a:lnTo>
                  <a:lnTo>
                    <a:pt x="99517" y="14299"/>
                  </a:lnTo>
                  <a:lnTo>
                    <a:pt x="94654" y="16546"/>
                  </a:lnTo>
                  <a:lnTo>
                    <a:pt x="89864" y="18947"/>
                  </a:lnTo>
                  <a:lnTo>
                    <a:pt x="85155" y="21500"/>
                  </a:lnTo>
                  <a:lnTo>
                    <a:pt x="80529" y="24202"/>
                  </a:lnTo>
                  <a:lnTo>
                    <a:pt x="75993" y="27052"/>
                  </a:lnTo>
                  <a:lnTo>
                    <a:pt x="71550" y="30045"/>
                  </a:lnTo>
                  <a:lnTo>
                    <a:pt x="67205" y="33180"/>
                  </a:lnTo>
                  <a:lnTo>
                    <a:pt x="62963" y="36452"/>
                  </a:lnTo>
                  <a:lnTo>
                    <a:pt x="58828" y="39858"/>
                  </a:lnTo>
                  <a:lnTo>
                    <a:pt x="54804" y="43395"/>
                  </a:lnTo>
                  <a:lnTo>
                    <a:pt x="50896" y="47059"/>
                  </a:lnTo>
                  <a:lnTo>
                    <a:pt x="47107" y="50846"/>
                  </a:lnTo>
                  <a:lnTo>
                    <a:pt x="43441" y="54753"/>
                  </a:lnTo>
                  <a:lnTo>
                    <a:pt x="39903" y="58775"/>
                  </a:lnTo>
                  <a:lnTo>
                    <a:pt x="36495" y="62909"/>
                  </a:lnTo>
                  <a:lnTo>
                    <a:pt x="33221" y="67149"/>
                  </a:lnTo>
                  <a:lnTo>
                    <a:pt x="30085" y="71493"/>
                  </a:lnTo>
                  <a:lnTo>
                    <a:pt x="27090" y="75934"/>
                  </a:lnTo>
                  <a:lnTo>
                    <a:pt x="24238" y="80470"/>
                  </a:lnTo>
                  <a:lnTo>
                    <a:pt x="21534" y="85094"/>
                  </a:lnTo>
                  <a:lnTo>
                    <a:pt x="18979" y="89803"/>
                  </a:lnTo>
                  <a:lnTo>
                    <a:pt x="16576" y="94591"/>
                  </a:lnTo>
                  <a:lnTo>
                    <a:pt x="14328" y="99454"/>
                  </a:lnTo>
                  <a:lnTo>
                    <a:pt x="12236" y="104386"/>
                  </a:lnTo>
                  <a:lnTo>
                    <a:pt x="10304" y="109383"/>
                  </a:lnTo>
                  <a:lnTo>
                    <a:pt x="8533" y="114439"/>
                  </a:lnTo>
                  <a:lnTo>
                    <a:pt x="6925" y="119549"/>
                  </a:lnTo>
                  <a:lnTo>
                    <a:pt x="5481" y="124708"/>
                  </a:lnTo>
                  <a:lnTo>
                    <a:pt x="4204" y="129911"/>
                  </a:lnTo>
                  <a:lnTo>
                    <a:pt x="3094" y="135152"/>
                  </a:lnTo>
                  <a:lnTo>
                    <a:pt x="2152" y="140425"/>
                  </a:lnTo>
                  <a:lnTo>
                    <a:pt x="1380" y="145727"/>
                  </a:lnTo>
                  <a:lnTo>
                    <a:pt x="778" y="151050"/>
                  </a:lnTo>
                  <a:lnTo>
                    <a:pt x="347" y="156390"/>
                  </a:lnTo>
                  <a:lnTo>
                    <a:pt x="88" y="161741"/>
                  </a:lnTo>
                  <a:lnTo>
                    <a:pt x="0" y="167097"/>
                  </a:lnTo>
                  <a:lnTo>
                    <a:pt x="83" y="172454"/>
                  </a:lnTo>
                  <a:lnTo>
                    <a:pt x="338" y="17780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2182" y="2800231"/>
              <a:ext cx="166828" cy="10638"/>
            </a:xfrm>
            <a:custGeom>
              <a:avLst/>
              <a:pathLst>
                <a:path w="166828" h="10638">
                  <a:moveTo>
                    <a:pt x="0" y="10638"/>
                  </a:moveTo>
                  <a:lnTo>
                    <a:pt x="16682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2182" y="2723392"/>
              <a:ext cx="333995" cy="243987"/>
            </a:xfrm>
            <a:custGeom>
              <a:avLst/>
              <a:pathLst>
                <a:path w="333995" h="243987">
                  <a:moveTo>
                    <a:pt x="0" y="87477"/>
                  </a:moveTo>
                  <a:lnTo>
                    <a:pt x="421" y="92767"/>
                  </a:lnTo>
                  <a:lnTo>
                    <a:pt x="1011" y="98041"/>
                  </a:lnTo>
                  <a:lnTo>
                    <a:pt x="1767" y="103293"/>
                  </a:lnTo>
                  <a:lnTo>
                    <a:pt x="2690" y="108519"/>
                  </a:lnTo>
                  <a:lnTo>
                    <a:pt x="3778" y="113713"/>
                  </a:lnTo>
                  <a:lnTo>
                    <a:pt x="5031" y="118869"/>
                  </a:lnTo>
                  <a:lnTo>
                    <a:pt x="6446" y="123984"/>
                  </a:lnTo>
                  <a:lnTo>
                    <a:pt x="8024" y="129051"/>
                  </a:lnTo>
                  <a:lnTo>
                    <a:pt x="9761" y="134065"/>
                  </a:lnTo>
                  <a:lnTo>
                    <a:pt x="11656" y="139021"/>
                  </a:lnTo>
                  <a:lnTo>
                    <a:pt x="13708" y="143915"/>
                  </a:lnTo>
                  <a:lnTo>
                    <a:pt x="15914" y="148742"/>
                  </a:lnTo>
                  <a:lnTo>
                    <a:pt x="18273" y="153495"/>
                  </a:lnTo>
                  <a:lnTo>
                    <a:pt x="20781" y="158172"/>
                  </a:lnTo>
                  <a:lnTo>
                    <a:pt x="23436" y="162767"/>
                  </a:lnTo>
                  <a:lnTo>
                    <a:pt x="26235" y="167275"/>
                  </a:lnTo>
                  <a:lnTo>
                    <a:pt x="29177" y="171691"/>
                  </a:lnTo>
                  <a:lnTo>
                    <a:pt x="32257" y="176013"/>
                  </a:lnTo>
                  <a:lnTo>
                    <a:pt x="35472" y="180234"/>
                  </a:lnTo>
                  <a:lnTo>
                    <a:pt x="38820" y="184351"/>
                  </a:lnTo>
                  <a:lnTo>
                    <a:pt x="42297" y="188360"/>
                  </a:lnTo>
                  <a:lnTo>
                    <a:pt x="45900" y="192257"/>
                  </a:lnTo>
                  <a:lnTo>
                    <a:pt x="49624" y="196037"/>
                  </a:lnTo>
                  <a:lnTo>
                    <a:pt x="53466" y="199697"/>
                  </a:lnTo>
                  <a:lnTo>
                    <a:pt x="57423" y="203233"/>
                  </a:lnTo>
                  <a:lnTo>
                    <a:pt x="61490" y="206642"/>
                  </a:lnTo>
                  <a:lnTo>
                    <a:pt x="65663" y="209920"/>
                  </a:lnTo>
                  <a:lnTo>
                    <a:pt x="69938" y="213064"/>
                  </a:lnTo>
                  <a:lnTo>
                    <a:pt x="74311" y="216071"/>
                  </a:lnTo>
                  <a:lnTo>
                    <a:pt x="78777" y="218937"/>
                  </a:lnTo>
                  <a:lnTo>
                    <a:pt x="83331" y="221660"/>
                  </a:lnTo>
                  <a:lnTo>
                    <a:pt x="87970" y="224238"/>
                  </a:lnTo>
                  <a:lnTo>
                    <a:pt x="92688" y="226666"/>
                  </a:lnTo>
                  <a:lnTo>
                    <a:pt x="97481" y="228944"/>
                  </a:lnTo>
                  <a:lnTo>
                    <a:pt x="102344" y="231068"/>
                  </a:lnTo>
                  <a:lnTo>
                    <a:pt x="107272" y="233037"/>
                  </a:lnTo>
                  <a:lnTo>
                    <a:pt x="112260" y="234849"/>
                  </a:lnTo>
                  <a:lnTo>
                    <a:pt x="117302" y="236502"/>
                  </a:lnTo>
                  <a:lnTo>
                    <a:pt x="122395" y="237993"/>
                  </a:lnTo>
                  <a:lnTo>
                    <a:pt x="127533" y="239322"/>
                  </a:lnTo>
                  <a:lnTo>
                    <a:pt x="132710" y="240488"/>
                  </a:lnTo>
                  <a:lnTo>
                    <a:pt x="137921" y="241488"/>
                  </a:lnTo>
                  <a:lnTo>
                    <a:pt x="143162" y="242323"/>
                  </a:lnTo>
                  <a:lnTo>
                    <a:pt x="148426" y="242990"/>
                  </a:lnTo>
                  <a:lnTo>
                    <a:pt x="153709" y="243491"/>
                  </a:lnTo>
                  <a:lnTo>
                    <a:pt x="159005" y="243823"/>
                  </a:lnTo>
                  <a:lnTo>
                    <a:pt x="164309" y="243987"/>
                  </a:lnTo>
                  <a:lnTo>
                    <a:pt x="169616" y="243983"/>
                  </a:lnTo>
                  <a:lnTo>
                    <a:pt x="174920" y="243810"/>
                  </a:lnTo>
                  <a:lnTo>
                    <a:pt x="180216" y="243469"/>
                  </a:lnTo>
                  <a:lnTo>
                    <a:pt x="185498" y="242961"/>
                  </a:lnTo>
                  <a:lnTo>
                    <a:pt x="190761" y="242284"/>
                  </a:lnTo>
                  <a:lnTo>
                    <a:pt x="196000" y="241441"/>
                  </a:lnTo>
                  <a:lnTo>
                    <a:pt x="201210" y="240432"/>
                  </a:lnTo>
                  <a:lnTo>
                    <a:pt x="206385" y="239259"/>
                  </a:lnTo>
                  <a:lnTo>
                    <a:pt x="211521" y="237921"/>
                  </a:lnTo>
                  <a:lnTo>
                    <a:pt x="216611" y="236422"/>
                  </a:lnTo>
                  <a:lnTo>
                    <a:pt x="221651" y="234761"/>
                  </a:lnTo>
                  <a:lnTo>
                    <a:pt x="226636" y="232941"/>
                  </a:lnTo>
                  <a:lnTo>
                    <a:pt x="231561" y="230964"/>
                  </a:lnTo>
                  <a:lnTo>
                    <a:pt x="236420" y="228832"/>
                  </a:lnTo>
                  <a:lnTo>
                    <a:pt x="241209" y="226547"/>
                  </a:lnTo>
                  <a:lnTo>
                    <a:pt x="245924" y="224110"/>
                  </a:lnTo>
                  <a:lnTo>
                    <a:pt x="250558" y="221526"/>
                  </a:lnTo>
                  <a:lnTo>
                    <a:pt x="255108" y="218795"/>
                  </a:lnTo>
                  <a:lnTo>
                    <a:pt x="259570" y="215921"/>
                  </a:lnTo>
                  <a:lnTo>
                    <a:pt x="263937" y="212908"/>
                  </a:lnTo>
                  <a:lnTo>
                    <a:pt x="268207" y="209757"/>
                  </a:lnTo>
                  <a:lnTo>
                    <a:pt x="272375" y="206472"/>
                  </a:lnTo>
                  <a:lnTo>
                    <a:pt x="276437" y="203057"/>
                  </a:lnTo>
                  <a:lnTo>
                    <a:pt x="280388" y="199514"/>
                  </a:lnTo>
                  <a:lnTo>
                    <a:pt x="284224" y="195848"/>
                  </a:lnTo>
                  <a:lnTo>
                    <a:pt x="287942" y="192062"/>
                  </a:lnTo>
                  <a:lnTo>
                    <a:pt x="291539" y="188159"/>
                  </a:lnTo>
                  <a:lnTo>
                    <a:pt x="295009" y="184145"/>
                  </a:lnTo>
                  <a:lnTo>
                    <a:pt x="298350" y="180022"/>
                  </a:lnTo>
                  <a:lnTo>
                    <a:pt x="301559" y="175796"/>
                  </a:lnTo>
                  <a:lnTo>
                    <a:pt x="304632" y="171470"/>
                  </a:lnTo>
                  <a:lnTo>
                    <a:pt x="307566" y="167048"/>
                  </a:lnTo>
                  <a:lnTo>
                    <a:pt x="310359" y="162535"/>
                  </a:lnTo>
                  <a:lnTo>
                    <a:pt x="313007" y="157937"/>
                  </a:lnTo>
                  <a:lnTo>
                    <a:pt x="315507" y="153256"/>
                  </a:lnTo>
                  <a:lnTo>
                    <a:pt x="317858" y="148498"/>
                  </a:lnTo>
                  <a:lnTo>
                    <a:pt x="320056" y="143668"/>
                  </a:lnTo>
                  <a:lnTo>
                    <a:pt x="322100" y="138771"/>
                  </a:lnTo>
                  <a:lnTo>
                    <a:pt x="323987" y="133812"/>
                  </a:lnTo>
                  <a:lnTo>
                    <a:pt x="325717" y="128795"/>
                  </a:lnTo>
                  <a:lnTo>
                    <a:pt x="327286" y="123725"/>
                  </a:lnTo>
                  <a:lnTo>
                    <a:pt x="328693" y="118609"/>
                  </a:lnTo>
                  <a:lnTo>
                    <a:pt x="329937" y="113450"/>
                  </a:lnTo>
                  <a:lnTo>
                    <a:pt x="331017" y="108254"/>
                  </a:lnTo>
                  <a:lnTo>
                    <a:pt x="331931" y="103027"/>
                  </a:lnTo>
                  <a:lnTo>
                    <a:pt x="332680" y="97774"/>
                  </a:lnTo>
                  <a:lnTo>
                    <a:pt x="333260" y="92499"/>
                  </a:lnTo>
                  <a:lnTo>
                    <a:pt x="333674" y="87208"/>
                  </a:lnTo>
                  <a:lnTo>
                    <a:pt x="333919" y="81907"/>
                  </a:lnTo>
                  <a:lnTo>
                    <a:pt x="333995" y="76601"/>
                  </a:lnTo>
                  <a:lnTo>
                    <a:pt x="333904" y="71295"/>
                  </a:lnTo>
                  <a:lnTo>
                    <a:pt x="333643" y="65995"/>
                  </a:lnTo>
                  <a:lnTo>
                    <a:pt x="333215" y="60706"/>
                  </a:lnTo>
                  <a:lnTo>
                    <a:pt x="332619" y="55433"/>
                  </a:lnTo>
                  <a:lnTo>
                    <a:pt x="331856" y="50181"/>
                  </a:lnTo>
                  <a:lnTo>
                    <a:pt x="330927" y="44957"/>
                  </a:lnTo>
                  <a:lnTo>
                    <a:pt x="329832" y="39764"/>
                  </a:lnTo>
                  <a:lnTo>
                    <a:pt x="328574" y="34609"/>
                  </a:lnTo>
                  <a:lnTo>
                    <a:pt x="327152" y="29496"/>
                  </a:lnTo>
                  <a:lnTo>
                    <a:pt x="325568" y="24432"/>
                  </a:lnTo>
                  <a:lnTo>
                    <a:pt x="323825" y="19420"/>
                  </a:lnTo>
                  <a:lnTo>
                    <a:pt x="321923" y="14465"/>
                  </a:lnTo>
                  <a:lnTo>
                    <a:pt x="319865" y="9574"/>
                  </a:lnTo>
                  <a:lnTo>
                    <a:pt x="317653" y="4750"/>
                  </a:lnTo>
                  <a:lnTo>
                    <a:pt x="315289" y="0"/>
                  </a:lnTo>
                  <a:lnTo>
                    <a:pt x="166828" y="768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19011" y="2633064"/>
              <a:ext cx="148460" cy="167167"/>
            </a:xfrm>
            <a:custGeom>
              <a:avLst/>
              <a:pathLst>
                <a:path w="148460" h="167167">
                  <a:moveTo>
                    <a:pt x="148460" y="90328"/>
                  </a:moveTo>
                  <a:lnTo>
                    <a:pt x="145834" y="85453"/>
                  </a:lnTo>
                  <a:lnTo>
                    <a:pt x="143048" y="80667"/>
                  </a:lnTo>
                  <a:lnTo>
                    <a:pt x="140104" y="75977"/>
                  </a:lnTo>
                  <a:lnTo>
                    <a:pt x="137007" y="71386"/>
                  </a:lnTo>
                  <a:lnTo>
                    <a:pt x="133759" y="66901"/>
                  </a:lnTo>
                  <a:lnTo>
                    <a:pt x="130365" y="62526"/>
                  </a:lnTo>
                  <a:lnTo>
                    <a:pt x="126828" y="58266"/>
                  </a:lnTo>
                  <a:lnTo>
                    <a:pt x="123151" y="54125"/>
                  </a:lnTo>
                  <a:lnTo>
                    <a:pt x="119340" y="50108"/>
                  </a:lnTo>
                  <a:lnTo>
                    <a:pt x="115397" y="46219"/>
                  </a:lnTo>
                  <a:lnTo>
                    <a:pt x="111328" y="42464"/>
                  </a:lnTo>
                  <a:lnTo>
                    <a:pt x="107137" y="38845"/>
                  </a:lnTo>
                  <a:lnTo>
                    <a:pt x="102828" y="35367"/>
                  </a:lnTo>
                  <a:lnTo>
                    <a:pt x="98406" y="32033"/>
                  </a:lnTo>
                  <a:lnTo>
                    <a:pt x="93876" y="28848"/>
                  </a:lnTo>
                  <a:lnTo>
                    <a:pt x="89243" y="25815"/>
                  </a:lnTo>
                  <a:lnTo>
                    <a:pt x="84513" y="22936"/>
                  </a:lnTo>
                  <a:lnTo>
                    <a:pt x="79689" y="20216"/>
                  </a:lnTo>
                  <a:lnTo>
                    <a:pt x="74778" y="17658"/>
                  </a:lnTo>
                  <a:lnTo>
                    <a:pt x="69786" y="15263"/>
                  </a:lnTo>
                  <a:lnTo>
                    <a:pt x="64716" y="13035"/>
                  </a:lnTo>
                  <a:lnTo>
                    <a:pt x="59576" y="10976"/>
                  </a:lnTo>
                  <a:lnTo>
                    <a:pt x="54370" y="9088"/>
                  </a:lnTo>
                  <a:lnTo>
                    <a:pt x="49104" y="7374"/>
                  </a:lnTo>
                  <a:lnTo>
                    <a:pt x="43785" y="5836"/>
                  </a:lnTo>
                  <a:lnTo>
                    <a:pt x="38417" y="4474"/>
                  </a:lnTo>
                  <a:lnTo>
                    <a:pt x="33008" y="3291"/>
                  </a:lnTo>
                  <a:lnTo>
                    <a:pt x="27562" y="2287"/>
                  </a:lnTo>
                  <a:lnTo>
                    <a:pt x="22086" y="1465"/>
                  </a:lnTo>
                  <a:lnTo>
                    <a:pt x="16585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2669" y="2126963"/>
              <a:ext cx="95802" cy="167167"/>
            </a:xfrm>
            <a:custGeom>
              <a:avLst/>
              <a:pathLst>
                <a:path w="95802" h="167167">
                  <a:moveTo>
                    <a:pt x="95802" y="0"/>
                  </a:moveTo>
                  <a:lnTo>
                    <a:pt x="90135" y="96"/>
                  </a:lnTo>
                  <a:lnTo>
                    <a:pt x="84475" y="384"/>
                  </a:lnTo>
                  <a:lnTo>
                    <a:pt x="78828" y="863"/>
                  </a:lnTo>
                  <a:lnTo>
                    <a:pt x="73201" y="1534"/>
                  </a:lnTo>
                  <a:lnTo>
                    <a:pt x="67599" y="2396"/>
                  </a:lnTo>
                  <a:lnTo>
                    <a:pt x="62030" y="3446"/>
                  </a:lnTo>
                  <a:lnTo>
                    <a:pt x="56500" y="4685"/>
                  </a:lnTo>
                  <a:lnTo>
                    <a:pt x="51015" y="6111"/>
                  </a:lnTo>
                  <a:lnTo>
                    <a:pt x="45581" y="7722"/>
                  </a:lnTo>
                  <a:lnTo>
                    <a:pt x="40205" y="9516"/>
                  </a:lnTo>
                  <a:lnTo>
                    <a:pt x="34893" y="11491"/>
                  </a:lnTo>
                  <a:lnTo>
                    <a:pt x="29651" y="13645"/>
                  </a:lnTo>
                  <a:lnTo>
                    <a:pt x="24485" y="15976"/>
                  </a:lnTo>
                  <a:lnTo>
                    <a:pt x="19401" y="18480"/>
                  </a:lnTo>
                  <a:lnTo>
                    <a:pt x="14404" y="21155"/>
                  </a:lnTo>
                  <a:lnTo>
                    <a:pt x="9502" y="23998"/>
                  </a:lnTo>
                  <a:lnTo>
                    <a:pt x="4698" y="27006"/>
                  </a:lnTo>
                  <a:lnTo>
                    <a:pt x="0" y="30175"/>
                  </a:lnTo>
                  <a:lnTo>
                    <a:pt x="958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32669" y="2157139"/>
              <a:ext cx="95802" cy="136992"/>
            </a:xfrm>
            <a:custGeom>
              <a:avLst/>
              <a:pathLst>
                <a:path w="95802" h="136992">
                  <a:moveTo>
                    <a:pt x="0" y="0"/>
                  </a:moveTo>
                  <a:lnTo>
                    <a:pt x="95802" y="1369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561305" y="2157139"/>
              <a:ext cx="227846" cy="304148"/>
            </a:xfrm>
            <a:custGeom>
              <a:avLst/>
              <a:pathLst>
                <a:path w="227846" h="304148">
                  <a:moveTo>
                    <a:pt x="71363" y="0"/>
                  </a:moveTo>
                  <a:lnTo>
                    <a:pt x="67043" y="3125"/>
                  </a:lnTo>
                  <a:lnTo>
                    <a:pt x="62824" y="6386"/>
                  </a:lnTo>
                  <a:lnTo>
                    <a:pt x="58712" y="9780"/>
                  </a:lnTo>
                  <a:lnTo>
                    <a:pt x="54710" y="13304"/>
                  </a:lnTo>
                  <a:lnTo>
                    <a:pt x="50822" y="16953"/>
                  </a:lnTo>
                  <a:lnTo>
                    <a:pt x="47053" y="20725"/>
                  </a:lnTo>
                  <a:lnTo>
                    <a:pt x="43406" y="24615"/>
                  </a:lnTo>
                  <a:lnTo>
                    <a:pt x="39885" y="28619"/>
                  </a:lnTo>
                  <a:lnTo>
                    <a:pt x="36493" y="32734"/>
                  </a:lnTo>
                  <a:lnTo>
                    <a:pt x="33235" y="36955"/>
                  </a:lnTo>
                  <a:lnTo>
                    <a:pt x="30112" y="41277"/>
                  </a:lnTo>
                  <a:lnTo>
                    <a:pt x="27129" y="45697"/>
                  </a:lnTo>
                  <a:lnTo>
                    <a:pt x="24289" y="50209"/>
                  </a:lnTo>
                  <a:lnTo>
                    <a:pt x="21594" y="54810"/>
                  </a:lnTo>
                  <a:lnTo>
                    <a:pt x="19047" y="59495"/>
                  </a:lnTo>
                  <a:lnTo>
                    <a:pt x="16651" y="64258"/>
                  </a:lnTo>
                  <a:lnTo>
                    <a:pt x="14408" y="69096"/>
                  </a:lnTo>
                  <a:lnTo>
                    <a:pt x="12320" y="74002"/>
                  </a:lnTo>
                  <a:lnTo>
                    <a:pt x="10390" y="78973"/>
                  </a:lnTo>
                  <a:lnTo>
                    <a:pt x="8619" y="84003"/>
                  </a:lnTo>
                  <a:lnTo>
                    <a:pt x="7010" y="89086"/>
                  </a:lnTo>
                  <a:lnTo>
                    <a:pt x="5563" y="94218"/>
                  </a:lnTo>
                  <a:lnTo>
                    <a:pt x="4281" y="99394"/>
                  </a:lnTo>
                  <a:lnTo>
                    <a:pt x="3165" y="104608"/>
                  </a:lnTo>
                  <a:lnTo>
                    <a:pt x="2216" y="109855"/>
                  </a:lnTo>
                  <a:lnTo>
                    <a:pt x="1434" y="115130"/>
                  </a:lnTo>
                  <a:lnTo>
                    <a:pt x="821" y="120427"/>
                  </a:lnTo>
                  <a:lnTo>
                    <a:pt x="377" y="125741"/>
                  </a:lnTo>
                  <a:lnTo>
                    <a:pt x="104" y="131066"/>
                  </a:lnTo>
                  <a:lnTo>
                    <a:pt x="0" y="136397"/>
                  </a:lnTo>
                  <a:lnTo>
                    <a:pt x="66" y="141729"/>
                  </a:lnTo>
                  <a:lnTo>
                    <a:pt x="302" y="147056"/>
                  </a:lnTo>
                  <a:lnTo>
                    <a:pt x="708" y="152372"/>
                  </a:lnTo>
                  <a:lnTo>
                    <a:pt x="1283" y="157674"/>
                  </a:lnTo>
                  <a:lnTo>
                    <a:pt x="2027" y="162954"/>
                  </a:lnTo>
                  <a:lnTo>
                    <a:pt x="2939" y="168207"/>
                  </a:lnTo>
                  <a:lnTo>
                    <a:pt x="4018" y="173429"/>
                  </a:lnTo>
                  <a:lnTo>
                    <a:pt x="5263" y="178614"/>
                  </a:lnTo>
                  <a:lnTo>
                    <a:pt x="6673" y="183756"/>
                  </a:lnTo>
                  <a:lnTo>
                    <a:pt x="8246" y="188851"/>
                  </a:lnTo>
                  <a:lnTo>
                    <a:pt x="9981" y="193893"/>
                  </a:lnTo>
                  <a:lnTo>
                    <a:pt x="11876" y="198878"/>
                  </a:lnTo>
                  <a:lnTo>
                    <a:pt x="13928" y="203799"/>
                  </a:lnTo>
                  <a:lnTo>
                    <a:pt x="16137" y="208652"/>
                  </a:lnTo>
                  <a:lnTo>
                    <a:pt x="18499" y="213432"/>
                  </a:lnTo>
                  <a:lnTo>
                    <a:pt x="21013" y="218135"/>
                  </a:lnTo>
                  <a:lnTo>
                    <a:pt x="23675" y="222755"/>
                  </a:lnTo>
                  <a:lnTo>
                    <a:pt x="26483" y="227288"/>
                  </a:lnTo>
                  <a:lnTo>
                    <a:pt x="29435" y="231729"/>
                  </a:lnTo>
                  <a:lnTo>
                    <a:pt x="32526" y="236073"/>
                  </a:lnTo>
                  <a:lnTo>
                    <a:pt x="35755" y="240317"/>
                  </a:lnTo>
                  <a:lnTo>
                    <a:pt x="39117" y="244456"/>
                  </a:lnTo>
                  <a:lnTo>
                    <a:pt x="42610" y="248485"/>
                  </a:lnTo>
                  <a:lnTo>
                    <a:pt x="46229" y="252401"/>
                  </a:lnTo>
                  <a:lnTo>
                    <a:pt x="49971" y="256199"/>
                  </a:lnTo>
                  <a:lnTo>
                    <a:pt x="53833" y="259876"/>
                  </a:lnTo>
                  <a:lnTo>
                    <a:pt x="57810" y="263428"/>
                  </a:lnTo>
                  <a:lnTo>
                    <a:pt x="61898" y="266851"/>
                  </a:lnTo>
                  <a:lnTo>
                    <a:pt x="66093" y="270143"/>
                  </a:lnTo>
                  <a:lnTo>
                    <a:pt x="70391" y="273299"/>
                  </a:lnTo>
                  <a:lnTo>
                    <a:pt x="74788" y="276316"/>
                  </a:lnTo>
                  <a:lnTo>
                    <a:pt x="79278" y="279191"/>
                  </a:lnTo>
                  <a:lnTo>
                    <a:pt x="83858" y="281922"/>
                  </a:lnTo>
                  <a:lnTo>
                    <a:pt x="88523" y="284505"/>
                  </a:lnTo>
                  <a:lnTo>
                    <a:pt x="93268" y="286938"/>
                  </a:lnTo>
                  <a:lnTo>
                    <a:pt x="98087" y="289219"/>
                  </a:lnTo>
                  <a:lnTo>
                    <a:pt x="102978" y="291344"/>
                  </a:lnTo>
                  <a:lnTo>
                    <a:pt x="107933" y="293313"/>
                  </a:lnTo>
                  <a:lnTo>
                    <a:pt x="112949" y="295123"/>
                  </a:lnTo>
                  <a:lnTo>
                    <a:pt x="118020" y="296771"/>
                  </a:lnTo>
                  <a:lnTo>
                    <a:pt x="123141" y="298258"/>
                  </a:lnTo>
                  <a:lnTo>
                    <a:pt x="128306" y="299580"/>
                  </a:lnTo>
                  <a:lnTo>
                    <a:pt x="133512" y="300736"/>
                  </a:lnTo>
                  <a:lnTo>
                    <a:pt x="138751" y="301726"/>
                  </a:lnTo>
                  <a:lnTo>
                    <a:pt x="144020" y="302549"/>
                  </a:lnTo>
                  <a:lnTo>
                    <a:pt x="149311" y="303203"/>
                  </a:lnTo>
                  <a:lnTo>
                    <a:pt x="154622" y="303688"/>
                  </a:lnTo>
                  <a:lnTo>
                    <a:pt x="159944" y="304003"/>
                  </a:lnTo>
                  <a:lnTo>
                    <a:pt x="165275" y="304148"/>
                  </a:lnTo>
                  <a:lnTo>
                    <a:pt x="170607" y="304124"/>
                  </a:lnTo>
                  <a:lnTo>
                    <a:pt x="175936" y="303929"/>
                  </a:lnTo>
                  <a:lnTo>
                    <a:pt x="181255" y="303564"/>
                  </a:lnTo>
                  <a:lnTo>
                    <a:pt x="186561" y="303030"/>
                  </a:lnTo>
                  <a:lnTo>
                    <a:pt x="191846" y="302327"/>
                  </a:lnTo>
                  <a:lnTo>
                    <a:pt x="197107" y="301456"/>
                  </a:lnTo>
                  <a:lnTo>
                    <a:pt x="202337" y="300417"/>
                  </a:lnTo>
                  <a:lnTo>
                    <a:pt x="207531" y="299212"/>
                  </a:lnTo>
                  <a:lnTo>
                    <a:pt x="212684" y="297842"/>
                  </a:lnTo>
                  <a:lnTo>
                    <a:pt x="217791" y="296309"/>
                  </a:lnTo>
                  <a:lnTo>
                    <a:pt x="222847" y="294613"/>
                  </a:lnTo>
                  <a:lnTo>
                    <a:pt x="227846" y="292757"/>
                  </a:lnTo>
                  <a:lnTo>
                    <a:pt x="167166" y="1369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28472" y="2126963"/>
              <a:ext cx="167158" cy="322933"/>
            </a:xfrm>
            <a:custGeom>
              <a:avLst/>
              <a:pathLst>
                <a:path w="167158" h="322933">
                  <a:moveTo>
                    <a:pt x="60679" y="322933"/>
                  </a:moveTo>
                  <a:lnTo>
                    <a:pt x="65607" y="320922"/>
                  </a:lnTo>
                  <a:lnTo>
                    <a:pt x="70469" y="318755"/>
                  </a:lnTo>
                  <a:lnTo>
                    <a:pt x="75259" y="316435"/>
                  </a:lnTo>
                  <a:lnTo>
                    <a:pt x="79973" y="313964"/>
                  </a:lnTo>
                  <a:lnTo>
                    <a:pt x="84605" y="311343"/>
                  </a:lnTo>
                  <a:lnTo>
                    <a:pt x="89152" y="308577"/>
                  </a:lnTo>
                  <a:lnTo>
                    <a:pt x="93609" y="305667"/>
                  </a:lnTo>
                  <a:lnTo>
                    <a:pt x="97971" y="302617"/>
                  </a:lnTo>
                  <a:lnTo>
                    <a:pt x="102233" y="299429"/>
                  </a:lnTo>
                  <a:lnTo>
                    <a:pt x="106392" y="296107"/>
                  </a:lnTo>
                  <a:lnTo>
                    <a:pt x="110443" y="292655"/>
                  </a:lnTo>
                  <a:lnTo>
                    <a:pt x="114382" y="289075"/>
                  </a:lnTo>
                  <a:lnTo>
                    <a:pt x="118205" y="285372"/>
                  </a:lnTo>
                  <a:lnTo>
                    <a:pt x="121908" y="281549"/>
                  </a:lnTo>
                  <a:lnTo>
                    <a:pt x="125487" y="277610"/>
                  </a:lnTo>
                  <a:lnTo>
                    <a:pt x="128940" y="273559"/>
                  </a:lnTo>
                  <a:lnTo>
                    <a:pt x="132261" y="269401"/>
                  </a:lnTo>
                  <a:lnTo>
                    <a:pt x="135449" y="265138"/>
                  </a:lnTo>
                  <a:lnTo>
                    <a:pt x="138499" y="260776"/>
                  </a:lnTo>
                  <a:lnTo>
                    <a:pt x="141409" y="256320"/>
                  </a:lnTo>
                  <a:lnTo>
                    <a:pt x="144176" y="251773"/>
                  </a:lnTo>
                  <a:lnTo>
                    <a:pt x="146796" y="247140"/>
                  </a:lnTo>
                  <a:lnTo>
                    <a:pt x="149268" y="242426"/>
                  </a:lnTo>
                  <a:lnTo>
                    <a:pt x="151588" y="237636"/>
                  </a:lnTo>
                  <a:lnTo>
                    <a:pt x="153754" y="232775"/>
                  </a:lnTo>
                  <a:lnTo>
                    <a:pt x="155765" y="227847"/>
                  </a:lnTo>
                  <a:lnTo>
                    <a:pt x="157618" y="222857"/>
                  </a:lnTo>
                  <a:lnTo>
                    <a:pt x="159311" y="217811"/>
                  </a:lnTo>
                  <a:lnTo>
                    <a:pt x="160842" y="212714"/>
                  </a:lnTo>
                  <a:lnTo>
                    <a:pt x="162211" y="207570"/>
                  </a:lnTo>
                  <a:lnTo>
                    <a:pt x="163415" y="202386"/>
                  </a:lnTo>
                  <a:lnTo>
                    <a:pt x="164453" y="197165"/>
                  </a:lnTo>
                  <a:lnTo>
                    <a:pt x="165325" y="191915"/>
                  </a:lnTo>
                  <a:lnTo>
                    <a:pt x="166029" y="186639"/>
                  </a:lnTo>
                  <a:lnTo>
                    <a:pt x="166565" y="181344"/>
                  </a:lnTo>
                  <a:lnTo>
                    <a:pt x="166932" y="176034"/>
                  </a:lnTo>
                  <a:lnTo>
                    <a:pt x="167129" y="170715"/>
                  </a:lnTo>
                  <a:lnTo>
                    <a:pt x="167158" y="165393"/>
                  </a:lnTo>
                  <a:lnTo>
                    <a:pt x="167016" y="160072"/>
                  </a:lnTo>
                  <a:lnTo>
                    <a:pt x="166706" y="154759"/>
                  </a:lnTo>
                  <a:lnTo>
                    <a:pt x="166226" y="149458"/>
                  </a:lnTo>
                  <a:lnTo>
                    <a:pt x="165578" y="144175"/>
                  </a:lnTo>
                  <a:lnTo>
                    <a:pt x="164762" y="138916"/>
                  </a:lnTo>
                  <a:lnTo>
                    <a:pt x="163779" y="133685"/>
                  </a:lnTo>
                  <a:lnTo>
                    <a:pt x="162631" y="128488"/>
                  </a:lnTo>
                  <a:lnTo>
                    <a:pt x="161317" y="123330"/>
                  </a:lnTo>
                  <a:lnTo>
                    <a:pt x="159839" y="118217"/>
                  </a:lnTo>
                  <a:lnTo>
                    <a:pt x="158200" y="113153"/>
                  </a:lnTo>
                  <a:lnTo>
                    <a:pt x="156400" y="108144"/>
                  </a:lnTo>
                  <a:lnTo>
                    <a:pt x="154442" y="103195"/>
                  </a:lnTo>
                  <a:lnTo>
                    <a:pt x="152327" y="98310"/>
                  </a:lnTo>
                  <a:lnTo>
                    <a:pt x="150058" y="93496"/>
                  </a:lnTo>
                  <a:lnTo>
                    <a:pt x="147637" y="88756"/>
                  </a:lnTo>
                  <a:lnTo>
                    <a:pt x="145066" y="84096"/>
                  </a:lnTo>
                  <a:lnTo>
                    <a:pt x="142347" y="79520"/>
                  </a:lnTo>
                  <a:lnTo>
                    <a:pt x="139485" y="75033"/>
                  </a:lnTo>
                  <a:lnTo>
                    <a:pt x="136481" y="70639"/>
                  </a:lnTo>
                  <a:lnTo>
                    <a:pt x="133339" y="66343"/>
                  </a:lnTo>
                  <a:lnTo>
                    <a:pt x="130062" y="62149"/>
                  </a:lnTo>
                  <a:lnTo>
                    <a:pt x="126653" y="58062"/>
                  </a:lnTo>
                  <a:lnTo>
                    <a:pt x="123115" y="54085"/>
                  </a:lnTo>
                  <a:lnTo>
                    <a:pt x="119453" y="50223"/>
                  </a:lnTo>
                  <a:lnTo>
                    <a:pt x="115669" y="46479"/>
                  </a:lnTo>
                  <a:lnTo>
                    <a:pt x="111768" y="42858"/>
                  </a:lnTo>
                  <a:lnTo>
                    <a:pt x="107754" y="39363"/>
                  </a:lnTo>
                  <a:lnTo>
                    <a:pt x="103631" y="35997"/>
                  </a:lnTo>
                  <a:lnTo>
                    <a:pt x="99403" y="32765"/>
                  </a:lnTo>
                  <a:lnTo>
                    <a:pt x="95074" y="29668"/>
                  </a:lnTo>
                  <a:lnTo>
                    <a:pt x="90648" y="26711"/>
                  </a:lnTo>
                  <a:lnTo>
                    <a:pt x="86131" y="23897"/>
                  </a:lnTo>
                  <a:lnTo>
                    <a:pt x="81526" y="21227"/>
                  </a:lnTo>
                  <a:lnTo>
                    <a:pt x="76839" y="18706"/>
                  </a:lnTo>
                  <a:lnTo>
                    <a:pt x="72074" y="16335"/>
                  </a:lnTo>
                  <a:lnTo>
                    <a:pt x="67235" y="14117"/>
                  </a:lnTo>
                  <a:lnTo>
                    <a:pt x="62329" y="12054"/>
                  </a:lnTo>
                  <a:lnTo>
                    <a:pt x="57359" y="10148"/>
                  </a:lnTo>
                  <a:lnTo>
                    <a:pt x="52332" y="8402"/>
                  </a:lnTo>
                  <a:lnTo>
                    <a:pt x="47251" y="6816"/>
                  </a:lnTo>
                  <a:lnTo>
                    <a:pt x="42122" y="5394"/>
                  </a:lnTo>
                  <a:lnTo>
                    <a:pt x="36951" y="4135"/>
                  </a:lnTo>
                  <a:lnTo>
                    <a:pt x="31742" y="3041"/>
                  </a:lnTo>
                  <a:lnTo>
                    <a:pt x="26501" y="2113"/>
                  </a:lnTo>
                  <a:lnTo>
                    <a:pt x="21233" y="1353"/>
                  </a:lnTo>
                  <a:lnTo>
                    <a:pt x="15943" y="762"/>
                  </a:lnTo>
                  <a:lnTo>
                    <a:pt x="10638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5133" y="1681503"/>
              <a:ext cx="48101" cy="167167"/>
            </a:xfrm>
            <a:custGeom>
              <a:avLst/>
              <a:pathLst>
                <a:path w="48101" h="167167">
                  <a:moveTo>
                    <a:pt x="48101" y="0"/>
                  </a:moveTo>
                  <a:lnTo>
                    <a:pt x="42003" y="111"/>
                  </a:lnTo>
                  <a:lnTo>
                    <a:pt x="35914" y="444"/>
                  </a:lnTo>
                  <a:lnTo>
                    <a:pt x="29841" y="1000"/>
                  </a:lnTo>
                  <a:lnTo>
                    <a:pt x="23792" y="1776"/>
                  </a:lnTo>
                  <a:lnTo>
                    <a:pt x="17775" y="2773"/>
                  </a:lnTo>
                  <a:lnTo>
                    <a:pt x="11799" y="3989"/>
                  </a:lnTo>
                  <a:lnTo>
                    <a:pt x="5871" y="5421"/>
                  </a:lnTo>
                  <a:lnTo>
                    <a:pt x="0" y="7069"/>
                  </a:lnTo>
                  <a:lnTo>
                    <a:pt x="4810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5133" y="1688573"/>
              <a:ext cx="48101" cy="160097"/>
            </a:xfrm>
            <a:custGeom>
              <a:avLst/>
              <a:pathLst>
                <a:path w="48101" h="160097">
                  <a:moveTo>
                    <a:pt x="0" y="0"/>
                  </a:moveTo>
                  <a:lnTo>
                    <a:pt x="48101" y="16009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256072" y="1688573"/>
              <a:ext cx="334328" cy="327256"/>
            </a:xfrm>
            <a:custGeom>
              <a:avLst/>
              <a:pathLst>
                <a:path w="334328" h="327256">
                  <a:moveTo>
                    <a:pt x="119060" y="0"/>
                  </a:moveTo>
                  <a:lnTo>
                    <a:pt x="113998" y="1609"/>
                  </a:lnTo>
                  <a:lnTo>
                    <a:pt x="108989" y="3378"/>
                  </a:lnTo>
                  <a:lnTo>
                    <a:pt x="104039" y="5305"/>
                  </a:lnTo>
                  <a:lnTo>
                    <a:pt x="99153" y="7389"/>
                  </a:lnTo>
                  <a:lnTo>
                    <a:pt x="94335" y="9627"/>
                  </a:lnTo>
                  <a:lnTo>
                    <a:pt x="89591" y="12017"/>
                  </a:lnTo>
                  <a:lnTo>
                    <a:pt x="84926" y="14556"/>
                  </a:lnTo>
                  <a:lnTo>
                    <a:pt x="80343" y="17242"/>
                  </a:lnTo>
                  <a:lnTo>
                    <a:pt x="75848" y="20073"/>
                  </a:lnTo>
                  <a:lnTo>
                    <a:pt x="71445" y="23045"/>
                  </a:lnTo>
                  <a:lnTo>
                    <a:pt x="67139" y="26155"/>
                  </a:lnTo>
                  <a:lnTo>
                    <a:pt x="62934" y="29401"/>
                  </a:lnTo>
                  <a:lnTo>
                    <a:pt x="58834" y="32778"/>
                  </a:lnTo>
                  <a:lnTo>
                    <a:pt x="54844" y="36284"/>
                  </a:lnTo>
                  <a:lnTo>
                    <a:pt x="50967" y="39915"/>
                  </a:lnTo>
                  <a:lnTo>
                    <a:pt x="47207" y="43668"/>
                  </a:lnTo>
                  <a:lnTo>
                    <a:pt x="43568" y="47538"/>
                  </a:lnTo>
                  <a:lnTo>
                    <a:pt x="40054" y="51522"/>
                  </a:lnTo>
                  <a:lnTo>
                    <a:pt x="36669" y="55615"/>
                  </a:lnTo>
                  <a:lnTo>
                    <a:pt x="33415" y="59814"/>
                  </a:lnTo>
                  <a:lnTo>
                    <a:pt x="30296" y="64114"/>
                  </a:lnTo>
                  <a:lnTo>
                    <a:pt x="27316" y="68511"/>
                  </a:lnTo>
                  <a:lnTo>
                    <a:pt x="24476" y="73000"/>
                  </a:lnTo>
                  <a:lnTo>
                    <a:pt x="21781" y="77578"/>
                  </a:lnTo>
                  <a:lnTo>
                    <a:pt x="19233" y="82238"/>
                  </a:lnTo>
                  <a:lnTo>
                    <a:pt x="16834" y="86978"/>
                  </a:lnTo>
                  <a:lnTo>
                    <a:pt x="14586" y="91791"/>
                  </a:lnTo>
                  <a:lnTo>
                    <a:pt x="12493" y="96673"/>
                  </a:lnTo>
                  <a:lnTo>
                    <a:pt x="10556" y="101619"/>
                  </a:lnTo>
                  <a:lnTo>
                    <a:pt x="8777" y="106625"/>
                  </a:lnTo>
                  <a:lnTo>
                    <a:pt x="7158" y="111684"/>
                  </a:lnTo>
                  <a:lnTo>
                    <a:pt x="5701" y="116792"/>
                  </a:lnTo>
                  <a:lnTo>
                    <a:pt x="4407" y="121944"/>
                  </a:lnTo>
                  <a:lnTo>
                    <a:pt x="3276" y="127134"/>
                  </a:lnTo>
                  <a:lnTo>
                    <a:pt x="2312" y="132358"/>
                  </a:lnTo>
                  <a:lnTo>
                    <a:pt x="1514" y="137610"/>
                  </a:lnTo>
                  <a:lnTo>
                    <a:pt x="883" y="142884"/>
                  </a:lnTo>
                  <a:lnTo>
                    <a:pt x="420" y="148176"/>
                  </a:lnTo>
                  <a:lnTo>
                    <a:pt x="125" y="153479"/>
                  </a:lnTo>
                  <a:lnTo>
                    <a:pt x="0" y="158790"/>
                  </a:lnTo>
                  <a:lnTo>
                    <a:pt x="42" y="164102"/>
                  </a:lnTo>
                  <a:lnTo>
                    <a:pt x="254" y="169409"/>
                  </a:lnTo>
                  <a:lnTo>
                    <a:pt x="634" y="174708"/>
                  </a:lnTo>
                  <a:lnTo>
                    <a:pt x="1182" y="179991"/>
                  </a:lnTo>
                  <a:lnTo>
                    <a:pt x="1898" y="185255"/>
                  </a:lnTo>
                  <a:lnTo>
                    <a:pt x="2781" y="190493"/>
                  </a:lnTo>
                  <a:lnTo>
                    <a:pt x="3830" y="195700"/>
                  </a:lnTo>
                  <a:lnTo>
                    <a:pt x="5043" y="200872"/>
                  </a:lnTo>
                  <a:lnTo>
                    <a:pt x="6421" y="206002"/>
                  </a:lnTo>
                  <a:lnTo>
                    <a:pt x="7961" y="211086"/>
                  </a:lnTo>
                  <a:lnTo>
                    <a:pt x="9661" y="216119"/>
                  </a:lnTo>
                  <a:lnTo>
                    <a:pt x="11520" y="221094"/>
                  </a:lnTo>
                  <a:lnTo>
                    <a:pt x="13537" y="226009"/>
                  </a:lnTo>
                  <a:lnTo>
                    <a:pt x="15709" y="230856"/>
                  </a:lnTo>
                  <a:lnTo>
                    <a:pt x="18033" y="235633"/>
                  </a:lnTo>
                  <a:lnTo>
                    <a:pt x="20509" y="240333"/>
                  </a:lnTo>
                  <a:lnTo>
                    <a:pt x="23132" y="244952"/>
                  </a:lnTo>
                  <a:lnTo>
                    <a:pt x="25901" y="249485"/>
                  </a:lnTo>
                  <a:lnTo>
                    <a:pt x="28812" y="253928"/>
                  </a:lnTo>
                  <a:lnTo>
                    <a:pt x="31863" y="258277"/>
                  </a:lnTo>
                  <a:lnTo>
                    <a:pt x="35051" y="262526"/>
                  </a:lnTo>
                  <a:lnTo>
                    <a:pt x="38372" y="266671"/>
                  </a:lnTo>
                  <a:lnTo>
                    <a:pt x="41823" y="270710"/>
                  </a:lnTo>
                  <a:lnTo>
                    <a:pt x="45401" y="274636"/>
                  </a:lnTo>
                  <a:lnTo>
                    <a:pt x="49101" y="278447"/>
                  </a:lnTo>
                  <a:lnTo>
                    <a:pt x="52921" y="282138"/>
                  </a:lnTo>
                  <a:lnTo>
                    <a:pt x="56857" y="285706"/>
                  </a:lnTo>
                  <a:lnTo>
                    <a:pt x="60903" y="289147"/>
                  </a:lnTo>
                  <a:lnTo>
                    <a:pt x="65057" y="292458"/>
                  </a:lnTo>
                  <a:lnTo>
                    <a:pt x="69314" y="295636"/>
                  </a:lnTo>
                  <a:lnTo>
                    <a:pt x="73670" y="298676"/>
                  </a:lnTo>
                  <a:lnTo>
                    <a:pt x="78120" y="301577"/>
                  </a:lnTo>
                  <a:lnTo>
                    <a:pt x="82660" y="304334"/>
                  </a:lnTo>
                  <a:lnTo>
                    <a:pt x="87285" y="306946"/>
                  </a:lnTo>
                  <a:lnTo>
                    <a:pt x="91991" y="309410"/>
                  </a:lnTo>
                  <a:lnTo>
                    <a:pt x="96773" y="311723"/>
                  </a:lnTo>
                  <a:lnTo>
                    <a:pt x="101627" y="313883"/>
                  </a:lnTo>
                  <a:lnTo>
                    <a:pt x="106546" y="315887"/>
                  </a:lnTo>
                  <a:lnTo>
                    <a:pt x="111526" y="317735"/>
                  </a:lnTo>
                  <a:lnTo>
                    <a:pt x="116563" y="319423"/>
                  </a:lnTo>
                  <a:lnTo>
                    <a:pt x="121650" y="320950"/>
                  </a:lnTo>
                  <a:lnTo>
                    <a:pt x="126784" y="322315"/>
                  </a:lnTo>
                  <a:lnTo>
                    <a:pt x="131959" y="323516"/>
                  </a:lnTo>
                  <a:lnTo>
                    <a:pt x="137168" y="324552"/>
                  </a:lnTo>
                  <a:lnTo>
                    <a:pt x="142409" y="325422"/>
                  </a:lnTo>
                  <a:lnTo>
                    <a:pt x="147674" y="326125"/>
                  </a:lnTo>
                  <a:lnTo>
                    <a:pt x="152959" y="326660"/>
                  </a:lnTo>
                  <a:lnTo>
                    <a:pt x="158258" y="327027"/>
                  </a:lnTo>
                  <a:lnTo>
                    <a:pt x="163566" y="327226"/>
                  </a:lnTo>
                  <a:lnTo>
                    <a:pt x="168878" y="327256"/>
                  </a:lnTo>
                  <a:lnTo>
                    <a:pt x="174188" y="327117"/>
                  </a:lnTo>
                  <a:lnTo>
                    <a:pt x="179491" y="326809"/>
                  </a:lnTo>
                  <a:lnTo>
                    <a:pt x="184782" y="326333"/>
                  </a:lnTo>
                  <a:lnTo>
                    <a:pt x="190055" y="325689"/>
                  </a:lnTo>
                  <a:lnTo>
                    <a:pt x="195305" y="324878"/>
                  </a:lnTo>
                  <a:lnTo>
                    <a:pt x="200526" y="323901"/>
                  </a:lnTo>
                  <a:lnTo>
                    <a:pt x="205713" y="322758"/>
                  </a:lnTo>
                  <a:lnTo>
                    <a:pt x="210862" y="321451"/>
                  </a:lnTo>
                  <a:lnTo>
                    <a:pt x="215967" y="319981"/>
                  </a:lnTo>
                  <a:lnTo>
                    <a:pt x="221022" y="318350"/>
                  </a:lnTo>
                  <a:lnTo>
                    <a:pt x="226023" y="316559"/>
                  </a:lnTo>
                  <a:lnTo>
                    <a:pt x="230964" y="314610"/>
                  </a:lnTo>
                  <a:lnTo>
                    <a:pt x="235841" y="312505"/>
                  </a:lnTo>
                  <a:lnTo>
                    <a:pt x="240649" y="310246"/>
                  </a:lnTo>
                  <a:lnTo>
                    <a:pt x="245382" y="307835"/>
                  </a:lnTo>
                  <a:lnTo>
                    <a:pt x="250037" y="305275"/>
                  </a:lnTo>
                  <a:lnTo>
                    <a:pt x="254608" y="302569"/>
                  </a:lnTo>
                  <a:lnTo>
                    <a:pt x="259090" y="299718"/>
                  </a:lnTo>
                  <a:lnTo>
                    <a:pt x="263480" y="296727"/>
                  </a:lnTo>
                  <a:lnTo>
                    <a:pt x="267772" y="293598"/>
                  </a:lnTo>
                  <a:lnTo>
                    <a:pt x="271963" y="290334"/>
                  </a:lnTo>
                  <a:lnTo>
                    <a:pt x="276048" y="286938"/>
                  </a:lnTo>
                  <a:lnTo>
                    <a:pt x="280023" y="283415"/>
                  </a:lnTo>
                  <a:lnTo>
                    <a:pt x="283884" y="279767"/>
                  </a:lnTo>
                  <a:lnTo>
                    <a:pt x="287628" y="275998"/>
                  </a:lnTo>
                  <a:lnTo>
                    <a:pt x="291249" y="272112"/>
                  </a:lnTo>
                  <a:lnTo>
                    <a:pt x="294746" y="268112"/>
                  </a:lnTo>
                  <a:lnTo>
                    <a:pt x="298113" y="264004"/>
                  </a:lnTo>
                  <a:lnTo>
                    <a:pt x="301348" y="259791"/>
                  </a:lnTo>
                  <a:lnTo>
                    <a:pt x="304448" y="255477"/>
                  </a:lnTo>
                  <a:lnTo>
                    <a:pt x="307409" y="251067"/>
                  </a:lnTo>
                  <a:lnTo>
                    <a:pt x="310229" y="246566"/>
                  </a:lnTo>
                  <a:lnTo>
                    <a:pt x="312904" y="241976"/>
                  </a:lnTo>
                  <a:lnTo>
                    <a:pt x="315432" y="237304"/>
                  </a:lnTo>
                  <a:lnTo>
                    <a:pt x="317810" y="232555"/>
                  </a:lnTo>
                  <a:lnTo>
                    <a:pt x="320036" y="227732"/>
                  </a:lnTo>
                  <a:lnTo>
                    <a:pt x="322108" y="222840"/>
                  </a:lnTo>
                  <a:lnTo>
                    <a:pt x="324023" y="217886"/>
                  </a:lnTo>
                  <a:lnTo>
                    <a:pt x="325780" y="212873"/>
                  </a:lnTo>
                  <a:lnTo>
                    <a:pt x="327377" y="207806"/>
                  </a:lnTo>
                  <a:lnTo>
                    <a:pt x="328812" y="202692"/>
                  </a:lnTo>
                  <a:lnTo>
                    <a:pt x="330083" y="197534"/>
                  </a:lnTo>
                  <a:lnTo>
                    <a:pt x="331191" y="192339"/>
                  </a:lnTo>
                  <a:lnTo>
                    <a:pt x="332132" y="187111"/>
                  </a:lnTo>
                  <a:lnTo>
                    <a:pt x="332907" y="181856"/>
                  </a:lnTo>
                  <a:lnTo>
                    <a:pt x="333515" y="176579"/>
                  </a:lnTo>
                  <a:lnTo>
                    <a:pt x="333954" y="171285"/>
                  </a:lnTo>
                  <a:lnTo>
                    <a:pt x="334226" y="165980"/>
                  </a:lnTo>
                  <a:lnTo>
                    <a:pt x="334328" y="160669"/>
                  </a:lnTo>
                  <a:lnTo>
                    <a:pt x="334262" y="155358"/>
                  </a:lnTo>
                  <a:lnTo>
                    <a:pt x="334027" y="150051"/>
                  </a:lnTo>
                  <a:lnTo>
                    <a:pt x="333624" y="144754"/>
                  </a:lnTo>
                  <a:lnTo>
                    <a:pt x="333052" y="139473"/>
                  </a:lnTo>
                  <a:lnTo>
                    <a:pt x="332313" y="134213"/>
                  </a:lnTo>
                  <a:lnTo>
                    <a:pt x="331407" y="128979"/>
                  </a:lnTo>
                  <a:lnTo>
                    <a:pt x="330336" y="123776"/>
                  </a:lnTo>
                  <a:lnTo>
                    <a:pt x="329099" y="118610"/>
                  </a:lnTo>
                  <a:lnTo>
                    <a:pt x="327699" y="113486"/>
                  </a:lnTo>
                  <a:lnTo>
                    <a:pt x="326137" y="108408"/>
                  </a:lnTo>
                  <a:lnTo>
                    <a:pt x="324415" y="103384"/>
                  </a:lnTo>
                  <a:lnTo>
                    <a:pt x="322534" y="98416"/>
                  </a:lnTo>
                  <a:lnTo>
                    <a:pt x="320495" y="93510"/>
                  </a:lnTo>
                  <a:lnTo>
                    <a:pt x="318302" y="88672"/>
                  </a:lnTo>
                  <a:lnTo>
                    <a:pt x="315957" y="83906"/>
                  </a:lnTo>
                  <a:lnTo>
                    <a:pt x="313461" y="79217"/>
                  </a:lnTo>
                  <a:lnTo>
                    <a:pt x="310817" y="74610"/>
                  </a:lnTo>
                  <a:lnTo>
                    <a:pt x="308029" y="70089"/>
                  </a:lnTo>
                  <a:lnTo>
                    <a:pt x="305098" y="65658"/>
                  </a:lnTo>
                  <a:lnTo>
                    <a:pt x="302028" y="61324"/>
                  </a:lnTo>
                  <a:lnTo>
                    <a:pt x="298821" y="57088"/>
                  </a:lnTo>
                  <a:lnTo>
                    <a:pt x="295482" y="52957"/>
                  </a:lnTo>
                  <a:lnTo>
                    <a:pt x="292013" y="48934"/>
                  </a:lnTo>
                  <a:lnTo>
                    <a:pt x="288418" y="45024"/>
                  </a:lnTo>
                  <a:lnTo>
                    <a:pt x="284701" y="41229"/>
                  </a:lnTo>
                  <a:lnTo>
                    <a:pt x="280865" y="37555"/>
                  </a:lnTo>
                  <a:lnTo>
                    <a:pt x="276914" y="34004"/>
                  </a:lnTo>
                  <a:lnTo>
                    <a:pt x="272852" y="30581"/>
                  </a:lnTo>
                  <a:lnTo>
                    <a:pt x="268684" y="27288"/>
                  </a:lnTo>
                  <a:lnTo>
                    <a:pt x="264413" y="24129"/>
                  </a:lnTo>
                  <a:lnTo>
                    <a:pt x="167162" y="16009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423235" y="1681503"/>
              <a:ext cx="97251" cy="167167"/>
            </a:xfrm>
            <a:custGeom>
              <a:avLst/>
              <a:pathLst>
                <a:path w="97251" h="167167">
                  <a:moveTo>
                    <a:pt x="97251" y="31199"/>
                  </a:moveTo>
                  <a:lnTo>
                    <a:pt x="92504" y="27926"/>
                  </a:lnTo>
                  <a:lnTo>
                    <a:pt x="87647" y="24819"/>
                  </a:lnTo>
                  <a:lnTo>
                    <a:pt x="82685" y="21881"/>
                  </a:lnTo>
                  <a:lnTo>
                    <a:pt x="77626" y="19116"/>
                  </a:lnTo>
                  <a:lnTo>
                    <a:pt x="72474" y="16527"/>
                  </a:lnTo>
                  <a:lnTo>
                    <a:pt x="67235" y="14117"/>
                  </a:lnTo>
                  <a:lnTo>
                    <a:pt x="61917" y="11889"/>
                  </a:lnTo>
                  <a:lnTo>
                    <a:pt x="56525" y="9846"/>
                  </a:lnTo>
                  <a:lnTo>
                    <a:pt x="51066" y="7990"/>
                  </a:lnTo>
                  <a:lnTo>
                    <a:pt x="45546" y="6324"/>
                  </a:lnTo>
                  <a:lnTo>
                    <a:pt x="39972" y="4849"/>
                  </a:lnTo>
                  <a:lnTo>
                    <a:pt x="34351" y="3567"/>
                  </a:lnTo>
                  <a:lnTo>
                    <a:pt x="28688" y="2480"/>
                  </a:lnTo>
                  <a:lnTo>
                    <a:pt x="22991" y="1588"/>
                  </a:lnTo>
                  <a:lnTo>
                    <a:pt x="17267" y="894"/>
                  </a:lnTo>
                  <a:lnTo>
                    <a:pt x="11523" y="397"/>
                  </a:lnTo>
                  <a:lnTo>
                    <a:pt x="5765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0" y="751"/>
                  </a:lnTo>
                  <a:lnTo>
                    <a:pt x="146079" y="1334"/>
                  </a:lnTo>
                  <a:lnTo>
                    <a:pt x="140848" y="2083"/>
                  </a:lnTo>
                  <a:lnTo>
                    <a:pt x="135644" y="2997"/>
                  </a:lnTo>
                  <a:lnTo>
                    <a:pt x="130471" y="4075"/>
                  </a:lnTo>
                  <a:lnTo>
                    <a:pt x="125335" y="5316"/>
                  </a:lnTo>
                  <a:lnTo>
                    <a:pt x="120241" y="6719"/>
                  </a:lnTo>
                  <a:lnTo>
                    <a:pt x="115193" y="8282"/>
                  </a:lnTo>
                  <a:lnTo>
                    <a:pt x="110198" y="10003"/>
                  </a:lnTo>
                  <a:lnTo>
                    <a:pt x="105259" y="11882"/>
                  </a:lnTo>
                  <a:lnTo>
                    <a:pt x="100383" y="13916"/>
                  </a:lnTo>
                  <a:lnTo>
                    <a:pt x="95573" y="16103"/>
                  </a:lnTo>
                  <a:lnTo>
                    <a:pt x="90834" y="18441"/>
                  </a:lnTo>
                  <a:lnTo>
                    <a:pt x="86172" y="20927"/>
                  </a:lnTo>
                  <a:lnTo>
                    <a:pt x="81590" y="23560"/>
                  </a:lnTo>
                  <a:lnTo>
                    <a:pt x="77094" y="26336"/>
                  </a:lnTo>
                  <a:lnTo>
                    <a:pt x="72689" y="29253"/>
                  </a:lnTo>
                  <a:lnTo>
                    <a:pt x="68377" y="32308"/>
                  </a:lnTo>
                  <a:lnTo>
                    <a:pt x="64164" y="35497"/>
                  </a:lnTo>
                  <a:lnTo>
                    <a:pt x="60054" y="38818"/>
                  </a:lnTo>
                  <a:lnTo>
                    <a:pt x="56051" y="42267"/>
                  </a:lnTo>
                  <a:lnTo>
                    <a:pt x="52160" y="45841"/>
                  </a:lnTo>
                  <a:lnTo>
                    <a:pt x="48383" y="49536"/>
                  </a:lnTo>
                  <a:lnTo>
                    <a:pt x="44724" y="53348"/>
                  </a:lnTo>
                  <a:lnTo>
                    <a:pt x="41188" y="57275"/>
                  </a:lnTo>
                  <a:lnTo>
                    <a:pt x="37778" y="61311"/>
                  </a:lnTo>
                  <a:lnTo>
                    <a:pt x="34497" y="65453"/>
                  </a:lnTo>
                  <a:lnTo>
                    <a:pt x="31349" y="69696"/>
                  </a:lnTo>
                  <a:lnTo>
                    <a:pt x="28336" y="74037"/>
                  </a:lnTo>
                  <a:lnTo>
                    <a:pt x="25462" y="78471"/>
                  </a:lnTo>
                  <a:lnTo>
                    <a:pt x="22730" y="82994"/>
                  </a:lnTo>
                  <a:lnTo>
                    <a:pt x="20142" y="87600"/>
                  </a:lnTo>
                  <a:lnTo>
                    <a:pt x="17700" y="92287"/>
                  </a:lnTo>
                  <a:lnTo>
                    <a:pt x="15409" y="97048"/>
                  </a:lnTo>
                  <a:lnTo>
                    <a:pt x="13268" y="101879"/>
                  </a:lnTo>
                  <a:lnTo>
                    <a:pt x="11282" y="106775"/>
                  </a:lnTo>
                  <a:lnTo>
                    <a:pt x="9451" y="111731"/>
                  </a:lnTo>
                  <a:lnTo>
                    <a:pt x="7778" y="116743"/>
                  </a:lnTo>
                  <a:lnTo>
                    <a:pt x="6264" y="121806"/>
                  </a:lnTo>
                  <a:lnTo>
                    <a:pt x="4910" y="126913"/>
                  </a:lnTo>
                  <a:lnTo>
                    <a:pt x="3719" y="132061"/>
                  </a:lnTo>
                  <a:lnTo>
                    <a:pt x="2691" y="137244"/>
                  </a:lnTo>
                  <a:lnTo>
                    <a:pt x="1828" y="142457"/>
                  </a:lnTo>
                  <a:lnTo>
                    <a:pt x="1130" y="147695"/>
                  </a:lnTo>
                  <a:lnTo>
                    <a:pt x="597" y="152952"/>
                  </a:lnTo>
                  <a:lnTo>
                    <a:pt x="231" y="158223"/>
                  </a:lnTo>
                  <a:lnTo>
                    <a:pt x="32" y="163503"/>
                  </a:lnTo>
                  <a:lnTo>
                    <a:pt x="0" y="168787"/>
                  </a:lnTo>
                  <a:lnTo>
                    <a:pt x="134" y="174069"/>
                  </a:lnTo>
                  <a:lnTo>
                    <a:pt x="436" y="179344"/>
                  </a:lnTo>
                  <a:lnTo>
                    <a:pt x="904" y="184607"/>
                  </a:lnTo>
                  <a:lnTo>
                    <a:pt x="1538" y="189853"/>
                  </a:lnTo>
                  <a:lnTo>
                    <a:pt x="2338" y="195076"/>
                  </a:lnTo>
                  <a:lnTo>
                    <a:pt x="3302" y="200271"/>
                  </a:lnTo>
                  <a:lnTo>
                    <a:pt x="4430" y="205433"/>
                  </a:lnTo>
                  <a:lnTo>
                    <a:pt x="5721" y="210557"/>
                  </a:lnTo>
                  <a:lnTo>
                    <a:pt x="7173" y="215638"/>
                  </a:lnTo>
                  <a:lnTo>
                    <a:pt x="8785" y="220670"/>
                  </a:lnTo>
                  <a:lnTo>
                    <a:pt x="10555" y="225648"/>
                  </a:lnTo>
                  <a:lnTo>
                    <a:pt x="12481" y="230569"/>
                  </a:lnTo>
                  <a:lnTo>
                    <a:pt x="14562" y="235425"/>
                  </a:lnTo>
                  <a:lnTo>
                    <a:pt x="16796" y="240214"/>
                  </a:lnTo>
                  <a:lnTo>
                    <a:pt x="19180" y="244930"/>
                  </a:lnTo>
                  <a:lnTo>
                    <a:pt x="21711" y="249568"/>
                  </a:lnTo>
                  <a:lnTo>
                    <a:pt x="24388" y="254123"/>
                  </a:lnTo>
                  <a:lnTo>
                    <a:pt x="27208" y="258592"/>
                  </a:lnTo>
                  <a:lnTo>
                    <a:pt x="30167" y="262969"/>
                  </a:lnTo>
                  <a:lnTo>
                    <a:pt x="33263" y="267251"/>
                  </a:lnTo>
                  <a:lnTo>
                    <a:pt x="36493" y="271433"/>
                  </a:lnTo>
                  <a:lnTo>
                    <a:pt x="39854" y="275510"/>
                  </a:lnTo>
                  <a:lnTo>
                    <a:pt x="43342" y="279480"/>
                  </a:lnTo>
                  <a:lnTo>
                    <a:pt x="46953" y="283337"/>
                  </a:lnTo>
                  <a:lnTo>
                    <a:pt x="50685" y="287078"/>
                  </a:lnTo>
                  <a:lnTo>
                    <a:pt x="54532" y="290699"/>
                  </a:lnTo>
                  <a:lnTo>
                    <a:pt x="58493" y="294197"/>
                  </a:lnTo>
                  <a:lnTo>
                    <a:pt x="62562" y="297568"/>
                  </a:lnTo>
                  <a:lnTo>
                    <a:pt x="66735" y="300808"/>
                  </a:lnTo>
                  <a:lnTo>
                    <a:pt x="71009" y="303915"/>
                  </a:lnTo>
                  <a:lnTo>
                    <a:pt x="75379" y="306886"/>
                  </a:lnTo>
                  <a:lnTo>
                    <a:pt x="79841" y="309717"/>
                  </a:lnTo>
                  <a:lnTo>
                    <a:pt x="84389" y="312405"/>
                  </a:lnTo>
                  <a:lnTo>
                    <a:pt x="89021" y="314949"/>
                  </a:lnTo>
                  <a:lnTo>
                    <a:pt x="93731" y="317344"/>
                  </a:lnTo>
                  <a:lnTo>
                    <a:pt x="98514" y="319590"/>
                  </a:lnTo>
                  <a:lnTo>
                    <a:pt x="103365" y="321683"/>
                  </a:lnTo>
                  <a:lnTo>
                    <a:pt x="108280" y="323622"/>
                  </a:lnTo>
                  <a:lnTo>
                    <a:pt x="113254" y="325405"/>
                  </a:lnTo>
                  <a:lnTo>
                    <a:pt x="118282" y="327029"/>
                  </a:lnTo>
                  <a:lnTo>
                    <a:pt x="123359" y="328494"/>
                  </a:lnTo>
                  <a:lnTo>
                    <a:pt x="128480" y="329798"/>
                  </a:lnTo>
                  <a:lnTo>
                    <a:pt x="133639" y="330939"/>
                  </a:lnTo>
                  <a:lnTo>
                    <a:pt x="138832" y="331917"/>
                  </a:lnTo>
                  <a:lnTo>
                    <a:pt x="144053" y="332730"/>
                  </a:lnTo>
                  <a:lnTo>
                    <a:pt x="149297" y="333377"/>
                  </a:lnTo>
                  <a:lnTo>
                    <a:pt x="154559" y="333859"/>
                  </a:lnTo>
                  <a:lnTo>
                    <a:pt x="159833" y="334174"/>
                  </a:lnTo>
                  <a:lnTo>
                    <a:pt x="165115" y="334322"/>
                  </a:lnTo>
                  <a:lnTo>
                    <a:pt x="170399" y="334303"/>
                  </a:lnTo>
                  <a:lnTo>
                    <a:pt x="175679" y="334117"/>
                  </a:lnTo>
                  <a:lnTo>
                    <a:pt x="180952" y="333764"/>
                  </a:lnTo>
                  <a:lnTo>
                    <a:pt x="186210" y="333245"/>
                  </a:lnTo>
                  <a:lnTo>
                    <a:pt x="191449" y="332560"/>
                  </a:lnTo>
                  <a:lnTo>
                    <a:pt x="196664" y="331710"/>
                  </a:lnTo>
                  <a:lnTo>
                    <a:pt x="201850" y="330695"/>
                  </a:lnTo>
                  <a:lnTo>
                    <a:pt x="207001" y="329517"/>
                  </a:lnTo>
                  <a:lnTo>
                    <a:pt x="212112" y="328177"/>
                  </a:lnTo>
                  <a:lnTo>
                    <a:pt x="217178" y="326676"/>
                  </a:lnTo>
                  <a:lnTo>
                    <a:pt x="222194" y="325015"/>
                  </a:lnTo>
                  <a:lnTo>
                    <a:pt x="227155" y="323197"/>
                  </a:lnTo>
                  <a:lnTo>
                    <a:pt x="232057" y="321223"/>
                  </a:lnTo>
                  <a:lnTo>
                    <a:pt x="236893" y="319095"/>
                  </a:lnTo>
                  <a:lnTo>
                    <a:pt x="241660" y="316815"/>
                  </a:lnTo>
                  <a:lnTo>
                    <a:pt x="246352" y="314386"/>
                  </a:lnTo>
                  <a:lnTo>
                    <a:pt x="250965" y="311809"/>
                  </a:lnTo>
                  <a:lnTo>
                    <a:pt x="255495" y="309089"/>
                  </a:lnTo>
                  <a:lnTo>
                    <a:pt x="259936" y="306226"/>
                  </a:lnTo>
                  <a:lnTo>
                    <a:pt x="264285" y="303224"/>
                  </a:lnTo>
                  <a:lnTo>
                    <a:pt x="268536" y="300087"/>
                  </a:lnTo>
                  <a:lnTo>
                    <a:pt x="272686" y="296816"/>
                  </a:lnTo>
                  <a:lnTo>
                    <a:pt x="276731" y="293416"/>
                  </a:lnTo>
                  <a:lnTo>
                    <a:pt x="280666" y="289890"/>
                  </a:lnTo>
                  <a:lnTo>
                    <a:pt x="284488" y="286242"/>
                  </a:lnTo>
                  <a:lnTo>
                    <a:pt x="288193" y="282474"/>
                  </a:lnTo>
                  <a:lnTo>
                    <a:pt x="291777" y="278591"/>
                  </a:lnTo>
                  <a:lnTo>
                    <a:pt x="295236" y="274597"/>
                  </a:lnTo>
                  <a:lnTo>
                    <a:pt x="298567" y="270496"/>
                  </a:lnTo>
                  <a:lnTo>
                    <a:pt x="301767" y="266291"/>
                  </a:lnTo>
                  <a:lnTo>
                    <a:pt x="304833" y="261987"/>
                  </a:lnTo>
                  <a:lnTo>
                    <a:pt x="307761" y="257589"/>
                  </a:lnTo>
                  <a:lnTo>
                    <a:pt x="310548" y="253100"/>
                  </a:lnTo>
                  <a:lnTo>
                    <a:pt x="313193" y="248525"/>
                  </a:lnTo>
                  <a:lnTo>
                    <a:pt x="315691" y="243869"/>
                  </a:lnTo>
                  <a:lnTo>
                    <a:pt x="318041" y="239137"/>
                  </a:lnTo>
                  <a:lnTo>
                    <a:pt x="320240" y="234332"/>
                  </a:lnTo>
                  <a:lnTo>
                    <a:pt x="322286" y="229461"/>
                  </a:lnTo>
                  <a:lnTo>
                    <a:pt x="324178" y="224527"/>
                  </a:lnTo>
                  <a:lnTo>
                    <a:pt x="325912" y="219536"/>
                  </a:lnTo>
                  <a:lnTo>
                    <a:pt x="327488" y="214492"/>
                  </a:lnTo>
                  <a:lnTo>
                    <a:pt x="328903" y="209401"/>
                  </a:lnTo>
                  <a:lnTo>
                    <a:pt x="330157" y="204268"/>
                  </a:lnTo>
                  <a:lnTo>
                    <a:pt x="331248" y="199098"/>
                  </a:lnTo>
                  <a:lnTo>
                    <a:pt x="332176" y="193897"/>
                  </a:lnTo>
                  <a:lnTo>
                    <a:pt x="332938" y="188668"/>
                  </a:lnTo>
                  <a:lnTo>
                    <a:pt x="333535" y="183418"/>
                  </a:lnTo>
                  <a:lnTo>
                    <a:pt x="333965" y="178152"/>
                  </a:lnTo>
                  <a:lnTo>
                    <a:pt x="334229" y="172874"/>
                  </a:lnTo>
                  <a:lnTo>
                    <a:pt x="334326" y="167591"/>
                  </a:lnTo>
                  <a:lnTo>
                    <a:pt x="334256" y="162308"/>
                  </a:lnTo>
                  <a:lnTo>
                    <a:pt x="334019" y="157029"/>
                  </a:lnTo>
                  <a:lnTo>
                    <a:pt x="333615" y="151761"/>
                  </a:lnTo>
                  <a:lnTo>
                    <a:pt x="333045" y="146508"/>
                  </a:lnTo>
                  <a:lnTo>
                    <a:pt x="332309" y="141275"/>
                  </a:lnTo>
                  <a:lnTo>
                    <a:pt x="331408" y="136069"/>
                  </a:lnTo>
                  <a:lnTo>
                    <a:pt x="330344" y="130893"/>
                  </a:lnTo>
                  <a:lnTo>
                    <a:pt x="329116" y="125754"/>
                  </a:lnTo>
                  <a:lnTo>
                    <a:pt x="327726" y="120656"/>
                  </a:lnTo>
                  <a:lnTo>
                    <a:pt x="326176" y="115605"/>
                  </a:lnTo>
                  <a:lnTo>
                    <a:pt x="324467" y="110605"/>
                  </a:lnTo>
                  <a:lnTo>
                    <a:pt x="322601" y="105661"/>
                  </a:lnTo>
                  <a:lnTo>
                    <a:pt x="320579" y="100780"/>
                  </a:lnTo>
                  <a:lnTo>
                    <a:pt x="318404" y="95964"/>
                  </a:lnTo>
                  <a:lnTo>
                    <a:pt x="316078" y="91220"/>
                  </a:lnTo>
                  <a:lnTo>
                    <a:pt x="313604" y="86551"/>
                  </a:lnTo>
                  <a:lnTo>
                    <a:pt x="310983" y="81963"/>
                  </a:lnTo>
                  <a:lnTo>
                    <a:pt x="308218" y="77460"/>
                  </a:lnTo>
                  <a:lnTo>
                    <a:pt x="305312" y="73047"/>
                  </a:lnTo>
                  <a:lnTo>
                    <a:pt x="302269" y="68727"/>
                  </a:lnTo>
                  <a:lnTo>
                    <a:pt x="299090" y="64507"/>
                  </a:lnTo>
                  <a:lnTo>
                    <a:pt x="295780" y="60388"/>
                  </a:lnTo>
                  <a:lnTo>
                    <a:pt x="292341" y="56377"/>
                  </a:lnTo>
                  <a:lnTo>
                    <a:pt x="288777" y="52476"/>
                  </a:lnTo>
                  <a:lnTo>
                    <a:pt x="285091" y="48689"/>
                  </a:lnTo>
                  <a:lnTo>
                    <a:pt x="281288" y="45021"/>
                  </a:lnTo>
                  <a:lnTo>
                    <a:pt x="277371" y="41475"/>
                  </a:lnTo>
                  <a:lnTo>
                    <a:pt x="273343" y="38055"/>
                  </a:lnTo>
                  <a:lnTo>
                    <a:pt x="269210" y="34764"/>
                  </a:lnTo>
                  <a:lnTo>
                    <a:pt x="264974" y="31604"/>
                  </a:lnTo>
                  <a:lnTo>
                    <a:pt x="260641" y="28581"/>
                  </a:lnTo>
                  <a:lnTo>
                    <a:pt x="256214" y="25696"/>
                  </a:lnTo>
                  <a:lnTo>
                    <a:pt x="251699" y="22952"/>
                  </a:lnTo>
                  <a:lnTo>
                    <a:pt x="247098" y="20352"/>
                  </a:lnTo>
                  <a:lnTo>
                    <a:pt x="242419" y="17899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40471"/>
              <a:ext cx="75259" cy="149268"/>
            </a:xfrm>
            <a:custGeom>
              <a:avLst/>
              <a:pathLst>
                <a:path w="75259" h="149268">
                  <a:moveTo>
                    <a:pt x="75259" y="0"/>
                  </a:moveTo>
                  <a:lnTo>
                    <a:pt x="0" y="1492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22571"/>
              <a:ext cx="75259" cy="167167"/>
            </a:xfrm>
            <a:custGeom>
              <a:avLst/>
              <a:pathLst>
                <a:path w="75259" h="167167">
                  <a:moveTo>
                    <a:pt x="75259" y="17899"/>
                  </a:moveTo>
                  <a:lnTo>
                    <a:pt x="69849" y="15292"/>
                  </a:lnTo>
                  <a:lnTo>
                    <a:pt x="64350" y="12882"/>
                  </a:lnTo>
                  <a:lnTo>
                    <a:pt x="58767" y="10670"/>
                  </a:lnTo>
                  <a:lnTo>
                    <a:pt x="53109" y="8660"/>
                  </a:lnTo>
                  <a:lnTo>
                    <a:pt x="47382" y="6855"/>
                  </a:lnTo>
                  <a:lnTo>
                    <a:pt x="41594" y="5257"/>
                  </a:lnTo>
                  <a:lnTo>
                    <a:pt x="35752" y="3867"/>
                  </a:lnTo>
                  <a:lnTo>
                    <a:pt x="29864" y="2689"/>
                  </a:lnTo>
                  <a:lnTo>
                    <a:pt x="23937" y="1722"/>
                  </a:lnTo>
                  <a:lnTo>
                    <a:pt x="17980" y="969"/>
                  </a:lnTo>
                  <a:lnTo>
                    <a:pt x="11999" y="431"/>
                  </a:lnTo>
                  <a:lnTo>
                    <a:pt x="6003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378103" y="1071028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8" y="338"/>
                  </a:lnTo>
                  <a:lnTo>
                    <a:pt x="151228" y="760"/>
                  </a:lnTo>
                  <a:lnTo>
                    <a:pt x="145944" y="1351"/>
                  </a:lnTo>
                  <a:lnTo>
                    <a:pt x="140682" y="2109"/>
                  </a:lnTo>
                  <a:lnTo>
                    <a:pt x="135446" y="3034"/>
                  </a:lnTo>
                  <a:lnTo>
                    <a:pt x="130243" y="4125"/>
                  </a:lnTo>
                  <a:lnTo>
                    <a:pt x="125077" y="5382"/>
                  </a:lnTo>
                  <a:lnTo>
                    <a:pt x="119953" y="6802"/>
                  </a:lnTo>
                  <a:lnTo>
                    <a:pt x="114878" y="8384"/>
                  </a:lnTo>
                  <a:lnTo>
                    <a:pt x="109855" y="10126"/>
                  </a:lnTo>
                  <a:lnTo>
                    <a:pt x="104890" y="12028"/>
                  </a:lnTo>
                  <a:lnTo>
                    <a:pt x="99988" y="14086"/>
                  </a:lnTo>
                  <a:lnTo>
                    <a:pt x="95154" y="16300"/>
                  </a:lnTo>
                  <a:lnTo>
                    <a:pt x="90393" y="18666"/>
                  </a:lnTo>
                  <a:lnTo>
                    <a:pt x="85709" y="21182"/>
                  </a:lnTo>
                  <a:lnTo>
                    <a:pt x="81108" y="23846"/>
                  </a:lnTo>
                  <a:lnTo>
                    <a:pt x="76594" y="26654"/>
                  </a:lnTo>
                  <a:lnTo>
                    <a:pt x="72171" y="29605"/>
                  </a:lnTo>
                  <a:lnTo>
                    <a:pt x="67845" y="32695"/>
                  </a:lnTo>
                  <a:lnTo>
                    <a:pt x="63619" y="35921"/>
                  </a:lnTo>
                  <a:lnTo>
                    <a:pt x="59498" y="39280"/>
                  </a:lnTo>
                  <a:lnTo>
                    <a:pt x="55485" y="42768"/>
                  </a:lnTo>
                  <a:lnTo>
                    <a:pt x="51586" y="46383"/>
                  </a:lnTo>
                  <a:lnTo>
                    <a:pt x="47803" y="50119"/>
                  </a:lnTo>
                  <a:lnTo>
                    <a:pt x="44141" y="53973"/>
                  </a:lnTo>
                  <a:lnTo>
                    <a:pt x="40604" y="57942"/>
                  </a:lnTo>
                  <a:lnTo>
                    <a:pt x="37195" y="62022"/>
                  </a:lnTo>
                  <a:lnTo>
                    <a:pt x="33917" y="66208"/>
                  </a:lnTo>
                  <a:lnTo>
                    <a:pt x="30774" y="70496"/>
                  </a:lnTo>
                  <a:lnTo>
                    <a:pt x="27769" y="74882"/>
                  </a:lnTo>
                  <a:lnTo>
                    <a:pt x="24904" y="79361"/>
                  </a:lnTo>
                  <a:lnTo>
                    <a:pt x="22184" y="83929"/>
                  </a:lnTo>
                  <a:lnTo>
                    <a:pt x="19610" y="88581"/>
                  </a:lnTo>
                  <a:lnTo>
                    <a:pt x="17186" y="93313"/>
                  </a:lnTo>
                  <a:lnTo>
                    <a:pt x="14913" y="98119"/>
                  </a:lnTo>
                  <a:lnTo>
                    <a:pt x="12794" y="102995"/>
                  </a:lnTo>
                  <a:lnTo>
                    <a:pt x="10832" y="107936"/>
                  </a:lnTo>
                  <a:lnTo>
                    <a:pt x="9027" y="112937"/>
                  </a:lnTo>
                  <a:lnTo>
                    <a:pt x="7383" y="117993"/>
                  </a:lnTo>
                  <a:lnTo>
                    <a:pt x="5900" y="123099"/>
                  </a:lnTo>
                  <a:lnTo>
                    <a:pt x="4580" y="128249"/>
                  </a:lnTo>
                  <a:lnTo>
                    <a:pt x="3425" y="133439"/>
                  </a:lnTo>
                  <a:lnTo>
                    <a:pt x="2435" y="138662"/>
                  </a:lnTo>
                  <a:lnTo>
                    <a:pt x="1612" y="143915"/>
                  </a:lnTo>
                  <a:lnTo>
                    <a:pt x="956" y="149191"/>
                  </a:lnTo>
                  <a:lnTo>
                    <a:pt x="469" y="154485"/>
                  </a:lnTo>
                  <a:lnTo>
                    <a:pt x="150" y="159792"/>
                  </a:lnTo>
                  <a:lnTo>
                    <a:pt x="0" y="165107"/>
                  </a:lnTo>
                  <a:lnTo>
                    <a:pt x="19" y="170423"/>
                  </a:lnTo>
                  <a:lnTo>
                    <a:pt x="207" y="175737"/>
                  </a:lnTo>
                  <a:lnTo>
                    <a:pt x="564" y="181041"/>
                  </a:lnTo>
                  <a:lnTo>
                    <a:pt x="1089" y="186332"/>
                  </a:lnTo>
                  <a:lnTo>
                    <a:pt x="1782" y="191603"/>
                  </a:lnTo>
                  <a:lnTo>
                    <a:pt x="2643" y="196850"/>
                  </a:lnTo>
                  <a:lnTo>
                    <a:pt x="3670" y="202066"/>
                  </a:lnTo>
                  <a:lnTo>
                    <a:pt x="4863" y="207247"/>
                  </a:lnTo>
                  <a:lnTo>
                    <a:pt x="6219" y="212388"/>
                  </a:lnTo>
                  <a:lnTo>
                    <a:pt x="7739" y="217483"/>
                  </a:lnTo>
                  <a:lnTo>
                    <a:pt x="9420" y="222527"/>
                  </a:lnTo>
                  <a:lnTo>
                    <a:pt x="11260" y="227515"/>
                  </a:lnTo>
                  <a:lnTo>
                    <a:pt x="13258" y="232442"/>
                  </a:lnTo>
                  <a:lnTo>
                    <a:pt x="15411" y="237303"/>
                  </a:lnTo>
                  <a:lnTo>
                    <a:pt x="17718" y="242093"/>
                  </a:lnTo>
                  <a:lnTo>
                    <a:pt x="20177" y="246807"/>
                  </a:lnTo>
                  <a:lnTo>
                    <a:pt x="22783" y="251440"/>
                  </a:lnTo>
                  <a:lnTo>
                    <a:pt x="25536" y="255989"/>
                  </a:lnTo>
                  <a:lnTo>
                    <a:pt x="28433" y="260447"/>
                  </a:lnTo>
                  <a:lnTo>
                    <a:pt x="31469" y="264812"/>
                  </a:lnTo>
                  <a:lnTo>
                    <a:pt x="34643" y="269077"/>
                  </a:lnTo>
                  <a:lnTo>
                    <a:pt x="37951" y="273239"/>
                  </a:lnTo>
                  <a:lnTo>
                    <a:pt x="41389" y="277294"/>
                  </a:lnTo>
                  <a:lnTo>
                    <a:pt x="44955" y="281238"/>
                  </a:lnTo>
                  <a:lnTo>
                    <a:pt x="48644" y="285066"/>
                  </a:lnTo>
                  <a:lnTo>
                    <a:pt x="52453" y="288775"/>
                  </a:lnTo>
                  <a:lnTo>
                    <a:pt x="56378" y="292361"/>
                  </a:lnTo>
                  <a:lnTo>
                    <a:pt x="60416" y="295821"/>
                  </a:lnTo>
                  <a:lnTo>
                    <a:pt x="64561" y="299150"/>
                  </a:lnTo>
                  <a:lnTo>
                    <a:pt x="68810" y="302346"/>
                  </a:lnTo>
                  <a:lnTo>
                    <a:pt x="73158" y="305405"/>
                  </a:lnTo>
                  <a:lnTo>
                    <a:pt x="77602" y="308324"/>
                  </a:lnTo>
                  <a:lnTo>
                    <a:pt x="82136" y="311100"/>
                  </a:lnTo>
                  <a:lnTo>
                    <a:pt x="86756" y="313731"/>
                  </a:lnTo>
                  <a:lnTo>
                    <a:pt x="91457" y="316214"/>
                  </a:lnTo>
                  <a:lnTo>
                    <a:pt x="96235" y="318546"/>
                  </a:lnTo>
                  <a:lnTo>
                    <a:pt x="101085" y="320724"/>
                  </a:lnTo>
                  <a:lnTo>
                    <a:pt x="106002" y="322748"/>
                  </a:lnTo>
                  <a:lnTo>
                    <a:pt x="110980" y="324614"/>
                  </a:lnTo>
                  <a:lnTo>
                    <a:pt x="116015" y="326320"/>
                  </a:lnTo>
                  <a:lnTo>
                    <a:pt x="121102" y="327866"/>
                  </a:lnTo>
                  <a:lnTo>
                    <a:pt x="126236" y="329249"/>
                  </a:lnTo>
                  <a:lnTo>
                    <a:pt x="131411" y="330468"/>
                  </a:lnTo>
                  <a:lnTo>
                    <a:pt x="136622" y="331522"/>
                  </a:lnTo>
                  <a:lnTo>
                    <a:pt x="141864" y="332410"/>
                  </a:lnTo>
                  <a:lnTo>
                    <a:pt x="147131" y="333131"/>
                  </a:lnTo>
                  <a:lnTo>
                    <a:pt x="152419" y="333684"/>
                  </a:lnTo>
                  <a:lnTo>
                    <a:pt x="157722" y="334068"/>
                  </a:lnTo>
                  <a:lnTo>
                    <a:pt x="163034" y="334284"/>
                  </a:lnTo>
                  <a:lnTo>
                    <a:pt x="168351" y="334330"/>
                  </a:lnTo>
                  <a:lnTo>
                    <a:pt x="173666" y="334208"/>
                  </a:lnTo>
                  <a:lnTo>
                    <a:pt x="178975" y="333916"/>
                  </a:lnTo>
                  <a:lnTo>
                    <a:pt x="184271" y="333456"/>
                  </a:lnTo>
                  <a:lnTo>
                    <a:pt x="189551" y="332827"/>
                  </a:lnTo>
                  <a:lnTo>
                    <a:pt x="194807" y="332031"/>
                  </a:lnTo>
                  <a:lnTo>
                    <a:pt x="200036" y="331069"/>
                  </a:lnTo>
                  <a:lnTo>
                    <a:pt x="205231" y="329940"/>
                  </a:lnTo>
                  <a:lnTo>
                    <a:pt x="210388" y="328647"/>
                  </a:lnTo>
                  <a:lnTo>
                    <a:pt x="215502" y="327190"/>
                  </a:lnTo>
                  <a:lnTo>
                    <a:pt x="220566" y="325572"/>
                  </a:lnTo>
                  <a:lnTo>
                    <a:pt x="225576" y="323793"/>
                  </a:lnTo>
                  <a:lnTo>
                    <a:pt x="230527" y="321856"/>
                  </a:lnTo>
                  <a:lnTo>
                    <a:pt x="235415" y="319763"/>
                  </a:lnTo>
                  <a:lnTo>
                    <a:pt x="240233" y="317515"/>
                  </a:lnTo>
                  <a:lnTo>
                    <a:pt x="244977" y="315115"/>
                  </a:lnTo>
                  <a:lnTo>
                    <a:pt x="249642" y="312565"/>
                  </a:lnTo>
                  <a:lnTo>
                    <a:pt x="254224" y="309869"/>
                  </a:lnTo>
                  <a:lnTo>
                    <a:pt x="258718" y="307028"/>
                  </a:lnTo>
                  <a:lnTo>
                    <a:pt x="263119" y="304045"/>
                  </a:lnTo>
                  <a:lnTo>
                    <a:pt x="267424" y="300924"/>
                  </a:lnTo>
                  <a:lnTo>
                    <a:pt x="271626" y="297668"/>
                  </a:lnTo>
                  <a:lnTo>
                    <a:pt x="275723" y="294280"/>
                  </a:lnTo>
                  <a:lnTo>
                    <a:pt x="279711" y="290763"/>
                  </a:lnTo>
                  <a:lnTo>
                    <a:pt x="283584" y="287121"/>
                  </a:lnTo>
                  <a:lnTo>
                    <a:pt x="287340" y="283358"/>
                  </a:lnTo>
                  <a:lnTo>
                    <a:pt x="290974" y="279477"/>
                  </a:lnTo>
                  <a:lnTo>
                    <a:pt x="294483" y="275483"/>
                  </a:lnTo>
                  <a:lnTo>
                    <a:pt x="297863" y="271379"/>
                  </a:lnTo>
                  <a:lnTo>
                    <a:pt x="301111" y="267170"/>
                  </a:lnTo>
                  <a:lnTo>
                    <a:pt x="304223" y="262859"/>
                  </a:lnTo>
                  <a:lnTo>
                    <a:pt x="307197" y="258452"/>
                  </a:lnTo>
                  <a:lnTo>
                    <a:pt x="310029" y="253953"/>
                  </a:lnTo>
                  <a:lnTo>
                    <a:pt x="312717" y="249365"/>
                  </a:lnTo>
                  <a:lnTo>
                    <a:pt x="315257" y="244695"/>
                  </a:lnTo>
                  <a:lnTo>
                    <a:pt x="317647" y="239946"/>
                  </a:lnTo>
                  <a:lnTo>
                    <a:pt x="319886" y="235123"/>
                  </a:lnTo>
                  <a:lnTo>
                    <a:pt x="321969" y="230232"/>
                  </a:lnTo>
                  <a:lnTo>
                    <a:pt x="323897" y="225277"/>
                  </a:lnTo>
                  <a:lnTo>
                    <a:pt x="325665" y="220263"/>
                  </a:lnTo>
                  <a:lnTo>
                    <a:pt x="327274" y="215196"/>
                  </a:lnTo>
                  <a:lnTo>
                    <a:pt x="328720" y="210080"/>
                  </a:lnTo>
                  <a:lnTo>
                    <a:pt x="330003" y="204920"/>
                  </a:lnTo>
                  <a:lnTo>
                    <a:pt x="331121" y="199722"/>
                  </a:lnTo>
                  <a:lnTo>
                    <a:pt x="332073" y="194492"/>
                  </a:lnTo>
                  <a:lnTo>
                    <a:pt x="332859" y="189234"/>
                  </a:lnTo>
                  <a:lnTo>
                    <a:pt x="333477" y="183953"/>
                  </a:lnTo>
                  <a:lnTo>
                    <a:pt x="333926" y="178655"/>
                  </a:lnTo>
                  <a:lnTo>
                    <a:pt x="334207" y="173346"/>
                  </a:lnTo>
                  <a:lnTo>
                    <a:pt x="334319" y="168031"/>
                  </a:lnTo>
                  <a:lnTo>
                    <a:pt x="334262" y="162714"/>
                  </a:lnTo>
                  <a:lnTo>
                    <a:pt x="334036" y="157403"/>
                  </a:lnTo>
                  <a:lnTo>
                    <a:pt x="333641" y="152101"/>
                  </a:lnTo>
                  <a:lnTo>
                    <a:pt x="333078" y="146814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17843"/>
              <a:ext cx="165923" cy="20353"/>
            </a:xfrm>
            <a:custGeom>
              <a:avLst/>
              <a:pathLst>
                <a:path w="165923" h="20353">
                  <a:moveTo>
                    <a:pt x="165923" y="0"/>
                  </a:moveTo>
                  <a:lnTo>
                    <a:pt x="0" y="203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216963"/>
              <a:ext cx="165923" cy="21233"/>
            </a:xfrm>
            <a:custGeom>
              <a:avLst/>
              <a:pathLst>
                <a:path w="165923" h="21233">
                  <a:moveTo>
                    <a:pt x="165923" y="880"/>
                  </a:moveTo>
                  <a:lnTo>
                    <a:pt x="165813" y="0"/>
                  </a:lnTo>
                  <a:lnTo>
                    <a:pt x="0" y="212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071028"/>
              <a:ext cx="165813" cy="167167"/>
            </a:xfrm>
            <a:custGeom>
              <a:avLst/>
              <a:pathLst>
                <a:path w="165813" h="167167">
                  <a:moveTo>
                    <a:pt x="165813" y="145934"/>
                  </a:moveTo>
                  <a:lnTo>
                    <a:pt x="165027" y="140507"/>
                  </a:lnTo>
                  <a:lnTo>
                    <a:pt x="164064" y="135108"/>
                  </a:lnTo>
                  <a:lnTo>
                    <a:pt x="162924" y="129744"/>
                  </a:lnTo>
                  <a:lnTo>
                    <a:pt x="161609" y="124420"/>
                  </a:lnTo>
                  <a:lnTo>
                    <a:pt x="160120" y="119143"/>
                  </a:lnTo>
                  <a:lnTo>
                    <a:pt x="158459" y="113917"/>
                  </a:lnTo>
                  <a:lnTo>
                    <a:pt x="156627" y="108748"/>
                  </a:lnTo>
                  <a:lnTo>
                    <a:pt x="154627" y="103642"/>
                  </a:lnTo>
                  <a:lnTo>
                    <a:pt x="152460" y="98605"/>
                  </a:lnTo>
                  <a:lnTo>
                    <a:pt x="150129" y="93641"/>
                  </a:lnTo>
                  <a:lnTo>
                    <a:pt x="147637" y="88756"/>
                  </a:lnTo>
                  <a:lnTo>
                    <a:pt x="144985" y="83956"/>
                  </a:lnTo>
                  <a:lnTo>
                    <a:pt x="142178" y="79245"/>
                  </a:lnTo>
                  <a:lnTo>
                    <a:pt x="139218" y="74629"/>
                  </a:lnTo>
                  <a:lnTo>
                    <a:pt x="136108" y="70113"/>
                  </a:lnTo>
                  <a:lnTo>
                    <a:pt x="132851" y="65701"/>
                  </a:lnTo>
                  <a:lnTo>
                    <a:pt x="129452" y="61398"/>
                  </a:lnTo>
                  <a:lnTo>
                    <a:pt x="125913" y="57209"/>
                  </a:lnTo>
                  <a:lnTo>
                    <a:pt x="122238" y="53138"/>
                  </a:lnTo>
                  <a:lnTo>
                    <a:pt x="118433" y="49190"/>
                  </a:lnTo>
                  <a:lnTo>
                    <a:pt x="114499" y="45369"/>
                  </a:lnTo>
                  <a:lnTo>
                    <a:pt x="110443" y="41679"/>
                  </a:lnTo>
                  <a:lnTo>
                    <a:pt x="106267" y="38124"/>
                  </a:lnTo>
                  <a:lnTo>
                    <a:pt x="101978" y="34708"/>
                  </a:lnTo>
                  <a:lnTo>
                    <a:pt x="97578" y="31434"/>
                  </a:lnTo>
                  <a:lnTo>
                    <a:pt x="93074" y="28307"/>
                  </a:lnTo>
                  <a:lnTo>
                    <a:pt x="88469" y="25329"/>
                  </a:lnTo>
                  <a:lnTo>
                    <a:pt x="83769" y="22503"/>
                  </a:lnTo>
                  <a:lnTo>
                    <a:pt x="78979" y="19834"/>
                  </a:lnTo>
                  <a:lnTo>
                    <a:pt x="74104" y="17322"/>
                  </a:lnTo>
                  <a:lnTo>
                    <a:pt x="69150" y="14972"/>
                  </a:lnTo>
                  <a:lnTo>
                    <a:pt x="64121" y="12786"/>
                  </a:lnTo>
                  <a:lnTo>
                    <a:pt x="59023" y="10766"/>
                  </a:lnTo>
                  <a:lnTo>
                    <a:pt x="53861" y="8914"/>
                  </a:lnTo>
                  <a:lnTo>
                    <a:pt x="48641" y="7233"/>
                  </a:lnTo>
                  <a:lnTo>
                    <a:pt x="43369" y="5723"/>
                  </a:lnTo>
                  <a:lnTo>
                    <a:pt x="38051" y="4388"/>
                  </a:lnTo>
                  <a:lnTo>
                    <a:pt x="32691" y="3227"/>
                  </a:lnTo>
                  <a:lnTo>
                    <a:pt x="27297" y="2243"/>
                  </a:lnTo>
                  <a:lnTo>
                    <a:pt x="21873" y="1437"/>
                  </a:lnTo>
                  <a:lnTo>
                    <a:pt x="16425" y="808"/>
                  </a:lnTo>
                  <a:lnTo>
                    <a:pt x="10960" y="359"/>
                  </a:lnTo>
                  <a:lnTo>
                    <a:pt x="548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0610" y="941493"/>
              <a:ext cx="102934" cy="167167"/>
            </a:xfrm>
            <a:custGeom>
              <a:avLst/>
              <a:pathLst>
                <a:path w="102934" h="167167">
                  <a:moveTo>
                    <a:pt x="102934" y="0"/>
                  </a:moveTo>
                  <a:lnTo>
                    <a:pt x="97390" y="91"/>
                  </a:lnTo>
                  <a:lnTo>
                    <a:pt x="91853" y="367"/>
                  </a:lnTo>
                  <a:lnTo>
                    <a:pt x="86328" y="826"/>
                  </a:lnTo>
                  <a:lnTo>
                    <a:pt x="80821" y="1468"/>
                  </a:lnTo>
                  <a:lnTo>
                    <a:pt x="75338" y="2293"/>
                  </a:lnTo>
                  <a:lnTo>
                    <a:pt x="69886" y="3299"/>
                  </a:lnTo>
                  <a:lnTo>
                    <a:pt x="64470" y="4485"/>
                  </a:lnTo>
                  <a:lnTo>
                    <a:pt x="59096" y="5850"/>
                  </a:lnTo>
                  <a:lnTo>
                    <a:pt x="53771" y="7392"/>
                  </a:lnTo>
                  <a:lnTo>
                    <a:pt x="48500" y="9110"/>
                  </a:lnTo>
                  <a:lnTo>
                    <a:pt x="43288" y="11002"/>
                  </a:lnTo>
                  <a:lnTo>
                    <a:pt x="38143" y="13066"/>
                  </a:lnTo>
                  <a:lnTo>
                    <a:pt x="33068" y="15299"/>
                  </a:lnTo>
                  <a:lnTo>
                    <a:pt x="28071" y="17700"/>
                  </a:lnTo>
                  <a:lnTo>
                    <a:pt x="23155" y="20264"/>
                  </a:lnTo>
                  <a:lnTo>
                    <a:pt x="18328" y="22991"/>
                  </a:lnTo>
                  <a:lnTo>
                    <a:pt x="13593" y="25876"/>
                  </a:lnTo>
                  <a:lnTo>
                    <a:pt x="8957" y="28916"/>
                  </a:lnTo>
                  <a:lnTo>
                    <a:pt x="4424" y="32108"/>
                  </a:lnTo>
                  <a:lnTo>
                    <a:pt x="0" y="35449"/>
                  </a:lnTo>
                  <a:lnTo>
                    <a:pt x="10293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20610" y="97694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856392" y="976943"/>
              <a:ext cx="334301" cy="298885"/>
            </a:xfrm>
            <a:custGeom>
              <a:avLst/>
              <a:pathLst>
                <a:path w="334301" h="298885">
                  <a:moveTo>
                    <a:pt x="64217" y="0"/>
                  </a:moveTo>
                  <a:lnTo>
                    <a:pt x="60085" y="3335"/>
                  </a:lnTo>
                  <a:lnTo>
                    <a:pt x="56062" y="6801"/>
                  </a:lnTo>
                  <a:lnTo>
                    <a:pt x="52150" y="10392"/>
                  </a:lnTo>
                  <a:lnTo>
                    <a:pt x="48355" y="14106"/>
                  </a:lnTo>
                  <a:lnTo>
                    <a:pt x="44679" y="17939"/>
                  </a:lnTo>
                  <a:lnTo>
                    <a:pt x="41127" y="21886"/>
                  </a:lnTo>
                  <a:lnTo>
                    <a:pt x="37702" y="25944"/>
                  </a:lnTo>
                  <a:lnTo>
                    <a:pt x="34408" y="30109"/>
                  </a:lnTo>
                  <a:lnTo>
                    <a:pt x="31248" y="34376"/>
                  </a:lnTo>
                  <a:lnTo>
                    <a:pt x="28224" y="38742"/>
                  </a:lnTo>
                  <a:lnTo>
                    <a:pt x="25341" y="43202"/>
                  </a:lnTo>
                  <a:lnTo>
                    <a:pt x="22602" y="47750"/>
                  </a:lnTo>
                  <a:lnTo>
                    <a:pt x="20008" y="52384"/>
                  </a:lnTo>
                  <a:lnTo>
                    <a:pt x="17562" y="57098"/>
                  </a:lnTo>
                  <a:lnTo>
                    <a:pt x="15267" y="61886"/>
                  </a:lnTo>
                  <a:lnTo>
                    <a:pt x="13126" y="66746"/>
                  </a:lnTo>
                  <a:lnTo>
                    <a:pt x="11140" y="71671"/>
                  </a:lnTo>
                  <a:lnTo>
                    <a:pt x="9312" y="76656"/>
                  </a:lnTo>
                  <a:lnTo>
                    <a:pt x="7643" y="81697"/>
                  </a:lnTo>
                  <a:lnTo>
                    <a:pt x="6134" y="86789"/>
                  </a:lnTo>
                  <a:lnTo>
                    <a:pt x="4788" y="91926"/>
                  </a:lnTo>
                  <a:lnTo>
                    <a:pt x="3607" y="97103"/>
                  </a:lnTo>
                  <a:lnTo>
                    <a:pt x="2590" y="102315"/>
                  </a:lnTo>
                  <a:lnTo>
                    <a:pt x="1739" y="107556"/>
                  </a:lnTo>
                  <a:lnTo>
                    <a:pt x="1055" y="112822"/>
                  </a:lnTo>
                  <a:lnTo>
                    <a:pt x="539" y="118107"/>
                  </a:lnTo>
                  <a:lnTo>
                    <a:pt x="190" y="123406"/>
                  </a:lnTo>
                  <a:lnTo>
                    <a:pt x="11" y="128713"/>
                  </a:lnTo>
                  <a:lnTo>
                    <a:pt x="0" y="134024"/>
                  </a:lnTo>
                  <a:lnTo>
                    <a:pt x="157" y="139331"/>
                  </a:lnTo>
                  <a:lnTo>
                    <a:pt x="483" y="144632"/>
                  </a:lnTo>
                  <a:lnTo>
                    <a:pt x="977" y="149919"/>
                  </a:lnTo>
                  <a:lnTo>
                    <a:pt x="1639" y="155188"/>
                  </a:lnTo>
                  <a:lnTo>
                    <a:pt x="2468" y="160433"/>
                  </a:lnTo>
                  <a:lnTo>
                    <a:pt x="3464" y="165649"/>
                  </a:lnTo>
                  <a:lnTo>
                    <a:pt x="4624" y="170831"/>
                  </a:lnTo>
                  <a:lnTo>
                    <a:pt x="5948" y="175973"/>
                  </a:lnTo>
                  <a:lnTo>
                    <a:pt x="7435" y="181071"/>
                  </a:lnTo>
                  <a:lnTo>
                    <a:pt x="9083" y="186119"/>
                  </a:lnTo>
                  <a:lnTo>
                    <a:pt x="10891" y="191112"/>
                  </a:lnTo>
                  <a:lnTo>
                    <a:pt x="12856" y="196045"/>
                  </a:lnTo>
                  <a:lnTo>
                    <a:pt x="14977" y="200913"/>
                  </a:lnTo>
                  <a:lnTo>
                    <a:pt x="17252" y="205712"/>
                  </a:lnTo>
                  <a:lnTo>
                    <a:pt x="19678" y="210436"/>
                  </a:lnTo>
                  <a:lnTo>
                    <a:pt x="22252" y="215080"/>
                  </a:lnTo>
                  <a:lnTo>
                    <a:pt x="24973" y="219640"/>
                  </a:lnTo>
                  <a:lnTo>
                    <a:pt x="27838" y="224112"/>
                  </a:lnTo>
                  <a:lnTo>
                    <a:pt x="30843" y="228490"/>
                  </a:lnTo>
                  <a:lnTo>
                    <a:pt x="33985" y="232770"/>
                  </a:lnTo>
                  <a:lnTo>
                    <a:pt x="37262" y="236949"/>
                  </a:lnTo>
                  <a:lnTo>
                    <a:pt x="40670" y="241022"/>
                  </a:lnTo>
                  <a:lnTo>
                    <a:pt x="44205" y="244984"/>
                  </a:lnTo>
                  <a:lnTo>
                    <a:pt x="47865" y="248832"/>
                  </a:lnTo>
                  <a:lnTo>
                    <a:pt x="51645" y="252561"/>
                  </a:lnTo>
                  <a:lnTo>
                    <a:pt x="55541" y="256169"/>
                  </a:lnTo>
                  <a:lnTo>
                    <a:pt x="59551" y="259651"/>
                  </a:lnTo>
                  <a:lnTo>
                    <a:pt x="63668" y="263004"/>
                  </a:lnTo>
                  <a:lnTo>
                    <a:pt x="67890" y="266225"/>
                  </a:lnTo>
                  <a:lnTo>
                    <a:pt x="72213" y="269310"/>
                  </a:lnTo>
                  <a:lnTo>
                    <a:pt x="76631" y="272256"/>
                  </a:lnTo>
                  <a:lnTo>
                    <a:pt x="81140" y="275060"/>
                  </a:lnTo>
                  <a:lnTo>
                    <a:pt x="85737" y="277719"/>
                  </a:lnTo>
                  <a:lnTo>
                    <a:pt x="90415" y="280231"/>
                  </a:lnTo>
                  <a:lnTo>
                    <a:pt x="95171" y="282594"/>
                  </a:lnTo>
                  <a:lnTo>
                    <a:pt x="99999" y="284804"/>
                  </a:lnTo>
                  <a:lnTo>
                    <a:pt x="104895" y="286860"/>
                  </a:lnTo>
                  <a:lnTo>
                    <a:pt x="109854" y="288759"/>
                  </a:lnTo>
                  <a:lnTo>
                    <a:pt x="114871" y="290499"/>
                  </a:lnTo>
                  <a:lnTo>
                    <a:pt x="119941" y="292080"/>
                  </a:lnTo>
                  <a:lnTo>
                    <a:pt x="125058" y="293498"/>
                  </a:lnTo>
                  <a:lnTo>
                    <a:pt x="130218" y="294754"/>
                  </a:lnTo>
                  <a:lnTo>
                    <a:pt x="135415" y="295844"/>
                  </a:lnTo>
                  <a:lnTo>
                    <a:pt x="140644" y="296770"/>
                  </a:lnTo>
                  <a:lnTo>
                    <a:pt x="145900" y="297528"/>
                  </a:lnTo>
                  <a:lnTo>
                    <a:pt x="151177" y="298120"/>
                  </a:lnTo>
                  <a:lnTo>
                    <a:pt x="156470" y="298543"/>
                  </a:lnTo>
                  <a:lnTo>
                    <a:pt x="161774" y="298798"/>
                  </a:lnTo>
                  <a:lnTo>
                    <a:pt x="167084" y="298885"/>
                  </a:lnTo>
                  <a:lnTo>
                    <a:pt x="172393" y="298802"/>
                  </a:lnTo>
                  <a:lnTo>
                    <a:pt x="177698" y="298552"/>
                  </a:lnTo>
                  <a:lnTo>
                    <a:pt x="182991" y="298132"/>
                  </a:lnTo>
                  <a:lnTo>
                    <a:pt x="188269" y="297545"/>
                  </a:lnTo>
                  <a:lnTo>
                    <a:pt x="193525" y="296791"/>
                  </a:lnTo>
                  <a:lnTo>
                    <a:pt x="198755" y="295870"/>
                  </a:lnTo>
                  <a:lnTo>
                    <a:pt x="203953" y="294783"/>
                  </a:lnTo>
                  <a:lnTo>
                    <a:pt x="209114" y="293532"/>
                  </a:lnTo>
                  <a:lnTo>
                    <a:pt x="214232" y="292118"/>
                  </a:lnTo>
                  <a:lnTo>
                    <a:pt x="219303" y="290541"/>
                  </a:lnTo>
                  <a:lnTo>
                    <a:pt x="224321" y="288805"/>
                  </a:lnTo>
                  <a:lnTo>
                    <a:pt x="229282" y="286910"/>
                  </a:lnTo>
                  <a:lnTo>
                    <a:pt x="234180" y="284858"/>
                  </a:lnTo>
                  <a:lnTo>
                    <a:pt x="239010" y="282652"/>
                  </a:lnTo>
                  <a:lnTo>
                    <a:pt x="243768" y="280293"/>
                  </a:lnTo>
                  <a:lnTo>
                    <a:pt x="248448" y="277785"/>
                  </a:lnTo>
                  <a:lnTo>
                    <a:pt x="253046" y="275129"/>
                  </a:lnTo>
                  <a:lnTo>
                    <a:pt x="257558" y="272328"/>
                  </a:lnTo>
                  <a:lnTo>
                    <a:pt x="261979" y="269386"/>
                  </a:lnTo>
                  <a:lnTo>
                    <a:pt x="266303" y="266305"/>
                  </a:lnTo>
                  <a:lnTo>
                    <a:pt x="270528" y="263087"/>
                  </a:lnTo>
                  <a:lnTo>
                    <a:pt x="274648" y="259738"/>
                  </a:lnTo>
                  <a:lnTo>
                    <a:pt x="278660" y="256259"/>
                  </a:lnTo>
                  <a:lnTo>
                    <a:pt x="282560" y="252654"/>
                  </a:lnTo>
                  <a:lnTo>
                    <a:pt x="286343" y="248928"/>
                  </a:lnTo>
                  <a:lnTo>
                    <a:pt x="290005" y="245083"/>
                  </a:lnTo>
                  <a:lnTo>
                    <a:pt x="293544" y="241123"/>
                  </a:lnTo>
                  <a:lnTo>
                    <a:pt x="296955" y="237054"/>
                  </a:lnTo>
                  <a:lnTo>
                    <a:pt x="300236" y="232878"/>
                  </a:lnTo>
                  <a:lnTo>
                    <a:pt x="303381" y="228600"/>
                  </a:lnTo>
                  <a:lnTo>
                    <a:pt x="306390" y="224224"/>
                  </a:lnTo>
                  <a:lnTo>
                    <a:pt x="309258" y="219755"/>
                  </a:lnTo>
                  <a:lnTo>
                    <a:pt x="311982" y="215197"/>
                  </a:lnTo>
                  <a:lnTo>
                    <a:pt x="314561" y="210554"/>
                  </a:lnTo>
                  <a:lnTo>
                    <a:pt x="316990" y="205833"/>
                  </a:lnTo>
                  <a:lnTo>
                    <a:pt x="319269" y="201036"/>
                  </a:lnTo>
                  <a:lnTo>
                    <a:pt x="321394" y="196169"/>
                  </a:lnTo>
                  <a:lnTo>
                    <a:pt x="323363" y="191238"/>
                  </a:lnTo>
                  <a:lnTo>
                    <a:pt x="325175" y="186246"/>
                  </a:lnTo>
                  <a:lnTo>
                    <a:pt x="326827" y="181200"/>
                  </a:lnTo>
                  <a:lnTo>
                    <a:pt x="328318" y="176103"/>
                  </a:lnTo>
                  <a:lnTo>
                    <a:pt x="329647" y="170962"/>
                  </a:lnTo>
                  <a:lnTo>
                    <a:pt x="330811" y="165781"/>
                  </a:lnTo>
                  <a:lnTo>
                    <a:pt x="331810" y="160565"/>
                  </a:lnTo>
                  <a:lnTo>
                    <a:pt x="332644" y="155321"/>
                  </a:lnTo>
                  <a:lnTo>
                    <a:pt x="333310" y="150053"/>
                  </a:lnTo>
                  <a:lnTo>
                    <a:pt x="333808" y="144766"/>
                  </a:lnTo>
                  <a:lnTo>
                    <a:pt x="334139" y="139466"/>
                  </a:lnTo>
                  <a:lnTo>
                    <a:pt x="334301" y="134158"/>
                  </a:lnTo>
                  <a:lnTo>
                    <a:pt x="334294" y="128848"/>
                  </a:lnTo>
                  <a:lnTo>
                    <a:pt x="334118" y="123541"/>
                  </a:lnTo>
                  <a:lnTo>
                    <a:pt x="333774" y="118241"/>
                  </a:lnTo>
                  <a:lnTo>
                    <a:pt x="333262" y="112956"/>
                  </a:lnTo>
                  <a:lnTo>
                    <a:pt x="332583" y="107689"/>
                  </a:lnTo>
                  <a:lnTo>
                    <a:pt x="331736" y="102447"/>
                  </a:lnTo>
                  <a:lnTo>
                    <a:pt x="330723" y="97234"/>
                  </a:lnTo>
                  <a:lnTo>
                    <a:pt x="329546" y="92056"/>
                  </a:lnTo>
                  <a:lnTo>
                    <a:pt x="328204" y="86918"/>
                  </a:lnTo>
                  <a:lnTo>
                    <a:pt x="326700" y="81826"/>
                  </a:lnTo>
                  <a:lnTo>
                    <a:pt x="325035" y="76783"/>
                  </a:lnTo>
                  <a:lnTo>
                    <a:pt x="323210" y="71796"/>
                  </a:lnTo>
                  <a:lnTo>
                    <a:pt x="321228" y="66870"/>
                  </a:lnTo>
                  <a:lnTo>
                    <a:pt x="319091" y="62009"/>
                  </a:lnTo>
                  <a:lnTo>
                    <a:pt x="316800" y="57218"/>
                  </a:lnTo>
                  <a:lnTo>
                    <a:pt x="314358" y="52502"/>
                  </a:lnTo>
                  <a:lnTo>
                    <a:pt x="311768" y="47867"/>
                  </a:lnTo>
                  <a:lnTo>
                    <a:pt x="309032" y="43316"/>
                  </a:lnTo>
                  <a:lnTo>
                    <a:pt x="167151" y="131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023544" y="941493"/>
              <a:ext cx="141880" cy="167167"/>
            </a:xfrm>
            <a:custGeom>
              <a:avLst/>
              <a:pathLst>
                <a:path w="141880" h="167167">
                  <a:moveTo>
                    <a:pt x="141880" y="78766"/>
                  </a:moveTo>
                  <a:lnTo>
                    <a:pt x="138915" y="74175"/>
                  </a:lnTo>
                  <a:lnTo>
                    <a:pt x="135800" y="69683"/>
                  </a:lnTo>
                  <a:lnTo>
                    <a:pt x="132541" y="65296"/>
                  </a:lnTo>
                  <a:lnTo>
                    <a:pt x="129140" y="61018"/>
                  </a:lnTo>
                  <a:lnTo>
                    <a:pt x="125601" y="56853"/>
                  </a:lnTo>
                  <a:lnTo>
                    <a:pt x="121927" y="52806"/>
                  </a:lnTo>
                  <a:lnTo>
                    <a:pt x="118124" y="48881"/>
                  </a:lnTo>
                  <a:lnTo>
                    <a:pt x="114194" y="45082"/>
                  </a:lnTo>
                  <a:lnTo>
                    <a:pt x="110142" y="41415"/>
                  </a:lnTo>
                  <a:lnTo>
                    <a:pt x="105972" y="37881"/>
                  </a:lnTo>
                  <a:lnTo>
                    <a:pt x="101689" y="34486"/>
                  </a:lnTo>
                  <a:lnTo>
                    <a:pt x="97297" y="31233"/>
                  </a:lnTo>
                  <a:lnTo>
                    <a:pt x="92801" y="28125"/>
                  </a:lnTo>
                  <a:lnTo>
                    <a:pt x="88206" y="25165"/>
                  </a:lnTo>
                  <a:lnTo>
                    <a:pt x="83517" y="22358"/>
                  </a:lnTo>
                  <a:lnTo>
                    <a:pt x="78739" y="19705"/>
                  </a:lnTo>
                  <a:lnTo>
                    <a:pt x="73876" y="17209"/>
                  </a:lnTo>
                  <a:lnTo>
                    <a:pt x="68934" y="14875"/>
                  </a:lnTo>
                  <a:lnTo>
                    <a:pt x="63919" y="12702"/>
                  </a:lnTo>
                  <a:lnTo>
                    <a:pt x="58835" y="10695"/>
                  </a:lnTo>
                  <a:lnTo>
                    <a:pt x="53689" y="8856"/>
                  </a:lnTo>
                  <a:lnTo>
                    <a:pt x="48485" y="7185"/>
                  </a:lnTo>
                  <a:lnTo>
                    <a:pt x="43229" y="5686"/>
                  </a:lnTo>
                  <a:lnTo>
                    <a:pt x="37927" y="4359"/>
                  </a:lnTo>
                  <a:lnTo>
                    <a:pt x="32584" y="3206"/>
                  </a:lnTo>
                  <a:lnTo>
                    <a:pt x="27207" y="2228"/>
                  </a:lnTo>
                  <a:lnTo>
                    <a:pt x="21800" y="1427"/>
                  </a:lnTo>
                  <a:lnTo>
                    <a:pt x="16371" y="803"/>
                  </a:lnTo>
                  <a:lnTo>
                    <a:pt x="10923" y="357"/>
                  </a:lnTo>
                  <a:lnTo>
                    <a:pt x="546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91872" y="941493"/>
              <a:ext cx="94343" cy="167167"/>
            </a:xfrm>
            <a:custGeom>
              <a:avLst/>
              <a:pathLst>
                <a:path w="94343" h="167167">
                  <a:moveTo>
                    <a:pt x="94343" y="0"/>
                  </a:moveTo>
                  <a:lnTo>
                    <a:pt x="88775" y="92"/>
                  </a:lnTo>
                  <a:lnTo>
                    <a:pt x="83213" y="370"/>
                  </a:lnTo>
                  <a:lnTo>
                    <a:pt x="77663" y="834"/>
                  </a:lnTo>
                  <a:lnTo>
                    <a:pt x="72132" y="1482"/>
                  </a:lnTo>
                  <a:lnTo>
                    <a:pt x="66626" y="2313"/>
                  </a:lnTo>
                  <a:lnTo>
                    <a:pt x="61150" y="3328"/>
                  </a:lnTo>
                  <a:lnTo>
                    <a:pt x="55711" y="4524"/>
                  </a:lnTo>
                  <a:lnTo>
                    <a:pt x="50315" y="5901"/>
                  </a:lnTo>
                  <a:lnTo>
                    <a:pt x="44968" y="7457"/>
                  </a:lnTo>
                  <a:lnTo>
                    <a:pt x="39676" y="9191"/>
                  </a:lnTo>
                  <a:lnTo>
                    <a:pt x="34444" y="11099"/>
                  </a:lnTo>
                  <a:lnTo>
                    <a:pt x="29279" y="13181"/>
                  </a:lnTo>
                  <a:lnTo>
                    <a:pt x="24186" y="15433"/>
                  </a:lnTo>
                  <a:lnTo>
                    <a:pt x="19171" y="17854"/>
                  </a:lnTo>
                  <a:lnTo>
                    <a:pt x="14240" y="20441"/>
                  </a:lnTo>
                  <a:lnTo>
                    <a:pt x="9397" y="23191"/>
                  </a:lnTo>
                  <a:lnTo>
                    <a:pt x="4648" y="26100"/>
                  </a:lnTo>
                  <a:lnTo>
                    <a:pt x="0" y="29166"/>
                  </a:lnTo>
                  <a:lnTo>
                    <a:pt x="9434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91872" y="970659"/>
              <a:ext cx="94343" cy="138001"/>
            </a:xfrm>
            <a:custGeom>
              <a:avLst/>
              <a:pathLst>
                <a:path w="94343" h="138001">
                  <a:moveTo>
                    <a:pt x="0" y="0"/>
                  </a:moveTo>
                  <a:lnTo>
                    <a:pt x="94343" y="1380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19048" y="970659"/>
              <a:ext cx="167167" cy="201152"/>
            </a:xfrm>
            <a:custGeom>
              <a:avLst/>
              <a:pathLst>
                <a:path w="167167" h="201152">
                  <a:moveTo>
                    <a:pt x="72824" y="0"/>
                  </a:moveTo>
                  <a:lnTo>
                    <a:pt x="68410" y="3123"/>
                  </a:lnTo>
                  <a:lnTo>
                    <a:pt x="64100" y="6387"/>
                  </a:lnTo>
                  <a:lnTo>
                    <a:pt x="59897" y="9789"/>
                  </a:lnTo>
                  <a:lnTo>
                    <a:pt x="55807" y="13325"/>
                  </a:lnTo>
                  <a:lnTo>
                    <a:pt x="51833" y="16992"/>
                  </a:lnTo>
                  <a:lnTo>
                    <a:pt x="47980" y="20785"/>
                  </a:lnTo>
                  <a:lnTo>
                    <a:pt x="44252" y="24701"/>
                  </a:lnTo>
                  <a:lnTo>
                    <a:pt x="40652" y="28735"/>
                  </a:lnTo>
                  <a:lnTo>
                    <a:pt x="37184" y="32884"/>
                  </a:lnTo>
                  <a:lnTo>
                    <a:pt x="33853" y="37143"/>
                  </a:lnTo>
                  <a:lnTo>
                    <a:pt x="30661" y="41507"/>
                  </a:lnTo>
                  <a:lnTo>
                    <a:pt x="27612" y="45972"/>
                  </a:lnTo>
                  <a:lnTo>
                    <a:pt x="24708" y="50533"/>
                  </a:lnTo>
                  <a:lnTo>
                    <a:pt x="21954" y="55186"/>
                  </a:lnTo>
                  <a:lnTo>
                    <a:pt x="19352" y="59926"/>
                  </a:lnTo>
                  <a:lnTo>
                    <a:pt x="16904" y="64747"/>
                  </a:lnTo>
                  <a:lnTo>
                    <a:pt x="14614" y="69645"/>
                  </a:lnTo>
                  <a:lnTo>
                    <a:pt x="12483" y="74614"/>
                  </a:lnTo>
                  <a:lnTo>
                    <a:pt x="10514" y="79650"/>
                  </a:lnTo>
                  <a:lnTo>
                    <a:pt x="8709" y="84747"/>
                  </a:lnTo>
                  <a:lnTo>
                    <a:pt x="7069" y="89899"/>
                  </a:lnTo>
                  <a:lnTo>
                    <a:pt x="5598" y="95102"/>
                  </a:lnTo>
                  <a:lnTo>
                    <a:pt x="4295" y="100349"/>
                  </a:lnTo>
                  <a:lnTo>
                    <a:pt x="3162" y="105637"/>
                  </a:lnTo>
                  <a:lnTo>
                    <a:pt x="2201" y="110957"/>
                  </a:lnTo>
                  <a:lnTo>
                    <a:pt x="1413" y="116307"/>
                  </a:lnTo>
                  <a:lnTo>
                    <a:pt x="798" y="121678"/>
                  </a:lnTo>
                  <a:lnTo>
                    <a:pt x="357" y="127067"/>
                  </a:lnTo>
                  <a:lnTo>
                    <a:pt x="91" y="132468"/>
                  </a:lnTo>
                  <a:lnTo>
                    <a:pt x="0" y="137874"/>
                  </a:lnTo>
                  <a:lnTo>
                    <a:pt x="83" y="143280"/>
                  </a:lnTo>
                  <a:lnTo>
                    <a:pt x="341" y="148681"/>
                  </a:lnTo>
                  <a:lnTo>
                    <a:pt x="774" y="154071"/>
                  </a:lnTo>
                  <a:lnTo>
                    <a:pt x="1380" y="159443"/>
                  </a:lnTo>
                  <a:lnTo>
                    <a:pt x="2161" y="164794"/>
                  </a:lnTo>
                  <a:lnTo>
                    <a:pt x="3113" y="170116"/>
                  </a:lnTo>
                  <a:lnTo>
                    <a:pt x="4238" y="175405"/>
                  </a:lnTo>
                  <a:lnTo>
                    <a:pt x="5533" y="180654"/>
                  </a:lnTo>
                  <a:lnTo>
                    <a:pt x="6997" y="185859"/>
                  </a:lnTo>
                  <a:lnTo>
                    <a:pt x="8628" y="191014"/>
                  </a:lnTo>
                  <a:lnTo>
                    <a:pt x="10426" y="196114"/>
                  </a:lnTo>
                  <a:lnTo>
                    <a:pt x="12387" y="201152"/>
                  </a:lnTo>
                  <a:lnTo>
                    <a:pt x="167167" y="1380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331436" y="941493"/>
              <a:ext cx="321934" cy="334331"/>
            </a:xfrm>
            <a:custGeom>
              <a:avLst/>
              <a:pathLst>
                <a:path w="321934" h="334331">
                  <a:moveTo>
                    <a:pt x="0" y="230319"/>
                  </a:moveTo>
                  <a:lnTo>
                    <a:pt x="2086" y="235208"/>
                  </a:lnTo>
                  <a:lnTo>
                    <a:pt x="4326" y="240029"/>
                  </a:lnTo>
                  <a:lnTo>
                    <a:pt x="6719" y="244776"/>
                  </a:lnTo>
                  <a:lnTo>
                    <a:pt x="9262" y="249444"/>
                  </a:lnTo>
                  <a:lnTo>
                    <a:pt x="11951" y="254030"/>
                  </a:lnTo>
                  <a:lnTo>
                    <a:pt x="14785" y="258527"/>
                  </a:lnTo>
                  <a:lnTo>
                    <a:pt x="17761" y="262932"/>
                  </a:lnTo>
                  <a:lnTo>
                    <a:pt x="20875" y="267240"/>
                  </a:lnTo>
                  <a:lnTo>
                    <a:pt x="24125" y="271447"/>
                  </a:lnTo>
                  <a:lnTo>
                    <a:pt x="27507" y="275549"/>
                  </a:lnTo>
                  <a:lnTo>
                    <a:pt x="31017" y="279541"/>
                  </a:lnTo>
                  <a:lnTo>
                    <a:pt x="34653" y="283419"/>
                  </a:lnTo>
                  <a:lnTo>
                    <a:pt x="38410" y="287180"/>
                  </a:lnTo>
                  <a:lnTo>
                    <a:pt x="42285" y="290819"/>
                  </a:lnTo>
                  <a:lnTo>
                    <a:pt x="46273" y="294334"/>
                  </a:lnTo>
                  <a:lnTo>
                    <a:pt x="50372" y="297719"/>
                  </a:lnTo>
                  <a:lnTo>
                    <a:pt x="54575" y="300973"/>
                  </a:lnTo>
                  <a:lnTo>
                    <a:pt x="58881" y="304092"/>
                  </a:lnTo>
                  <a:lnTo>
                    <a:pt x="63283" y="307072"/>
                  </a:lnTo>
                  <a:lnTo>
                    <a:pt x="67777" y="309910"/>
                  </a:lnTo>
                  <a:lnTo>
                    <a:pt x="72360" y="312604"/>
                  </a:lnTo>
                  <a:lnTo>
                    <a:pt x="77026" y="315151"/>
                  </a:lnTo>
                  <a:lnTo>
                    <a:pt x="81771" y="317549"/>
                  </a:lnTo>
                  <a:lnTo>
                    <a:pt x="86589" y="319794"/>
                  </a:lnTo>
                  <a:lnTo>
                    <a:pt x="91477" y="321885"/>
                  </a:lnTo>
                  <a:lnTo>
                    <a:pt x="96428" y="323820"/>
                  </a:lnTo>
                  <a:lnTo>
                    <a:pt x="101439" y="325596"/>
                  </a:lnTo>
                  <a:lnTo>
                    <a:pt x="106503" y="327212"/>
                  </a:lnTo>
                  <a:lnTo>
                    <a:pt x="111616" y="328666"/>
                  </a:lnTo>
                  <a:lnTo>
                    <a:pt x="116773" y="329957"/>
                  </a:lnTo>
                  <a:lnTo>
                    <a:pt x="121968" y="331083"/>
                  </a:lnTo>
                  <a:lnTo>
                    <a:pt x="127197" y="332043"/>
                  </a:lnTo>
                  <a:lnTo>
                    <a:pt x="132453" y="332837"/>
                  </a:lnTo>
                  <a:lnTo>
                    <a:pt x="137732" y="333463"/>
                  </a:lnTo>
                  <a:lnTo>
                    <a:pt x="143028" y="333921"/>
                  </a:lnTo>
                  <a:lnTo>
                    <a:pt x="148336" y="334210"/>
                  </a:lnTo>
                  <a:lnTo>
                    <a:pt x="153651" y="334331"/>
                  </a:lnTo>
                  <a:lnTo>
                    <a:pt x="158967" y="334282"/>
                  </a:lnTo>
                  <a:lnTo>
                    <a:pt x="164278" y="334064"/>
                  </a:lnTo>
                  <a:lnTo>
                    <a:pt x="169580" y="333678"/>
                  </a:lnTo>
                  <a:lnTo>
                    <a:pt x="174867" y="333123"/>
                  </a:lnTo>
                  <a:lnTo>
                    <a:pt x="180134" y="332400"/>
                  </a:lnTo>
                  <a:lnTo>
                    <a:pt x="185374" y="331511"/>
                  </a:lnTo>
                  <a:lnTo>
                    <a:pt x="190585" y="330455"/>
                  </a:lnTo>
                  <a:lnTo>
                    <a:pt x="195758" y="329234"/>
                  </a:lnTo>
                  <a:lnTo>
                    <a:pt x="200891" y="327849"/>
                  </a:lnTo>
                  <a:lnTo>
                    <a:pt x="205976" y="326302"/>
                  </a:lnTo>
                  <a:lnTo>
                    <a:pt x="211010" y="324593"/>
                  </a:lnTo>
                  <a:lnTo>
                    <a:pt x="215988" y="322726"/>
                  </a:lnTo>
                  <a:lnTo>
                    <a:pt x="220903" y="320701"/>
                  </a:lnTo>
                  <a:lnTo>
                    <a:pt x="225751" y="318521"/>
                  </a:lnTo>
                  <a:lnTo>
                    <a:pt x="230528" y="316188"/>
                  </a:lnTo>
                  <a:lnTo>
                    <a:pt x="235228" y="313704"/>
                  </a:lnTo>
                  <a:lnTo>
                    <a:pt x="239846" y="311072"/>
                  </a:lnTo>
                  <a:lnTo>
                    <a:pt x="244379" y="308294"/>
                  </a:lnTo>
                  <a:lnTo>
                    <a:pt x="248821" y="305374"/>
                  </a:lnTo>
                  <a:lnTo>
                    <a:pt x="253168" y="302314"/>
                  </a:lnTo>
                  <a:lnTo>
                    <a:pt x="257415" y="299117"/>
                  </a:lnTo>
                  <a:lnTo>
                    <a:pt x="261559" y="295787"/>
                  </a:lnTo>
                  <a:lnTo>
                    <a:pt x="265594" y="292327"/>
                  </a:lnTo>
                  <a:lnTo>
                    <a:pt x="269518" y="288740"/>
                  </a:lnTo>
                  <a:lnTo>
                    <a:pt x="273325" y="285030"/>
                  </a:lnTo>
                  <a:lnTo>
                    <a:pt x="277013" y="281201"/>
                  </a:lnTo>
                  <a:lnTo>
                    <a:pt x="280577" y="277257"/>
                  </a:lnTo>
                  <a:lnTo>
                    <a:pt x="284014" y="273202"/>
                  </a:lnTo>
                  <a:lnTo>
                    <a:pt x="287320" y="269039"/>
                  </a:lnTo>
                  <a:lnTo>
                    <a:pt x="290492" y="264773"/>
                  </a:lnTo>
                  <a:lnTo>
                    <a:pt x="293527" y="260409"/>
                  </a:lnTo>
                  <a:lnTo>
                    <a:pt x="296422" y="255950"/>
                  </a:lnTo>
                  <a:lnTo>
                    <a:pt x="299173" y="251401"/>
                  </a:lnTo>
                  <a:lnTo>
                    <a:pt x="301778" y="246768"/>
                  </a:lnTo>
                  <a:lnTo>
                    <a:pt x="304235" y="242053"/>
                  </a:lnTo>
                  <a:lnTo>
                    <a:pt x="306541" y="237263"/>
                  </a:lnTo>
                  <a:lnTo>
                    <a:pt x="308693" y="232403"/>
                  </a:lnTo>
                  <a:lnTo>
                    <a:pt x="310689" y="227476"/>
                  </a:lnTo>
                  <a:lnTo>
                    <a:pt x="312528" y="222488"/>
                  </a:lnTo>
                  <a:lnTo>
                    <a:pt x="314207" y="217444"/>
                  </a:lnTo>
                  <a:lnTo>
                    <a:pt x="315725" y="212350"/>
                  </a:lnTo>
                  <a:lnTo>
                    <a:pt x="317080" y="207209"/>
                  </a:lnTo>
                  <a:lnTo>
                    <a:pt x="318271" y="202028"/>
                  </a:lnTo>
                  <a:lnTo>
                    <a:pt x="319297" y="196812"/>
                  </a:lnTo>
                  <a:lnTo>
                    <a:pt x="320157" y="191566"/>
                  </a:lnTo>
                  <a:lnTo>
                    <a:pt x="320849" y="186296"/>
                  </a:lnTo>
                  <a:lnTo>
                    <a:pt x="321373" y="181006"/>
                  </a:lnTo>
                  <a:lnTo>
                    <a:pt x="321729" y="175702"/>
                  </a:lnTo>
                  <a:lnTo>
                    <a:pt x="321916" y="170389"/>
                  </a:lnTo>
                  <a:lnTo>
                    <a:pt x="321934" y="165073"/>
                  </a:lnTo>
                  <a:lnTo>
                    <a:pt x="321783" y="159759"/>
                  </a:lnTo>
                  <a:lnTo>
                    <a:pt x="321463" y="154453"/>
                  </a:lnTo>
                  <a:lnTo>
                    <a:pt x="320974" y="149160"/>
                  </a:lnTo>
                  <a:lnTo>
                    <a:pt x="320318" y="143884"/>
                  </a:lnTo>
                  <a:lnTo>
                    <a:pt x="319494" y="138633"/>
                  </a:lnTo>
                  <a:lnTo>
                    <a:pt x="318503" y="133410"/>
                  </a:lnTo>
                  <a:lnTo>
                    <a:pt x="317347" y="128221"/>
                  </a:lnTo>
                  <a:lnTo>
                    <a:pt x="316026" y="123072"/>
                  </a:lnTo>
                  <a:lnTo>
                    <a:pt x="314543" y="117967"/>
                  </a:lnTo>
                  <a:lnTo>
                    <a:pt x="312898" y="112912"/>
                  </a:lnTo>
                  <a:lnTo>
                    <a:pt x="311093" y="107912"/>
                  </a:lnTo>
                  <a:lnTo>
                    <a:pt x="309129" y="102972"/>
                  </a:lnTo>
                  <a:lnTo>
                    <a:pt x="307010" y="98097"/>
                  </a:lnTo>
                  <a:lnTo>
                    <a:pt x="304737" y="93291"/>
                  </a:lnTo>
                  <a:lnTo>
                    <a:pt x="302312" y="88560"/>
                  </a:lnTo>
                  <a:lnTo>
                    <a:pt x="299738" y="83909"/>
                  </a:lnTo>
                  <a:lnTo>
                    <a:pt x="297018" y="79342"/>
                  </a:lnTo>
                  <a:lnTo>
                    <a:pt x="294153" y="74864"/>
                  </a:lnTo>
                  <a:lnTo>
                    <a:pt x="291148" y="70479"/>
                  </a:lnTo>
                  <a:lnTo>
                    <a:pt x="288005" y="66192"/>
                  </a:lnTo>
                  <a:lnTo>
                    <a:pt x="284727" y="62007"/>
                  </a:lnTo>
                  <a:lnTo>
                    <a:pt x="281317" y="57928"/>
                  </a:lnTo>
                  <a:lnTo>
                    <a:pt x="277780" y="53960"/>
                  </a:lnTo>
                  <a:lnTo>
                    <a:pt x="274118" y="50106"/>
                  </a:lnTo>
                  <a:lnTo>
                    <a:pt x="270336" y="46371"/>
                  </a:lnTo>
                  <a:lnTo>
                    <a:pt x="266437" y="42758"/>
                  </a:lnTo>
                  <a:lnTo>
                    <a:pt x="262425" y="39271"/>
                  </a:lnTo>
                  <a:lnTo>
                    <a:pt x="258303" y="35913"/>
                  </a:lnTo>
                  <a:lnTo>
                    <a:pt x="254078" y="32687"/>
                  </a:lnTo>
                  <a:lnTo>
                    <a:pt x="249752" y="29598"/>
                  </a:lnTo>
                  <a:lnTo>
                    <a:pt x="245329" y="26648"/>
                  </a:lnTo>
                  <a:lnTo>
                    <a:pt x="240816" y="23840"/>
                  </a:lnTo>
                  <a:lnTo>
                    <a:pt x="236215" y="21177"/>
                  </a:lnTo>
                  <a:lnTo>
                    <a:pt x="231532" y="18661"/>
                  </a:lnTo>
                  <a:lnTo>
                    <a:pt x="226771" y="16296"/>
                  </a:lnTo>
                  <a:lnTo>
                    <a:pt x="221938" y="14083"/>
                  </a:lnTo>
                  <a:lnTo>
                    <a:pt x="217036" y="12025"/>
                  </a:lnTo>
                  <a:lnTo>
                    <a:pt x="212072" y="10124"/>
                  </a:lnTo>
                  <a:lnTo>
                    <a:pt x="207050" y="8382"/>
                  </a:lnTo>
                  <a:lnTo>
                    <a:pt x="201974" y="6800"/>
                  </a:lnTo>
                  <a:lnTo>
                    <a:pt x="196851" y="5380"/>
                  </a:lnTo>
                  <a:lnTo>
                    <a:pt x="191686" y="4124"/>
                  </a:lnTo>
                  <a:lnTo>
                    <a:pt x="186483" y="3033"/>
                  </a:lnTo>
                  <a:lnTo>
                    <a:pt x="181248" y="2108"/>
                  </a:lnTo>
                  <a:lnTo>
                    <a:pt x="175987" y="1350"/>
                  </a:lnTo>
                  <a:lnTo>
                    <a:pt x="170704" y="760"/>
                  </a:lnTo>
                  <a:lnTo>
                    <a:pt x="165405" y="338"/>
                  </a:lnTo>
                  <a:lnTo>
                    <a:pt x="160095" y="84"/>
                  </a:lnTo>
                  <a:lnTo>
                    <a:pt x="154779" y="0"/>
                  </a:lnTo>
                  <a:lnTo>
                    <a:pt x="1547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797336" y="1071028"/>
              <a:ext cx="237633" cy="334322"/>
            </a:xfrm>
            <a:custGeom>
              <a:avLst/>
              <a:pathLst>
                <a:path w="237633" h="334322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3" y="766"/>
                  </a:lnTo>
                  <a:lnTo>
                    <a:pt x="145868" y="1362"/>
                  </a:lnTo>
                  <a:lnTo>
                    <a:pt x="140585" y="2126"/>
                  </a:lnTo>
                  <a:lnTo>
                    <a:pt x="135328" y="3059"/>
                  </a:lnTo>
                  <a:lnTo>
                    <a:pt x="130105" y="4159"/>
                  </a:lnTo>
                  <a:lnTo>
                    <a:pt x="124919" y="5425"/>
                  </a:lnTo>
                  <a:lnTo>
                    <a:pt x="119776" y="6857"/>
                  </a:lnTo>
                  <a:lnTo>
                    <a:pt x="114681" y="8452"/>
                  </a:lnTo>
                  <a:lnTo>
                    <a:pt x="109640" y="10208"/>
                  </a:lnTo>
                  <a:lnTo>
                    <a:pt x="104658" y="12125"/>
                  </a:lnTo>
                  <a:lnTo>
                    <a:pt x="99740" y="14200"/>
                  </a:lnTo>
                  <a:lnTo>
                    <a:pt x="94890" y="16431"/>
                  </a:lnTo>
                  <a:lnTo>
                    <a:pt x="90114" y="18815"/>
                  </a:lnTo>
                  <a:lnTo>
                    <a:pt x="85416" y="21351"/>
                  </a:lnTo>
                  <a:lnTo>
                    <a:pt x="80802" y="24036"/>
                  </a:lnTo>
                  <a:lnTo>
                    <a:pt x="76276" y="26866"/>
                  </a:lnTo>
                  <a:lnTo>
                    <a:pt x="71842" y="29840"/>
                  </a:lnTo>
                  <a:lnTo>
                    <a:pt x="67506" y="32953"/>
                  </a:lnTo>
                  <a:lnTo>
                    <a:pt x="63272" y="36204"/>
                  </a:lnTo>
                  <a:lnTo>
                    <a:pt x="59143" y="39588"/>
                  </a:lnTo>
                  <a:lnTo>
                    <a:pt x="55124" y="43102"/>
                  </a:lnTo>
                  <a:lnTo>
                    <a:pt x="51220" y="46743"/>
                  </a:lnTo>
                  <a:lnTo>
                    <a:pt x="47434" y="50506"/>
                  </a:lnTo>
                  <a:lnTo>
                    <a:pt x="43770" y="54389"/>
                  </a:lnTo>
                  <a:lnTo>
                    <a:pt x="40232" y="58386"/>
                  </a:lnTo>
                  <a:lnTo>
                    <a:pt x="36824" y="62494"/>
                  </a:lnTo>
                  <a:lnTo>
                    <a:pt x="33548" y="66710"/>
                  </a:lnTo>
                  <a:lnTo>
                    <a:pt x="30408" y="71027"/>
                  </a:lnTo>
                  <a:lnTo>
                    <a:pt x="27408" y="75443"/>
                  </a:lnTo>
                  <a:lnTo>
                    <a:pt x="24551" y="79952"/>
                  </a:lnTo>
                  <a:lnTo>
                    <a:pt x="21839" y="84550"/>
                  </a:lnTo>
                  <a:lnTo>
                    <a:pt x="19275" y="89232"/>
                  </a:lnTo>
                  <a:lnTo>
                    <a:pt x="16862" y="93994"/>
                  </a:lnTo>
                  <a:lnTo>
                    <a:pt x="14602" y="98831"/>
                  </a:lnTo>
                  <a:lnTo>
                    <a:pt x="12498" y="103737"/>
                  </a:lnTo>
                  <a:lnTo>
                    <a:pt x="10552" y="108707"/>
                  </a:lnTo>
                  <a:lnTo>
                    <a:pt x="8765" y="113738"/>
                  </a:lnTo>
                  <a:lnTo>
                    <a:pt x="7140" y="118823"/>
                  </a:lnTo>
                  <a:lnTo>
                    <a:pt x="5678" y="123957"/>
                  </a:lnTo>
                  <a:lnTo>
                    <a:pt x="4380" y="129135"/>
                  </a:lnTo>
                  <a:lnTo>
                    <a:pt x="3249" y="134352"/>
                  </a:lnTo>
                  <a:lnTo>
                    <a:pt x="2285" y="139603"/>
                  </a:lnTo>
                  <a:lnTo>
                    <a:pt x="1489" y="144881"/>
                  </a:lnTo>
                  <a:lnTo>
                    <a:pt x="862" y="150183"/>
                  </a:lnTo>
                  <a:lnTo>
                    <a:pt x="404" y="155501"/>
                  </a:lnTo>
                  <a:lnTo>
                    <a:pt x="117" y="160832"/>
                  </a:lnTo>
                  <a:lnTo>
                    <a:pt x="0" y="166169"/>
                  </a:lnTo>
                  <a:lnTo>
                    <a:pt x="53" y="171507"/>
                  </a:lnTo>
                  <a:lnTo>
                    <a:pt x="277" y="176841"/>
                  </a:lnTo>
                  <a:lnTo>
                    <a:pt x="671" y="182164"/>
                  </a:lnTo>
                  <a:lnTo>
                    <a:pt x="1234" y="187473"/>
                  </a:lnTo>
                  <a:lnTo>
                    <a:pt x="1967" y="192761"/>
                  </a:lnTo>
                  <a:lnTo>
                    <a:pt x="2869" y="198022"/>
                  </a:lnTo>
                  <a:lnTo>
                    <a:pt x="3938" y="203252"/>
                  </a:lnTo>
                  <a:lnTo>
                    <a:pt x="5173" y="208446"/>
                  </a:lnTo>
                  <a:lnTo>
                    <a:pt x="6574" y="213597"/>
                  </a:lnTo>
                  <a:lnTo>
                    <a:pt x="8138" y="218701"/>
                  </a:lnTo>
                  <a:lnTo>
                    <a:pt x="9865" y="223752"/>
                  </a:lnTo>
                  <a:lnTo>
                    <a:pt x="11752" y="228746"/>
                  </a:lnTo>
                  <a:lnTo>
                    <a:pt x="13797" y="233677"/>
                  </a:lnTo>
                  <a:lnTo>
                    <a:pt x="15999" y="238540"/>
                  </a:lnTo>
                  <a:lnTo>
                    <a:pt x="18355" y="243330"/>
                  </a:lnTo>
                  <a:lnTo>
                    <a:pt x="20863" y="248043"/>
                  </a:lnTo>
                  <a:lnTo>
                    <a:pt x="23520" y="252673"/>
                  </a:lnTo>
                  <a:lnTo>
                    <a:pt x="26323" y="257216"/>
                  </a:lnTo>
                  <a:lnTo>
                    <a:pt x="29270" y="261667"/>
                  </a:lnTo>
                  <a:lnTo>
                    <a:pt x="32358" y="266022"/>
                  </a:lnTo>
                  <a:lnTo>
                    <a:pt x="35583" y="270276"/>
                  </a:lnTo>
                  <a:lnTo>
                    <a:pt x="38942" y="274424"/>
                  </a:lnTo>
                  <a:lnTo>
                    <a:pt x="42432" y="278464"/>
                  </a:lnTo>
                  <a:lnTo>
                    <a:pt x="46050" y="282390"/>
                  </a:lnTo>
                  <a:lnTo>
                    <a:pt x="49791" y="286198"/>
                  </a:lnTo>
                  <a:lnTo>
                    <a:pt x="53651" y="289885"/>
                  </a:lnTo>
                  <a:lnTo>
                    <a:pt x="57627" y="293447"/>
                  </a:lnTo>
                  <a:lnTo>
                    <a:pt x="61715" y="296880"/>
                  </a:lnTo>
                  <a:lnTo>
                    <a:pt x="65911" y="300181"/>
                  </a:lnTo>
                  <a:lnTo>
                    <a:pt x="70209" y="303346"/>
                  </a:lnTo>
                  <a:lnTo>
                    <a:pt x="74607" y="306372"/>
                  </a:lnTo>
                  <a:lnTo>
                    <a:pt x="79099" y="309257"/>
                  </a:lnTo>
                  <a:lnTo>
                    <a:pt x="83681" y="311996"/>
                  </a:lnTo>
                  <a:lnTo>
                    <a:pt x="88348" y="314588"/>
                  </a:lnTo>
                  <a:lnTo>
                    <a:pt x="93095" y="317029"/>
                  </a:lnTo>
                  <a:lnTo>
                    <a:pt x="97918" y="319318"/>
                  </a:lnTo>
                  <a:lnTo>
                    <a:pt x="102811" y="321451"/>
                  </a:lnTo>
                  <a:lnTo>
                    <a:pt x="107771" y="323428"/>
                  </a:lnTo>
                  <a:lnTo>
                    <a:pt x="112790" y="325244"/>
                  </a:lnTo>
                  <a:lnTo>
                    <a:pt x="117865" y="326900"/>
                  </a:lnTo>
                  <a:lnTo>
                    <a:pt x="122991" y="328392"/>
                  </a:lnTo>
                  <a:lnTo>
                    <a:pt x="128161" y="329721"/>
                  </a:lnTo>
                  <a:lnTo>
                    <a:pt x="133371" y="330883"/>
                  </a:lnTo>
                  <a:lnTo>
                    <a:pt x="138616" y="331879"/>
                  </a:lnTo>
                  <a:lnTo>
                    <a:pt x="143890" y="332706"/>
                  </a:lnTo>
                  <a:lnTo>
                    <a:pt x="149187" y="333365"/>
                  </a:lnTo>
                  <a:lnTo>
                    <a:pt x="154503" y="333854"/>
                  </a:lnTo>
                  <a:lnTo>
                    <a:pt x="159832" y="334174"/>
                  </a:lnTo>
                  <a:lnTo>
                    <a:pt x="165168" y="334322"/>
                  </a:lnTo>
                  <a:lnTo>
                    <a:pt x="170506" y="334301"/>
                  </a:lnTo>
                  <a:lnTo>
                    <a:pt x="175841" y="334109"/>
                  </a:lnTo>
                  <a:lnTo>
                    <a:pt x="181167" y="333747"/>
                  </a:lnTo>
                  <a:lnTo>
                    <a:pt x="186479" y="333215"/>
                  </a:lnTo>
                  <a:lnTo>
                    <a:pt x="191771" y="332513"/>
                  </a:lnTo>
                  <a:lnTo>
                    <a:pt x="197038" y="331643"/>
                  </a:lnTo>
                  <a:lnTo>
                    <a:pt x="202274" y="330606"/>
                  </a:lnTo>
                  <a:lnTo>
                    <a:pt x="207475" y="329401"/>
                  </a:lnTo>
                  <a:lnTo>
                    <a:pt x="212634" y="328031"/>
                  </a:lnTo>
                  <a:lnTo>
                    <a:pt x="217748" y="326498"/>
                  </a:lnTo>
                  <a:lnTo>
                    <a:pt x="222809" y="324801"/>
                  </a:lnTo>
                  <a:lnTo>
                    <a:pt x="227814" y="322944"/>
                  </a:lnTo>
                  <a:lnTo>
                    <a:pt x="232757" y="320928"/>
                  </a:lnTo>
                  <a:lnTo>
                    <a:pt x="237633" y="318755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964501" y="1238196"/>
              <a:ext cx="70469" cy="151588"/>
            </a:xfrm>
            <a:custGeom>
              <a:avLst/>
              <a:pathLst>
                <a:path w="70469" h="151588">
                  <a:moveTo>
                    <a:pt x="70469" y="15158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964501" y="1074070"/>
              <a:ext cx="167158" cy="315714"/>
            </a:xfrm>
            <a:custGeom>
              <a:avLst/>
              <a:pathLst>
                <a:path w="167158" h="315714">
                  <a:moveTo>
                    <a:pt x="70469" y="315714"/>
                  </a:moveTo>
                  <a:lnTo>
                    <a:pt x="75259" y="313394"/>
                  </a:lnTo>
                  <a:lnTo>
                    <a:pt x="79973" y="310922"/>
                  </a:lnTo>
                  <a:lnTo>
                    <a:pt x="84605" y="308302"/>
                  </a:lnTo>
                  <a:lnTo>
                    <a:pt x="89152" y="305535"/>
                  </a:lnTo>
                  <a:lnTo>
                    <a:pt x="93609" y="302625"/>
                  </a:lnTo>
                  <a:lnTo>
                    <a:pt x="97971" y="299575"/>
                  </a:lnTo>
                  <a:lnTo>
                    <a:pt x="102233" y="296388"/>
                  </a:lnTo>
                  <a:lnTo>
                    <a:pt x="106392" y="293066"/>
                  </a:lnTo>
                  <a:lnTo>
                    <a:pt x="110443" y="289614"/>
                  </a:lnTo>
                  <a:lnTo>
                    <a:pt x="114382" y="286034"/>
                  </a:lnTo>
                  <a:lnTo>
                    <a:pt x="118205" y="282331"/>
                  </a:lnTo>
                  <a:lnTo>
                    <a:pt x="121908" y="278508"/>
                  </a:lnTo>
                  <a:lnTo>
                    <a:pt x="125487" y="274569"/>
                  </a:lnTo>
                  <a:lnTo>
                    <a:pt x="128940" y="270518"/>
                  </a:lnTo>
                  <a:lnTo>
                    <a:pt x="132261" y="266359"/>
                  </a:lnTo>
                  <a:lnTo>
                    <a:pt x="135449" y="262097"/>
                  </a:lnTo>
                  <a:lnTo>
                    <a:pt x="138499" y="257735"/>
                  </a:lnTo>
                  <a:lnTo>
                    <a:pt x="141409" y="253279"/>
                  </a:lnTo>
                  <a:lnTo>
                    <a:pt x="144176" y="248732"/>
                  </a:lnTo>
                  <a:lnTo>
                    <a:pt x="146796" y="244099"/>
                  </a:lnTo>
                  <a:lnTo>
                    <a:pt x="149268" y="239385"/>
                  </a:lnTo>
                  <a:lnTo>
                    <a:pt x="151588" y="234595"/>
                  </a:lnTo>
                  <a:lnTo>
                    <a:pt x="153754" y="229733"/>
                  </a:lnTo>
                  <a:lnTo>
                    <a:pt x="155765" y="224805"/>
                  </a:lnTo>
                  <a:lnTo>
                    <a:pt x="157618" y="219816"/>
                  </a:lnTo>
                  <a:lnTo>
                    <a:pt x="159311" y="214770"/>
                  </a:lnTo>
                  <a:lnTo>
                    <a:pt x="160842" y="209672"/>
                  </a:lnTo>
                  <a:lnTo>
                    <a:pt x="162211" y="204529"/>
                  </a:lnTo>
                  <a:lnTo>
                    <a:pt x="163415" y="199344"/>
                  </a:lnTo>
                  <a:lnTo>
                    <a:pt x="164453" y="194124"/>
                  </a:lnTo>
                  <a:lnTo>
                    <a:pt x="165325" y="188874"/>
                  </a:lnTo>
                  <a:lnTo>
                    <a:pt x="166029" y="183598"/>
                  </a:lnTo>
                  <a:lnTo>
                    <a:pt x="166565" y="178302"/>
                  </a:lnTo>
                  <a:lnTo>
                    <a:pt x="166932" y="172993"/>
                  </a:lnTo>
                  <a:lnTo>
                    <a:pt x="167129" y="167674"/>
                  </a:lnTo>
                  <a:lnTo>
                    <a:pt x="167158" y="162351"/>
                  </a:lnTo>
                  <a:lnTo>
                    <a:pt x="167016" y="157031"/>
                  </a:lnTo>
                  <a:lnTo>
                    <a:pt x="166706" y="151717"/>
                  </a:lnTo>
                  <a:lnTo>
                    <a:pt x="166226" y="146417"/>
                  </a:lnTo>
                  <a:lnTo>
                    <a:pt x="165578" y="141134"/>
                  </a:lnTo>
                  <a:lnTo>
                    <a:pt x="164762" y="135874"/>
                  </a:lnTo>
                  <a:lnTo>
                    <a:pt x="163779" y="130643"/>
                  </a:lnTo>
                  <a:lnTo>
                    <a:pt x="162631" y="125446"/>
                  </a:lnTo>
                  <a:lnTo>
                    <a:pt x="161317" y="120289"/>
                  </a:lnTo>
                  <a:lnTo>
                    <a:pt x="159839" y="115175"/>
                  </a:lnTo>
                  <a:lnTo>
                    <a:pt x="158200" y="110111"/>
                  </a:lnTo>
                  <a:lnTo>
                    <a:pt x="156400" y="105103"/>
                  </a:lnTo>
                  <a:lnTo>
                    <a:pt x="154442" y="100153"/>
                  </a:lnTo>
                  <a:lnTo>
                    <a:pt x="152327" y="95269"/>
                  </a:lnTo>
                  <a:lnTo>
                    <a:pt x="150058" y="90455"/>
                  </a:lnTo>
                  <a:lnTo>
                    <a:pt x="147637" y="85715"/>
                  </a:lnTo>
                  <a:lnTo>
                    <a:pt x="145066" y="81055"/>
                  </a:lnTo>
                  <a:lnTo>
                    <a:pt x="142347" y="76479"/>
                  </a:lnTo>
                  <a:lnTo>
                    <a:pt x="139485" y="71991"/>
                  </a:lnTo>
                  <a:lnTo>
                    <a:pt x="136481" y="67597"/>
                  </a:lnTo>
                  <a:lnTo>
                    <a:pt x="133339" y="63301"/>
                  </a:lnTo>
                  <a:lnTo>
                    <a:pt x="130062" y="59108"/>
                  </a:lnTo>
                  <a:lnTo>
                    <a:pt x="126653" y="55020"/>
                  </a:lnTo>
                  <a:lnTo>
                    <a:pt x="123115" y="51044"/>
                  </a:lnTo>
                  <a:lnTo>
                    <a:pt x="119453" y="47182"/>
                  </a:lnTo>
                  <a:lnTo>
                    <a:pt x="115669" y="43438"/>
                  </a:lnTo>
                  <a:lnTo>
                    <a:pt x="111768" y="39817"/>
                  </a:lnTo>
                  <a:lnTo>
                    <a:pt x="107754" y="36322"/>
                  </a:lnTo>
                  <a:lnTo>
                    <a:pt x="103631" y="32956"/>
                  </a:lnTo>
                  <a:lnTo>
                    <a:pt x="99403" y="29723"/>
                  </a:lnTo>
                  <a:lnTo>
                    <a:pt x="95074" y="26627"/>
                  </a:lnTo>
                  <a:lnTo>
                    <a:pt x="90648" y="23670"/>
                  </a:lnTo>
                  <a:lnTo>
                    <a:pt x="86131" y="20855"/>
                  </a:lnTo>
                  <a:lnTo>
                    <a:pt x="81526" y="18186"/>
                  </a:lnTo>
                  <a:lnTo>
                    <a:pt x="76839" y="15665"/>
                  </a:lnTo>
                  <a:lnTo>
                    <a:pt x="72074" y="13294"/>
                  </a:lnTo>
                  <a:lnTo>
                    <a:pt x="67235" y="11076"/>
                  </a:lnTo>
                  <a:lnTo>
                    <a:pt x="62329" y="9013"/>
                  </a:lnTo>
                  <a:lnTo>
                    <a:pt x="57359" y="7107"/>
                  </a:lnTo>
                  <a:lnTo>
                    <a:pt x="52332" y="5361"/>
                  </a:lnTo>
                  <a:lnTo>
                    <a:pt x="47251" y="3775"/>
                  </a:lnTo>
                  <a:lnTo>
                    <a:pt x="42122" y="2352"/>
                  </a:lnTo>
                  <a:lnTo>
                    <a:pt x="36951" y="1093"/>
                  </a:lnTo>
                  <a:lnTo>
                    <a:pt x="31742" y="0"/>
                  </a:lnTo>
                  <a:lnTo>
                    <a:pt x="0" y="164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071028"/>
              <a:ext cx="31742" cy="167167"/>
            </a:xfrm>
            <a:custGeom>
              <a:avLst/>
              <a:pathLst>
                <a:path w="31742" h="167167">
                  <a:moveTo>
                    <a:pt x="31742" y="3041"/>
                  </a:moveTo>
                  <a:lnTo>
                    <a:pt x="25449" y="1948"/>
                  </a:lnTo>
                  <a:lnTo>
                    <a:pt x="19119" y="1097"/>
                  </a:lnTo>
                  <a:lnTo>
                    <a:pt x="12762" y="487"/>
                  </a:lnTo>
                  <a:lnTo>
                    <a:pt x="638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4995" y="1322571"/>
              <a:ext cx="143725" cy="167167"/>
            </a:xfrm>
            <a:custGeom>
              <a:avLst/>
              <a:pathLst>
                <a:path w="143725" h="167167">
                  <a:moveTo>
                    <a:pt x="143725" y="0"/>
                  </a:moveTo>
                  <a:lnTo>
                    <a:pt x="138146" y="93"/>
                  </a:lnTo>
                  <a:lnTo>
                    <a:pt x="132573" y="372"/>
                  </a:lnTo>
                  <a:lnTo>
                    <a:pt x="127012" y="837"/>
                  </a:lnTo>
                  <a:lnTo>
                    <a:pt x="121470" y="1487"/>
                  </a:lnTo>
                  <a:lnTo>
                    <a:pt x="115953" y="2323"/>
                  </a:lnTo>
                  <a:lnTo>
                    <a:pt x="110467" y="3341"/>
                  </a:lnTo>
                  <a:lnTo>
                    <a:pt x="105018" y="4543"/>
                  </a:lnTo>
                  <a:lnTo>
                    <a:pt x="99612" y="5925"/>
                  </a:lnTo>
                  <a:lnTo>
                    <a:pt x="94255" y="7487"/>
                  </a:lnTo>
                  <a:lnTo>
                    <a:pt x="88953" y="9227"/>
                  </a:lnTo>
                  <a:lnTo>
                    <a:pt x="83712" y="11143"/>
                  </a:lnTo>
                  <a:lnTo>
                    <a:pt x="78538" y="13233"/>
                  </a:lnTo>
                  <a:lnTo>
                    <a:pt x="73437" y="15494"/>
                  </a:lnTo>
                  <a:lnTo>
                    <a:pt x="68414" y="17925"/>
                  </a:lnTo>
                  <a:lnTo>
                    <a:pt x="63475" y="20521"/>
                  </a:lnTo>
                  <a:lnTo>
                    <a:pt x="58626" y="23281"/>
                  </a:lnTo>
                  <a:lnTo>
                    <a:pt x="53871" y="26202"/>
                  </a:lnTo>
                  <a:lnTo>
                    <a:pt x="49216" y="29279"/>
                  </a:lnTo>
                  <a:lnTo>
                    <a:pt x="44667" y="32510"/>
                  </a:lnTo>
                  <a:lnTo>
                    <a:pt x="40228" y="35891"/>
                  </a:lnTo>
                  <a:lnTo>
                    <a:pt x="35904" y="39418"/>
                  </a:lnTo>
                  <a:lnTo>
                    <a:pt x="31701" y="43088"/>
                  </a:lnTo>
                  <a:lnTo>
                    <a:pt x="27622" y="46896"/>
                  </a:lnTo>
                  <a:lnTo>
                    <a:pt x="23673" y="50838"/>
                  </a:lnTo>
                  <a:lnTo>
                    <a:pt x="19857" y="54909"/>
                  </a:lnTo>
                  <a:lnTo>
                    <a:pt x="16179" y="59106"/>
                  </a:lnTo>
                  <a:lnTo>
                    <a:pt x="12644" y="63423"/>
                  </a:lnTo>
                  <a:lnTo>
                    <a:pt x="9255" y="67856"/>
                  </a:lnTo>
                  <a:lnTo>
                    <a:pt x="6015" y="72399"/>
                  </a:lnTo>
                  <a:lnTo>
                    <a:pt x="2929" y="77048"/>
                  </a:lnTo>
                  <a:lnTo>
                    <a:pt x="0" y="81797"/>
                  </a:lnTo>
                  <a:lnTo>
                    <a:pt x="14372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44995" y="1404369"/>
              <a:ext cx="143725" cy="85369"/>
            </a:xfrm>
            <a:custGeom>
              <a:avLst/>
              <a:pathLst>
                <a:path w="143725" h="85369">
                  <a:moveTo>
                    <a:pt x="0" y="0"/>
                  </a:moveTo>
                  <a:lnTo>
                    <a:pt x="143725" y="853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21553" y="1367830"/>
              <a:ext cx="334331" cy="289059"/>
            </a:xfrm>
            <a:custGeom>
              <a:avLst/>
              <a:pathLst>
                <a:path w="334331" h="289059">
                  <a:moveTo>
                    <a:pt x="23441" y="36538"/>
                  </a:moveTo>
                  <a:lnTo>
                    <a:pt x="20812" y="41129"/>
                  </a:lnTo>
                  <a:lnTo>
                    <a:pt x="18328" y="45802"/>
                  </a:lnTo>
                  <a:lnTo>
                    <a:pt x="15994" y="50550"/>
                  </a:lnTo>
                  <a:lnTo>
                    <a:pt x="13812" y="55370"/>
                  </a:lnTo>
                  <a:lnTo>
                    <a:pt x="11783" y="60257"/>
                  </a:lnTo>
                  <a:lnTo>
                    <a:pt x="9909" y="65206"/>
                  </a:lnTo>
                  <a:lnTo>
                    <a:pt x="8194" y="70211"/>
                  </a:lnTo>
                  <a:lnTo>
                    <a:pt x="6637" y="75268"/>
                  </a:lnTo>
                  <a:lnTo>
                    <a:pt x="5241" y="80372"/>
                  </a:lnTo>
                  <a:lnTo>
                    <a:pt x="4008" y="85518"/>
                  </a:lnTo>
                  <a:lnTo>
                    <a:pt x="2938" y="90699"/>
                  </a:lnTo>
                  <a:lnTo>
                    <a:pt x="2033" y="95913"/>
                  </a:lnTo>
                  <a:lnTo>
                    <a:pt x="1293" y="101152"/>
                  </a:lnTo>
                  <a:lnTo>
                    <a:pt x="719" y="106412"/>
                  </a:lnTo>
                  <a:lnTo>
                    <a:pt x="312" y="111687"/>
                  </a:lnTo>
                  <a:lnTo>
                    <a:pt x="72" y="116973"/>
                  </a:lnTo>
                  <a:lnTo>
                    <a:pt x="0" y="122264"/>
                  </a:lnTo>
                  <a:lnTo>
                    <a:pt x="95" y="127554"/>
                  </a:lnTo>
                  <a:lnTo>
                    <a:pt x="357" y="132839"/>
                  </a:lnTo>
                  <a:lnTo>
                    <a:pt x="786" y="138113"/>
                  </a:lnTo>
                  <a:lnTo>
                    <a:pt x="1383" y="143370"/>
                  </a:lnTo>
                  <a:lnTo>
                    <a:pt x="2145" y="148606"/>
                  </a:lnTo>
                  <a:lnTo>
                    <a:pt x="3073" y="153816"/>
                  </a:lnTo>
                  <a:lnTo>
                    <a:pt x="4165" y="158993"/>
                  </a:lnTo>
                  <a:lnTo>
                    <a:pt x="5420" y="164133"/>
                  </a:lnTo>
                  <a:lnTo>
                    <a:pt x="6837" y="169231"/>
                  </a:lnTo>
                  <a:lnTo>
                    <a:pt x="8415" y="174281"/>
                  </a:lnTo>
                  <a:lnTo>
                    <a:pt x="10152" y="179279"/>
                  </a:lnTo>
                  <a:lnTo>
                    <a:pt x="12047" y="184220"/>
                  </a:lnTo>
                  <a:lnTo>
                    <a:pt x="14097" y="189098"/>
                  </a:lnTo>
                  <a:lnTo>
                    <a:pt x="16300" y="193909"/>
                  </a:lnTo>
                  <a:lnTo>
                    <a:pt x="18654" y="198647"/>
                  </a:lnTo>
                  <a:lnTo>
                    <a:pt x="21157" y="203309"/>
                  </a:lnTo>
                  <a:lnTo>
                    <a:pt x="23806" y="207889"/>
                  </a:lnTo>
                  <a:lnTo>
                    <a:pt x="26599" y="212383"/>
                  </a:lnTo>
                  <a:lnTo>
                    <a:pt x="29533" y="216787"/>
                  </a:lnTo>
                  <a:lnTo>
                    <a:pt x="32605" y="221095"/>
                  </a:lnTo>
                  <a:lnTo>
                    <a:pt x="35811" y="225304"/>
                  </a:lnTo>
                  <a:lnTo>
                    <a:pt x="39149" y="229409"/>
                  </a:lnTo>
                  <a:lnTo>
                    <a:pt x="42616" y="233407"/>
                  </a:lnTo>
                  <a:lnTo>
                    <a:pt x="46207" y="237293"/>
                  </a:lnTo>
                  <a:lnTo>
                    <a:pt x="49919" y="241063"/>
                  </a:lnTo>
                  <a:lnTo>
                    <a:pt x="53749" y="244714"/>
                  </a:lnTo>
                  <a:lnTo>
                    <a:pt x="57693" y="248242"/>
                  </a:lnTo>
                  <a:lnTo>
                    <a:pt x="61746" y="251644"/>
                  </a:lnTo>
                  <a:lnTo>
                    <a:pt x="65904" y="254915"/>
                  </a:lnTo>
                  <a:lnTo>
                    <a:pt x="70165" y="258053"/>
                  </a:lnTo>
                  <a:lnTo>
                    <a:pt x="74522" y="261055"/>
                  </a:lnTo>
                  <a:lnTo>
                    <a:pt x="78972" y="263917"/>
                  </a:lnTo>
                  <a:lnTo>
                    <a:pt x="83511" y="266637"/>
                  </a:lnTo>
                  <a:lnTo>
                    <a:pt x="88133" y="269213"/>
                  </a:lnTo>
                  <a:lnTo>
                    <a:pt x="92835" y="271640"/>
                  </a:lnTo>
                  <a:lnTo>
                    <a:pt x="97611" y="273918"/>
                  </a:lnTo>
                  <a:lnTo>
                    <a:pt x="102456" y="276043"/>
                  </a:lnTo>
                  <a:lnTo>
                    <a:pt x="107367" y="278013"/>
                  </a:lnTo>
                  <a:lnTo>
                    <a:pt x="112337" y="279828"/>
                  </a:lnTo>
                  <a:lnTo>
                    <a:pt x="117363" y="281484"/>
                  </a:lnTo>
                  <a:lnTo>
                    <a:pt x="122438" y="282980"/>
                  </a:lnTo>
                  <a:lnTo>
                    <a:pt x="127558" y="284315"/>
                  </a:lnTo>
                  <a:lnTo>
                    <a:pt x="132718" y="285487"/>
                  </a:lnTo>
                  <a:lnTo>
                    <a:pt x="137912" y="286496"/>
                  </a:lnTo>
                  <a:lnTo>
                    <a:pt x="143136" y="287339"/>
                  </a:lnTo>
                  <a:lnTo>
                    <a:pt x="148383" y="288017"/>
                  </a:lnTo>
                  <a:lnTo>
                    <a:pt x="153650" y="288528"/>
                  </a:lnTo>
                  <a:lnTo>
                    <a:pt x="158930" y="288872"/>
                  </a:lnTo>
                  <a:lnTo>
                    <a:pt x="164218" y="289049"/>
                  </a:lnTo>
                  <a:lnTo>
                    <a:pt x="169509" y="289059"/>
                  </a:lnTo>
                  <a:lnTo>
                    <a:pt x="174798" y="288901"/>
                  </a:lnTo>
                  <a:lnTo>
                    <a:pt x="180079" y="288576"/>
                  </a:lnTo>
                  <a:lnTo>
                    <a:pt x="185348" y="288084"/>
                  </a:lnTo>
                  <a:lnTo>
                    <a:pt x="190598" y="287425"/>
                  </a:lnTo>
                  <a:lnTo>
                    <a:pt x="195824" y="286601"/>
                  </a:lnTo>
                  <a:lnTo>
                    <a:pt x="201022" y="285611"/>
                  </a:lnTo>
                  <a:lnTo>
                    <a:pt x="206186" y="284458"/>
                  </a:lnTo>
                  <a:lnTo>
                    <a:pt x="211311" y="283141"/>
                  </a:lnTo>
                  <a:lnTo>
                    <a:pt x="216392" y="281663"/>
                  </a:lnTo>
                  <a:lnTo>
                    <a:pt x="221423" y="280026"/>
                  </a:lnTo>
                  <a:lnTo>
                    <a:pt x="226400" y="278229"/>
                  </a:lnTo>
                  <a:lnTo>
                    <a:pt x="231318" y="276276"/>
                  </a:lnTo>
                  <a:lnTo>
                    <a:pt x="236171" y="274169"/>
                  </a:lnTo>
                  <a:lnTo>
                    <a:pt x="240955" y="271909"/>
                  </a:lnTo>
                  <a:lnTo>
                    <a:pt x="245666" y="269498"/>
                  </a:lnTo>
                  <a:lnTo>
                    <a:pt x="250297" y="266940"/>
                  </a:lnTo>
                  <a:lnTo>
                    <a:pt x="254846" y="264236"/>
                  </a:lnTo>
                  <a:lnTo>
                    <a:pt x="259306" y="261390"/>
                  </a:lnTo>
                  <a:lnTo>
                    <a:pt x="263674" y="258404"/>
                  </a:lnTo>
                  <a:lnTo>
                    <a:pt x="267946" y="255281"/>
                  </a:lnTo>
                  <a:lnTo>
                    <a:pt x="272116" y="252025"/>
                  </a:lnTo>
                  <a:lnTo>
                    <a:pt x="276182" y="248638"/>
                  </a:lnTo>
                  <a:lnTo>
                    <a:pt x="280138" y="245125"/>
                  </a:lnTo>
                  <a:lnTo>
                    <a:pt x="283981" y="241488"/>
                  </a:lnTo>
                  <a:lnTo>
                    <a:pt x="287707" y="237731"/>
                  </a:lnTo>
                  <a:lnTo>
                    <a:pt x="291312" y="233858"/>
                  </a:lnTo>
                  <a:lnTo>
                    <a:pt x="294793" y="229873"/>
                  </a:lnTo>
                  <a:lnTo>
                    <a:pt x="298146" y="225780"/>
                  </a:lnTo>
                  <a:lnTo>
                    <a:pt x="301368" y="221582"/>
                  </a:lnTo>
                  <a:lnTo>
                    <a:pt x="304455" y="217285"/>
                  </a:lnTo>
                  <a:lnTo>
                    <a:pt x="307405" y="212892"/>
                  </a:lnTo>
                  <a:lnTo>
                    <a:pt x="310214" y="208408"/>
                  </a:lnTo>
                  <a:lnTo>
                    <a:pt x="312880" y="203838"/>
                  </a:lnTo>
                  <a:lnTo>
                    <a:pt x="315400" y="199185"/>
                  </a:lnTo>
                  <a:lnTo>
                    <a:pt x="317771" y="194455"/>
                  </a:lnTo>
                  <a:lnTo>
                    <a:pt x="319992" y="189652"/>
                  </a:lnTo>
                  <a:lnTo>
                    <a:pt x="322059" y="184782"/>
                  </a:lnTo>
                  <a:lnTo>
                    <a:pt x="323972" y="179848"/>
                  </a:lnTo>
                  <a:lnTo>
                    <a:pt x="325727" y="174857"/>
                  </a:lnTo>
                  <a:lnTo>
                    <a:pt x="327323" y="169812"/>
                  </a:lnTo>
                  <a:lnTo>
                    <a:pt x="328759" y="164719"/>
                  </a:lnTo>
                  <a:lnTo>
                    <a:pt x="330033" y="159584"/>
                  </a:lnTo>
                  <a:lnTo>
                    <a:pt x="331144" y="154410"/>
                  </a:lnTo>
                  <a:lnTo>
                    <a:pt x="332090" y="149204"/>
                  </a:lnTo>
                  <a:lnTo>
                    <a:pt x="332872" y="143971"/>
                  </a:lnTo>
                  <a:lnTo>
                    <a:pt x="333487" y="138716"/>
                  </a:lnTo>
                  <a:lnTo>
                    <a:pt x="333936" y="133444"/>
                  </a:lnTo>
                  <a:lnTo>
                    <a:pt x="334217" y="128160"/>
                  </a:lnTo>
                  <a:lnTo>
                    <a:pt x="334331" y="122870"/>
                  </a:lnTo>
                  <a:lnTo>
                    <a:pt x="334278" y="117579"/>
                  </a:lnTo>
                  <a:lnTo>
                    <a:pt x="334057" y="112292"/>
                  </a:lnTo>
                  <a:lnTo>
                    <a:pt x="333669" y="107015"/>
                  </a:lnTo>
                  <a:lnTo>
                    <a:pt x="333115" y="101753"/>
                  </a:lnTo>
                  <a:lnTo>
                    <a:pt x="332394" y="96511"/>
                  </a:lnTo>
                  <a:lnTo>
                    <a:pt x="331507" y="91295"/>
                  </a:lnTo>
                  <a:lnTo>
                    <a:pt x="330456" y="86109"/>
                  </a:lnTo>
                  <a:lnTo>
                    <a:pt x="329241" y="80959"/>
                  </a:lnTo>
                  <a:lnTo>
                    <a:pt x="327864" y="75850"/>
                  </a:lnTo>
                  <a:lnTo>
                    <a:pt x="326326" y="70788"/>
                  </a:lnTo>
                  <a:lnTo>
                    <a:pt x="324628" y="65776"/>
                  </a:lnTo>
                  <a:lnTo>
                    <a:pt x="322773" y="60821"/>
                  </a:lnTo>
                  <a:lnTo>
                    <a:pt x="320762" y="55927"/>
                  </a:lnTo>
                  <a:lnTo>
                    <a:pt x="318597" y="51099"/>
                  </a:lnTo>
                  <a:lnTo>
                    <a:pt x="316280" y="46342"/>
                  </a:lnTo>
                  <a:lnTo>
                    <a:pt x="313813" y="41661"/>
                  </a:lnTo>
                  <a:lnTo>
                    <a:pt x="311200" y="37060"/>
                  </a:lnTo>
                  <a:lnTo>
                    <a:pt x="308443" y="32544"/>
                  </a:lnTo>
                  <a:lnTo>
                    <a:pt x="305544" y="28117"/>
                  </a:lnTo>
                  <a:lnTo>
                    <a:pt x="302506" y="23785"/>
                  </a:lnTo>
                  <a:lnTo>
                    <a:pt x="299333" y="19551"/>
                  </a:lnTo>
                  <a:lnTo>
                    <a:pt x="296027" y="15419"/>
                  </a:lnTo>
                  <a:lnTo>
                    <a:pt x="292593" y="11394"/>
                  </a:lnTo>
                  <a:lnTo>
                    <a:pt x="289032" y="7480"/>
                  </a:lnTo>
                  <a:lnTo>
                    <a:pt x="285350" y="3681"/>
                  </a:lnTo>
                  <a:lnTo>
                    <a:pt x="281549" y="0"/>
                  </a:lnTo>
                  <a:lnTo>
                    <a:pt x="167167" y="1219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488720" y="1322571"/>
              <a:ext cx="114382" cy="167167"/>
            </a:xfrm>
            <a:custGeom>
              <a:avLst/>
              <a:pathLst>
                <a:path w="114382" h="167167">
                  <a:moveTo>
                    <a:pt x="114382" y="45259"/>
                  </a:moveTo>
                  <a:lnTo>
                    <a:pt x="110140" y="41413"/>
                  </a:lnTo>
                  <a:lnTo>
                    <a:pt x="105769" y="37715"/>
                  </a:lnTo>
                  <a:lnTo>
                    <a:pt x="101273" y="34169"/>
                  </a:lnTo>
                  <a:lnTo>
                    <a:pt x="96659" y="30778"/>
                  </a:lnTo>
                  <a:lnTo>
                    <a:pt x="91932" y="27548"/>
                  </a:lnTo>
                  <a:lnTo>
                    <a:pt x="87097" y="24482"/>
                  </a:lnTo>
                  <a:lnTo>
                    <a:pt x="82159" y="21583"/>
                  </a:lnTo>
                  <a:lnTo>
                    <a:pt x="77125" y="18855"/>
                  </a:lnTo>
                  <a:lnTo>
                    <a:pt x="72001" y="16300"/>
                  </a:lnTo>
                  <a:lnTo>
                    <a:pt x="66792" y="13923"/>
                  </a:lnTo>
                  <a:lnTo>
                    <a:pt x="61505" y="11726"/>
                  </a:lnTo>
                  <a:lnTo>
                    <a:pt x="56146" y="9710"/>
                  </a:lnTo>
                  <a:lnTo>
                    <a:pt x="50720" y="7880"/>
                  </a:lnTo>
                  <a:lnTo>
                    <a:pt x="45236" y="6236"/>
                  </a:lnTo>
                  <a:lnTo>
                    <a:pt x="39698" y="4782"/>
                  </a:lnTo>
                  <a:lnTo>
                    <a:pt x="34114" y="3517"/>
                  </a:lnTo>
                  <a:lnTo>
                    <a:pt x="28489" y="2445"/>
                  </a:lnTo>
                  <a:lnTo>
                    <a:pt x="22832" y="1566"/>
                  </a:lnTo>
                  <a:lnTo>
                    <a:pt x="17147" y="881"/>
                  </a:lnTo>
                  <a:lnTo>
                    <a:pt x="11442" y="392"/>
                  </a:lnTo>
                  <a:lnTo>
                    <a:pt x="5724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83590" y="1681503"/>
              <a:ext cx="102934" cy="167167"/>
            </a:xfrm>
            <a:custGeom>
              <a:avLst/>
              <a:pathLst>
                <a:path w="102934" h="167167">
                  <a:moveTo>
                    <a:pt x="102934" y="0"/>
                  </a:moveTo>
                  <a:lnTo>
                    <a:pt x="97390" y="91"/>
                  </a:lnTo>
                  <a:lnTo>
                    <a:pt x="91853" y="367"/>
                  </a:lnTo>
                  <a:lnTo>
                    <a:pt x="86328" y="826"/>
                  </a:lnTo>
                  <a:lnTo>
                    <a:pt x="80821" y="1468"/>
                  </a:lnTo>
                  <a:lnTo>
                    <a:pt x="75338" y="2293"/>
                  </a:lnTo>
                  <a:lnTo>
                    <a:pt x="69886" y="3299"/>
                  </a:lnTo>
                  <a:lnTo>
                    <a:pt x="64470" y="4485"/>
                  </a:lnTo>
                  <a:lnTo>
                    <a:pt x="59096" y="5850"/>
                  </a:lnTo>
                  <a:lnTo>
                    <a:pt x="53771" y="7392"/>
                  </a:lnTo>
                  <a:lnTo>
                    <a:pt x="48500" y="9110"/>
                  </a:lnTo>
                  <a:lnTo>
                    <a:pt x="43288" y="11002"/>
                  </a:lnTo>
                  <a:lnTo>
                    <a:pt x="38143" y="13066"/>
                  </a:lnTo>
                  <a:lnTo>
                    <a:pt x="33068" y="15299"/>
                  </a:lnTo>
                  <a:lnTo>
                    <a:pt x="28071" y="17700"/>
                  </a:lnTo>
                  <a:lnTo>
                    <a:pt x="23155" y="20264"/>
                  </a:lnTo>
                  <a:lnTo>
                    <a:pt x="18328" y="22991"/>
                  </a:lnTo>
                  <a:lnTo>
                    <a:pt x="13593" y="25876"/>
                  </a:lnTo>
                  <a:lnTo>
                    <a:pt x="8957" y="28916"/>
                  </a:lnTo>
                  <a:lnTo>
                    <a:pt x="4424" y="32108"/>
                  </a:lnTo>
                  <a:lnTo>
                    <a:pt x="0" y="35449"/>
                  </a:lnTo>
                  <a:lnTo>
                    <a:pt x="10293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983590" y="1716953"/>
              <a:ext cx="102934" cy="131717"/>
            </a:xfrm>
            <a:custGeom>
              <a:avLst/>
              <a:pathLst>
                <a:path w="102934" h="131717">
                  <a:moveTo>
                    <a:pt x="0" y="0"/>
                  </a:moveTo>
                  <a:lnTo>
                    <a:pt x="102934" y="1317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19372" y="1681503"/>
              <a:ext cx="334301" cy="334334"/>
            </a:xfrm>
            <a:custGeom>
              <a:avLst/>
              <a:pathLst>
                <a:path w="334301" h="334334">
                  <a:moveTo>
                    <a:pt x="64218" y="35449"/>
                  </a:moveTo>
                  <a:lnTo>
                    <a:pt x="60089" y="38783"/>
                  </a:lnTo>
                  <a:lnTo>
                    <a:pt x="56067" y="42247"/>
                  </a:lnTo>
                  <a:lnTo>
                    <a:pt x="52157" y="45836"/>
                  </a:lnTo>
                  <a:lnTo>
                    <a:pt x="48364" y="49548"/>
                  </a:lnTo>
                  <a:lnTo>
                    <a:pt x="44690" y="53378"/>
                  </a:lnTo>
                  <a:lnTo>
                    <a:pt x="41139" y="57323"/>
                  </a:lnTo>
                  <a:lnTo>
                    <a:pt x="37716" y="61379"/>
                  </a:lnTo>
                  <a:lnTo>
                    <a:pt x="34423" y="65541"/>
                  </a:lnTo>
                  <a:lnTo>
                    <a:pt x="31263" y="69806"/>
                  </a:lnTo>
                  <a:lnTo>
                    <a:pt x="28241" y="74169"/>
                  </a:lnTo>
                  <a:lnTo>
                    <a:pt x="25359" y="78625"/>
                  </a:lnTo>
                  <a:lnTo>
                    <a:pt x="22620" y="83171"/>
                  </a:lnTo>
                  <a:lnTo>
                    <a:pt x="20026" y="87802"/>
                  </a:lnTo>
                  <a:lnTo>
                    <a:pt x="17581" y="92512"/>
                  </a:lnTo>
                  <a:lnTo>
                    <a:pt x="15286" y="97298"/>
                  </a:lnTo>
                  <a:lnTo>
                    <a:pt x="13145" y="102154"/>
                  </a:lnTo>
                  <a:lnTo>
                    <a:pt x="11158" y="107076"/>
                  </a:lnTo>
                  <a:lnTo>
                    <a:pt x="9329" y="112058"/>
                  </a:lnTo>
                  <a:lnTo>
                    <a:pt x="7660" y="117096"/>
                  </a:lnTo>
                  <a:lnTo>
                    <a:pt x="6150" y="122185"/>
                  </a:lnTo>
                  <a:lnTo>
                    <a:pt x="4804" y="127318"/>
                  </a:lnTo>
                  <a:lnTo>
                    <a:pt x="3620" y="132492"/>
                  </a:lnTo>
                  <a:lnTo>
                    <a:pt x="2602" y="137701"/>
                  </a:lnTo>
                  <a:lnTo>
                    <a:pt x="1750" y="142940"/>
                  </a:lnTo>
                  <a:lnTo>
                    <a:pt x="1064" y="148203"/>
                  </a:lnTo>
                  <a:lnTo>
                    <a:pt x="546" y="153485"/>
                  </a:lnTo>
                  <a:lnTo>
                    <a:pt x="195" y="158780"/>
                  </a:lnTo>
                  <a:lnTo>
                    <a:pt x="13" y="164085"/>
                  </a:lnTo>
                  <a:lnTo>
                    <a:pt x="0" y="169392"/>
                  </a:lnTo>
                  <a:lnTo>
                    <a:pt x="154" y="174697"/>
                  </a:lnTo>
                  <a:lnTo>
                    <a:pt x="478" y="179995"/>
                  </a:lnTo>
                  <a:lnTo>
                    <a:pt x="969" y="185280"/>
                  </a:lnTo>
                  <a:lnTo>
                    <a:pt x="1628" y="190546"/>
                  </a:lnTo>
                  <a:lnTo>
                    <a:pt x="2453" y="195789"/>
                  </a:lnTo>
                  <a:lnTo>
                    <a:pt x="3445" y="201003"/>
                  </a:lnTo>
                  <a:lnTo>
                    <a:pt x="4601" y="206183"/>
                  </a:lnTo>
                  <a:lnTo>
                    <a:pt x="5922" y="211323"/>
                  </a:lnTo>
                  <a:lnTo>
                    <a:pt x="7405" y="216419"/>
                  </a:lnTo>
                  <a:lnTo>
                    <a:pt x="9049" y="221466"/>
                  </a:lnTo>
                  <a:lnTo>
                    <a:pt x="10852" y="226457"/>
                  </a:lnTo>
                  <a:lnTo>
                    <a:pt x="12813" y="231389"/>
                  </a:lnTo>
                  <a:lnTo>
                    <a:pt x="14930" y="236256"/>
                  </a:lnTo>
                  <a:lnTo>
                    <a:pt x="17200" y="241054"/>
                  </a:lnTo>
                  <a:lnTo>
                    <a:pt x="19621" y="245777"/>
                  </a:lnTo>
                  <a:lnTo>
                    <a:pt x="22191" y="250421"/>
                  </a:lnTo>
                  <a:lnTo>
                    <a:pt x="24907" y="254980"/>
                  </a:lnTo>
                  <a:lnTo>
                    <a:pt x="27766" y="259452"/>
                  </a:lnTo>
                  <a:lnTo>
                    <a:pt x="30766" y="263830"/>
                  </a:lnTo>
                  <a:lnTo>
                    <a:pt x="33903" y="268111"/>
                  </a:lnTo>
                  <a:lnTo>
                    <a:pt x="37175" y="272290"/>
                  </a:lnTo>
                  <a:lnTo>
                    <a:pt x="40578" y="276363"/>
                  </a:lnTo>
                  <a:lnTo>
                    <a:pt x="44108" y="280326"/>
                  </a:lnTo>
                  <a:lnTo>
                    <a:pt x="47762" y="284175"/>
                  </a:lnTo>
                  <a:lnTo>
                    <a:pt x="51537" y="287907"/>
                  </a:lnTo>
                  <a:lnTo>
                    <a:pt x="55428" y="291516"/>
                  </a:lnTo>
                  <a:lnTo>
                    <a:pt x="59432" y="295000"/>
                  </a:lnTo>
                  <a:lnTo>
                    <a:pt x="63544" y="298355"/>
                  </a:lnTo>
                  <a:lnTo>
                    <a:pt x="67761" y="301578"/>
                  </a:lnTo>
                  <a:lnTo>
                    <a:pt x="72078" y="304665"/>
                  </a:lnTo>
                  <a:lnTo>
                    <a:pt x="76491" y="307614"/>
                  </a:lnTo>
                  <a:lnTo>
                    <a:pt x="80995" y="310422"/>
                  </a:lnTo>
                  <a:lnTo>
                    <a:pt x="85586" y="313084"/>
                  </a:lnTo>
                  <a:lnTo>
                    <a:pt x="90259" y="315600"/>
                  </a:lnTo>
                  <a:lnTo>
                    <a:pt x="95010" y="317966"/>
                  </a:lnTo>
                  <a:lnTo>
                    <a:pt x="99834" y="320181"/>
                  </a:lnTo>
                  <a:lnTo>
                    <a:pt x="104725" y="322241"/>
                  </a:lnTo>
                  <a:lnTo>
                    <a:pt x="109679" y="324144"/>
                  </a:lnTo>
                  <a:lnTo>
                    <a:pt x="114692" y="325889"/>
                  </a:lnTo>
                  <a:lnTo>
                    <a:pt x="119757" y="327475"/>
                  </a:lnTo>
                  <a:lnTo>
                    <a:pt x="124870" y="328899"/>
                  </a:lnTo>
                  <a:lnTo>
                    <a:pt x="130025" y="330159"/>
                  </a:lnTo>
                  <a:lnTo>
                    <a:pt x="135218" y="331256"/>
                  </a:lnTo>
                  <a:lnTo>
                    <a:pt x="140443" y="332187"/>
                  </a:lnTo>
                  <a:lnTo>
                    <a:pt x="145695" y="332952"/>
                  </a:lnTo>
                  <a:lnTo>
                    <a:pt x="150969" y="333549"/>
                  </a:lnTo>
                  <a:lnTo>
                    <a:pt x="156259" y="333979"/>
                  </a:lnTo>
                  <a:lnTo>
                    <a:pt x="161560" y="334241"/>
                  </a:lnTo>
                  <a:lnTo>
                    <a:pt x="166866" y="334334"/>
                  </a:lnTo>
                  <a:lnTo>
                    <a:pt x="172173" y="334259"/>
                  </a:lnTo>
                  <a:lnTo>
                    <a:pt x="177475" y="334015"/>
                  </a:lnTo>
                  <a:lnTo>
                    <a:pt x="182767" y="333604"/>
                  </a:lnTo>
                  <a:lnTo>
                    <a:pt x="188042" y="333024"/>
                  </a:lnTo>
                  <a:lnTo>
                    <a:pt x="193297" y="332277"/>
                  </a:lnTo>
                  <a:lnTo>
                    <a:pt x="198525" y="331364"/>
                  </a:lnTo>
                  <a:lnTo>
                    <a:pt x="203722" y="330285"/>
                  </a:lnTo>
                  <a:lnTo>
                    <a:pt x="208882" y="329042"/>
                  </a:lnTo>
                  <a:lnTo>
                    <a:pt x="213999" y="327636"/>
                  </a:lnTo>
                  <a:lnTo>
                    <a:pt x="219070" y="326068"/>
                  </a:lnTo>
                  <a:lnTo>
                    <a:pt x="224088" y="324340"/>
                  </a:lnTo>
                  <a:lnTo>
                    <a:pt x="229049" y="322453"/>
                  </a:lnTo>
                  <a:lnTo>
                    <a:pt x="233947" y="320410"/>
                  </a:lnTo>
                  <a:lnTo>
                    <a:pt x="238778" y="318212"/>
                  </a:lnTo>
                  <a:lnTo>
                    <a:pt x="243537" y="315862"/>
                  </a:lnTo>
                  <a:lnTo>
                    <a:pt x="248219" y="313362"/>
                  </a:lnTo>
                  <a:lnTo>
                    <a:pt x="252819" y="310715"/>
                  </a:lnTo>
                  <a:lnTo>
                    <a:pt x="257333" y="307923"/>
                  </a:lnTo>
                  <a:lnTo>
                    <a:pt x="261756" y="304990"/>
                  </a:lnTo>
                  <a:lnTo>
                    <a:pt x="266083" y="301917"/>
                  </a:lnTo>
                  <a:lnTo>
                    <a:pt x="270311" y="298708"/>
                  </a:lnTo>
                  <a:lnTo>
                    <a:pt x="274435" y="295367"/>
                  </a:lnTo>
                  <a:lnTo>
                    <a:pt x="278451" y="291897"/>
                  </a:lnTo>
                  <a:lnTo>
                    <a:pt x="282354" y="288301"/>
                  </a:lnTo>
                  <a:lnTo>
                    <a:pt x="286142" y="284583"/>
                  </a:lnTo>
                  <a:lnTo>
                    <a:pt x="289809" y="280746"/>
                  </a:lnTo>
                  <a:lnTo>
                    <a:pt x="293353" y="276795"/>
                  </a:lnTo>
                  <a:lnTo>
                    <a:pt x="296769" y="272734"/>
                  </a:lnTo>
                  <a:lnTo>
                    <a:pt x="300055" y="268566"/>
                  </a:lnTo>
                  <a:lnTo>
                    <a:pt x="303207" y="264296"/>
                  </a:lnTo>
                  <a:lnTo>
                    <a:pt x="306222" y="259928"/>
                  </a:lnTo>
                  <a:lnTo>
                    <a:pt x="309097" y="255466"/>
                  </a:lnTo>
                  <a:lnTo>
                    <a:pt x="311828" y="250916"/>
                  </a:lnTo>
                  <a:lnTo>
                    <a:pt x="314414" y="246281"/>
                  </a:lnTo>
                  <a:lnTo>
                    <a:pt x="316851" y="241566"/>
                  </a:lnTo>
                  <a:lnTo>
                    <a:pt x="319137" y="236776"/>
                  </a:lnTo>
                  <a:lnTo>
                    <a:pt x="321271" y="231916"/>
                  </a:lnTo>
                  <a:lnTo>
                    <a:pt x="323248" y="226991"/>
                  </a:lnTo>
                  <a:lnTo>
                    <a:pt x="325069" y="222006"/>
                  </a:lnTo>
                  <a:lnTo>
                    <a:pt x="326730" y="216965"/>
                  </a:lnTo>
                  <a:lnTo>
                    <a:pt x="328230" y="211874"/>
                  </a:lnTo>
                  <a:lnTo>
                    <a:pt x="329569" y="206738"/>
                  </a:lnTo>
                  <a:lnTo>
                    <a:pt x="330743" y="201562"/>
                  </a:lnTo>
                  <a:lnTo>
                    <a:pt x="331752" y="196352"/>
                  </a:lnTo>
                  <a:lnTo>
                    <a:pt x="332596" y="191112"/>
                  </a:lnTo>
                  <a:lnTo>
                    <a:pt x="333273" y="185847"/>
                  </a:lnTo>
                  <a:lnTo>
                    <a:pt x="333782" y="180565"/>
                  </a:lnTo>
                  <a:lnTo>
                    <a:pt x="334123" y="175268"/>
                  </a:lnTo>
                  <a:lnTo>
                    <a:pt x="334296" y="169963"/>
                  </a:lnTo>
                  <a:lnTo>
                    <a:pt x="334301" y="164656"/>
                  </a:lnTo>
                  <a:lnTo>
                    <a:pt x="334137" y="159351"/>
                  </a:lnTo>
                  <a:lnTo>
                    <a:pt x="333804" y="154054"/>
                  </a:lnTo>
                  <a:lnTo>
                    <a:pt x="333304" y="148770"/>
                  </a:lnTo>
                  <a:lnTo>
                    <a:pt x="332636" y="143505"/>
                  </a:lnTo>
                  <a:lnTo>
                    <a:pt x="331802" y="138264"/>
                  </a:lnTo>
                  <a:lnTo>
                    <a:pt x="330801" y="133051"/>
                  </a:lnTo>
                  <a:lnTo>
                    <a:pt x="329636" y="127874"/>
                  </a:lnTo>
                  <a:lnTo>
                    <a:pt x="328307" y="122735"/>
                  </a:lnTo>
                  <a:lnTo>
                    <a:pt x="326815" y="117642"/>
                  </a:lnTo>
                  <a:lnTo>
                    <a:pt x="325162" y="112598"/>
                  </a:lnTo>
                  <a:lnTo>
                    <a:pt x="323350" y="107610"/>
                  </a:lnTo>
                  <a:lnTo>
                    <a:pt x="321381" y="102681"/>
                  </a:lnTo>
                  <a:lnTo>
                    <a:pt x="319256" y="97818"/>
                  </a:lnTo>
                  <a:lnTo>
                    <a:pt x="316978" y="93024"/>
                  </a:lnTo>
                  <a:lnTo>
                    <a:pt x="314549" y="88305"/>
                  </a:lnTo>
                  <a:lnTo>
                    <a:pt x="311971" y="83666"/>
                  </a:lnTo>
                  <a:lnTo>
                    <a:pt x="309247" y="79110"/>
                  </a:lnTo>
                  <a:lnTo>
                    <a:pt x="306380" y="74644"/>
                  </a:lnTo>
                  <a:lnTo>
                    <a:pt x="303373" y="70271"/>
                  </a:lnTo>
                  <a:lnTo>
                    <a:pt x="300228" y="65995"/>
                  </a:lnTo>
                  <a:lnTo>
                    <a:pt x="296949" y="61822"/>
                  </a:lnTo>
                  <a:lnTo>
                    <a:pt x="293540" y="57754"/>
                  </a:lnTo>
                  <a:lnTo>
                    <a:pt x="290003" y="53797"/>
                  </a:lnTo>
                  <a:lnTo>
                    <a:pt x="286342" y="49955"/>
                  </a:lnTo>
                  <a:lnTo>
                    <a:pt x="282561" y="46230"/>
                  </a:lnTo>
                  <a:lnTo>
                    <a:pt x="278664" y="42627"/>
                  </a:lnTo>
                  <a:lnTo>
                    <a:pt x="274654" y="39150"/>
                  </a:lnTo>
                  <a:lnTo>
                    <a:pt x="270536" y="35802"/>
                  </a:lnTo>
                  <a:lnTo>
                    <a:pt x="266314" y="32586"/>
                  </a:lnTo>
                  <a:lnTo>
                    <a:pt x="261991" y="29506"/>
                  </a:lnTo>
                  <a:lnTo>
                    <a:pt x="257573" y="26565"/>
                  </a:lnTo>
                  <a:lnTo>
                    <a:pt x="253064" y="23765"/>
                  </a:lnTo>
                  <a:lnTo>
                    <a:pt x="248469" y="21110"/>
                  </a:lnTo>
                  <a:lnTo>
                    <a:pt x="243791" y="18602"/>
                  </a:lnTo>
                  <a:lnTo>
                    <a:pt x="239036" y="16244"/>
                  </a:lnTo>
                  <a:lnTo>
                    <a:pt x="234209" y="14038"/>
                  </a:lnTo>
                  <a:lnTo>
                    <a:pt x="229314" y="11987"/>
                  </a:lnTo>
                  <a:lnTo>
                    <a:pt x="224357" y="10092"/>
                  </a:lnTo>
                  <a:lnTo>
                    <a:pt x="219341" y="8355"/>
                  </a:lnTo>
                  <a:lnTo>
                    <a:pt x="214274" y="6778"/>
                  </a:lnTo>
                  <a:lnTo>
                    <a:pt x="209158" y="5363"/>
                  </a:lnTo>
                  <a:lnTo>
                    <a:pt x="204001" y="4111"/>
                  </a:lnTo>
                  <a:lnTo>
                    <a:pt x="198806" y="3024"/>
                  </a:lnTo>
                  <a:lnTo>
                    <a:pt x="193579" y="2102"/>
                  </a:lnTo>
                  <a:lnTo>
                    <a:pt x="188326" y="1346"/>
                  </a:lnTo>
                  <a:lnTo>
                    <a:pt x="183051" y="757"/>
                  </a:lnTo>
                  <a:lnTo>
                    <a:pt x="177760" y="336"/>
                  </a:lnTo>
                  <a:lnTo>
                    <a:pt x="172459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58774" y="2126963"/>
              <a:ext cx="122513" cy="167167"/>
            </a:xfrm>
            <a:custGeom>
              <a:avLst/>
              <a:pathLst>
                <a:path w="122513" h="167167">
                  <a:moveTo>
                    <a:pt x="122513" y="0"/>
                  </a:moveTo>
                  <a:lnTo>
                    <a:pt x="117014" y="90"/>
                  </a:lnTo>
                  <a:lnTo>
                    <a:pt x="111521" y="361"/>
                  </a:lnTo>
                  <a:lnTo>
                    <a:pt x="106040" y="813"/>
                  </a:lnTo>
                  <a:lnTo>
                    <a:pt x="100576" y="1445"/>
                  </a:lnTo>
                  <a:lnTo>
                    <a:pt x="95136" y="2256"/>
                  </a:lnTo>
                  <a:lnTo>
                    <a:pt x="89726" y="3246"/>
                  </a:lnTo>
                  <a:lnTo>
                    <a:pt x="84352" y="4414"/>
                  </a:lnTo>
                  <a:lnTo>
                    <a:pt x="79019" y="5757"/>
                  </a:lnTo>
                  <a:lnTo>
                    <a:pt x="73732" y="7275"/>
                  </a:lnTo>
                  <a:lnTo>
                    <a:pt x="68499" y="8966"/>
                  </a:lnTo>
                  <a:lnTo>
                    <a:pt x="63324" y="10829"/>
                  </a:lnTo>
                  <a:lnTo>
                    <a:pt x="58213" y="12861"/>
                  </a:lnTo>
                  <a:lnTo>
                    <a:pt x="53172" y="15059"/>
                  </a:lnTo>
                  <a:lnTo>
                    <a:pt x="48206" y="17423"/>
                  </a:lnTo>
                  <a:lnTo>
                    <a:pt x="43320" y="19948"/>
                  </a:lnTo>
                  <a:lnTo>
                    <a:pt x="38520" y="22633"/>
                  </a:lnTo>
                  <a:lnTo>
                    <a:pt x="33811" y="25474"/>
                  </a:lnTo>
                  <a:lnTo>
                    <a:pt x="29198" y="28469"/>
                  </a:lnTo>
                  <a:lnTo>
                    <a:pt x="24686" y="31613"/>
                  </a:lnTo>
                  <a:lnTo>
                    <a:pt x="20280" y="34905"/>
                  </a:lnTo>
                  <a:lnTo>
                    <a:pt x="15984" y="38340"/>
                  </a:lnTo>
                  <a:lnTo>
                    <a:pt x="11804" y="41914"/>
                  </a:lnTo>
                  <a:lnTo>
                    <a:pt x="7743" y="45623"/>
                  </a:lnTo>
                  <a:lnTo>
                    <a:pt x="3807" y="49465"/>
                  </a:lnTo>
                  <a:lnTo>
                    <a:pt x="0" y="53433"/>
                  </a:lnTo>
                  <a:lnTo>
                    <a:pt x="12251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58774" y="2180397"/>
              <a:ext cx="122513" cy="113733"/>
            </a:xfrm>
            <a:custGeom>
              <a:avLst/>
              <a:pathLst>
                <a:path w="122513" h="113733">
                  <a:moveTo>
                    <a:pt x="0" y="0"/>
                  </a:moveTo>
                  <a:lnTo>
                    <a:pt x="122513" y="1137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14137" y="2129838"/>
              <a:ext cx="334303" cy="331459"/>
            </a:xfrm>
            <a:custGeom>
              <a:avLst/>
              <a:pathLst>
                <a:path w="334303" h="331459">
                  <a:moveTo>
                    <a:pt x="44636" y="50558"/>
                  </a:moveTo>
                  <a:lnTo>
                    <a:pt x="41084" y="54508"/>
                  </a:lnTo>
                  <a:lnTo>
                    <a:pt x="37660" y="58569"/>
                  </a:lnTo>
                  <a:lnTo>
                    <a:pt x="34366" y="62736"/>
                  </a:lnTo>
                  <a:lnTo>
                    <a:pt x="31207" y="67006"/>
                  </a:lnTo>
                  <a:lnTo>
                    <a:pt x="28185" y="71374"/>
                  </a:lnTo>
                  <a:lnTo>
                    <a:pt x="25303" y="75836"/>
                  </a:lnTo>
                  <a:lnTo>
                    <a:pt x="22564" y="80387"/>
                  </a:lnTo>
                  <a:lnTo>
                    <a:pt x="19971" y="85023"/>
                  </a:lnTo>
                  <a:lnTo>
                    <a:pt x="17527" y="89739"/>
                  </a:lnTo>
                  <a:lnTo>
                    <a:pt x="15234" y="94531"/>
                  </a:lnTo>
                  <a:lnTo>
                    <a:pt x="13094" y="99393"/>
                  </a:lnTo>
                  <a:lnTo>
                    <a:pt x="11110" y="104320"/>
                  </a:lnTo>
                  <a:lnTo>
                    <a:pt x="9284" y="109308"/>
                  </a:lnTo>
                  <a:lnTo>
                    <a:pt x="7616" y="114351"/>
                  </a:lnTo>
                  <a:lnTo>
                    <a:pt x="6110" y="119445"/>
                  </a:lnTo>
                  <a:lnTo>
                    <a:pt x="4767" y="124584"/>
                  </a:lnTo>
                  <a:lnTo>
                    <a:pt x="3587" y="129763"/>
                  </a:lnTo>
                  <a:lnTo>
                    <a:pt x="2573" y="134977"/>
                  </a:lnTo>
                  <a:lnTo>
                    <a:pt x="1724" y="140221"/>
                  </a:lnTo>
                  <a:lnTo>
                    <a:pt x="1043" y="145488"/>
                  </a:lnTo>
                  <a:lnTo>
                    <a:pt x="530" y="150775"/>
                  </a:lnTo>
                  <a:lnTo>
                    <a:pt x="184" y="156076"/>
                  </a:lnTo>
                  <a:lnTo>
                    <a:pt x="7" y="161385"/>
                  </a:lnTo>
                  <a:lnTo>
                    <a:pt x="0" y="166697"/>
                  </a:lnTo>
                  <a:lnTo>
                    <a:pt x="160" y="172006"/>
                  </a:lnTo>
                  <a:lnTo>
                    <a:pt x="490" y="177307"/>
                  </a:lnTo>
                  <a:lnTo>
                    <a:pt x="987" y="182596"/>
                  </a:lnTo>
                  <a:lnTo>
                    <a:pt x="1653" y="187866"/>
                  </a:lnTo>
                  <a:lnTo>
                    <a:pt x="2485" y="193112"/>
                  </a:lnTo>
                  <a:lnTo>
                    <a:pt x="3484" y="198329"/>
                  </a:lnTo>
                  <a:lnTo>
                    <a:pt x="4648" y="203512"/>
                  </a:lnTo>
                  <a:lnTo>
                    <a:pt x="5976" y="208655"/>
                  </a:lnTo>
                  <a:lnTo>
                    <a:pt x="7467" y="213753"/>
                  </a:lnTo>
                  <a:lnTo>
                    <a:pt x="9119" y="218801"/>
                  </a:lnTo>
                  <a:lnTo>
                    <a:pt x="10931" y="223795"/>
                  </a:lnTo>
                  <a:lnTo>
                    <a:pt x="12900" y="228728"/>
                  </a:lnTo>
                  <a:lnTo>
                    <a:pt x="15025" y="233596"/>
                  </a:lnTo>
                  <a:lnTo>
                    <a:pt x="17304" y="238394"/>
                  </a:lnTo>
                  <a:lnTo>
                    <a:pt x="19734" y="243118"/>
                  </a:lnTo>
                  <a:lnTo>
                    <a:pt x="22313" y="247761"/>
                  </a:lnTo>
                  <a:lnTo>
                    <a:pt x="25038" y="252321"/>
                  </a:lnTo>
                  <a:lnTo>
                    <a:pt x="27906" y="256791"/>
                  </a:lnTo>
                  <a:lnTo>
                    <a:pt x="30915" y="261169"/>
                  </a:lnTo>
                  <a:lnTo>
                    <a:pt x="34062" y="265448"/>
                  </a:lnTo>
                  <a:lnTo>
                    <a:pt x="37343" y="269625"/>
                  </a:lnTo>
                  <a:lnTo>
                    <a:pt x="40755" y="273696"/>
                  </a:lnTo>
                  <a:lnTo>
                    <a:pt x="44295" y="277657"/>
                  </a:lnTo>
                  <a:lnTo>
                    <a:pt x="47959" y="281503"/>
                  </a:lnTo>
                  <a:lnTo>
                    <a:pt x="51743" y="285230"/>
                  </a:lnTo>
                  <a:lnTo>
                    <a:pt x="55643" y="288836"/>
                  </a:lnTo>
                  <a:lnTo>
                    <a:pt x="59656" y="292316"/>
                  </a:lnTo>
                  <a:lnTo>
                    <a:pt x="63778" y="295666"/>
                  </a:lnTo>
                  <a:lnTo>
                    <a:pt x="68004" y="298884"/>
                  </a:lnTo>
                  <a:lnTo>
                    <a:pt x="72331" y="301966"/>
                  </a:lnTo>
                  <a:lnTo>
                    <a:pt x="76752" y="304909"/>
                  </a:lnTo>
                  <a:lnTo>
                    <a:pt x="81266" y="307710"/>
                  </a:lnTo>
                  <a:lnTo>
                    <a:pt x="85866" y="310367"/>
                  </a:lnTo>
                  <a:lnTo>
                    <a:pt x="90548" y="312875"/>
                  </a:lnTo>
                  <a:lnTo>
                    <a:pt x="95307" y="315234"/>
                  </a:lnTo>
                  <a:lnTo>
                    <a:pt x="100139" y="317440"/>
                  </a:lnTo>
                  <a:lnTo>
                    <a:pt x="105038" y="319492"/>
                  </a:lnTo>
                  <a:lnTo>
                    <a:pt x="110001" y="321387"/>
                  </a:lnTo>
                  <a:lnTo>
                    <a:pt x="115021" y="323123"/>
                  </a:lnTo>
                  <a:lnTo>
                    <a:pt x="120093" y="324700"/>
                  </a:lnTo>
                  <a:lnTo>
                    <a:pt x="125213" y="326114"/>
                  </a:lnTo>
                  <a:lnTo>
                    <a:pt x="130376" y="327364"/>
                  </a:lnTo>
                  <a:lnTo>
                    <a:pt x="135575" y="328450"/>
                  </a:lnTo>
                  <a:lnTo>
                    <a:pt x="140807" y="329371"/>
                  </a:lnTo>
                  <a:lnTo>
                    <a:pt x="146065" y="330124"/>
                  </a:lnTo>
                  <a:lnTo>
                    <a:pt x="151344" y="330710"/>
                  </a:lnTo>
                  <a:lnTo>
                    <a:pt x="156639" y="331128"/>
                  </a:lnTo>
                  <a:lnTo>
                    <a:pt x="161945" y="331378"/>
                  </a:lnTo>
                  <a:lnTo>
                    <a:pt x="167257" y="331459"/>
                  </a:lnTo>
                  <a:lnTo>
                    <a:pt x="172568" y="331371"/>
                  </a:lnTo>
                  <a:lnTo>
                    <a:pt x="177873" y="331115"/>
                  </a:lnTo>
                  <a:lnTo>
                    <a:pt x="183168" y="330690"/>
                  </a:lnTo>
                  <a:lnTo>
                    <a:pt x="188446" y="330097"/>
                  </a:lnTo>
                  <a:lnTo>
                    <a:pt x="193704" y="329337"/>
                  </a:lnTo>
                  <a:lnTo>
                    <a:pt x="198934" y="328410"/>
                  </a:lnTo>
                  <a:lnTo>
                    <a:pt x="204132" y="327317"/>
                  </a:lnTo>
                  <a:lnTo>
                    <a:pt x="209293" y="326060"/>
                  </a:lnTo>
                  <a:lnTo>
                    <a:pt x="214411" y="324639"/>
                  </a:lnTo>
                  <a:lnTo>
                    <a:pt x="219482" y="323057"/>
                  </a:lnTo>
                  <a:lnTo>
                    <a:pt x="224499" y="321314"/>
                  </a:lnTo>
                  <a:lnTo>
                    <a:pt x="229459" y="319413"/>
                  </a:lnTo>
                  <a:lnTo>
                    <a:pt x="234356" y="317355"/>
                  </a:lnTo>
                  <a:lnTo>
                    <a:pt x="239185" y="315142"/>
                  </a:lnTo>
                  <a:lnTo>
                    <a:pt x="243942" y="312777"/>
                  </a:lnTo>
                  <a:lnTo>
                    <a:pt x="248620" y="310263"/>
                  </a:lnTo>
                  <a:lnTo>
                    <a:pt x="253217" y="307600"/>
                  </a:lnTo>
                  <a:lnTo>
                    <a:pt x="257727" y="304794"/>
                  </a:lnTo>
                  <a:lnTo>
                    <a:pt x="262145" y="301845"/>
                  </a:lnTo>
                  <a:lnTo>
                    <a:pt x="266467" y="298757"/>
                  </a:lnTo>
                  <a:lnTo>
                    <a:pt x="270689" y="295534"/>
                  </a:lnTo>
                  <a:lnTo>
                    <a:pt x="274806" y="292178"/>
                  </a:lnTo>
                  <a:lnTo>
                    <a:pt x="278815" y="288693"/>
                  </a:lnTo>
                  <a:lnTo>
                    <a:pt x="282711" y="285083"/>
                  </a:lnTo>
                  <a:lnTo>
                    <a:pt x="286491" y="281350"/>
                  </a:lnTo>
                  <a:lnTo>
                    <a:pt x="290149" y="277500"/>
                  </a:lnTo>
                  <a:lnTo>
                    <a:pt x="293684" y="273535"/>
                  </a:lnTo>
                  <a:lnTo>
                    <a:pt x="297091" y="269459"/>
                  </a:lnTo>
                  <a:lnTo>
                    <a:pt x="300367" y="265278"/>
                  </a:lnTo>
                  <a:lnTo>
                    <a:pt x="303508" y="260994"/>
                  </a:lnTo>
                  <a:lnTo>
                    <a:pt x="306511" y="256613"/>
                  </a:lnTo>
                  <a:lnTo>
                    <a:pt x="309374" y="252139"/>
                  </a:lnTo>
                  <a:lnTo>
                    <a:pt x="312093" y="247576"/>
                  </a:lnTo>
                  <a:lnTo>
                    <a:pt x="314666" y="242929"/>
                  </a:lnTo>
                  <a:lnTo>
                    <a:pt x="317090" y="238202"/>
                  </a:lnTo>
                  <a:lnTo>
                    <a:pt x="319363" y="233401"/>
                  </a:lnTo>
                  <a:lnTo>
                    <a:pt x="321482" y="228530"/>
                  </a:lnTo>
                  <a:lnTo>
                    <a:pt x="323445" y="223595"/>
                  </a:lnTo>
                  <a:lnTo>
                    <a:pt x="325250" y="218599"/>
                  </a:lnTo>
                  <a:lnTo>
                    <a:pt x="326895" y="213549"/>
                  </a:lnTo>
                  <a:lnTo>
                    <a:pt x="328380" y="208449"/>
                  </a:lnTo>
                  <a:lnTo>
                    <a:pt x="329701" y="203304"/>
                  </a:lnTo>
                  <a:lnTo>
                    <a:pt x="330859" y="198120"/>
                  </a:lnTo>
                  <a:lnTo>
                    <a:pt x="331851" y="192901"/>
                  </a:lnTo>
                  <a:lnTo>
                    <a:pt x="332677" y="187654"/>
                  </a:lnTo>
                  <a:lnTo>
                    <a:pt x="333335" y="182383"/>
                  </a:lnTo>
                  <a:lnTo>
                    <a:pt x="333826" y="177094"/>
                  </a:lnTo>
                  <a:lnTo>
                    <a:pt x="334149" y="171792"/>
                  </a:lnTo>
                  <a:lnTo>
                    <a:pt x="334303" y="166483"/>
                  </a:lnTo>
                  <a:lnTo>
                    <a:pt x="334288" y="161171"/>
                  </a:lnTo>
                  <a:lnTo>
                    <a:pt x="334104" y="155862"/>
                  </a:lnTo>
                  <a:lnTo>
                    <a:pt x="333752" y="150562"/>
                  </a:lnTo>
                  <a:lnTo>
                    <a:pt x="333232" y="145276"/>
                  </a:lnTo>
                  <a:lnTo>
                    <a:pt x="332544" y="140009"/>
                  </a:lnTo>
                  <a:lnTo>
                    <a:pt x="331689" y="134767"/>
                  </a:lnTo>
                  <a:lnTo>
                    <a:pt x="330668" y="129554"/>
                  </a:lnTo>
                  <a:lnTo>
                    <a:pt x="329482" y="124376"/>
                  </a:lnTo>
                  <a:lnTo>
                    <a:pt x="328132" y="119239"/>
                  </a:lnTo>
                  <a:lnTo>
                    <a:pt x="326619" y="114147"/>
                  </a:lnTo>
                  <a:lnTo>
                    <a:pt x="324945" y="109106"/>
                  </a:lnTo>
                  <a:lnTo>
                    <a:pt x="323112" y="104120"/>
                  </a:lnTo>
                  <a:lnTo>
                    <a:pt x="321122" y="99196"/>
                  </a:lnTo>
                  <a:lnTo>
                    <a:pt x="318976" y="94337"/>
                  </a:lnTo>
                  <a:lnTo>
                    <a:pt x="316677" y="89548"/>
                  </a:lnTo>
                  <a:lnTo>
                    <a:pt x="314227" y="84835"/>
                  </a:lnTo>
                  <a:lnTo>
                    <a:pt x="311628" y="80203"/>
                  </a:lnTo>
                  <a:lnTo>
                    <a:pt x="308883" y="75655"/>
                  </a:lnTo>
                  <a:lnTo>
                    <a:pt x="305996" y="71196"/>
                  </a:lnTo>
                  <a:lnTo>
                    <a:pt x="302968" y="66832"/>
                  </a:lnTo>
                  <a:lnTo>
                    <a:pt x="299803" y="62566"/>
                  </a:lnTo>
                  <a:lnTo>
                    <a:pt x="296504" y="58403"/>
                  </a:lnTo>
                  <a:lnTo>
                    <a:pt x="293074" y="54347"/>
                  </a:lnTo>
                  <a:lnTo>
                    <a:pt x="289518" y="50401"/>
                  </a:lnTo>
                  <a:lnTo>
                    <a:pt x="285838" y="46571"/>
                  </a:lnTo>
                  <a:lnTo>
                    <a:pt x="282038" y="42860"/>
                  </a:lnTo>
                  <a:lnTo>
                    <a:pt x="278121" y="39271"/>
                  </a:lnTo>
                  <a:lnTo>
                    <a:pt x="274093" y="35808"/>
                  </a:lnTo>
                  <a:lnTo>
                    <a:pt x="269957" y="32475"/>
                  </a:lnTo>
                  <a:lnTo>
                    <a:pt x="265718" y="29276"/>
                  </a:lnTo>
                  <a:lnTo>
                    <a:pt x="261378" y="26212"/>
                  </a:lnTo>
                  <a:lnTo>
                    <a:pt x="256944" y="23288"/>
                  </a:lnTo>
                  <a:lnTo>
                    <a:pt x="252418" y="20507"/>
                  </a:lnTo>
                  <a:lnTo>
                    <a:pt x="247807" y="17870"/>
                  </a:lnTo>
                  <a:lnTo>
                    <a:pt x="243114" y="15381"/>
                  </a:lnTo>
                  <a:lnTo>
                    <a:pt x="238345" y="13043"/>
                  </a:lnTo>
                  <a:lnTo>
                    <a:pt x="233504" y="10857"/>
                  </a:lnTo>
                  <a:lnTo>
                    <a:pt x="228595" y="8827"/>
                  </a:lnTo>
                  <a:lnTo>
                    <a:pt x="223625" y="6953"/>
                  </a:lnTo>
                  <a:lnTo>
                    <a:pt x="218598" y="5238"/>
                  </a:lnTo>
                  <a:lnTo>
                    <a:pt x="213518" y="3684"/>
                  </a:lnTo>
                  <a:lnTo>
                    <a:pt x="208392" y="2292"/>
                  </a:lnTo>
                  <a:lnTo>
                    <a:pt x="203225" y="1063"/>
                  </a:lnTo>
                  <a:lnTo>
                    <a:pt x="198020" y="0"/>
                  </a:lnTo>
                  <a:lnTo>
                    <a:pt x="167150" y="164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781287" y="2126963"/>
              <a:ext cx="30870" cy="167167"/>
            </a:xfrm>
            <a:custGeom>
              <a:avLst/>
              <a:pathLst>
                <a:path w="30870" h="167167">
                  <a:moveTo>
                    <a:pt x="30870" y="2875"/>
                  </a:moveTo>
                  <a:lnTo>
                    <a:pt x="23211" y="1619"/>
                  </a:lnTo>
                  <a:lnTo>
                    <a:pt x="15502" y="720"/>
                  </a:lnTo>
                  <a:lnTo>
                    <a:pt x="7759" y="18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4" y="0"/>
                  </a:moveTo>
                  <a:lnTo>
                    <a:pt x="161838" y="84"/>
                  </a:lnTo>
                  <a:lnTo>
                    <a:pt x="156527" y="338"/>
                  </a:lnTo>
                  <a:lnTo>
                    <a:pt x="151227" y="760"/>
                  </a:lnTo>
                  <a:lnTo>
                    <a:pt x="145944" y="1351"/>
                  </a:lnTo>
                  <a:lnTo>
                    <a:pt x="140681" y="2109"/>
                  </a:lnTo>
                  <a:lnTo>
                    <a:pt x="135445" y="3034"/>
                  </a:lnTo>
                  <a:lnTo>
                    <a:pt x="130242" y="4126"/>
                  </a:lnTo>
                  <a:lnTo>
                    <a:pt x="125076" y="5382"/>
                  </a:lnTo>
                  <a:lnTo>
                    <a:pt x="119952" y="6802"/>
                  </a:lnTo>
                  <a:lnTo>
                    <a:pt x="114876" y="8384"/>
                  </a:lnTo>
                  <a:lnTo>
                    <a:pt x="109853" y="10127"/>
                  </a:lnTo>
                  <a:lnTo>
                    <a:pt x="104888" y="12029"/>
                  </a:lnTo>
                  <a:lnTo>
                    <a:pt x="99986" y="14087"/>
                  </a:lnTo>
                  <a:lnTo>
                    <a:pt x="95152" y="16301"/>
                  </a:lnTo>
                  <a:lnTo>
                    <a:pt x="90390" y="18667"/>
                  </a:lnTo>
                  <a:lnTo>
                    <a:pt x="85707" y="21183"/>
                  </a:lnTo>
                  <a:lnTo>
                    <a:pt x="81105" y="23847"/>
                  </a:lnTo>
                  <a:lnTo>
                    <a:pt x="76591" y="26656"/>
                  </a:lnTo>
                  <a:lnTo>
                    <a:pt x="72168" y="29607"/>
                  </a:lnTo>
                  <a:lnTo>
                    <a:pt x="67842" y="32698"/>
                  </a:lnTo>
                  <a:lnTo>
                    <a:pt x="63616" y="35924"/>
                  </a:lnTo>
                  <a:lnTo>
                    <a:pt x="59495" y="39283"/>
                  </a:lnTo>
                  <a:lnTo>
                    <a:pt x="55482" y="42771"/>
                  </a:lnTo>
                  <a:lnTo>
                    <a:pt x="51583" y="46386"/>
                  </a:lnTo>
                  <a:lnTo>
                    <a:pt x="47800" y="50122"/>
                  </a:lnTo>
                  <a:lnTo>
                    <a:pt x="44138" y="53977"/>
                  </a:lnTo>
                  <a:lnTo>
                    <a:pt x="40601" y="57946"/>
                  </a:lnTo>
                  <a:lnTo>
                    <a:pt x="37192" y="62026"/>
                  </a:lnTo>
                  <a:lnTo>
                    <a:pt x="33914" y="66212"/>
                  </a:lnTo>
                  <a:lnTo>
                    <a:pt x="30771" y="70500"/>
                  </a:lnTo>
                  <a:lnTo>
                    <a:pt x="27765" y="74886"/>
                  </a:lnTo>
                  <a:lnTo>
                    <a:pt x="24901" y="79366"/>
                  </a:lnTo>
                  <a:lnTo>
                    <a:pt x="22181" y="83934"/>
                  </a:lnTo>
                  <a:lnTo>
                    <a:pt x="19607" y="88587"/>
                  </a:lnTo>
                  <a:lnTo>
                    <a:pt x="17183" y="93319"/>
                  </a:lnTo>
                  <a:lnTo>
                    <a:pt x="14911" y="98125"/>
                  </a:lnTo>
                  <a:lnTo>
                    <a:pt x="12792" y="103002"/>
                  </a:lnTo>
                  <a:lnTo>
                    <a:pt x="10829" y="107943"/>
                  </a:lnTo>
                  <a:lnTo>
                    <a:pt x="9025" y="112944"/>
                  </a:lnTo>
                  <a:lnTo>
                    <a:pt x="7381" y="118000"/>
                  </a:lnTo>
                  <a:lnTo>
                    <a:pt x="5898" y="123106"/>
                  </a:lnTo>
                  <a:lnTo>
                    <a:pt x="4578" y="128257"/>
                  </a:lnTo>
                  <a:lnTo>
                    <a:pt x="3423" y="133447"/>
                  </a:lnTo>
                  <a:lnTo>
                    <a:pt x="2434" y="138670"/>
                  </a:lnTo>
                  <a:lnTo>
                    <a:pt x="1611" y="143923"/>
                  </a:lnTo>
                  <a:lnTo>
                    <a:pt x="955" y="149200"/>
                  </a:lnTo>
                  <a:lnTo>
                    <a:pt x="468" y="154494"/>
                  </a:lnTo>
                  <a:lnTo>
                    <a:pt x="149" y="159801"/>
                  </a:lnTo>
                  <a:lnTo>
                    <a:pt x="0" y="165116"/>
                  </a:lnTo>
                  <a:lnTo>
                    <a:pt x="19" y="170433"/>
                  </a:lnTo>
                  <a:lnTo>
                    <a:pt x="207" y="175746"/>
                  </a:lnTo>
                  <a:lnTo>
                    <a:pt x="564" y="181051"/>
                  </a:lnTo>
                  <a:lnTo>
                    <a:pt x="1090" y="186342"/>
                  </a:lnTo>
                  <a:lnTo>
                    <a:pt x="1784" y="191613"/>
                  </a:lnTo>
                  <a:lnTo>
                    <a:pt x="2645" y="196860"/>
                  </a:lnTo>
                  <a:lnTo>
                    <a:pt x="3673" y="202076"/>
                  </a:lnTo>
                  <a:lnTo>
                    <a:pt x="4865" y="207258"/>
                  </a:lnTo>
                  <a:lnTo>
                    <a:pt x="6222" y="212398"/>
                  </a:lnTo>
                  <a:lnTo>
                    <a:pt x="7742" y="217493"/>
                  </a:lnTo>
                  <a:lnTo>
                    <a:pt x="9423" y="222537"/>
                  </a:lnTo>
                  <a:lnTo>
                    <a:pt x="11264" y="227525"/>
                  </a:lnTo>
                  <a:lnTo>
                    <a:pt x="13262" y="232452"/>
                  </a:lnTo>
                  <a:lnTo>
                    <a:pt x="15416" y="237313"/>
                  </a:lnTo>
                  <a:lnTo>
                    <a:pt x="17724" y="242103"/>
                  </a:lnTo>
                  <a:lnTo>
                    <a:pt x="20182" y="246817"/>
                  </a:lnTo>
                  <a:lnTo>
                    <a:pt x="22790" y="251451"/>
                  </a:lnTo>
                  <a:lnTo>
                    <a:pt x="25543" y="255999"/>
                  </a:lnTo>
                  <a:lnTo>
                    <a:pt x="28440" y="260458"/>
                  </a:lnTo>
                  <a:lnTo>
                    <a:pt x="31477" y="264822"/>
                  </a:lnTo>
                  <a:lnTo>
                    <a:pt x="34651" y="269087"/>
                  </a:lnTo>
                  <a:lnTo>
                    <a:pt x="37959" y="273250"/>
                  </a:lnTo>
                  <a:lnTo>
                    <a:pt x="41398" y="277305"/>
                  </a:lnTo>
                  <a:lnTo>
                    <a:pt x="44964" y="281248"/>
                  </a:lnTo>
                  <a:lnTo>
                    <a:pt x="48654" y="285076"/>
                  </a:lnTo>
                  <a:lnTo>
                    <a:pt x="52463" y="288785"/>
                  </a:lnTo>
                  <a:lnTo>
                    <a:pt x="56389" y="292371"/>
                  </a:lnTo>
                  <a:lnTo>
                    <a:pt x="60427" y="295830"/>
                  </a:lnTo>
                  <a:lnTo>
                    <a:pt x="64572" y="299159"/>
                  </a:lnTo>
                  <a:lnTo>
                    <a:pt x="68822" y="302354"/>
                  </a:lnTo>
                  <a:lnTo>
                    <a:pt x="73171" y="305413"/>
                  </a:lnTo>
                  <a:lnTo>
                    <a:pt x="77615" y="308332"/>
                  </a:lnTo>
                  <a:lnTo>
                    <a:pt x="82149" y="311108"/>
                  </a:lnTo>
                  <a:lnTo>
                    <a:pt x="86770" y="313739"/>
                  </a:lnTo>
                  <a:lnTo>
                    <a:pt x="91471" y="316221"/>
                  </a:lnTo>
                  <a:lnTo>
                    <a:pt x="96250" y="318552"/>
                  </a:lnTo>
                  <a:lnTo>
                    <a:pt x="101100" y="320731"/>
                  </a:lnTo>
                  <a:lnTo>
                    <a:pt x="106017" y="322753"/>
                  </a:lnTo>
                  <a:lnTo>
                    <a:pt x="110996" y="324619"/>
                  </a:lnTo>
                  <a:lnTo>
                    <a:pt x="116031" y="326325"/>
                  </a:lnTo>
                  <a:lnTo>
                    <a:pt x="121119" y="327871"/>
                  </a:lnTo>
                  <a:lnTo>
                    <a:pt x="126252" y="329253"/>
                  </a:lnTo>
                  <a:lnTo>
                    <a:pt x="131428" y="330472"/>
                  </a:lnTo>
                  <a:lnTo>
                    <a:pt x="136639" y="331526"/>
                  </a:lnTo>
                  <a:lnTo>
                    <a:pt x="141881" y="332413"/>
                  </a:lnTo>
                  <a:lnTo>
                    <a:pt x="147149" y="333133"/>
                  </a:lnTo>
                  <a:lnTo>
                    <a:pt x="152437" y="333685"/>
                  </a:lnTo>
                  <a:lnTo>
                    <a:pt x="157740" y="334069"/>
                  </a:lnTo>
                  <a:lnTo>
                    <a:pt x="163053" y="334284"/>
                  </a:lnTo>
                  <a:lnTo>
                    <a:pt x="168369" y="334330"/>
                  </a:lnTo>
                  <a:lnTo>
                    <a:pt x="173685" y="334207"/>
                  </a:lnTo>
                  <a:lnTo>
                    <a:pt x="178993" y="333915"/>
                  </a:lnTo>
                  <a:lnTo>
                    <a:pt x="184290" y="333454"/>
                  </a:lnTo>
                  <a:lnTo>
                    <a:pt x="189570" y="332825"/>
                  </a:lnTo>
                  <a:lnTo>
                    <a:pt x="194826" y="332028"/>
                  </a:lnTo>
                  <a:lnTo>
                    <a:pt x="200055" y="331065"/>
                  </a:lnTo>
                  <a:lnTo>
                    <a:pt x="205251" y="329936"/>
                  </a:lnTo>
                  <a:lnTo>
                    <a:pt x="210408" y="328642"/>
                  </a:lnTo>
                  <a:lnTo>
                    <a:pt x="215521" y="327185"/>
                  </a:lnTo>
                  <a:lnTo>
                    <a:pt x="220585" y="325565"/>
                  </a:lnTo>
                  <a:lnTo>
                    <a:pt x="225596" y="323786"/>
                  </a:lnTo>
                  <a:lnTo>
                    <a:pt x="230547" y="321848"/>
                  </a:lnTo>
                  <a:lnTo>
                    <a:pt x="235434" y="319754"/>
                  </a:lnTo>
                  <a:lnTo>
                    <a:pt x="240252" y="317506"/>
                  </a:lnTo>
                  <a:lnTo>
                    <a:pt x="244996" y="315105"/>
                  </a:lnTo>
                  <a:lnTo>
                    <a:pt x="249661" y="312555"/>
                  </a:lnTo>
                  <a:lnTo>
                    <a:pt x="254243" y="309857"/>
                  </a:lnTo>
                  <a:lnTo>
                    <a:pt x="258736" y="307016"/>
                  </a:lnTo>
                  <a:lnTo>
                    <a:pt x="263137" y="304033"/>
                  </a:lnTo>
                  <a:lnTo>
                    <a:pt x="267441" y="300911"/>
                  </a:lnTo>
                  <a:lnTo>
                    <a:pt x="271644" y="297654"/>
                  </a:lnTo>
                  <a:lnTo>
                    <a:pt x="275741" y="294265"/>
                  </a:lnTo>
                  <a:lnTo>
                    <a:pt x="279728" y="290748"/>
                  </a:lnTo>
                  <a:lnTo>
                    <a:pt x="283601" y="287105"/>
                  </a:lnTo>
                  <a:lnTo>
                    <a:pt x="287356" y="283341"/>
                  </a:lnTo>
                  <a:lnTo>
                    <a:pt x="290990" y="279460"/>
                  </a:lnTo>
                  <a:lnTo>
                    <a:pt x="294498" y="275465"/>
                  </a:lnTo>
                  <a:lnTo>
                    <a:pt x="297878" y="271361"/>
                  </a:lnTo>
                  <a:lnTo>
                    <a:pt x="301125" y="267151"/>
                  </a:lnTo>
                  <a:lnTo>
                    <a:pt x="304237" y="262840"/>
                  </a:lnTo>
                  <a:lnTo>
                    <a:pt x="307210" y="258432"/>
                  </a:lnTo>
                  <a:lnTo>
                    <a:pt x="310042" y="253932"/>
                  </a:lnTo>
                  <a:lnTo>
                    <a:pt x="312729" y="249344"/>
                  </a:lnTo>
                  <a:lnTo>
                    <a:pt x="315268" y="244673"/>
                  </a:lnTo>
                  <a:lnTo>
                    <a:pt x="317658" y="239924"/>
                  </a:lnTo>
                  <a:lnTo>
                    <a:pt x="319896" y="235101"/>
                  </a:lnTo>
                  <a:lnTo>
                    <a:pt x="321979" y="230209"/>
                  </a:lnTo>
                  <a:lnTo>
                    <a:pt x="323906" y="225253"/>
                  </a:lnTo>
                  <a:lnTo>
                    <a:pt x="325673" y="220239"/>
                  </a:lnTo>
                  <a:lnTo>
                    <a:pt x="327281" y="215171"/>
                  </a:lnTo>
                  <a:lnTo>
                    <a:pt x="328727" y="210055"/>
                  </a:lnTo>
                  <a:lnTo>
                    <a:pt x="330009" y="204895"/>
                  </a:lnTo>
                  <a:lnTo>
                    <a:pt x="331126" y="199697"/>
                  </a:lnTo>
                  <a:lnTo>
                    <a:pt x="332078" y="194466"/>
                  </a:lnTo>
                  <a:lnTo>
                    <a:pt x="332863" y="189207"/>
                  </a:lnTo>
                  <a:lnTo>
                    <a:pt x="333480" y="183926"/>
                  </a:lnTo>
                  <a:lnTo>
                    <a:pt x="333928" y="178628"/>
                  </a:lnTo>
                  <a:lnTo>
                    <a:pt x="334209" y="173319"/>
                  </a:lnTo>
                  <a:lnTo>
                    <a:pt x="334320" y="168003"/>
                  </a:lnTo>
                  <a:lnTo>
                    <a:pt x="334262" y="162687"/>
                  </a:lnTo>
                  <a:lnTo>
                    <a:pt x="334035" y="157375"/>
                  </a:lnTo>
                  <a:lnTo>
                    <a:pt x="333639" y="152073"/>
                  </a:lnTo>
                  <a:lnTo>
                    <a:pt x="333075" y="146786"/>
                  </a:lnTo>
                  <a:lnTo>
                    <a:pt x="332343" y="141520"/>
                  </a:lnTo>
                  <a:lnTo>
                    <a:pt x="331443" y="136279"/>
                  </a:lnTo>
                  <a:lnTo>
                    <a:pt x="330378" y="131070"/>
                  </a:lnTo>
                  <a:lnTo>
                    <a:pt x="329148" y="125898"/>
                  </a:lnTo>
                  <a:lnTo>
                    <a:pt x="327753" y="120767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53832"/>
              <a:ext cx="160598" cy="46399"/>
            </a:xfrm>
            <a:custGeom>
              <a:avLst/>
              <a:pathLst>
                <a:path w="160598" h="46399">
                  <a:moveTo>
                    <a:pt x="160598" y="0"/>
                  </a:moveTo>
                  <a:lnTo>
                    <a:pt x="0" y="463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49784"/>
              <a:ext cx="160598" cy="150447"/>
            </a:xfrm>
            <a:custGeom>
              <a:avLst/>
              <a:pathLst>
                <a:path w="160598" h="150447">
                  <a:moveTo>
                    <a:pt x="160598" y="104047"/>
                  </a:moveTo>
                  <a:lnTo>
                    <a:pt x="158952" y="98688"/>
                  </a:lnTo>
                  <a:lnTo>
                    <a:pt x="157127" y="93387"/>
                  </a:lnTo>
                  <a:lnTo>
                    <a:pt x="155126" y="88150"/>
                  </a:lnTo>
                  <a:lnTo>
                    <a:pt x="152949" y="82984"/>
                  </a:lnTo>
                  <a:lnTo>
                    <a:pt x="150601" y="77893"/>
                  </a:lnTo>
                  <a:lnTo>
                    <a:pt x="148084" y="72884"/>
                  </a:lnTo>
                  <a:lnTo>
                    <a:pt x="145399" y="67962"/>
                  </a:lnTo>
                  <a:lnTo>
                    <a:pt x="142552" y="63132"/>
                  </a:lnTo>
                  <a:lnTo>
                    <a:pt x="139544" y="58401"/>
                  </a:lnTo>
                  <a:lnTo>
                    <a:pt x="136379" y="53774"/>
                  </a:lnTo>
                  <a:lnTo>
                    <a:pt x="133060" y="49255"/>
                  </a:lnTo>
                  <a:lnTo>
                    <a:pt x="129592" y="44850"/>
                  </a:lnTo>
                  <a:lnTo>
                    <a:pt x="125979" y="40564"/>
                  </a:lnTo>
                  <a:lnTo>
                    <a:pt x="122223" y="36401"/>
                  </a:lnTo>
                  <a:lnTo>
                    <a:pt x="118330" y="32367"/>
                  </a:lnTo>
                  <a:lnTo>
                    <a:pt x="114304" y="28466"/>
                  </a:lnTo>
                  <a:lnTo>
                    <a:pt x="110149" y="24701"/>
                  </a:lnTo>
                  <a:lnTo>
                    <a:pt x="105871" y="21078"/>
                  </a:lnTo>
                  <a:lnTo>
                    <a:pt x="101473" y="17601"/>
                  </a:lnTo>
                  <a:lnTo>
                    <a:pt x="96962" y="14273"/>
                  </a:lnTo>
                  <a:lnTo>
                    <a:pt x="92341" y="11098"/>
                  </a:lnTo>
                  <a:lnTo>
                    <a:pt x="87616" y="8080"/>
                  </a:lnTo>
                  <a:lnTo>
                    <a:pt x="82793" y="5222"/>
                  </a:lnTo>
                  <a:lnTo>
                    <a:pt x="77877" y="2528"/>
                  </a:lnTo>
                  <a:lnTo>
                    <a:pt x="72873" y="0"/>
                  </a:lnTo>
                  <a:lnTo>
                    <a:pt x="0" y="1504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33064"/>
              <a:ext cx="72873" cy="167167"/>
            </a:xfrm>
            <a:custGeom>
              <a:avLst/>
              <a:pathLst>
                <a:path w="72873" h="167167">
                  <a:moveTo>
                    <a:pt x="72873" y="16720"/>
                  </a:moveTo>
                  <a:lnTo>
                    <a:pt x="67610" y="14282"/>
                  </a:lnTo>
                  <a:lnTo>
                    <a:pt x="62266" y="12029"/>
                  </a:lnTo>
                  <a:lnTo>
                    <a:pt x="56846" y="9962"/>
                  </a:lnTo>
                  <a:lnTo>
                    <a:pt x="51358" y="8085"/>
                  </a:lnTo>
                  <a:lnTo>
                    <a:pt x="45809" y="6399"/>
                  </a:lnTo>
                  <a:lnTo>
                    <a:pt x="40204" y="4906"/>
                  </a:lnTo>
                  <a:lnTo>
                    <a:pt x="34551" y="3609"/>
                  </a:lnTo>
                  <a:lnTo>
                    <a:pt x="28856" y="2509"/>
                  </a:lnTo>
                  <a:lnTo>
                    <a:pt x="23127" y="1607"/>
                  </a:lnTo>
                  <a:lnTo>
                    <a:pt x="17369" y="904"/>
                  </a:lnTo>
                  <a:lnTo>
                    <a:pt x="11591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358832" y="317039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4" y="756"/>
                  </a:lnTo>
                  <a:lnTo>
                    <a:pt x="145994" y="1343"/>
                  </a:lnTo>
                  <a:lnTo>
                    <a:pt x="140746" y="2098"/>
                  </a:lnTo>
                  <a:lnTo>
                    <a:pt x="135524" y="3018"/>
                  </a:lnTo>
                  <a:lnTo>
                    <a:pt x="130334" y="4103"/>
                  </a:lnTo>
                  <a:lnTo>
                    <a:pt x="125181" y="5353"/>
                  </a:lnTo>
                  <a:lnTo>
                    <a:pt x="120070" y="6765"/>
                  </a:lnTo>
                  <a:lnTo>
                    <a:pt x="115007" y="8339"/>
                  </a:lnTo>
                  <a:lnTo>
                    <a:pt x="109996" y="10073"/>
                  </a:lnTo>
                  <a:lnTo>
                    <a:pt x="105043" y="11964"/>
                  </a:lnTo>
                  <a:lnTo>
                    <a:pt x="100152" y="14012"/>
                  </a:lnTo>
                  <a:lnTo>
                    <a:pt x="95328" y="16214"/>
                  </a:lnTo>
                  <a:lnTo>
                    <a:pt x="90577" y="18567"/>
                  </a:lnTo>
                  <a:lnTo>
                    <a:pt x="85903" y="21070"/>
                  </a:lnTo>
                  <a:lnTo>
                    <a:pt x="81310" y="23720"/>
                  </a:lnTo>
                  <a:lnTo>
                    <a:pt x="76804" y="26515"/>
                  </a:lnTo>
                  <a:lnTo>
                    <a:pt x="72389" y="29451"/>
                  </a:lnTo>
                  <a:lnTo>
                    <a:pt x="68069" y="32525"/>
                  </a:lnTo>
                  <a:lnTo>
                    <a:pt x="63849" y="35735"/>
                  </a:lnTo>
                  <a:lnTo>
                    <a:pt x="59732" y="39078"/>
                  </a:lnTo>
                  <a:lnTo>
                    <a:pt x="55724" y="42549"/>
                  </a:lnTo>
                  <a:lnTo>
                    <a:pt x="51828" y="46145"/>
                  </a:lnTo>
                  <a:lnTo>
                    <a:pt x="48048" y="49863"/>
                  </a:lnTo>
                  <a:lnTo>
                    <a:pt x="44387" y="53699"/>
                  </a:lnTo>
                  <a:lnTo>
                    <a:pt x="40851" y="57650"/>
                  </a:lnTo>
                  <a:lnTo>
                    <a:pt x="37441" y="61710"/>
                  </a:lnTo>
                  <a:lnTo>
                    <a:pt x="34162" y="65877"/>
                  </a:lnTo>
                  <a:lnTo>
                    <a:pt x="31016" y="70146"/>
                  </a:lnTo>
                  <a:lnTo>
                    <a:pt x="28008" y="74512"/>
                  </a:lnTo>
                  <a:lnTo>
                    <a:pt x="25139" y="78971"/>
                  </a:lnTo>
                  <a:lnTo>
                    <a:pt x="22413" y="83519"/>
                  </a:lnTo>
                  <a:lnTo>
                    <a:pt x="19833" y="88151"/>
                  </a:lnTo>
                  <a:lnTo>
                    <a:pt x="17401" y="92863"/>
                  </a:lnTo>
                  <a:lnTo>
                    <a:pt x="15120" y="97650"/>
                  </a:lnTo>
                  <a:lnTo>
                    <a:pt x="12992" y="102506"/>
                  </a:lnTo>
                  <a:lnTo>
                    <a:pt x="11019" y="107428"/>
                  </a:lnTo>
                  <a:lnTo>
                    <a:pt x="9203" y="112409"/>
                  </a:lnTo>
                  <a:lnTo>
                    <a:pt x="7546" y="117446"/>
                  </a:lnTo>
                  <a:lnTo>
                    <a:pt x="6049" y="122533"/>
                  </a:lnTo>
                  <a:lnTo>
                    <a:pt x="4715" y="127664"/>
                  </a:lnTo>
                  <a:lnTo>
                    <a:pt x="3543" y="132836"/>
                  </a:lnTo>
                  <a:lnTo>
                    <a:pt x="2537" y="138042"/>
                  </a:lnTo>
                  <a:lnTo>
                    <a:pt x="1696" y="143277"/>
                  </a:lnTo>
                  <a:lnTo>
                    <a:pt x="1022" y="148536"/>
                  </a:lnTo>
                  <a:lnTo>
                    <a:pt x="514" y="153814"/>
                  </a:lnTo>
                  <a:lnTo>
                    <a:pt x="175" y="159105"/>
                  </a:lnTo>
                  <a:lnTo>
                    <a:pt x="3" y="164405"/>
                  </a:lnTo>
                  <a:lnTo>
                    <a:pt x="0" y="169707"/>
                  </a:lnTo>
                  <a:lnTo>
                    <a:pt x="164" y="175007"/>
                  </a:lnTo>
                  <a:lnTo>
                    <a:pt x="497" y="180299"/>
                  </a:lnTo>
                  <a:lnTo>
                    <a:pt x="997" y="185577"/>
                  </a:lnTo>
                  <a:lnTo>
                    <a:pt x="1665" y="190838"/>
                  </a:lnTo>
                  <a:lnTo>
                    <a:pt x="2498" y="196074"/>
                  </a:lnTo>
                  <a:lnTo>
                    <a:pt x="3498" y="201281"/>
                  </a:lnTo>
                  <a:lnTo>
                    <a:pt x="4662" y="206454"/>
                  </a:lnTo>
                  <a:lnTo>
                    <a:pt x="5990" y="211587"/>
                  </a:lnTo>
                  <a:lnTo>
                    <a:pt x="7480" y="216676"/>
                  </a:lnTo>
                  <a:lnTo>
                    <a:pt x="9130" y="221715"/>
                  </a:lnTo>
                  <a:lnTo>
                    <a:pt x="10940" y="226699"/>
                  </a:lnTo>
                  <a:lnTo>
                    <a:pt x="12906" y="231623"/>
                  </a:lnTo>
                  <a:lnTo>
                    <a:pt x="15028" y="236482"/>
                  </a:lnTo>
                  <a:lnTo>
                    <a:pt x="17303" y="241272"/>
                  </a:lnTo>
                  <a:lnTo>
                    <a:pt x="19729" y="245987"/>
                  </a:lnTo>
                  <a:lnTo>
                    <a:pt x="22303" y="250623"/>
                  </a:lnTo>
                  <a:lnTo>
                    <a:pt x="25022" y="255174"/>
                  </a:lnTo>
                  <a:lnTo>
                    <a:pt x="27885" y="259637"/>
                  </a:lnTo>
                  <a:lnTo>
                    <a:pt x="30887" y="264008"/>
                  </a:lnTo>
                  <a:lnTo>
                    <a:pt x="34027" y="268280"/>
                  </a:lnTo>
                  <a:lnTo>
                    <a:pt x="37301" y="272451"/>
                  </a:lnTo>
                  <a:lnTo>
                    <a:pt x="40705" y="276516"/>
                  </a:lnTo>
                  <a:lnTo>
                    <a:pt x="44237" y="280471"/>
                  </a:lnTo>
                  <a:lnTo>
                    <a:pt x="47892" y="284313"/>
                  </a:lnTo>
                  <a:lnTo>
                    <a:pt x="51667" y="288036"/>
                  </a:lnTo>
                  <a:lnTo>
                    <a:pt x="55559" y="291637"/>
                  </a:lnTo>
                  <a:lnTo>
                    <a:pt x="59562" y="295114"/>
                  </a:lnTo>
                  <a:lnTo>
                    <a:pt x="63674" y="298461"/>
                  </a:lnTo>
                  <a:lnTo>
                    <a:pt x="67890" y="301677"/>
                  </a:lnTo>
                  <a:lnTo>
                    <a:pt x="72206" y="304757"/>
                  </a:lnTo>
                  <a:lnTo>
                    <a:pt x="76618" y="307699"/>
                  </a:lnTo>
                  <a:lnTo>
                    <a:pt x="81120" y="310499"/>
                  </a:lnTo>
                  <a:lnTo>
                    <a:pt x="85709" y="313156"/>
                  </a:lnTo>
                  <a:lnTo>
                    <a:pt x="90380" y="315665"/>
                  </a:lnTo>
                  <a:lnTo>
                    <a:pt x="95128" y="318025"/>
                  </a:lnTo>
                  <a:lnTo>
                    <a:pt x="99949" y="320233"/>
                  </a:lnTo>
                  <a:lnTo>
                    <a:pt x="104837" y="322287"/>
                  </a:lnTo>
                  <a:lnTo>
                    <a:pt x="109788" y="324185"/>
                  </a:lnTo>
                  <a:lnTo>
                    <a:pt x="114796" y="325926"/>
                  </a:lnTo>
                  <a:lnTo>
                    <a:pt x="119858" y="327506"/>
                  </a:lnTo>
                  <a:lnTo>
                    <a:pt x="124967" y="328925"/>
                  </a:lnTo>
                  <a:lnTo>
                    <a:pt x="130118" y="330182"/>
                  </a:lnTo>
                  <a:lnTo>
                    <a:pt x="135306" y="331274"/>
                  </a:lnTo>
                  <a:lnTo>
                    <a:pt x="140527" y="332201"/>
                  </a:lnTo>
                  <a:lnTo>
                    <a:pt x="145774" y="332962"/>
                  </a:lnTo>
                  <a:lnTo>
                    <a:pt x="151043" y="333557"/>
                  </a:lnTo>
                  <a:lnTo>
                    <a:pt x="156328" y="333984"/>
                  </a:lnTo>
                  <a:lnTo>
                    <a:pt x="161624" y="334243"/>
                  </a:lnTo>
                  <a:lnTo>
                    <a:pt x="166926" y="334334"/>
                  </a:lnTo>
                  <a:lnTo>
                    <a:pt x="172228" y="334257"/>
                  </a:lnTo>
                  <a:lnTo>
                    <a:pt x="177524" y="334012"/>
                  </a:lnTo>
                  <a:lnTo>
                    <a:pt x="182810" y="333599"/>
                  </a:lnTo>
                  <a:lnTo>
                    <a:pt x="188081" y="333019"/>
                  </a:lnTo>
                  <a:lnTo>
                    <a:pt x="193330" y="332271"/>
                  </a:lnTo>
                  <a:lnTo>
                    <a:pt x="198553" y="331358"/>
                  </a:lnTo>
                  <a:lnTo>
                    <a:pt x="203745" y="330279"/>
                  </a:lnTo>
                  <a:lnTo>
                    <a:pt x="208899" y="329036"/>
                  </a:lnTo>
                  <a:lnTo>
                    <a:pt x="214012" y="327631"/>
                  </a:lnTo>
                  <a:lnTo>
                    <a:pt x="219077" y="326064"/>
                  </a:lnTo>
                  <a:lnTo>
                    <a:pt x="224091" y="324337"/>
                  </a:lnTo>
                  <a:lnTo>
                    <a:pt x="229047" y="322452"/>
                  </a:lnTo>
                  <a:lnTo>
                    <a:pt x="233940" y="320411"/>
                  </a:lnTo>
                  <a:lnTo>
                    <a:pt x="238767" y="318215"/>
                  </a:lnTo>
                  <a:lnTo>
                    <a:pt x="243521" y="315868"/>
                  </a:lnTo>
                  <a:lnTo>
                    <a:pt x="248199" y="313371"/>
                  </a:lnTo>
                  <a:lnTo>
                    <a:pt x="252795" y="310727"/>
                  </a:lnTo>
                  <a:lnTo>
                    <a:pt x="257305" y="307939"/>
                  </a:lnTo>
                  <a:lnTo>
                    <a:pt x="261724" y="305009"/>
                  </a:lnTo>
                  <a:lnTo>
                    <a:pt x="266048" y="301940"/>
                  </a:lnTo>
                  <a:lnTo>
                    <a:pt x="270272" y="298735"/>
                  </a:lnTo>
                  <a:lnTo>
                    <a:pt x="274393" y="295399"/>
                  </a:lnTo>
                  <a:lnTo>
                    <a:pt x="278406" y="291933"/>
                  </a:lnTo>
                  <a:lnTo>
                    <a:pt x="282307" y="288342"/>
                  </a:lnTo>
                  <a:lnTo>
                    <a:pt x="286092" y="284629"/>
                  </a:lnTo>
                  <a:lnTo>
                    <a:pt x="289757" y="280797"/>
                  </a:lnTo>
                  <a:lnTo>
                    <a:pt x="293299" y="276852"/>
                  </a:lnTo>
                  <a:lnTo>
                    <a:pt x="296714" y="272795"/>
                  </a:lnTo>
                  <a:lnTo>
                    <a:pt x="299999" y="268633"/>
                  </a:lnTo>
                  <a:lnTo>
                    <a:pt x="303150" y="264369"/>
                  </a:lnTo>
                  <a:lnTo>
                    <a:pt x="306165" y="260007"/>
                  </a:lnTo>
                  <a:lnTo>
                    <a:pt x="309039" y="255551"/>
                  </a:lnTo>
                  <a:lnTo>
                    <a:pt x="311771" y="251007"/>
                  </a:lnTo>
                  <a:lnTo>
                    <a:pt x="314357" y="246378"/>
                  </a:lnTo>
                  <a:lnTo>
                    <a:pt x="316795" y="241669"/>
                  </a:lnTo>
                  <a:lnTo>
                    <a:pt x="319083" y="236886"/>
                  </a:lnTo>
                  <a:lnTo>
                    <a:pt x="321217" y="232032"/>
                  </a:lnTo>
                  <a:lnTo>
                    <a:pt x="323197" y="227113"/>
                  </a:lnTo>
                  <a:lnTo>
                    <a:pt x="325020" y="222134"/>
                  </a:lnTo>
                  <a:lnTo>
                    <a:pt x="326683" y="217100"/>
                  </a:lnTo>
                  <a:lnTo>
                    <a:pt x="328187" y="212015"/>
                  </a:lnTo>
                  <a:lnTo>
                    <a:pt x="329528" y="206885"/>
                  </a:lnTo>
                  <a:lnTo>
                    <a:pt x="330706" y="201715"/>
                  </a:lnTo>
                  <a:lnTo>
                    <a:pt x="331720" y="196511"/>
                  </a:lnTo>
                  <a:lnTo>
                    <a:pt x="332567" y="191277"/>
                  </a:lnTo>
                  <a:lnTo>
                    <a:pt x="333249" y="186018"/>
                  </a:lnTo>
                  <a:lnTo>
                    <a:pt x="333763" y="180741"/>
                  </a:lnTo>
                  <a:lnTo>
                    <a:pt x="334110" y="175450"/>
                  </a:lnTo>
                  <a:lnTo>
                    <a:pt x="334288" y="170151"/>
                  </a:lnTo>
                  <a:lnTo>
                    <a:pt x="334299" y="164848"/>
                  </a:lnTo>
                  <a:lnTo>
                    <a:pt x="334141" y="159548"/>
                  </a:lnTo>
                  <a:lnTo>
                    <a:pt x="333816" y="154256"/>
                  </a:lnTo>
                  <a:lnTo>
                    <a:pt x="333322" y="148977"/>
                  </a:lnTo>
                  <a:lnTo>
                    <a:pt x="332662" y="143716"/>
                  </a:lnTo>
                  <a:lnTo>
                    <a:pt x="331835" y="138478"/>
                  </a:lnTo>
                  <a:lnTo>
                    <a:pt x="330842" y="133270"/>
                  </a:lnTo>
                  <a:lnTo>
                    <a:pt x="329685" y="128095"/>
                  </a:lnTo>
                  <a:lnTo>
                    <a:pt x="328364" y="122960"/>
                  </a:lnTo>
                  <a:lnTo>
                    <a:pt x="326881" y="117870"/>
                  </a:lnTo>
                  <a:lnTo>
                    <a:pt x="325237" y="112829"/>
                  </a:lnTo>
                  <a:lnTo>
                    <a:pt x="323434" y="107842"/>
                  </a:lnTo>
                  <a:lnTo>
                    <a:pt x="321474" y="102915"/>
                  </a:lnTo>
                  <a:lnTo>
                    <a:pt x="319359" y="98053"/>
                  </a:lnTo>
                  <a:lnTo>
                    <a:pt x="317090" y="93261"/>
                  </a:lnTo>
                  <a:lnTo>
                    <a:pt x="314671" y="88543"/>
                  </a:lnTo>
                  <a:lnTo>
                    <a:pt x="312103" y="83904"/>
                  </a:lnTo>
                  <a:lnTo>
                    <a:pt x="309390" y="79348"/>
                  </a:lnTo>
                  <a:lnTo>
                    <a:pt x="306533" y="74881"/>
                  </a:lnTo>
                  <a:lnTo>
                    <a:pt x="303536" y="70507"/>
                  </a:lnTo>
                  <a:lnTo>
                    <a:pt x="300402" y="66230"/>
                  </a:lnTo>
                  <a:lnTo>
                    <a:pt x="297134" y="62055"/>
                  </a:lnTo>
                  <a:lnTo>
                    <a:pt x="293735" y="57985"/>
                  </a:lnTo>
                  <a:lnTo>
                    <a:pt x="290209" y="54026"/>
                  </a:lnTo>
                  <a:lnTo>
                    <a:pt x="286558" y="50180"/>
                  </a:lnTo>
                  <a:lnTo>
                    <a:pt x="282788" y="46451"/>
                  </a:lnTo>
                  <a:lnTo>
                    <a:pt x="278902" y="42845"/>
                  </a:lnTo>
                  <a:lnTo>
                    <a:pt x="274903" y="3936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209756"/>
              <a:ext cx="107754" cy="127803"/>
            </a:xfrm>
            <a:custGeom>
              <a:avLst/>
              <a:pathLst>
                <a:path w="107754" h="127803">
                  <a:moveTo>
                    <a:pt x="107754" y="0"/>
                  </a:moveTo>
                  <a:lnTo>
                    <a:pt x="0" y="1278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202632"/>
              <a:ext cx="107754" cy="134927"/>
            </a:xfrm>
            <a:custGeom>
              <a:avLst/>
              <a:pathLst>
                <a:path w="107754" h="134927">
                  <a:moveTo>
                    <a:pt x="107754" y="7123"/>
                  </a:moveTo>
                  <a:lnTo>
                    <a:pt x="98688" y="0"/>
                  </a:lnTo>
                  <a:lnTo>
                    <a:pt x="0" y="134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170392"/>
              <a:ext cx="98688" cy="167167"/>
            </a:xfrm>
            <a:custGeom>
              <a:avLst/>
              <a:pathLst>
                <a:path w="98688" h="167167">
                  <a:moveTo>
                    <a:pt x="98688" y="32239"/>
                  </a:moveTo>
                  <a:lnTo>
                    <a:pt x="94150" y="29034"/>
                  </a:lnTo>
                  <a:lnTo>
                    <a:pt x="89508" y="25982"/>
                  </a:lnTo>
                  <a:lnTo>
                    <a:pt x="84766" y="23085"/>
                  </a:lnTo>
                  <a:lnTo>
                    <a:pt x="79932" y="20348"/>
                  </a:lnTo>
                  <a:lnTo>
                    <a:pt x="75009" y="17773"/>
                  </a:lnTo>
                  <a:lnTo>
                    <a:pt x="70003" y="15363"/>
                  </a:lnTo>
                  <a:lnTo>
                    <a:pt x="64919" y="13120"/>
                  </a:lnTo>
                  <a:lnTo>
                    <a:pt x="59765" y="11048"/>
                  </a:lnTo>
                  <a:lnTo>
                    <a:pt x="54544" y="9148"/>
                  </a:lnTo>
                  <a:lnTo>
                    <a:pt x="49262" y="7423"/>
                  </a:lnTo>
                  <a:lnTo>
                    <a:pt x="43927" y="5874"/>
                  </a:lnTo>
                  <a:lnTo>
                    <a:pt x="38543" y="4504"/>
                  </a:lnTo>
                  <a:lnTo>
                    <a:pt x="33116" y="3313"/>
                  </a:lnTo>
                  <a:lnTo>
                    <a:pt x="27653" y="2303"/>
                  </a:lnTo>
                  <a:lnTo>
                    <a:pt x="22159" y="1475"/>
                  </a:lnTo>
                  <a:lnTo>
                    <a:pt x="16640" y="830"/>
                  </a:lnTo>
                  <a:lnTo>
                    <a:pt x="11104" y="369"/>
                  </a:lnTo>
                  <a:lnTo>
                    <a:pt x="555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423589" y="3707720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4" y="334"/>
                  </a:lnTo>
                  <a:lnTo>
                    <a:pt x="151325" y="751"/>
                  </a:lnTo>
                  <a:lnTo>
                    <a:pt x="146072" y="1335"/>
                  </a:lnTo>
                  <a:lnTo>
                    <a:pt x="140840" y="2084"/>
                  </a:lnTo>
                  <a:lnTo>
                    <a:pt x="135634" y="2999"/>
                  </a:lnTo>
                  <a:lnTo>
                    <a:pt x="130460" y="4078"/>
                  </a:lnTo>
                  <a:lnTo>
                    <a:pt x="125322" y="5319"/>
                  </a:lnTo>
                  <a:lnTo>
                    <a:pt x="120226" y="6723"/>
                  </a:lnTo>
                  <a:lnTo>
                    <a:pt x="115177" y="8287"/>
                  </a:lnTo>
                  <a:lnTo>
                    <a:pt x="110181" y="10009"/>
                  </a:lnTo>
                  <a:lnTo>
                    <a:pt x="105241" y="11889"/>
                  </a:lnTo>
                  <a:lnTo>
                    <a:pt x="100363" y="13924"/>
                  </a:lnTo>
                  <a:lnTo>
                    <a:pt x="95551" y="16113"/>
                  </a:lnTo>
                  <a:lnTo>
                    <a:pt x="90812" y="18452"/>
                  </a:lnTo>
                  <a:lnTo>
                    <a:pt x="86148" y="20940"/>
                  </a:lnTo>
                  <a:lnTo>
                    <a:pt x="81566" y="23574"/>
                  </a:lnTo>
                  <a:lnTo>
                    <a:pt x="77069" y="26352"/>
                  </a:lnTo>
                  <a:lnTo>
                    <a:pt x="72663" y="29270"/>
                  </a:lnTo>
                  <a:lnTo>
                    <a:pt x="68350" y="32327"/>
                  </a:lnTo>
                  <a:lnTo>
                    <a:pt x="64137" y="35518"/>
                  </a:lnTo>
                  <a:lnTo>
                    <a:pt x="60026" y="38840"/>
                  </a:lnTo>
                  <a:lnTo>
                    <a:pt x="56023" y="42291"/>
                  </a:lnTo>
                  <a:lnTo>
                    <a:pt x="52131" y="45867"/>
                  </a:lnTo>
                  <a:lnTo>
                    <a:pt x="48353" y="49564"/>
                  </a:lnTo>
                  <a:lnTo>
                    <a:pt x="44695" y="53379"/>
                  </a:lnTo>
                  <a:lnTo>
                    <a:pt x="41159" y="57308"/>
                  </a:lnTo>
                  <a:lnTo>
                    <a:pt x="37749" y="61346"/>
                  </a:lnTo>
                  <a:lnTo>
                    <a:pt x="34468" y="65490"/>
                  </a:lnTo>
                  <a:lnTo>
                    <a:pt x="31320" y="69736"/>
                  </a:lnTo>
                  <a:lnTo>
                    <a:pt x="28308" y="74079"/>
                  </a:lnTo>
                  <a:lnTo>
                    <a:pt x="25434" y="78515"/>
                  </a:lnTo>
                  <a:lnTo>
                    <a:pt x="22702" y="83040"/>
                  </a:lnTo>
                  <a:lnTo>
                    <a:pt x="20115" y="87649"/>
                  </a:lnTo>
                  <a:lnTo>
                    <a:pt x="17674" y="92337"/>
                  </a:lnTo>
                  <a:lnTo>
                    <a:pt x="15383" y="97100"/>
                  </a:lnTo>
                  <a:lnTo>
                    <a:pt x="13244" y="101933"/>
                  </a:lnTo>
                  <a:lnTo>
                    <a:pt x="11259" y="106832"/>
                  </a:lnTo>
                  <a:lnTo>
                    <a:pt x="9429" y="111791"/>
                  </a:lnTo>
                  <a:lnTo>
                    <a:pt x="7758" y="116805"/>
                  </a:lnTo>
                  <a:lnTo>
                    <a:pt x="6245" y="121869"/>
                  </a:lnTo>
                  <a:lnTo>
                    <a:pt x="4893" y="126979"/>
                  </a:lnTo>
                  <a:lnTo>
                    <a:pt x="3704" y="132129"/>
                  </a:lnTo>
                  <a:lnTo>
                    <a:pt x="2678" y="137314"/>
                  </a:lnTo>
                  <a:lnTo>
                    <a:pt x="1816" y="142529"/>
                  </a:lnTo>
                  <a:lnTo>
                    <a:pt x="1120" y="147768"/>
                  </a:lnTo>
                  <a:lnTo>
                    <a:pt x="590" y="153027"/>
                  </a:lnTo>
                  <a:lnTo>
                    <a:pt x="226" y="158300"/>
                  </a:lnTo>
                  <a:lnTo>
                    <a:pt x="29" y="163582"/>
                  </a:lnTo>
                  <a:lnTo>
                    <a:pt x="0" y="168867"/>
                  </a:lnTo>
                  <a:lnTo>
                    <a:pt x="137" y="174151"/>
                  </a:lnTo>
                  <a:lnTo>
                    <a:pt x="441" y="179428"/>
                  </a:lnTo>
                  <a:lnTo>
                    <a:pt x="912" y="184692"/>
                  </a:lnTo>
                  <a:lnTo>
                    <a:pt x="1549" y="189939"/>
                  </a:lnTo>
                  <a:lnTo>
                    <a:pt x="2352" y="195163"/>
                  </a:lnTo>
                  <a:lnTo>
                    <a:pt x="3319" y="200360"/>
                  </a:lnTo>
                  <a:lnTo>
                    <a:pt x="4451" y="205523"/>
                  </a:lnTo>
                  <a:lnTo>
                    <a:pt x="5744" y="210647"/>
                  </a:lnTo>
                  <a:lnTo>
                    <a:pt x="7200" y="215728"/>
                  </a:lnTo>
                  <a:lnTo>
                    <a:pt x="8815" y="220761"/>
                  </a:lnTo>
                  <a:lnTo>
                    <a:pt x="10588" y="225740"/>
                  </a:lnTo>
                  <a:lnTo>
                    <a:pt x="12518" y="230661"/>
                  </a:lnTo>
                  <a:lnTo>
                    <a:pt x="14603" y="235518"/>
                  </a:lnTo>
                  <a:lnTo>
                    <a:pt x="16840" y="240307"/>
                  </a:lnTo>
                  <a:lnTo>
                    <a:pt x="19228" y="245022"/>
                  </a:lnTo>
                  <a:lnTo>
                    <a:pt x="21763" y="249660"/>
                  </a:lnTo>
                  <a:lnTo>
                    <a:pt x="24443" y="254215"/>
                  </a:lnTo>
                  <a:lnTo>
                    <a:pt x="27267" y="258684"/>
                  </a:lnTo>
                  <a:lnTo>
                    <a:pt x="30230" y="263060"/>
                  </a:lnTo>
                  <a:lnTo>
                    <a:pt x="33330" y="267341"/>
                  </a:lnTo>
                  <a:lnTo>
                    <a:pt x="36564" y="271522"/>
                  </a:lnTo>
                  <a:lnTo>
                    <a:pt x="39928" y="275599"/>
                  </a:lnTo>
                  <a:lnTo>
                    <a:pt x="43420" y="279567"/>
                  </a:lnTo>
                  <a:lnTo>
                    <a:pt x="47035" y="283422"/>
                  </a:lnTo>
                  <a:lnTo>
                    <a:pt x="50770" y="287162"/>
                  </a:lnTo>
                  <a:lnTo>
                    <a:pt x="54622" y="290781"/>
                  </a:lnTo>
                  <a:lnTo>
                    <a:pt x="58586" y="294277"/>
                  </a:lnTo>
                  <a:lnTo>
                    <a:pt x="62659" y="297646"/>
                  </a:lnTo>
                  <a:lnTo>
                    <a:pt x="66836" y="300885"/>
                  </a:lnTo>
                  <a:lnTo>
                    <a:pt x="71114" y="303989"/>
                  </a:lnTo>
                  <a:lnTo>
                    <a:pt x="75487" y="306957"/>
                  </a:lnTo>
                  <a:lnTo>
                    <a:pt x="79952" y="309786"/>
                  </a:lnTo>
                  <a:lnTo>
                    <a:pt x="84505" y="312471"/>
                  </a:lnTo>
                  <a:lnTo>
                    <a:pt x="89140" y="315012"/>
                  </a:lnTo>
                  <a:lnTo>
                    <a:pt x="93853" y="317404"/>
                  </a:lnTo>
                  <a:lnTo>
                    <a:pt x="98639" y="319647"/>
                  </a:lnTo>
                  <a:lnTo>
                    <a:pt x="103494" y="321737"/>
                  </a:lnTo>
                  <a:lnTo>
                    <a:pt x="108412" y="323672"/>
                  </a:lnTo>
                  <a:lnTo>
                    <a:pt x="113389" y="325451"/>
                  </a:lnTo>
                  <a:lnTo>
                    <a:pt x="118420" y="327072"/>
                  </a:lnTo>
                  <a:lnTo>
                    <a:pt x="123500" y="328533"/>
                  </a:lnTo>
                  <a:lnTo>
                    <a:pt x="128623" y="329832"/>
                  </a:lnTo>
                  <a:lnTo>
                    <a:pt x="133785" y="330969"/>
                  </a:lnTo>
                  <a:lnTo>
                    <a:pt x="138980" y="331942"/>
                  </a:lnTo>
                  <a:lnTo>
                    <a:pt x="144203" y="332751"/>
                  </a:lnTo>
                  <a:lnTo>
                    <a:pt x="149449" y="333394"/>
                  </a:lnTo>
                  <a:lnTo>
                    <a:pt x="154713" y="333870"/>
                  </a:lnTo>
                  <a:lnTo>
                    <a:pt x="159990" y="334181"/>
                  </a:lnTo>
                  <a:lnTo>
                    <a:pt x="165273" y="334324"/>
                  </a:lnTo>
                  <a:lnTo>
                    <a:pt x="170559" y="334300"/>
                  </a:lnTo>
                  <a:lnTo>
                    <a:pt x="175841" y="334109"/>
                  </a:lnTo>
                  <a:lnTo>
                    <a:pt x="181114" y="333751"/>
                  </a:lnTo>
                  <a:lnTo>
                    <a:pt x="186374" y="333226"/>
                  </a:lnTo>
                  <a:lnTo>
                    <a:pt x="191614" y="332536"/>
                  </a:lnTo>
                  <a:lnTo>
                    <a:pt x="196829" y="331680"/>
                  </a:lnTo>
                  <a:lnTo>
                    <a:pt x="202016" y="330660"/>
                  </a:lnTo>
                  <a:lnTo>
                    <a:pt x="207167" y="329476"/>
                  </a:lnTo>
                  <a:lnTo>
                    <a:pt x="212278" y="328130"/>
                  </a:lnTo>
                  <a:lnTo>
                    <a:pt x="217344" y="326623"/>
                  </a:lnTo>
                  <a:lnTo>
                    <a:pt x="222360" y="324957"/>
                  </a:lnTo>
                  <a:lnTo>
                    <a:pt x="227321" y="323133"/>
                  </a:lnTo>
                  <a:lnTo>
                    <a:pt x="232222" y="321153"/>
                  </a:lnTo>
                  <a:lnTo>
                    <a:pt x="237057" y="319019"/>
                  </a:lnTo>
                  <a:lnTo>
                    <a:pt x="241823" y="316733"/>
                  </a:lnTo>
                  <a:lnTo>
                    <a:pt x="246514" y="314298"/>
                  </a:lnTo>
                  <a:lnTo>
                    <a:pt x="251126" y="311716"/>
                  </a:lnTo>
                  <a:lnTo>
                    <a:pt x="255654" y="308989"/>
                  </a:lnTo>
                  <a:lnTo>
                    <a:pt x="260093" y="306121"/>
                  </a:lnTo>
                  <a:lnTo>
                    <a:pt x="264439" y="303113"/>
                  </a:lnTo>
                  <a:lnTo>
                    <a:pt x="268689" y="299970"/>
                  </a:lnTo>
                  <a:lnTo>
                    <a:pt x="272836" y="296693"/>
                  </a:lnTo>
                  <a:lnTo>
                    <a:pt x="276878" y="293288"/>
                  </a:lnTo>
                  <a:lnTo>
                    <a:pt x="280811" y="289756"/>
                  </a:lnTo>
                  <a:lnTo>
                    <a:pt x="284629" y="286102"/>
                  </a:lnTo>
                  <a:lnTo>
                    <a:pt x="288331" y="282329"/>
                  </a:lnTo>
                  <a:lnTo>
                    <a:pt x="291911" y="278440"/>
                  </a:lnTo>
                  <a:lnTo>
                    <a:pt x="295366" y="274441"/>
                  </a:lnTo>
                  <a:lnTo>
                    <a:pt x="298694" y="270334"/>
                  </a:lnTo>
                  <a:lnTo>
                    <a:pt x="301889" y="266124"/>
                  </a:lnTo>
                  <a:lnTo>
                    <a:pt x="304950" y="261815"/>
                  </a:lnTo>
                  <a:lnTo>
                    <a:pt x="307874" y="257412"/>
                  </a:lnTo>
                  <a:lnTo>
                    <a:pt x="310656" y="252918"/>
                  </a:lnTo>
                  <a:lnTo>
                    <a:pt x="313296" y="248338"/>
                  </a:lnTo>
                  <a:lnTo>
                    <a:pt x="315789" y="243678"/>
                  </a:lnTo>
                  <a:lnTo>
                    <a:pt x="318133" y="238941"/>
                  </a:lnTo>
                  <a:lnTo>
                    <a:pt x="320327" y="234132"/>
                  </a:lnTo>
                  <a:lnTo>
                    <a:pt x="322367" y="229256"/>
                  </a:lnTo>
                  <a:lnTo>
                    <a:pt x="324253" y="224318"/>
                  </a:lnTo>
                  <a:lnTo>
                    <a:pt x="325981" y="219323"/>
                  </a:lnTo>
                  <a:lnTo>
                    <a:pt x="327550" y="214276"/>
                  </a:lnTo>
                  <a:lnTo>
                    <a:pt x="328960" y="209182"/>
                  </a:lnTo>
                  <a:lnTo>
                    <a:pt x="330207" y="204046"/>
                  </a:lnTo>
                  <a:lnTo>
                    <a:pt x="331291" y="198873"/>
                  </a:lnTo>
                  <a:lnTo>
                    <a:pt x="332212" y="193668"/>
                  </a:lnTo>
                  <a:lnTo>
                    <a:pt x="332967" y="188437"/>
                  </a:lnTo>
                  <a:lnTo>
                    <a:pt x="333557" y="183184"/>
                  </a:lnTo>
                  <a:lnTo>
                    <a:pt x="333980" y="177916"/>
                  </a:lnTo>
                  <a:lnTo>
                    <a:pt x="334236" y="172637"/>
                  </a:lnTo>
                  <a:lnTo>
                    <a:pt x="334326" y="167352"/>
                  </a:lnTo>
                  <a:lnTo>
                    <a:pt x="334248" y="162067"/>
                  </a:lnTo>
                  <a:lnTo>
                    <a:pt x="334003" y="156787"/>
                  </a:lnTo>
                  <a:lnTo>
                    <a:pt x="333592" y="151518"/>
                  </a:lnTo>
                  <a:lnTo>
                    <a:pt x="333014" y="146264"/>
                  </a:lnTo>
                  <a:lnTo>
                    <a:pt x="332270" y="141031"/>
                  </a:lnTo>
                  <a:lnTo>
                    <a:pt x="331361" y="135824"/>
                  </a:lnTo>
                  <a:lnTo>
                    <a:pt x="330288" y="130649"/>
                  </a:lnTo>
                  <a:lnTo>
                    <a:pt x="329052" y="125510"/>
                  </a:lnTo>
                  <a:lnTo>
                    <a:pt x="327654" y="120412"/>
                  </a:lnTo>
                  <a:lnTo>
                    <a:pt x="326096" y="115362"/>
                  </a:lnTo>
                  <a:lnTo>
                    <a:pt x="324379" y="110363"/>
                  </a:lnTo>
                  <a:lnTo>
                    <a:pt x="322504" y="105421"/>
                  </a:lnTo>
                  <a:lnTo>
                    <a:pt x="320475" y="100541"/>
                  </a:lnTo>
                  <a:lnTo>
                    <a:pt x="318292" y="95727"/>
                  </a:lnTo>
                  <a:lnTo>
                    <a:pt x="315958" y="90985"/>
                  </a:lnTo>
                  <a:lnTo>
                    <a:pt x="313475" y="86319"/>
                  </a:lnTo>
                  <a:lnTo>
                    <a:pt x="310846" y="81734"/>
                  </a:lnTo>
                  <a:lnTo>
                    <a:pt x="308073" y="77234"/>
                  </a:lnTo>
                  <a:lnTo>
                    <a:pt x="305159" y="72824"/>
                  </a:lnTo>
                  <a:lnTo>
                    <a:pt x="302108" y="68508"/>
                  </a:lnTo>
                  <a:lnTo>
                    <a:pt x="298921" y="64291"/>
                  </a:lnTo>
                  <a:lnTo>
                    <a:pt x="295603" y="60177"/>
                  </a:lnTo>
                  <a:lnTo>
                    <a:pt x="292157" y="56170"/>
                  </a:lnTo>
                  <a:lnTo>
                    <a:pt x="288585" y="52274"/>
                  </a:lnTo>
                  <a:lnTo>
                    <a:pt x="284892" y="48492"/>
                  </a:lnTo>
                  <a:lnTo>
                    <a:pt x="281081" y="44829"/>
                  </a:lnTo>
                  <a:lnTo>
                    <a:pt x="277157" y="41289"/>
                  </a:lnTo>
                  <a:lnTo>
                    <a:pt x="273122" y="37874"/>
                  </a:lnTo>
                  <a:lnTo>
                    <a:pt x="268982" y="34589"/>
                  </a:lnTo>
                  <a:lnTo>
                    <a:pt x="264740" y="31436"/>
                  </a:lnTo>
                  <a:lnTo>
                    <a:pt x="260400" y="28419"/>
                  </a:lnTo>
                  <a:lnTo>
                    <a:pt x="255967" y="25541"/>
                  </a:lnTo>
                  <a:lnTo>
                    <a:pt x="251445" y="22804"/>
                  </a:lnTo>
                  <a:lnTo>
                    <a:pt x="246839" y="20212"/>
                  </a:lnTo>
                  <a:lnTo>
                    <a:pt x="242154" y="17766"/>
                  </a:lnTo>
                  <a:lnTo>
                    <a:pt x="237393" y="15470"/>
                  </a:lnTo>
                  <a:lnTo>
                    <a:pt x="232562" y="13325"/>
                  </a:lnTo>
                  <a:lnTo>
                    <a:pt x="227666" y="11334"/>
                  </a:lnTo>
                  <a:lnTo>
                    <a:pt x="222709" y="9499"/>
                  </a:lnTo>
                  <a:lnTo>
                    <a:pt x="217697" y="7822"/>
                  </a:lnTo>
                  <a:lnTo>
                    <a:pt x="212634" y="6304"/>
                  </a:lnTo>
                  <a:lnTo>
                    <a:pt x="207526" y="4947"/>
                  </a:lnTo>
                  <a:lnTo>
                    <a:pt x="202377" y="375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11472"/>
              <a:ext cx="35218" cy="163415"/>
            </a:xfrm>
            <a:custGeom>
              <a:avLst/>
              <a:pathLst>
                <a:path w="35218" h="163415">
                  <a:moveTo>
                    <a:pt x="35218" y="0"/>
                  </a:moveTo>
                  <a:lnTo>
                    <a:pt x="0" y="163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10932"/>
              <a:ext cx="35218" cy="163955"/>
            </a:xfrm>
            <a:custGeom>
              <a:avLst/>
              <a:pathLst>
                <a:path w="35218" h="163955">
                  <a:moveTo>
                    <a:pt x="35218" y="539"/>
                  </a:moveTo>
                  <a:lnTo>
                    <a:pt x="32612" y="0"/>
                  </a:lnTo>
                  <a:lnTo>
                    <a:pt x="0" y="1639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07720"/>
              <a:ext cx="32612" cy="167167"/>
            </a:xfrm>
            <a:custGeom>
              <a:avLst/>
              <a:pathLst>
                <a:path w="32612" h="167167">
                  <a:moveTo>
                    <a:pt x="32612" y="3212"/>
                  </a:moveTo>
                  <a:lnTo>
                    <a:pt x="26150" y="2058"/>
                  </a:lnTo>
                  <a:lnTo>
                    <a:pt x="19648" y="1158"/>
                  </a:lnTo>
                  <a:lnTo>
                    <a:pt x="13115" y="515"/>
                  </a:lnTo>
                  <a:lnTo>
                    <a:pt x="6562" y="12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14131" y="4213821"/>
              <a:ext cx="334322" cy="334328"/>
            </a:xfrm>
            <a:custGeom>
              <a:avLst/>
              <a:pathLst>
                <a:path w="334322" h="334328">
                  <a:moveTo>
                    <a:pt x="167156" y="0"/>
                  </a:moveTo>
                  <a:lnTo>
                    <a:pt x="161866" y="83"/>
                  </a:lnTo>
                  <a:lnTo>
                    <a:pt x="156582" y="334"/>
                  </a:lnTo>
                  <a:lnTo>
                    <a:pt x="151309" y="752"/>
                  </a:lnTo>
                  <a:lnTo>
                    <a:pt x="146051" y="1337"/>
                  </a:lnTo>
                  <a:lnTo>
                    <a:pt x="140814" y="2088"/>
                  </a:lnTo>
                  <a:lnTo>
                    <a:pt x="135604" y="3004"/>
                  </a:lnTo>
                  <a:lnTo>
                    <a:pt x="130426" y="4085"/>
                  </a:lnTo>
                  <a:lnTo>
                    <a:pt x="125284" y="5328"/>
                  </a:lnTo>
                  <a:lnTo>
                    <a:pt x="120184" y="6734"/>
                  </a:lnTo>
                  <a:lnTo>
                    <a:pt x="115131" y="8301"/>
                  </a:lnTo>
                  <a:lnTo>
                    <a:pt x="110130" y="10027"/>
                  </a:lnTo>
                  <a:lnTo>
                    <a:pt x="105187" y="11910"/>
                  </a:lnTo>
                  <a:lnTo>
                    <a:pt x="100305" y="13948"/>
                  </a:lnTo>
                  <a:lnTo>
                    <a:pt x="95490" y="16140"/>
                  </a:lnTo>
                  <a:lnTo>
                    <a:pt x="90748" y="18484"/>
                  </a:lnTo>
                  <a:lnTo>
                    <a:pt x="86081" y="20976"/>
                  </a:lnTo>
                  <a:lnTo>
                    <a:pt x="81496" y="23614"/>
                  </a:lnTo>
                  <a:lnTo>
                    <a:pt x="76997" y="26397"/>
                  </a:lnTo>
                  <a:lnTo>
                    <a:pt x="72588" y="29320"/>
                  </a:lnTo>
                  <a:lnTo>
                    <a:pt x="68273" y="32381"/>
                  </a:lnTo>
                  <a:lnTo>
                    <a:pt x="64058" y="35577"/>
                  </a:lnTo>
                  <a:lnTo>
                    <a:pt x="59946" y="38906"/>
                  </a:lnTo>
                  <a:lnTo>
                    <a:pt x="55941" y="42362"/>
                  </a:lnTo>
                  <a:lnTo>
                    <a:pt x="52048" y="45944"/>
                  </a:lnTo>
                  <a:lnTo>
                    <a:pt x="48270" y="49647"/>
                  </a:lnTo>
                  <a:lnTo>
                    <a:pt x="44611" y="53467"/>
                  </a:lnTo>
                  <a:lnTo>
                    <a:pt x="41074" y="57402"/>
                  </a:lnTo>
                  <a:lnTo>
                    <a:pt x="37664" y="61446"/>
                  </a:lnTo>
                  <a:lnTo>
                    <a:pt x="34384" y="65596"/>
                  </a:lnTo>
                  <a:lnTo>
                    <a:pt x="31237" y="69848"/>
                  </a:lnTo>
                  <a:lnTo>
                    <a:pt x="28225" y="74198"/>
                  </a:lnTo>
                  <a:lnTo>
                    <a:pt x="25353" y="78640"/>
                  </a:lnTo>
                  <a:lnTo>
                    <a:pt x="22623" y="83171"/>
                  </a:lnTo>
                  <a:lnTo>
                    <a:pt x="20038" y="87787"/>
                  </a:lnTo>
                  <a:lnTo>
                    <a:pt x="17600" y="92482"/>
                  </a:lnTo>
                  <a:lnTo>
                    <a:pt x="15311" y="97251"/>
                  </a:lnTo>
                  <a:lnTo>
                    <a:pt x="13175" y="102091"/>
                  </a:lnTo>
                  <a:lnTo>
                    <a:pt x="11193" y="106996"/>
                  </a:lnTo>
                  <a:lnTo>
                    <a:pt x="9367" y="111961"/>
                  </a:lnTo>
                  <a:lnTo>
                    <a:pt x="7699" y="116981"/>
                  </a:lnTo>
                  <a:lnTo>
                    <a:pt x="6191" y="122052"/>
                  </a:lnTo>
                  <a:lnTo>
                    <a:pt x="4844" y="127167"/>
                  </a:lnTo>
                  <a:lnTo>
                    <a:pt x="3660" y="132323"/>
                  </a:lnTo>
                  <a:lnTo>
                    <a:pt x="2639" y="137514"/>
                  </a:lnTo>
                  <a:lnTo>
                    <a:pt x="1783" y="142734"/>
                  </a:lnTo>
                  <a:lnTo>
                    <a:pt x="1093" y="147979"/>
                  </a:lnTo>
                  <a:lnTo>
                    <a:pt x="569" y="153243"/>
                  </a:lnTo>
                  <a:lnTo>
                    <a:pt x="212" y="158521"/>
                  </a:lnTo>
                  <a:lnTo>
                    <a:pt x="22" y="163808"/>
                  </a:lnTo>
                  <a:lnTo>
                    <a:pt x="0" y="169098"/>
                  </a:lnTo>
                  <a:lnTo>
                    <a:pt x="144" y="174386"/>
                  </a:lnTo>
                  <a:lnTo>
                    <a:pt x="456" y="179667"/>
                  </a:lnTo>
                  <a:lnTo>
                    <a:pt x="935" y="184936"/>
                  </a:lnTo>
                  <a:lnTo>
                    <a:pt x="1581" y="190186"/>
                  </a:lnTo>
                  <a:lnTo>
                    <a:pt x="2392" y="195414"/>
                  </a:lnTo>
                  <a:lnTo>
                    <a:pt x="3368" y="200613"/>
                  </a:lnTo>
                  <a:lnTo>
                    <a:pt x="4509" y="205779"/>
                  </a:lnTo>
                  <a:lnTo>
                    <a:pt x="5812" y="210906"/>
                  </a:lnTo>
                  <a:lnTo>
                    <a:pt x="7277" y="215989"/>
                  </a:lnTo>
                  <a:lnTo>
                    <a:pt x="8902" y="221024"/>
                  </a:lnTo>
                  <a:lnTo>
                    <a:pt x="10685" y="226004"/>
                  </a:lnTo>
                  <a:lnTo>
                    <a:pt x="12625" y="230926"/>
                  </a:lnTo>
                  <a:lnTo>
                    <a:pt x="14720" y="235783"/>
                  </a:lnTo>
                  <a:lnTo>
                    <a:pt x="16967" y="240572"/>
                  </a:lnTo>
                  <a:lnTo>
                    <a:pt x="19365" y="245288"/>
                  </a:lnTo>
                  <a:lnTo>
                    <a:pt x="21911" y="249925"/>
                  </a:lnTo>
                  <a:lnTo>
                    <a:pt x="24602" y="254479"/>
                  </a:lnTo>
                  <a:lnTo>
                    <a:pt x="27436" y="258946"/>
                  </a:lnTo>
                  <a:lnTo>
                    <a:pt x="30410" y="263321"/>
                  </a:lnTo>
                  <a:lnTo>
                    <a:pt x="33521" y="267600"/>
                  </a:lnTo>
                  <a:lnTo>
                    <a:pt x="36766" y="271778"/>
                  </a:lnTo>
                  <a:lnTo>
                    <a:pt x="40142" y="275852"/>
                  </a:lnTo>
                  <a:lnTo>
                    <a:pt x="43644" y="279816"/>
                  </a:lnTo>
                  <a:lnTo>
                    <a:pt x="47270" y="283668"/>
                  </a:lnTo>
                  <a:lnTo>
                    <a:pt x="51017" y="287403"/>
                  </a:lnTo>
                  <a:lnTo>
                    <a:pt x="54879" y="291017"/>
                  </a:lnTo>
                  <a:lnTo>
                    <a:pt x="58854" y="294508"/>
                  </a:lnTo>
                  <a:lnTo>
                    <a:pt x="62938" y="297871"/>
                  </a:lnTo>
                  <a:lnTo>
                    <a:pt x="67126" y="301103"/>
                  </a:lnTo>
                  <a:lnTo>
                    <a:pt x="71414" y="304201"/>
                  </a:lnTo>
                  <a:lnTo>
                    <a:pt x="75798" y="307162"/>
                  </a:lnTo>
                  <a:lnTo>
                    <a:pt x="80273" y="309983"/>
                  </a:lnTo>
                  <a:lnTo>
                    <a:pt x="84836" y="312660"/>
                  </a:lnTo>
                  <a:lnTo>
                    <a:pt x="89481" y="315192"/>
                  </a:lnTo>
                  <a:lnTo>
                    <a:pt x="94203" y="317576"/>
                  </a:lnTo>
                  <a:lnTo>
                    <a:pt x="98999" y="319809"/>
                  </a:lnTo>
                  <a:lnTo>
                    <a:pt x="103863" y="321889"/>
                  </a:lnTo>
                  <a:lnTo>
                    <a:pt x="108790" y="323814"/>
                  </a:lnTo>
                  <a:lnTo>
                    <a:pt x="113776" y="325583"/>
                  </a:lnTo>
                  <a:lnTo>
                    <a:pt x="118815" y="327192"/>
                  </a:lnTo>
                  <a:lnTo>
                    <a:pt x="123903" y="328642"/>
                  </a:lnTo>
                  <a:lnTo>
                    <a:pt x="129034" y="329930"/>
                  </a:lnTo>
                  <a:lnTo>
                    <a:pt x="134203" y="331054"/>
                  </a:lnTo>
                  <a:lnTo>
                    <a:pt x="139405" y="332015"/>
                  </a:lnTo>
                  <a:lnTo>
                    <a:pt x="144635" y="332810"/>
                  </a:lnTo>
                  <a:lnTo>
                    <a:pt x="149888" y="333440"/>
                  </a:lnTo>
                  <a:lnTo>
                    <a:pt x="155158" y="333903"/>
                  </a:lnTo>
                  <a:lnTo>
                    <a:pt x="160440" y="334199"/>
                  </a:lnTo>
                  <a:lnTo>
                    <a:pt x="165728" y="334328"/>
                  </a:lnTo>
                  <a:lnTo>
                    <a:pt x="171018" y="334290"/>
                  </a:lnTo>
                  <a:lnTo>
                    <a:pt x="176304" y="334084"/>
                  </a:lnTo>
                  <a:lnTo>
                    <a:pt x="181581" y="333711"/>
                  </a:lnTo>
                  <a:lnTo>
                    <a:pt x="186844" y="333171"/>
                  </a:lnTo>
                  <a:lnTo>
                    <a:pt x="192086" y="332465"/>
                  </a:lnTo>
                  <a:lnTo>
                    <a:pt x="197304" y="331593"/>
                  </a:lnTo>
                  <a:lnTo>
                    <a:pt x="202492" y="330557"/>
                  </a:lnTo>
                  <a:lnTo>
                    <a:pt x="207644" y="329357"/>
                  </a:lnTo>
                  <a:lnTo>
                    <a:pt x="212756" y="327995"/>
                  </a:lnTo>
                  <a:lnTo>
                    <a:pt x="217822" y="326471"/>
                  </a:lnTo>
                  <a:lnTo>
                    <a:pt x="222837" y="324788"/>
                  </a:lnTo>
                  <a:lnTo>
                    <a:pt x="227797" y="322948"/>
                  </a:lnTo>
                  <a:lnTo>
                    <a:pt x="232696" y="320951"/>
                  </a:lnTo>
                  <a:lnTo>
                    <a:pt x="237529" y="318800"/>
                  </a:lnTo>
                  <a:lnTo>
                    <a:pt x="242291" y="316497"/>
                  </a:lnTo>
                  <a:lnTo>
                    <a:pt x="246979" y="314045"/>
                  </a:lnTo>
                  <a:lnTo>
                    <a:pt x="251586" y="311446"/>
                  </a:lnTo>
                  <a:lnTo>
                    <a:pt x="256109" y="308702"/>
                  </a:lnTo>
                  <a:lnTo>
                    <a:pt x="260543" y="305817"/>
                  </a:lnTo>
                  <a:lnTo>
                    <a:pt x="264884" y="302792"/>
                  </a:lnTo>
                  <a:lnTo>
                    <a:pt x="269126" y="299632"/>
                  </a:lnTo>
                  <a:lnTo>
                    <a:pt x="273266" y="296339"/>
                  </a:lnTo>
                  <a:lnTo>
                    <a:pt x="277300" y="292917"/>
                  </a:lnTo>
                  <a:lnTo>
                    <a:pt x="281224" y="289369"/>
                  </a:lnTo>
                  <a:lnTo>
                    <a:pt x="285034" y="285698"/>
                  </a:lnTo>
                  <a:lnTo>
                    <a:pt x="288725" y="281909"/>
                  </a:lnTo>
                  <a:lnTo>
                    <a:pt x="292295" y="278005"/>
                  </a:lnTo>
                  <a:lnTo>
                    <a:pt x="295740" y="273990"/>
                  </a:lnTo>
                  <a:lnTo>
                    <a:pt x="299055" y="269868"/>
                  </a:lnTo>
                  <a:lnTo>
                    <a:pt x="302239" y="265643"/>
                  </a:lnTo>
                  <a:lnTo>
                    <a:pt x="305287" y="261319"/>
                  </a:lnTo>
                  <a:lnTo>
                    <a:pt x="308197" y="256901"/>
                  </a:lnTo>
                  <a:lnTo>
                    <a:pt x="310966" y="252394"/>
                  </a:lnTo>
                  <a:lnTo>
                    <a:pt x="313591" y="247801"/>
                  </a:lnTo>
                  <a:lnTo>
                    <a:pt x="316069" y="243127"/>
                  </a:lnTo>
                  <a:lnTo>
                    <a:pt x="318398" y="238377"/>
                  </a:lnTo>
                  <a:lnTo>
                    <a:pt x="320575" y="233556"/>
                  </a:lnTo>
                  <a:lnTo>
                    <a:pt x="322599" y="228668"/>
                  </a:lnTo>
                  <a:lnTo>
                    <a:pt x="324467" y="223719"/>
                  </a:lnTo>
                  <a:lnTo>
                    <a:pt x="326178" y="218713"/>
                  </a:lnTo>
                  <a:lnTo>
                    <a:pt x="327729" y="213655"/>
                  </a:lnTo>
                  <a:lnTo>
                    <a:pt x="329120" y="208551"/>
                  </a:lnTo>
                  <a:lnTo>
                    <a:pt x="330348" y="203406"/>
                  </a:lnTo>
                  <a:lnTo>
                    <a:pt x="331413" y="198224"/>
                  </a:lnTo>
                  <a:lnTo>
                    <a:pt x="332313" y="193011"/>
                  </a:lnTo>
                  <a:lnTo>
                    <a:pt x="333048" y="187772"/>
                  </a:lnTo>
                  <a:lnTo>
                    <a:pt x="333617" y="182513"/>
                  </a:lnTo>
                  <a:lnTo>
                    <a:pt x="334020" y="177238"/>
                  </a:lnTo>
                  <a:lnTo>
                    <a:pt x="334255" y="171953"/>
                  </a:lnTo>
                  <a:lnTo>
                    <a:pt x="334322" y="166663"/>
                  </a:lnTo>
                  <a:lnTo>
                    <a:pt x="334223" y="161374"/>
                  </a:lnTo>
                  <a:lnTo>
                    <a:pt x="333956" y="156091"/>
                  </a:lnTo>
                  <a:lnTo>
                    <a:pt x="333522" y="150818"/>
                  </a:lnTo>
                  <a:lnTo>
                    <a:pt x="332921" y="145563"/>
                  </a:lnTo>
                  <a:lnTo>
                    <a:pt x="332155" y="140328"/>
                  </a:lnTo>
                  <a:lnTo>
                    <a:pt x="331223" y="135121"/>
                  </a:lnTo>
                  <a:lnTo>
                    <a:pt x="330127" y="129946"/>
                  </a:lnTo>
                  <a:lnTo>
                    <a:pt x="328867" y="124807"/>
                  </a:lnTo>
                  <a:lnTo>
                    <a:pt x="327446" y="119712"/>
                  </a:lnTo>
                  <a:lnTo>
                    <a:pt x="325864" y="114664"/>
                  </a:lnTo>
                  <a:lnTo>
                    <a:pt x="324123" y="109668"/>
                  </a:lnTo>
                  <a:lnTo>
                    <a:pt x="322226" y="104730"/>
                  </a:lnTo>
                  <a:lnTo>
                    <a:pt x="320172" y="99855"/>
                  </a:lnTo>
                  <a:lnTo>
                    <a:pt x="317966" y="95047"/>
                  </a:lnTo>
                  <a:lnTo>
                    <a:pt x="315608" y="90311"/>
                  </a:lnTo>
                  <a:lnTo>
                    <a:pt x="313102" y="85652"/>
                  </a:lnTo>
                  <a:lnTo>
                    <a:pt x="310450" y="81075"/>
                  </a:lnTo>
                  <a:lnTo>
                    <a:pt x="307654" y="76584"/>
                  </a:lnTo>
                  <a:lnTo>
                    <a:pt x="304717" y="72184"/>
                  </a:lnTo>
                  <a:lnTo>
                    <a:pt x="301643" y="67879"/>
                  </a:lnTo>
                  <a:lnTo>
                    <a:pt x="298434" y="63673"/>
                  </a:lnTo>
                  <a:lnTo>
                    <a:pt x="295094" y="59571"/>
                  </a:lnTo>
                  <a:lnTo>
                    <a:pt x="291625" y="55577"/>
                  </a:lnTo>
                  <a:lnTo>
                    <a:pt x="288032" y="51694"/>
                  </a:lnTo>
                  <a:lnTo>
                    <a:pt x="284318" y="47927"/>
                  </a:lnTo>
                  <a:lnTo>
                    <a:pt x="280486" y="44280"/>
                  </a:lnTo>
                  <a:lnTo>
                    <a:pt x="276541" y="40755"/>
                  </a:lnTo>
                  <a:lnTo>
                    <a:pt x="272486" y="37358"/>
                  </a:lnTo>
                  <a:lnTo>
                    <a:pt x="268326" y="34090"/>
                  </a:lnTo>
                  <a:lnTo>
                    <a:pt x="264065" y="30955"/>
                  </a:lnTo>
                  <a:lnTo>
                    <a:pt x="259706" y="27957"/>
                  </a:lnTo>
                  <a:lnTo>
                    <a:pt x="255255" y="25098"/>
                  </a:lnTo>
                  <a:lnTo>
                    <a:pt x="250715" y="22382"/>
                  </a:lnTo>
                  <a:lnTo>
                    <a:pt x="246092" y="19810"/>
                  </a:lnTo>
                  <a:lnTo>
                    <a:pt x="241390" y="17386"/>
                  </a:lnTo>
                  <a:lnTo>
                    <a:pt x="236614" y="15113"/>
                  </a:lnTo>
                  <a:lnTo>
                    <a:pt x="231768" y="12991"/>
                  </a:lnTo>
                  <a:lnTo>
                    <a:pt x="226857" y="11024"/>
                  </a:lnTo>
                  <a:lnTo>
                    <a:pt x="221886" y="9213"/>
                  </a:lnTo>
                  <a:lnTo>
                    <a:pt x="216861" y="7560"/>
                  </a:lnTo>
                  <a:lnTo>
                    <a:pt x="211786" y="6067"/>
                  </a:lnTo>
                  <a:lnTo>
                    <a:pt x="206666" y="4736"/>
                  </a:lnTo>
                  <a:lnTo>
                    <a:pt x="201507" y="3567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7388"/>
              <a:ext cx="34351" cy="163600"/>
            </a:xfrm>
            <a:custGeom>
              <a:avLst/>
              <a:pathLst>
                <a:path w="34351" h="163600">
                  <a:moveTo>
                    <a:pt x="34351" y="0"/>
                  </a:moveTo>
                  <a:lnTo>
                    <a:pt x="0" y="1636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6862"/>
              <a:ext cx="34351" cy="164126"/>
            </a:xfrm>
            <a:custGeom>
              <a:avLst/>
              <a:pathLst>
                <a:path w="34351" h="164126">
                  <a:moveTo>
                    <a:pt x="34351" y="526"/>
                  </a:moveTo>
                  <a:lnTo>
                    <a:pt x="31742" y="0"/>
                  </a:lnTo>
                  <a:lnTo>
                    <a:pt x="0" y="164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3821"/>
              <a:ext cx="31742" cy="167167"/>
            </a:xfrm>
            <a:custGeom>
              <a:avLst/>
              <a:pathLst>
                <a:path w="31742" h="167167">
                  <a:moveTo>
                    <a:pt x="31742" y="3041"/>
                  </a:moveTo>
                  <a:lnTo>
                    <a:pt x="25449" y="1948"/>
                  </a:lnTo>
                  <a:lnTo>
                    <a:pt x="19119" y="1097"/>
                  </a:lnTo>
                  <a:lnTo>
                    <a:pt x="12762" y="487"/>
                  </a:lnTo>
                  <a:lnTo>
                    <a:pt x="6385" y="12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19360" y="4659281"/>
              <a:ext cx="167163" cy="233590"/>
            </a:xfrm>
            <a:custGeom>
              <a:avLst/>
              <a:pathLst>
                <a:path w="167163" h="233590">
                  <a:moveTo>
                    <a:pt x="167163" y="0"/>
                  </a:moveTo>
                  <a:lnTo>
                    <a:pt x="161827" y="85"/>
                  </a:lnTo>
                  <a:lnTo>
                    <a:pt x="156497" y="340"/>
                  </a:lnTo>
                  <a:lnTo>
                    <a:pt x="151177" y="766"/>
                  </a:lnTo>
                  <a:lnTo>
                    <a:pt x="145873" y="1361"/>
                  </a:lnTo>
                  <a:lnTo>
                    <a:pt x="140592" y="2125"/>
                  </a:lnTo>
                  <a:lnTo>
                    <a:pt x="135337" y="3057"/>
                  </a:lnTo>
                  <a:lnTo>
                    <a:pt x="130115" y="4157"/>
                  </a:lnTo>
                  <a:lnTo>
                    <a:pt x="124930" y="5422"/>
                  </a:lnTo>
                  <a:lnTo>
                    <a:pt x="119789" y="6853"/>
                  </a:lnTo>
                  <a:lnTo>
                    <a:pt x="114696" y="8447"/>
                  </a:lnTo>
                  <a:lnTo>
                    <a:pt x="109656" y="10203"/>
                  </a:lnTo>
                  <a:lnTo>
                    <a:pt x="104675" y="12118"/>
                  </a:lnTo>
                  <a:lnTo>
                    <a:pt x="99757" y="14192"/>
                  </a:lnTo>
                  <a:lnTo>
                    <a:pt x="94909" y="16422"/>
                  </a:lnTo>
                  <a:lnTo>
                    <a:pt x="90134" y="18805"/>
                  </a:lnTo>
                  <a:lnTo>
                    <a:pt x="85437" y="21339"/>
                  </a:lnTo>
                  <a:lnTo>
                    <a:pt x="80824" y="24022"/>
                  </a:lnTo>
                  <a:lnTo>
                    <a:pt x="76298" y="26851"/>
                  </a:lnTo>
                  <a:lnTo>
                    <a:pt x="71866" y="29823"/>
                  </a:lnTo>
                  <a:lnTo>
                    <a:pt x="67530" y="32935"/>
                  </a:lnTo>
                  <a:lnTo>
                    <a:pt x="63296" y="36184"/>
                  </a:lnTo>
                  <a:lnTo>
                    <a:pt x="59168" y="39566"/>
                  </a:lnTo>
                  <a:lnTo>
                    <a:pt x="55150" y="43078"/>
                  </a:lnTo>
                  <a:lnTo>
                    <a:pt x="51246" y="46717"/>
                  </a:lnTo>
                  <a:lnTo>
                    <a:pt x="47460" y="50479"/>
                  </a:lnTo>
                  <a:lnTo>
                    <a:pt x="43797" y="54359"/>
                  </a:lnTo>
                  <a:lnTo>
                    <a:pt x="40259" y="58355"/>
                  </a:lnTo>
                  <a:lnTo>
                    <a:pt x="36850" y="62461"/>
                  </a:lnTo>
                  <a:lnTo>
                    <a:pt x="33574" y="66674"/>
                  </a:lnTo>
                  <a:lnTo>
                    <a:pt x="30434" y="70990"/>
                  </a:lnTo>
                  <a:lnTo>
                    <a:pt x="27434" y="75403"/>
                  </a:lnTo>
                  <a:lnTo>
                    <a:pt x="24576" y="79910"/>
                  </a:lnTo>
                  <a:lnTo>
                    <a:pt x="21863" y="84506"/>
                  </a:lnTo>
                  <a:lnTo>
                    <a:pt x="19299" y="89186"/>
                  </a:lnTo>
                  <a:lnTo>
                    <a:pt x="16885" y="93946"/>
                  </a:lnTo>
                  <a:lnTo>
                    <a:pt x="14624" y="98780"/>
                  </a:lnTo>
                  <a:lnTo>
                    <a:pt x="12519" y="103684"/>
                  </a:lnTo>
                  <a:lnTo>
                    <a:pt x="10571" y="108653"/>
                  </a:lnTo>
                  <a:lnTo>
                    <a:pt x="8783" y="113681"/>
                  </a:lnTo>
                  <a:lnTo>
                    <a:pt x="7157" y="118764"/>
                  </a:lnTo>
                  <a:lnTo>
                    <a:pt x="5693" y="123896"/>
                  </a:lnTo>
                  <a:lnTo>
                    <a:pt x="4394" y="129072"/>
                  </a:lnTo>
                  <a:lnTo>
                    <a:pt x="3261" y="134288"/>
                  </a:lnTo>
                  <a:lnTo>
                    <a:pt x="2295" y="139536"/>
                  </a:lnTo>
                  <a:lnTo>
                    <a:pt x="1497" y="144813"/>
                  </a:lnTo>
                  <a:lnTo>
                    <a:pt x="868" y="150113"/>
                  </a:lnTo>
                  <a:lnTo>
                    <a:pt x="409" y="155429"/>
                  </a:lnTo>
                  <a:lnTo>
                    <a:pt x="119" y="160758"/>
                  </a:lnTo>
                  <a:lnTo>
                    <a:pt x="0" y="166094"/>
                  </a:lnTo>
                  <a:lnTo>
                    <a:pt x="50" y="171430"/>
                  </a:lnTo>
                  <a:lnTo>
                    <a:pt x="272" y="176763"/>
                  </a:lnTo>
                  <a:lnTo>
                    <a:pt x="663" y="182085"/>
                  </a:lnTo>
                  <a:lnTo>
                    <a:pt x="1224" y="187392"/>
                  </a:lnTo>
                  <a:lnTo>
                    <a:pt x="1954" y="192679"/>
                  </a:lnTo>
                  <a:lnTo>
                    <a:pt x="2853" y="197939"/>
                  </a:lnTo>
                  <a:lnTo>
                    <a:pt x="3919" y="203169"/>
                  </a:lnTo>
                  <a:lnTo>
                    <a:pt x="5151" y="208361"/>
                  </a:lnTo>
                  <a:lnTo>
                    <a:pt x="6549" y="213512"/>
                  </a:lnTo>
                  <a:lnTo>
                    <a:pt x="8110" y="218615"/>
                  </a:lnTo>
                  <a:lnTo>
                    <a:pt x="9833" y="223666"/>
                  </a:lnTo>
                  <a:lnTo>
                    <a:pt x="11717" y="228659"/>
                  </a:lnTo>
                  <a:lnTo>
                    <a:pt x="13759" y="23359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33120" y="4826449"/>
              <a:ext cx="153404" cy="66422"/>
            </a:xfrm>
            <a:custGeom>
              <a:avLst/>
              <a:pathLst>
                <a:path w="153404" h="66422">
                  <a:moveTo>
                    <a:pt x="0" y="66422"/>
                  </a:moveTo>
                  <a:lnTo>
                    <a:pt x="1534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33120" y="4826449"/>
              <a:ext cx="153404" cy="94343"/>
            </a:xfrm>
            <a:custGeom>
              <a:avLst/>
              <a:pathLst>
                <a:path w="153404" h="94343">
                  <a:moveTo>
                    <a:pt x="0" y="66422"/>
                  </a:moveTo>
                  <a:lnTo>
                    <a:pt x="2649" y="72234"/>
                  </a:lnTo>
                  <a:lnTo>
                    <a:pt x="5518" y="77940"/>
                  </a:lnTo>
                  <a:lnTo>
                    <a:pt x="8603" y="83532"/>
                  </a:lnTo>
                  <a:lnTo>
                    <a:pt x="11900" y="89002"/>
                  </a:lnTo>
                  <a:lnTo>
                    <a:pt x="15403" y="94343"/>
                  </a:lnTo>
                  <a:lnTo>
                    <a:pt x="15340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48523" y="4659281"/>
              <a:ext cx="305162" cy="334316"/>
            </a:xfrm>
            <a:custGeom>
              <a:avLst/>
              <a:pathLst>
                <a:path w="305162" h="334316">
                  <a:moveTo>
                    <a:pt x="0" y="261510"/>
                  </a:moveTo>
                  <a:lnTo>
                    <a:pt x="3077" y="265861"/>
                  </a:lnTo>
                  <a:lnTo>
                    <a:pt x="6291" y="270112"/>
                  </a:lnTo>
                  <a:lnTo>
                    <a:pt x="9640" y="274258"/>
                  </a:lnTo>
                  <a:lnTo>
                    <a:pt x="13119" y="278295"/>
                  </a:lnTo>
                  <a:lnTo>
                    <a:pt x="16725" y="282219"/>
                  </a:lnTo>
                  <a:lnTo>
                    <a:pt x="20454" y="286027"/>
                  </a:lnTo>
                  <a:lnTo>
                    <a:pt x="24302" y="289713"/>
                  </a:lnTo>
                  <a:lnTo>
                    <a:pt x="28266" y="293275"/>
                  </a:lnTo>
                  <a:lnTo>
                    <a:pt x="32342" y="296709"/>
                  </a:lnTo>
                  <a:lnTo>
                    <a:pt x="36525" y="300011"/>
                  </a:lnTo>
                  <a:lnTo>
                    <a:pt x="40811" y="303179"/>
                  </a:lnTo>
                  <a:lnTo>
                    <a:pt x="45196" y="306207"/>
                  </a:lnTo>
                  <a:lnTo>
                    <a:pt x="49675" y="309095"/>
                  </a:lnTo>
                  <a:lnTo>
                    <a:pt x="54244" y="311838"/>
                  </a:lnTo>
                  <a:lnTo>
                    <a:pt x="58898" y="314435"/>
                  </a:lnTo>
                  <a:lnTo>
                    <a:pt x="63633" y="316881"/>
                  </a:lnTo>
                  <a:lnTo>
                    <a:pt x="68443" y="319176"/>
                  </a:lnTo>
                  <a:lnTo>
                    <a:pt x="73324" y="321316"/>
                  </a:lnTo>
                  <a:lnTo>
                    <a:pt x="78270" y="323299"/>
                  </a:lnTo>
                  <a:lnTo>
                    <a:pt x="83278" y="325124"/>
                  </a:lnTo>
                  <a:lnTo>
                    <a:pt x="88341" y="326788"/>
                  </a:lnTo>
                  <a:lnTo>
                    <a:pt x="93454" y="328290"/>
                  </a:lnTo>
                  <a:lnTo>
                    <a:pt x="98612" y="329628"/>
                  </a:lnTo>
                  <a:lnTo>
                    <a:pt x="103811" y="330801"/>
                  </a:lnTo>
                  <a:lnTo>
                    <a:pt x="109045" y="331807"/>
                  </a:lnTo>
                  <a:lnTo>
                    <a:pt x="114307" y="332647"/>
                  </a:lnTo>
                  <a:lnTo>
                    <a:pt x="119594" y="333318"/>
                  </a:lnTo>
                  <a:lnTo>
                    <a:pt x="124900" y="333820"/>
                  </a:lnTo>
                  <a:lnTo>
                    <a:pt x="130219" y="334153"/>
                  </a:lnTo>
                  <a:lnTo>
                    <a:pt x="135546" y="334316"/>
                  </a:lnTo>
                  <a:lnTo>
                    <a:pt x="140875" y="334310"/>
                  </a:lnTo>
                  <a:lnTo>
                    <a:pt x="146201" y="334133"/>
                  </a:lnTo>
                  <a:lnTo>
                    <a:pt x="151520" y="333787"/>
                  </a:lnTo>
                  <a:lnTo>
                    <a:pt x="156824" y="333271"/>
                  </a:lnTo>
                  <a:lnTo>
                    <a:pt x="162109" y="332587"/>
                  </a:lnTo>
                  <a:lnTo>
                    <a:pt x="167370" y="331734"/>
                  </a:lnTo>
                  <a:lnTo>
                    <a:pt x="172601" y="330714"/>
                  </a:lnTo>
                  <a:lnTo>
                    <a:pt x="177796" y="329528"/>
                  </a:lnTo>
                  <a:lnTo>
                    <a:pt x="182952" y="328177"/>
                  </a:lnTo>
                  <a:lnTo>
                    <a:pt x="188061" y="326663"/>
                  </a:lnTo>
                  <a:lnTo>
                    <a:pt x="193120" y="324986"/>
                  </a:lnTo>
                  <a:lnTo>
                    <a:pt x="198122" y="323149"/>
                  </a:lnTo>
                  <a:lnTo>
                    <a:pt x="203064" y="321153"/>
                  </a:lnTo>
                  <a:lnTo>
                    <a:pt x="207939" y="319001"/>
                  </a:lnTo>
                  <a:lnTo>
                    <a:pt x="212744" y="316694"/>
                  </a:lnTo>
                  <a:lnTo>
                    <a:pt x="217472" y="314236"/>
                  </a:lnTo>
                  <a:lnTo>
                    <a:pt x="222120" y="311628"/>
                  </a:lnTo>
                  <a:lnTo>
                    <a:pt x="226682" y="308873"/>
                  </a:lnTo>
                  <a:lnTo>
                    <a:pt x="231154" y="305974"/>
                  </a:lnTo>
                  <a:lnTo>
                    <a:pt x="235531" y="302934"/>
                  </a:lnTo>
                  <a:lnTo>
                    <a:pt x="239809" y="299756"/>
                  </a:lnTo>
                  <a:lnTo>
                    <a:pt x="243984" y="296444"/>
                  </a:lnTo>
                  <a:lnTo>
                    <a:pt x="248051" y="293000"/>
                  </a:lnTo>
                  <a:lnTo>
                    <a:pt x="252006" y="289428"/>
                  </a:lnTo>
                  <a:lnTo>
                    <a:pt x="255845" y="285731"/>
                  </a:lnTo>
                  <a:lnTo>
                    <a:pt x="259565" y="281915"/>
                  </a:lnTo>
                  <a:lnTo>
                    <a:pt x="263161" y="277981"/>
                  </a:lnTo>
                  <a:lnTo>
                    <a:pt x="266630" y="273935"/>
                  </a:lnTo>
                  <a:lnTo>
                    <a:pt x="269968" y="269781"/>
                  </a:lnTo>
                  <a:lnTo>
                    <a:pt x="273172" y="265522"/>
                  </a:lnTo>
                  <a:lnTo>
                    <a:pt x="276238" y="261164"/>
                  </a:lnTo>
                  <a:lnTo>
                    <a:pt x="279164" y="256709"/>
                  </a:lnTo>
                  <a:lnTo>
                    <a:pt x="281947" y="252164"/>
                  </a:lnTo>
                  <a:lnTo>
                    <a:pt x="284583" y="247532"/>
                  </a:lnTo>
                  <a:lnTo>
                    <a:pt x="287070" y="242819"/>
                  </a:lnTo>
                  <a:lnTo>
                    <a:pt x="289406" y="238029"/>
                  </a:lnTo>
                  <a:lnTo>
                    <a:pt x="291588" y="233167"/>
                  </a:lnTo>
                  <a:lnTo>
                    <a:pt x="293613" y="228237"/>
                  </a:lnTo>
                  <a:lnTo>
                    <a:pt x="295481" y="223246"/>
                  </a:lnTo>
                  <a:lnTo>
                    <a:pt x="297189" y="218198"/>
                  </a:lnTo>
                  <a:lnTo>
                    <a:pt x="298734" y="213097"/>
                  </a:lnTo>
                  <a:lnTo>
                    <a:pt x="300117" y="207950"/>
                  </a:lnTo>
                  <a:lnTo>
                    <a:pt x="301334" y="202762"/>
                  </a:lnTo>
                  <a:lnTo>
                    <a:pt x="302386" y="197537"/>
                  </a:lnTo>
                  <a:lnTo>
                    <a:pt x="303271" y="192282"/>
                  </a:lnTo>
                  <a:lnTo>
                    <a:pt x="303987" y="187001"/>
                  </a:lnTo>
                  <a:lnTo>
                    <a:pt x="304535" y="181700"/>
                  </a:lnTo>
                  <a:lnTo>
                    <a:pt x="304914" y="176384"/>
                  </a:lnTo>
                  <a:lnTo>
                    <a:pt x="305123" y="171059"/>
                  </a:lnTo>
                  <a:lnTo>
                    <a:pt x="305162" y="165730"/>
                  </a:lnTo>
                  <a:lnTo>
                    <a:pt x="305031" y="160402"/>
                  </a:lnTo>
                  <a:lnTo>
                    <a:pt x="304731" y="155081"/>
                  </a:lnTo>
                  <a:lnTo>
                    <a:pt x="304261" y="149773"/>
                  </a:lnTo>
                  <a:lnTo>
                    <a:pt x="303622" y="144482"/>
                  </a:lnTo>
                  <a:lnTo>
                    <a:pt x="302814" y="139214"/>
                  </a:lnTo>
                  <a:lnTo>
                    <a:pt x="301840" y="133974"/>
                  </a:lnTo>
                  <a:lnTo>
                    <a:pt x="300698" y="128769"/>
                  </a:lnTo>
                  <a:lnTo>
                    <a:pt x="299392" y="123602"/>
                  </a:lnTo>
                  <a:lnTo>
                    <a:pt x="297921" y="118480"/>
                  </a:lnTo>
                  <a:lnTo>
                    <a:pt x="296288" y="113407"/>
                  </a:lnTo>
                  <a:lnTo>
                    <a:pt x="294494" y="108388"/>
                  </a:lnTo>
                  <a:lnTo>
                    <a:pt x="292540" y="103430"/>
                  </a:lnTo>
                  <a:lnTo>
                    <a:pt x="290430" y="98536"/>
                  </a:lnTo>
                  <a:lnTo>
                    <a:pt x="288165" y="93712"/>
                  </a:lnTo>
                  <a:lnTo>
                    <a:pt x="285747" y="88963"/>
                  </a:lnTo>
                  <a:lnTo>
                    <a:pt x="283179" y="84293"/>
                  </a:lnTo>
                  <a:lnTo>
                    <a:pt x="280464" y="79707"/>
                  </a:lnTo>
                  <a:lnTo>
                    <a:pt x="277604" y="75211"/>
                  </a:lnTo>
                  <a:lnTo>
                    <a:pt x="274601" y="70807"/>
                  </a:lnTo>
                  <a:lnTo>
                    <a:pt x="271460" y="66502"/>
                  </a:lnTo>
                  <a:lnTo>
                    <a:pt x="268184" y="62299"/>
                  </a:lnTo>
                  <a:lnTo>
                    <a:pt x="264775" y="58202"/>
                  </a:lnTo>
                  <a:lnTo>
                    <a:pt x="261237" y="54217"/>
                  </a:lnTo>
                  <a:lnTo>
                    <a:pt x="257574" y="50346"/>
                  </a:lnTo>
                  <a:lnTo>
                    <a:pt x="253789" y="46594"/>
                  </a:lnTo>
                  <a:lnTo>
                    <a:pt x="249887" y="42964"/>
                  </a:lnTo>
                  <a:lnTo>
                    <a:pt x="245871" y="39461"/>
                  </a:lnTo>
                  <a:lnTo>
                    <a:pt x="241746" y="36087"/>
                  </a:lnTo>
                  <a:lnTo>
                    <a:pt x="237514" y="32847"/>
                  </a:lnTo>
                  <a:lnTo>
                    <a:pt x="233182" y="29743"/>
                  </a:lnTo>
                  <a:lnTo>
                    <a:pt x="228753" y="26779"/>
                  </a:lnTo>
                  <a:lnTo>
                    <a:pt x="224232" y="23957"/>
                  </a:lnTo>
                  <a:lnTo>
                    <a:pt x="219623" y="21281"/>
                  </a:lnTo>
                  <a:lnTo>
                    <a:pt x="214932" y="18753"/>
                  </a:lnTo>
                  <a:lnTo>
                    <a:pt x="210162" y="16377"/>
                  </a:lnTo>
                  <a:lnTo>
                    <a:pt x="205318" y="14153"/>
                  </a:lnTo>
                  <a:lnTo>
                    <a:pt x="200407" y="12085"/>
                  </a:lnTo>
                  <a:lnTo>
                    <a:pt x="195432" y="10174"/>
                  </a:lnTo>
                  <a:lnTo>
                    <a:pt x="190398" y="8424"/>
                  </a:lnTo>
                  <a:lnTo>
                    <a:pt x="185311" y="6834"/>
                  </a:lnTo>
                  <a:lnTo>
                    <a:pt x="180176" y="5407"/>
                  </a:lnTo>
                  <a:lnTo>
                    <a:pt x="174999" y="4145"/>
                  </a:lnTo>
                  <a:lnTo>
                    <a:pt x="169783" y="3049"/>
                  </a:lnTo>
                  <a:lnTo>
                    <a:pt x="164536" y="2119"/>
                  </a:lnTo>
                  <a:lnTo>
                    <a:pt x="159261" y="1357"/>
                  </a:lnTo>
                  <a:lnTo>
                    <a:pt x="153965" y="764"/>
                  </a:lnTo>
                  <a:lnTo>
                    <a:pt x="148653" y="339"/>
                  </a:lnTo>
                  <a:lnTo>
                    <a:pt x="143329" y="84"/>
                  </a:lnTo>
                  <a:lnTo>
                    <a:pt x="138001" y="0"/>
                  </a:lnTo>
                  <a:lnTo>
                    <a:pt x="1380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946" y="5018213"/>
              <a:ext cx="1774" cy="167167"/>
            </a:xfrm>
            <a:custGeom>
              <a:avLst/>
              <a:pathLst>
                <a:path w="1774" h="167167">
                  <a:moveTo>
                    <a:pt x="1774" y="0"/>
                  </a:moveTo>
                  <a:lnTo>
                    <a:pt x="0" y="9"/>
                  </a:lnTo>
                  <a:lnTo>
                    <a:pt x="177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6946" y="5018222"/>
              <a:ext cx="1774" cy="167158"/>
            </a:xfrm>
            <a:custGeom>
              <a:avLst/>
              <a:pathLst>
                <a:path w="1774" h="167158">
                  <a:moveTo>
                    <a:pt x="0" y="0"/>
                  </a:moveTo>
                  <a:lnTo>
                    <a:pt x="1774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321561" y="5018222"/>
              <a:ext cx="334312" cy="334325"/>
            </a:xfrm>
            <a:custGeom>
              <a:avLst/>
              <a:pathLst>
                <a:path w="334312" h="334325">
                  <a:moveTo>
                    <a:pt x="165385" y="0"/>
                  </a:moveTo>
                  <a:lnTo>
                    <a:pt x="160097" y="139"/>
                  </a:lnTo>
                  <a:lnTo>
                    <a:pt x="154817" y="446"/>
                  </a:lnTo>
                  <a:lnTo>
                    <a:pt x="149549" y="920"/>
                  </a:lnTo>
                  <a:lnTo>
                    <a:pt x="144298" y="1561"/>
                  </a:lnTo>
                  <a:lnTo>
                    <a:pt x="139070" y="2367"/>
                  </a:lnTo>
                  <a:lnTo>
                    <a:pt x="133871" y="3338"/>
                  </a:lnTo>
                  <a:lnTo>
                    <a:pt x="128705" y="4473"/>
                  </a:lnTo>
                  <a:lnTo>
                    <a:pt x="123577" y="5771"/>
                  </a:lnTo>
                  <a:lnTo>
                    <a:pt x="118493" y="7231"/>
                  </a:lnTo>
                  <a:lnTo>
                    <a:pt x="113458" y="8851"/>
                  </a:lnTo>
                  <a:lnTo>
                    <a:pt x="108476" y="10629"/>
                  </a:lnTo>
                  <a:lnTo>
                    <a:pt x="103553" y="12564"/>
                  </a:lnTo>
                  <a:lnTo>
                    <a:pt x="98694" y="14653"/>
                  </a:lnTo>
                  <a:lnTo>
                    <a:pt x="93904" y="16896"/>
                  </a:lnTo>
                  <a:lnTo>
                    <a:pt x="89186" y="19289"/>
                  </a:lnTo>
                  <a:lnTo>
                    <a:pt x="84547" y="21830"/>
                  </a:lnTo>
                  <a:lnTo>
                    <a:pt x="79991" y="24516"/>
                  </a:lnTo>
                  <a:lnTo>
                    <a:pt x="75521" y="27345"/>
                  </a:lnTo>
                  <a:lnTo>
                    <a:pt x="71144" y="30314"/>
                  </a:lnTo>
                  <a:lnTo>
                    <a:pt x="66863" y="33421"/>
                  </a:lnTo>
                  <a:lnTo>
                    <a:pt x="62682" y="36661"/>
                  </a:lnTo>
                  <a:lnTo>
                    <a:pt x="58605" y="40031"/>
                  </a:lnTo>
                  <a:lnTo>
                    <a:pt x="54638" y="43529"/>
                  </a:lnTo>
                  <a:lnTo>
                    <a:pt x="50783" y="47151"/>
                  </a:lnTo>
                  <a:lnTo>
                    <a:pt x="47044" y="50893"/>
                  </a:lnTo>
                  <a:lnTo>
                    <a:pt x="43426" y="54751"/>
                  </a:lnTo>
                  <a:lnTo>
                    <a:pt x="39932" y="58722"/>
                  </a:lnTo>
                  <a:lnTo>
                    <a:pt x="36565" y="62802"/>
                  </a:lnTo>
                  <a:lnTo>
                    <a:pt x="33329" y="66986"/>
                  </a:lnTo>
                  <a:lnTo>
                    <a:pt x="30227" y="71270"/>
                  </a:lnTo>
                  <a:lnTo>
                    <a:pt x="27261" y="75650"/>
                  </a:lnTo>
                  <a:lnTo>
                    <a:pt x="24436" y="80122"/>
                  </a:lnTo>
                  <a:lnTo>
                    <a:pt x="21754" y="84681"/>
                  </a:lnTo>
                  <a:lnTo>
                    <a:pt x="19218" y="89322"/>
                  </a:lnTo>
                  <a:lnTo>
                    <a:pt x="16829" y="94042"/>
                  </a:lnTo>
                  <a:lnTo>
                    <a:pt x="14591" y="98835"/>
                  </a:lnTo>
                  <a:lnTo>
                    <a:pt x="12506" y="103696"/>
                  </a:lnTo>
                  <a:lnTo>
                    <a:pt x="10576" y="108620"/>
                  </a:lnTo>
                  <a:lnTo>
                    <a:pt x="8802" y="113604"/>
                  </a:lnTo>
                  <a:lnTo>
                    <a:pt x="7187" y="118640"/>
                  </a:lnTo>
                  <a:lnTo>
                    <a:pt x="5732" y="123726"/>
                  </a:lnTo>
                  <a:lnTo>
                    <a:pt x="4439" y="128855"/>
                  </a:lnTo>
                  <a:lnTo>
                    <a:pt x="3309" y="134022"/>
                  </a:lnTo>
                  <a:lnTo>
                    <a:pt x="2342" y="139222"/>
                  </a:lnTo>
                  <a:lnTo>
                    <a:pt x="1541" y="144451"/>
                  </a:lnTo>
                  <a:lnTo>
                    <a:pt x="906" y="149702"/>
                  </a:lnTo>
                  <a:lnTo>
                    <a:pt x="436" y="154971"/>
                  </a:lnTo>
                  <a:lnTo>
                    <a:pt x="134" y="160251"/>
                  </a:lnTo>
                  <a:lnTo>
                    <a:pt x="0" y="165539"/>
                  </a:lnTo>
                  <a:lnTo>
                    <a:pt x="32" y="170828"/>
                  </a:lnTo>
                  <a:lnTo>
                    <a:pt x="232" y="176114"/>
                  </a:lnTo>
                  <a:lnTo>
                    <a:pt x="599" y="181391"/>
                  </a:lnTo>
                  <a:lnTo>
                    <a:pt x="1132" y="186653"/>
                  </a:lnTo>
                  <a:lnTo>
                    <a:pt x="1832" y="191896"/>
                  </a:lnTo>
                  <a:lnTo>
                    <a:pt x="2698" y="197114"/>
                  </a:lnTo>
                  <a:lnTo>
                    <a:pt x="3728" y="202302"/>
                  </a:lnTo>
                  <a:lnTo>
                    <a:pt x="4922" y="207455"/>
                  </a:lnTo>
                  <a:lnTo>
                    <a:pt x="6278" y="212568"/>
                  </a:lnTo>
                  <a:lnTo>
                    <a:pt x="7795" y="217635"/>
                  </a:lnTo>
                  <a:lnTo>
                    <a:pt x="9472" y="222652"/>
                  </a:lnTo>
                  <a:lnTo>
                    <a:pt x="11306" y="227613"/>
                  </a:lnTo>
                  <a:lnTo>
                    <a:pt x="13297" y="232513"/>
                  </a:lnTo>
                  <a:lnTo>
                    <a:pt x="15442" y="237349"/>
                  </a:lnTo>
                  <a:lnTo>
                    <a:pt x="17738" y="242113"/>
                  </a:lnTo>
                  <a:lnTo>
                    <a:pt x="20185" y="246803"/>
                  </a:lnTo>
                  <a:lnTo>
                    <a:pt x="22778" y="251413"/>
                  </a:lnTo>
                  <a:lnTo>
                    <a:pt x="25516" y="255939"/>
                  </a:lnTo>
                  <a:lnTo>
                    <a:pt x="28396" y="260376"/>
                  </a:lnTo>
                  <a:lnTo>
                    <a:pt x="31414" y="264719"/>
                  </a:lnTo>
                  <a:lnTo>
                    <a:pt x="34569" y="268965"/>
                  </a:lnTo>
                  <a:lnTo>
                    <a:pt x="37856" y="273109"/>
                  </a:lnTo>
                  <a:lnTo>
                    <a:pt x="41273" y="277147"/>
                  </a:lnTo>
                  <a:lnTo>
                    <a:pt x="44816" y="281074"/>
                  </a:lnTo>
                  <a:lnTo>
                    <a:pt x="48481" y="284888"/>
                  </a:lnTo>
                  <a:lnTo>
                    <a:pt x="52265" y="288584"/>
                  </a:lnTo>
                  <a:lnTo>
                    <a:pt x="56164" y="292158"/>
                  </a:lnTo>
                  <a:lnTo>
                    <a:pt x="60175" y="295607"/>
                  </a:lnTo>
                  <a:lnTo>
                    <a:pt x="64292" y="298927"/>
                  </a:lnTo>
                  <a:lnTo>
                    <a:pt x="68512" y="302116"/>
                  </a:lnTo>
                  <a:lnTo>
                    <a:pt x="72831" y="305169"/>
                  </a:lnTo>
                  <a:lnTo>
                    <a:pt x="77245" y="308085"/>
                  </a:lnTo>
                  <a:lnTo>
                    <a:pt x="81749" y="310859"/>
                  </a:lnTo>
                  <a:lnTo>
                    <a:pt x="86338" y="313489"/>
                  </a:lnTo>
                  <a:lnTo>
                    <a:pt x="91008" y="315973"/>
                  </a:lnTo>
                  <a:lnTo>
                    <a:pt x="95754" y="318307"/>
                  </a:lnTo>
                  <a:lnTo>
                    <a:pt x="100572" y="320491"/>
                  </a:lnTo>
                  <a:lnTo>
                    <a:pt x="105456" y="322521"/>
                  </a:lnTo>
                  <a:lnTo>
                    <a:pt x="110402" y="324395"/>
                  </a:lnTo>
                  <a:lnTo>
                    <a:pt x="115405" y="326112"/>
                  </a:lnTo>
                  <a:lnTo>
                    <a:pt x="120460" y="327670"/>
                  </a:lnTo>
                  <a:lnTo>
                    <a:pt x="125562" y="329067"/>
                  </a:lnTo>
                  <a:lnTo>
                    <a:pt x="130705" y="330302"/>
                  </a:lnTo>
                  <a:lnTo>
                    <a:pt x="135885" y="331373"/>
                  </a:lnTo>
                  <a:lnTo>
                    <a:pt x="141096" y="332281"/>
                  </a:lnTo>
                  <a:lnTo>
                    <a:pt x="146333" y="333023"/>
                  </a:lnTo>
                  <a:lnTo>
                    <a:pt x="151591" y="333598"/>
                  </a:lnTo>
                  <a:lnTo>
                    <a:pt x="156865" y="334008"/>
                  </a:lnTo>
                  <a:lnTo>
                    <a:pt x="162149" y="334250"/>
                  </a:lnTo>
                  <a:lnTo>
                    <a:pt x="167438" y="334325"/>
                  </a:lnTo>
                  <a:lnTo>
                    <a:pt x="172726" y="334232"/>
                  </a:lnTo>
                  <a:lnTo>
                    <a:pt x="178009" y="333972"/>
                  </a:lnTo>
                  <a:lnTo>
                    <a:pt x="183281" y="333546"/>
                  </a:lnTo>
                  <a:lnTo>
                    <a:pt x="188537" y="332952"/>
                  </a:lnTo>
                  <a:lnTo>
                    <a:pt x="193772" y="332193"/>
                  </a:lnTo>
                  <a:lnTo>
                    <a:pt x="198980" y="331268"/>
                  </a:lnTo>
                  <a:lnTo>
                    <a:pt x="204156" y="330180"/>
                  </a:lnTo>
                  <a:lnTo>
                    <a:pt x="209295" y="328927"/>
                  </a:lnTo>
                  <a:lnTo>
                    <a:pt x="214392" y="327513"/>
                  </a:lnTo>
                  <a:lnTo>
                    <a:pt x="219442" y="325939"/>
                  </a:lnTo>
                  <a:lnTo>
                    <a:pt x="224439" y="324205"/>
                  </a:lnTo>
                  <a:lnTo>
                    <a:pt x="229379" y="322314"/>
                  </a:lnTo>
                  <a:lnTo>
                    <a:pt x="234257" y="320268"/>
                  </a:lnTo>
                  <a:lnTo>
                    <a:pt x="239067" y="318069"/>
                  </a:lnTo>
                  <a:lnTo>
                    <a:pt x="243806" y="315718"/>
                  </a:lnTo>
                  <a:lnTo>
                    <a:pt x="248467" y="313219"/>
                  </a:lnTo>
                  <a:lnTo>
                    <a:pt x="253048" y="310573"/>
                  </a:lnTo>
                  <a:lnTo>
                    <a:pt x="257542" y="307784"/>
                  </a:lnTo>
                  <a:lnTo>
                    <a:pt x="261946" y="304854"/>
                  </a:lnTo>
                  <a:lnTo>
                    <a:pt x="266255" y="301787"/>
                  </a:lnTo>
                  <a:lnTo>
                    <a:pt x="270465" y="298584"/>
                  </a:lnTo>
                  <a:lnTo>
                    <a:pt x="274571" y="295250"/>
                  </a:lnTo>
                  <a:lnTo>
                    <a:pt x="278570" y="291788"/>
                  </a:lnTo>
                  <a:lnTo>
                    <a:pt x="282457" y="288200"/>
                  </a:lnTo>
                  <a:lnTo>
                    <a:pt x="286229" y="284492"/>
                  </a:lnTo>
                  <a:lnTo>
                    <a:pt x="289881" y="280666"/>
                  </a:lnTo>
                  <a:lnTo>
                    <a:pt x="293411" y="276727"/>
                  </a:lnTo>
                  <a:lnTo>
                    <a:pt x="296814" y="272678"/>
                  </a:lnTo>
                  <a:lnTo>
                    <a:pt x="300088" y="268523"/>
                  </a:lnTo>
                  <a:lnTo>
                    <a:pt x="303228" y="264267"/>
                  </a:lnTo>
                  <a:lnTo>
                    <a:pt x="306232" y="259913"/>
                  </a:lnTo>
                  <a:lnTo>
                    <a:pt x="309097" y="255467"/>
                  </a:lnTo>
                  <a:lnTo>
                    <a:pt x="311820" y="250932"/>
                  </a:lnTo>
                  <a:lnTo>
                    <a:pt x="314398" y="246313"/>
                  </a:lnTo>
                  <a:lnTo>
                    <a:pt x="316829" y="241615"/>
                  </a:lnTo>
                  <a:lnTo>
                    <a:pt x="319109" y="236843"/>
                  </a:lnTo>
                  <a:lnTo>
                    <a:pt x="321238" y="232001"/>
                  </a:lnTo>
                  <a:lnTo>
                    <a:pt x="323212" y="227093"/>
                  </a:lnTo>
                  <a:lnTo>
                    <a:pt x="325031" y="222126"/>
                  </a:lnTo>
                  <a:lnTo>
                    <a:pt x="326691" y="217104"/>
                  </a:lnTo>
                  <a:lnTo>
                    <a:pt x="328191" y="212032"/>
                  </a:lnTo>
                  <a:lnTo>
                    <a:pt x="329530" y="206915"/>
                  </a:lnTo>
                  <a:lnTo>
                    <a:pt x="330707" y="201758"/>
                  </a:lnTo>
                  <a:lnTo>
                    <a:pt x="331719" y="196566"/>
                  </a:lnTo>
                  <a:lnTo>
                    <a:pt x="332567" y="191345"/>
                  </a:lnTo>
                  <a:lnTo>
                    <a:pt x="333250" y="186100"/>
                  </a:lnTo>
                  <a:lnTo>
                    <a:pt x="333766" y="180836"/>
                  </a:lnTo>
                  <a:lnTo>
                    <a:pt x="334115" y="175558"/>
                  </a:lnTo>
                  <a:lnTo>
                    <a:pt x="334298" y="170272"/>
                  </a:lnTo>
                  <a:lnTo>
                    <a:pt x="334312" y="164982"/>
                  </a:lnTo>
                  <a:lnTo>
                    <a:pt x="334160" y="159695"/>
                  </a:lnTo>
                  <a:lnTo>
                    <a:pt x="333840" y="154415"/>
                  </a:lnTo>
                  <a:lnTo>
                    <a:pt x="333354" y="149148"/>
                  </a:lnTo>
                  <a:lnTo>
                    <a:pt x="332701" y="143899"/>
                  </a:lnTo>
                  <a:lnTo>
                    <a:pt x="331882" y="138674"/>
                  </a:lnTo>
                  <a:lnTo>
                    <a:pt x="330898" y="133476"/>
                  </a:lnTo>
                  <a:lnTo>
                    <a:pt x="329751" y="128313"/>
                  </a:lnTo>
                  <a:lnTo>
                    <a:pt x="328440" y="123188"/>
                  </a:lnTo>
                  <a:lnTo>
                    <a:pt x="326969" y="118108"/>
                  </a:lnTo>
                  <a:lnTo>
                    <a:pt x="325337" y="113076"/>
                  </a:lnTo>
                  <a:lnTo>
                    <a:pt x="323547" y="108099"/>
                  </a:lnTo>
                  <a:lnTo>
                    <a:pt x="321600" y="103181"/>
                  </a:lnTo>
                  <a:lnTo>
                    <a:pt x="319499" y="98327"/>
                  </a:lnTo>
                  <a:lnTo>
                    <a:pt x="317245" y="93542"/>
                  </a:lnTo>
                  <a:lnTo>
                    <a:pt x="314840" y="88830"/>
                  </a:lnTo>
                  <a:lnTo>
                    <a:pt x="312288" y="84197"/>
                  </a:lnTo>
                  <a:lnTo>
                    <a:pt x="309591" y="79647"/>
                  </a:lnTo>
                  <a:lnTo>
                    <a:pt x="306751" y="75185"/>
                  </a:lnTo>
                  <a:lnTo>
                    <a:pt x="303772" y="70814"/>
                  </a:lnTo>
                  <a:lnTo>
                    <a:pt x="300655" y="66541"/>
                  </a:lnTo>
                  <a:lnTo>
                    <a:pt x="297405" y="62367"/>
                  </a:lnTo>
                  <a:lnTo>
                    <a:pt x="294024" y="58299"/>
                  </a:lnTo>
                  <a:lnTo>
                    <a:pt x="290517" y="54340"/>
                  </a:lnTo>
                  <a:lnTo>
                    <a:pt x="286886" y="50494"/>
                  </a:lnTo>
                  <a:lnTo>
                    <a:pt x="283135" y="46764"/>
                  </a:lnTo>
                  <a:lnTo>
                    <a:pt x="279268" y="43155"/>
                  </a:lnTo>
                  <a:lnTo>
                    <a:pt x="275289" y="39671"/>
                  </a:lnTo>
                  <a:lnTo>
                    <a:pt x="271201" y="36313"/>
                  </a:lnTo>
                  <a:lnTo>
                    <a:pt x="267010" y="33087"/>
                  </a:lnTo>
                  <a:lnTo>
                    <a:pt x="262718" y="29995"/>
                  </a:lnTo>
                  <a:lnTo>
                    <a:pt x="258331" y="27041"/>
                  </a:lnTo>
                  <a:lnTo>
                    <a:pt x="253852" y="24226"/>
                  </a:lnTo>
                  <a:lnTo>
                    <a:pt x="249287" y="21555"/>
                  </a:lnTo>
                  <a:lnTo>
                    <a:pt x="244639" y="19030"/>
                  </a:lnTo>
                  <a:lnTo>
                    <a:pt x="239914" y="16653"/>
                  </a:lnTo>
                  <a:lnTo>
                    <a:pt x="235116" y="14426"/>
                  </a:lnTo>
                  <a:lnTo>
                    <a:pt x="230250" y="12353"/>
                  </a:lnTo>
                  <a:lnTo>
                    <a:pt x="225320" y="10434"/>
                  </a:lnTo>
                  <a:lnTo>
                    <a:pt x="220333" y="8673"/>
                  </a:lnTo>
                  <a:lnTo>
                    <a:pt x="167159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8720" y="5018213"/>
              <a:ext cx="53173" cy="167167"/>
            </a:xfrm>
            <a:custGeom>
              <a:avLst/>
              <a:pathLst>
                <a:path w="53173" h="167167">
                  <a:moveTo>
                    <a:pt x="53173" y="8682"/>
                  </a:moveTo>
                  <a:lnTo>
                    <a:pt x="47440" y="6872"/>
                  </a:lnTo>
                  <a:lnTo>
                    <a:pt x="41645" y="5270"/>
                  </a:lnTo>
                  <a:lnTo>
                    <a:pt x="35796" y="3877"/>
                  </a:lnTo>
                  <a:lnTo>
                    <a:pt x="29901" y="2696"/>
                  </a:lnTo>
                  <a:lnTo>
                    <a:pt x="23967" y="1727"/>
                  </a:lnTo>
                  <a:lnTo>
                    <a:pt x="18003" y="972"/>
                  </a:lnTo>
                  <a:lnTo>
                    <a:pt x="12014" y="432"/>
                  </a:lnTo>
                  <a:lnTo>
                    <a:pt x="601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797348" y="5269756"/>
              <a:ext cx="167153" cy="256320"/>
            </a:xfrm>
            <a:custGeom>
              <a:avLst/>
              <a:pathLst>
                <a:path w="167153" h="256320">
                  <a:moveTo>
                    <a:pt x="167153" y="0"/>
                  </a:moveTo>
                  <a:lnTo>
                    <a:pt x="161750" y="87"/>
                  </a:lnTo>
                  <a:lnTo>
                    <a:pt x="156354" y="349"/>
                  </a:lnTo>
                  <a:lnTo>
                    <a:pt x="150968" y="785"/>
                  </a:lnTo>
                  <a:lnTo>
                    <a:pt x="145600" y="1395"/>
                  </a:lnTo>
                  <a:lnTo>
                    <a:pt x="140254" y="2178"/>
                  </a:lnTo>
                  <a:lnTo>
                    <a:pt x="134936" y="3133"/>
                  </a:lnTo>
                  <a:lnTo>
                    <a:pt x="129651" y="4260"/>
                  </a:lnTo>
                  <a:lnTo>
                    <a:pt x="124406" y="5557"/>
                  </a:lnTo>
                  <a:lnTo>
                    <a:pt x="119206" y="7023"/>
                  </a:lnTo>
                  <a:lnTo>
                    <a:pt x="114055" y="8656"/>
                  </a:lnTo>
                  <a:lnTo>
                    <a:pt x="108960" y="10455"/>
                  </a:lnTo>
                  <a:lnTo>
                    <a:pt x="103926" y="12418"/>
                  </a:lnTo>
                  <a:lnTo>
                    <a:pt x="98958" y="14542"/>
                  </a:lnTo>
                  <a:lnTo>
                    <a:pt x="94062" y="16825"/>
                  </a:lnTo>
                  <a:lnTo>
                    <a:pt x="89241" y="19266"/>
                  </a:lnTo>
                  <a:lnTo>
                    <a:pt x="84502" y="21861"/>
                  </a:lnTo>
                  <a:lnTo>
                    <a:pt x="79849" y="24608"/>
                  </a:lnTo>
                  <a:lnTo>
                    <a:pt x="75288" y="27504"/>
                  </a:lnTo>
                  <a:lnTo>
                    <a:pt x="70822" y="30546"/>
                  </a:lnTo>
                  <a:lnTo>
                    <a:pt x="66457" y="33730"/>
                  </a:lnTo>
                  <a:lnTo>
                    <a:pt x="62198" y="37054"/>
                  </a:lnTo>
                  <a:lnTo>
                    <a:pt x="58048" y="40514"/>
                  </a:lnTo>
                  <a:lnTo>
                    <a:pt x="54011" y="44106"/>
                  </a:lnTo>
                  <a:lnTo>
                    <a:pt x="50094" y="47827"/>
                  </a:lnTo>
                  <a:lnTo>
                    <a:pt x="46298" y="51672"/>
                  </a:lnTo>
                  <a:lnTo>
                    <a:pt x="42629" y="55638"/>
                  </a:lnTo>
                  <a:lnTo>
                    <a:pt x="39089" y="59721"/>
                  </a:lnTo>
                  <a:lnTo>
                    <a:pt x="35684" y="63915"/>
                  </a:lnTo>
                  <a:lnTo>
                    <a:pt x="32416" y="68218"/>
                  </a:lnTo>
                  <a:lnTo>
                    <a:pt x="29288" y="72624"/>
                  </a:lnTo>
                  <a:lnTo>
                    <a:pt x="26305" y="77129"/>
                  </a:lnTo>
                  <a:lnTo>
                    <a:pt x="23469" y="81728"/>
                  </a:lnTo>
                  <a:lnTo>
                    <a:pt x="20783" y="86416"/>
                  </a:lnTo>
                  <a:lnTo>
                    <a:pt x="18249" y="91188"/>
                  </a:lnTo>
                  <a:lnTo>
                    <a:pt x="15872" y="96040"/>
                  </a:lnTo>
                  <a:lnTo>
                    <a:pt x="13652" y="100966"/>
                  </a:lnTo>
                  <a:lnTo>
                    <a:pt x="11593" y="105962"/>
                  </a:lnTo>
                  <a:lnTo>
                    <a:pt x="9696" y="111021"/>
                  </a:lnTo>
                  <a:lnTo>
                    <a:pt x="7964" y="116139"/>
                  </a:lnTo>
                  <a:lnTo>
                    <a:pt x="6398" y="121310"/>
                  </a:lnTo>
                  <a:lnTo>
                    <a:pt x="5000" y="126529"/>
                  </a:lnTo>
                  <a:lnTo>
                    <a:pt x="3771" y="131791"/>
                  </a:lnTo>
                  <a:lnTo>
                    <a:pt x="2713" y="137089"/>
                  </a:lnTo>
                  <a:lnTo>
                    <a:pt x="1827" y="142419"/>
                  </a:lnTo>
                  <a:lnTo>
                    <a:pt x="1114" y="147775"/>
                  </a:lnTo>
                  <a:lnTo>
                    <a:pt x="574" y="153151"/>
                  </a:lnTo>
                  <a:lnTo>
                    <a:pt x="208" y="158542"/>
                  </a:lnTo>
                  <a:lnTo>
                    <a:pt x="16" y="163941"/>
                  </a:lnTo>
                  <a:lnTo>
                    <a:pt x="0" y="169344"/>
                  </a:lnTo>
                  <a:lnTo>
                    <a:pt x="157" y="174745"/>
                  </a:lnTo>
                  <a:lnTo>
                    <a:pt x="489" y="180138"/>
                  </a:lnTo>
                  <a:lnTo>
                    <a:pt x="996" y="185517"/>
                  </a:lnTo>
                  <a:lnTo>
                    <a:pt x="1675" y="190878"/>
                  </a:lnTo>
                  <a:lnTo>
                    <a:pt x="2528" y="196213"/>
                  </a:lnTo>
                  <a:lnTo>
                    <a:pt x="3553" y="201518"/>
                  </a:lnTo>
                  <a:lnTo>
                    <a:pt x="4748" y="206787"/>
                  </a:lnTo>
                  <a:lnTo>
                    <a:pt x="6114" y="212015"/>
                  </a:lnTo>
                  <a:lnTo>
                    <a:pt x="7647" y="217196"/>
                  </a:lnTo>
                  <a:lnTo>
                    <a:pt x="9347" y="222324"/>
                  </a:lnTo>
                  <a:lnTo>
                    <a:pt x="11212" y="227396"/>
                  </a:lnTo>
                  <a:lnTo>
                    <a:pt x="13240" y="232404"/>
                  </a:lnTo>
                  <a:lnTo>
                    <a:pt x="15429" y="237344"/>
                  </a:lnTo>
                  <a:lnTo>
                    <a:pt x="17776" y="242210"/>
                  </a:lnTo>
                  <a:lnTo>
                    <a:pt x="20279" y="246998"/>
                  </a:lnTo>
                  <a:lnTo>
                    <a:pt x="22936" y="251703"/>
                  </a:lnTo>
                  <a:lnTo>
                    <a:pt x="25743" y="25632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823091" y="5269756"/>
              <a:ext cx="308562" cy="334332"/>
            </a:xfrm>
            <a:custGeom>
              <a:avLst/>
              <a:pathLst>
                <a:path w="308562" h="334332">
                  <a:moveTo>
                    <a:pt x="0" y="256320"/>
                  </a:moveTo>
                  <a:lnTo>
                    <a:pt x="2894" y="260754"/>
                  </a:lnTo>
                  <a:lnTo>
                    <a:pt x="5928" y="265094"/>
                  </a:lnTo>
                  <a:lnTo>
                    <a:pt x="9098" y="269336"/>
                  </a:lnTo>
                  <a:lnTo>
                    <a:pt x="12400" y="273476"/>
                  </a:lnTo>
                  <a:lnTo>
                    <a:pt x="15832" y="277509"/>
                  </a:lnTo>
                  <a:lnTo>
                    <a:pt x="19390" y="281431"/>
                  </a:lnTo>
                  <a:lnTo>
                    <a:pt x="23070" y="285238"/>
                  </a:lnTo>
                  <a:lnTo>
                    <a:pt x="26869" y="288927"/>
                  </a:lnTo>
                  <a:lnTo>
                    <a:pt x="30783" y="292494"/>
                  </a:lnTo>
                  <a:lnTo>
                    <a:pt x="34808" y="295935"/>
                  </a:lnTo>
                  <a:lnTo>
                    <a:pt x="38940" y="299247"/>
                  </a:lnTo>
                  <a:lnTo>
                    <a:pt x="43175" y="302426"/>
                  </a:lnTo>
                  <a:lnTo>
                    <a:pt x="47508" y="305469"/>
                  </a:lnTo>
                  <a:lnTo>
                    <a:pt x="51936" y="308374"/>
                  </a:lnTo>
                  <a:lnTo>
                    <a:pt x="56453" y="311137"/>
                  </a:lnTo>
                  <a:lnTo>
                    <a:pt x="61056" y="313756"/>
                  </a:lnTo>
                  <a:lnTo>
                    <a:pt x="65739" y="316227"/>
                  </a:lnTo>
                  <a:lnTo>
                    <a:pt x="70498" y="318549"/>
                  </a:lnTo>
                  <a:lnTo>
                    <a:pt x="75328" y="320719"/>
                  </a:lnTo>
                  <a:lnTo>
                    <a:pt x="80225" y="322735"/>
                  </a:lnTo>
                  <a:lnTo>
                    <a:pt x="85183" y="324595"/>
                  </a:lnTo>
                  <a:lnTo>
                    <a:pt x="90198" y="326297"/>
                  </a:lnTo>
                  <a:lnTo>
                    <a:pt x="95263" y="327839"/>
                  </a:lnTo>
                  <a:lnTo>
                    <a:pt x="100375" y="329220"/>
                  </a:lnTo>
                  <a:lnTo>
                    <a:pt x="105529" y="330438"/>
                  </a:lnTo>
                  <a:lnTo>
                    <a:pt x="110718" y="331493"/>
                  </a:lnTo>
                  <a:lnTo>
                    <a:pt x="115938" y="332383"/>
                  </a:lnTo>
                  <a:lnTo>
                    <a:pt x="121184" y="333106"/>
                  </a:lnTo>
                  <a:lnTo>
                    <a:pt x="126450" y="333664"/>
                  </a:lnTo>
                  <a:lnTo>
                    <a:pt x="131731" y="334054"/>
                  </a:lnTo>
                  <a:lnTo>
                    <a:pt x="137022" y="334277"/>
                  </a:lnTo>
                  <a:lnTo>
                    <a:pt x="142317" y="334332"/>
                  </a:lnTo>
                  <a:lnTo>
                    <a:pt x="147611" y="334219"/>
                  </a:lnTo>
                  <a:lnTo>
                    <a:pt x="152899" y="333939"/>
                  </a:lnTo>
                  <a:lnTo>
                    <a:pt x="158175" y="333491"/>
                  </a:lnTo>
                  <a:lnTo>
                    <a:pt x="163435" y="332877"/>
                  </a:lnTo>
                  <a:lnTo>
                    <a:pt x="168672" y="332096"/>
                  </a:lnTo>
                  <a:lnTo>
                    <a:pt x="173882" y="331150"/>
                  </a:lnTo>
                  <a:lnTo>
                    <a:pt x="179060" y="330039"/>
                  </a:lnTo>
                  <a:lnTo>
                    <a:pt x="184200" y="328765"/>
                  </a:lnTo>
                  <a:lnTo>
                    <a:pt x="189297" y="327329"/>
                  </a:lnTo>
                  <a:lnTo>
                    <a:pt x="194345" y="325731"/>
                  </a:lnTo>
                  <a:lnTo>
                    <a:pt x="199341" y="323975"/>
                  </a:lnTo>
                  <a:lnTo>
                    <a:pt x="204279" y="322062"/>
                  </a:lnTo>
                  <a:lnTo>
                    <a:pt x="209153" y="319993"/>
                  </a:lnTo>
                  <a:lnTo>
                    <a:pt x="213960" y="317770"/>
                  </a:lnTo>
                  <a:lnTo>
                    <a:pt x="218693" y="315397"/>
                  </a:lnTo>
                  <a:lnTo>
                    <a:pt x="223349" y="312875"/>
                  </a:lnTo>
                  <a:lnTo>
                    <a:pt x="227923" y="310206"/>
                  </a:lnTo>
                  <a:lnTo>
                    <a:pt x="232410" y="307394"/>
                  </a:lnTo>
                  <a:lnTo>
                    <a:pt x="236806" y="304442"/>
                  </a:lnTo>
                  <a:lnTo>
                    <a:pt x="241106" y="301351"/>
                  </a:lnTo>
                  <a:lnTo>
                    <a:pt x="245306" y="298126"/>
                  </a:lnTo>
                  <a:lnTo>
                    <a:pt x="249402" y="294770"/>
                  </a:lnTo>
                  <a:lnTo>
                    <a:pt x="253389" y="291285"/>
                  </a:lnTo>
                  <a:lnTo>
                    <a:pt x="257265" y="287676"/>
                  </a:lnTo>
                  <a:lnTo>
                    <a:pt x="261023" y="283946"/>
                  </a:lnTo>
                  <a:lnTo>
                    <a:pt x="264662" y="280099"/>
                  </a:lnTo>
                  <a:lnTo>
                    <a:pt x="268177" y="276139"/>
                  </a:lnTo>
                  <a:lnTo>
                    <a:pt x="271565" y="272069"/>
                  </a:lnTo>
                  <a:lnTo>
                    <a:pt x="274822" y="267894"/>
                  </a:lnTo>
                  <a:lnTo>
                    <a:pt x="277946" y="263618"/>
                  </a:lnTo>
                  <a:lnTo>
                    <a:pt x="280932" y="259245"/>
                  </a:lnTo>
                  <a:lnTo>
                    <a:pt x="283778" y="254779"/>
                  </a:lnTo>
                  <a:lnTo>
                    <a:pt x="286482" y="250226"/>
                  </a:lnTo>
                  <a:lnTo>
                    <a:pt x="289040" y="245590"/>
                  </a:lnTo>
                  <a:lnTo>
                    <a:pt x="291450" y="240874"/>
                  </a:lnTo>
                  <a:lnTo>
                    <a:pt x="293709" y="236085"/>
                  </a:lnTo>
                  <a:lnTo>
                    <a:pt x="295815" y="231227"/>
                  </a:lnTo>
                  <a:lnTo>
                    <a:pt x="297767" y="226304"/>
                  </a:lnTo>
                  <a:lnTo>
                    <a:pt x="299562" y="221322"/>
                  </a:lnTo>
                  <a:lnTo>
                    <a:pt x="301198" y="216286"/>
                  </a:lnTo>
                  <a:lnTo>
                    <a:pt x="302673" y="211200"/>
                  </a:lnTo>
                  <a:lnTo>
                    <a:pt x="303987" y="206070"/>
                  </a:lnTo>
                  <a:lnTo>
                    <a:pt x="305137" y="200901"/>
                  </a:lnTo>
                  <a:lnTo>
                    <a:pt x="306124" y="195699"/>
                  </a:lnTo>
                  <a:lnTo>
                    <a:pt x="306945" y="190467"/>
                  </a:lnTo>
                  <a:lnTo>
                    <a:pt x="307600" y="185213"/>
                  </a:lnTo>
                  <a:lnTo>
                    <a:pt x="308088" y="179940"/>
                  </a:lnTo>
                  <a:lnTo>
                    <a:pt x="308409" y="174654"/>
                  </a:lnTo>
                  <a:lnTo>
                    <a:pt x="308562" y="169361"/>
                  </a:lnTo>
                  <a:lnTo>
                    <a:pt x="308548" y="164066"/>
                  </a:lnTo>
                  <a:lnTo>
                    <a:pt x="308366" y="158773"/>
                  </a:lnTo>
                  <a:lnTo>
                    <a:pt x="308016" y="153490"/>
                  </a:lnTo>
                  <a:lnTo>
                    <a:pt x="307499" y="148219"/>
                  </a:lnTo>
                  <a:lnTo>
                    <a:pt x="306816" y="142968"/>
                  </a:lnTo>
                  <a:lnTo>
                    <a:pt x="305966" y="137742"/>
                  </a:lnTo>
                  <a:lnTo>
                    <a:pt x="304952" y="132544"/>
                  </a:lnTo>
                  <a:lnTo>
                    <a:pt x="303773" y="127382"/>
                  </a:lnTo>
                  <a:lnTo>
                    <a:pt x="302432" y="122259"/>
                  </a:lnTo>
                  <a:lnTo>
                    <a:pt x="300929" y="117182"/>
                  </a:lnTo>
                  <a:lnTo>
                    <a:pt x="299265" y="112154"/>
                  </a:lnTo>
                  <a:lnTo>
                    <a:pt x="297444" y="107182"/>
                  </a:lnTo>
                  <a:lnTo>
                    <a:pt x="295465" y="102270"/>
                  </a:lnTo>
                  <a:lnTo>
                    <a:pt x="293333" y="97423"/>
                  </a:lnTo>
                  <a:lnTo>
                    <a:pt x="291047" y="92646"/>
                  </a:lnTo>
                  <a:lnTo>
                    <a:pt x="288612" y="87944"/>
                  </a:lnTo>
                  <a:lnTo>
                    <a:pt x="286029" y="83321"/>
                  </a:lnTo>
                  <a:lnTo>
                    <a:pt x="283301" y="78783"/>
                  </a:lnTo>
                  <a:lnTo>
                    <a:pt x="280430" y="74333"/>
                  </a:lnTo>
                  <a:lnTo>
                    <a:pt x="277420" y="69976"/>
                  </a:lnTo>
                  <a:lnTo>
                    <a:pt x="274274" y="65717"/>
                  </a:lnTo>
                  <a:lnTo>
                    <a:pt x="270994" y="61560"/>
                  </a:lnTo>
                  <a:lnTo>
                    <a:pt x="267584" y="57509"/>
                  </a:lnTo>
                  <a:lnTo>
                    <a:pt x="264047" y="53567"/>
                  </a:lnTo>
                  <a:lnTo>
                    <a:pt x="260388" y="49740"/>
                  </a:lnTo>
                  <a:lnTo>
                    <a:pt x="256609" y="46030"/>
                  </a:lnTo>
                  <a:lnTo>
                    <a:pt x="252714" y="42443"/>
                  </a:lnTo>
                  <a:lnTo>
                    <a:pt x="248708" y="38980"/>
                  </a:lnTo>
                  <a:lnTo>
                    <a:pt x="244594" y="35646"/>
                  </a:lnTo>
                  <a:lnTo>
                    <a:pt x="240376" y="32443"/>
                  </a:lnTo>
                  <a:lnTo>
                    <a:pt x="236060" y="29376"/>
                  </a:lnTo>
                  <a:lnTo>
                    <a:pt x="231648" y="26448"/>
                  </a:lnTo>
                  <a:lnTo>
                    <a:pt x="227146" y="23660"/>
                  </a:lnTo>
                  <a:lnTo>
                    <a:pt x="222557" y="21017"/>
                  </a:lnTo>
                  <a:lnTo>
                    <a:pt x="217888" y="18520"/>
                  </a:lnTo>
                  <a:lnTo>
                    <a:pt x="213141" y="16172"/>
                  </a:lnTo>
                  <a:lnTo>
                    <a:pt x="208323" y="13976"/>
                  </a:lnTo>
                  <a:lnTo>
                    <a:pt x="203437" y="11933"/>
                  </a:lnTo>
                  <a:lnTo>
                    <a:pt x="198489" y="10046"/>
                  </a:lnTo>
                  <a:lnTo>
                    <a:pt x="193484" y="8317"/>
                  </a:lnTo>
                  <a:lnTo>
                    <a:pt x="188427" y="6748"/>
                  </a:lnTo>
                  <a:lnTo>
                    <a:pt x="183322" y="5339"/>
                  </a:lnTo>
                  <a:lnTo>
                    <a:pt x="178175" y="4093"/>
                  </a:lnTo>
                  <a:lnTo>
                    <a:pt x="172992" y="3010"/>
                  </a:lnTo>
                  <a:lnTo>
                    <a:pt x="167777" y="2092"/>
                  </a:lnTo>
                  <a:lnTo>
                    <a:pt x="162535" y="1340"/>
                  </a:lnTo>
                  <a:lnTo>
                    <a:pt x="157272" y="754"/>
                  </a:lnTo>
                  <a:lnTo>
                    <a:pt x="151993" y="335"/>
                  </a:lnTo>
                  <a:lnTo>
                    <a:pt x="146704" y="83"/>
                  </a:lnTo>
                  <a:lnTo>
                    <a:pt x="141409" y="0"/>
                  </a:lnTo>
                  <a:lnTo>
                    <a:pt x="1414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39816" y="5399291"/>
              <a:ext cx="46399" cy="167167"/>
            </a:xfrm>
            <a:custGeom>
              <a:avLst/>
              <a:pathLst>
                <a:path w="46399" h="167167">
                  <a:moveTo>
                    <a:pt x="46399" y="0"/>
                  </a:moveTo>
                  <a:lnTo>
                    <a:pt x="39684" y="134"/>
                  </a:lnTo>
                  <a:lnTo>
                    <a:pt x="32980" y="539"/>
                  </a:lnTo>
                  <a:lnTo>
                    <a:pt x="26298" y="1212"/>
                  </a:lnTo>
                  <a:lnTo>
                    <a:pt x="19648" y="2154"/>
                  </a:lnTo>
                  <a:lnTo>
                    <a:pt x="13041" y="3362"/>
                  </a:lnTo>
                  <a:lnTo>
                    <a:pt x="6488" y="4834"/>
                  </a:lnTo>
                  <a:lnTo>
                    <a:pt x="0" y="6568"/>
                  </a:lnTo>
                  <a:lnTo>
                    <a:pt x="46399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39816" y="5405860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39816" y="5405860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39816" y="5405860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39816" y="5405860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39816" y="5405860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39816" y="5405860"/>
              <a:ext cx="46399" cy="160598"/>
            </a:xfrm>
            <a:custGeom>
              <a:avLst/>
              <a:pathLst>
                <a:path w="46399" h="160598">
                  <a:moveTo>
                    <a:pt x="0" y="0"/>
                  </a:moveTo>
                  <a:lnTo>
                    <a:pt x="46399" y="1605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319054" y="5404035"/>
              <a:ext cx="334328" cy="329581"/>
            </a:xfrm>
            <a:custGeom>
              <a:avLst/>
              <a:pathLst>
                <a:path w="334328" h="329581">
                  <a:moveTo>
                    <a:pt x="120761" y="1824"/>
                  </a:moveTo>
                  <a:lnTo>
                    <a:pt x="115700" y="3374"/>
                  </a:lnTo>
                  <a:lnTo>
                    <a:pt x="110690" y="5083"/>
                  </a:lnTo>
                  <a:lnTo>
                    <a:pt x="105737" y="6949"/>
                  </a:lnTo>
                  <a:lnTo>
                    <a:pt x="100845" y="8972"/>
                  </a:lnTo>
                  <a:lnTo>
                    <a:pt x="96020" y="11148"/>
                  </a:lnTo>
                  <a:lnTo>
                    <a:pt x="91266" y="13477"/>
                  </a:lnTo>
                  <a:lnTo>
                    <a:pt x="86589" y="15954"/>
                  </a:lnTo>
                  <a:lnTo>
                    <a:pt x="81992" y="18578"/>
                  </a:lnTo>
                  <a:lnTo>
                    <a:pt x="77480" y="21347"/>
                  </a:lnTo>
                  <a:lnTo>
                    <a:pt x="73059" y="24257"/>
                  </a:lnTo>
                  <a:lnTo>
                    <a:pt x="68732" y="27306"/>
                  </a:lnTo>
                  <a:lnTo>
                    <a:pt x="64503" y="30490"/>
                  </a:lnTo>
                  <a:lnTo>
                    <a:pt x="60378" y="33806"/>
                  </a:lnTo>
                  <a:lnTo>
                    <a:pt x="56359" y="37251"/>
                  </a:lnTo>
                  <a:lnTo>
                    <a:pt x="52452" y="40822"/>
                  </a:lnTo>
                  <a:lnTo>
                    <a:pt x="48659" y="44515"/>
                  </a:lnTo>
                  <a:lnTo>
                    <a:pt x="44986" y="48325"/>
                  </a:lnTo>
                  <a:lnTo>
                    <a:pt x="41435" y="52251"/>
                  </a:lnTo>
                  <a:lnTo>
                    <a:pt x="38010" y="56286"/>
                  </a:lnTo>
                  <a:lnTo>
                    <a:pt x="34714" y="60429"/>
                  </a:lnTo>
                  <a:lnTo>
                    <a:pt x="31551" y="64673"/>
                  </a:lnTo>
                  <a:lnTo>
                    <a:pt x="28524" y="69015"/>
                  </a:lnTo>
                  <a:lnTo>
                    <a:pt x="25637" y="73452"/>
                  </a:lnTo>
                  <a:lnTo>
                    <a:pt x="22891" y="77977"/>
                  </a:lnTo>
                  <a:lnTo>
                    <a:pt x="20289" y="82587"/>
                  </a:lnTo>
                  <a:lnTo>
                    <a:pt x="17835" y="87277"/>
                  </a:lnTo>
                  <a:lnTo>
                    <a:pt x="15531" y="92042"/>
                  </a:lnTo>
                  <a:lnTo>
                    <a:pt x="13379" y="96878"/>
                  </a:lnTo>
                  <a:lnTo>
                    <a:pt x="11381" y="101780"/>
                  </a:lnTo>
                  <a:lnTo>
                    <a:pt x="9539" y="106742"/>
                  </a:lnTo>
                  <a:lnTo>
                    <a:pt x="7855" y="111760"/>
                  </a:lnTo>
                  <a:lnTo>
                    <a:pt x="6331" y="116829"/>
                  </a:lnTo>
                  <a:lnTo>
                    <a:pt x="4968" y="121944"/>
                  </a:lnTo>
                  <a:lnTo>
                    <a:pt x="3768" y="127099"/>
                  </a:lnTo>
                  <a:lnTo>
                    <a:pt x="2731" y="132290"/>
                  </a:lnTo>
                  <a:lnTo>
                    <a:pt x="1860" y="137511"/>
                  </a:lnTo>
                  <a:lnTo>
                    <a:pt x="1154" y="142757"/>
                  </a:lnTo>
                  <a:lnTo>
                    <a:pt x="614" y="148023"/>
                  </a:lnTo>
                  <a:lnTo>
                    <a:pt x="242" y="153303"/>
                  </a:lnTo>
                  <a:lnTo>
                    <a:pt x="37" y="158592"/>
                  </a:lnTo>
                  <a:lnTo>
                    <a:pt x="0" y="163885"/>
                  </a:lnTo>
                  <a:lnTo>
                    <a:pt x="130" y="169177"/>
                  </a:lnTo>
                  <a:lnTo>
                    <a:pt x="427" y="174462"/>
                  </a:lnTo>
                  <a:lnTo>
                    <a:pt x="892" y="179735"/>
                  </a:lnTo>
                  <a:lnTo>
                    <a:pt x="1523" y="184990"/>
                  </a:lnTo>
                  <a:lnTo>
                    <a:pt x="2321" y="190223"/>
                  </a:lnTo>
                  <a:lnTo>
                    <a:pt x="3284" y="195428"/>
                  </a:lnTo>
                  <a:lnTo>
                    <a:pt x="4411" y="200600"/>
                  </a:lnTo>
                  <a:lnTo>
                    <a:pt x="5701" y="205733"/>
                  </a:lnTo>
                  <a:lnTo>
                    <a:pt x="7153" y="210823"/>
                  </a:lnTo>
                  <a:lnTo>
                    <a:pt x="8766" y="215865"/>
                  </a:lnTo>
                  <a:lnTo>
                    <a:pt x="10537" y="220853"/>
                  </a:lnTo>
                  <a:lnTo>
                    <a:pt x="12466" y="225782"/>
                  </a:lnTo>
                  <a:lnTo>
                    <a:pt x="14549" y="230648"/>
                  </a:lnTo>
                  <a:lnTo>
                    <a:pt x="16786" y="235446"/>
                  </a:lnTo>
                  <a:lnTo>
                    <a:pt x="19173" y="240170"/>
                  </a:lnTo>
                  <a:lnTo>
                    <a:pt x="21709" y="244816"/>
                  </a:lnTo>
                  <a:lnTo>
                    <a:pt x="24390" y="249380"/>
                  </a:lnTo>
                  <a:lnTo>
                    <a:pt x="27215" y="253857"/>
                  </a:lnTo>
                  <a:lnTo>
                    <a:pt x="30180" y="258242"/>
                  </a:lnTo>
                  <a:lnTo>
                    <a:pt x="33282" y="262530"/>
                  </a:lnTo>
                  <a:lnTo>
                    <a:pt x="36518" y="266719"/>
                  </a:lnTo>
                  <a:lnTo>
                    <a:pt x="39886" y="270803"/>
                  </a:lnTo>
                  <a:lnTo>
                    <a:pt x="43381" y="274778"/>
                  </a:lnTo>
                  <a:lnTo>
                    <a:pt x="47000" y="278640"/>
                  </a:lnTo>
                  <a:lnTo>
                    <a:pt x="50740" y="282386"/>
                  </a:lnTo>
                  <a:lnTo>
                    <a:pt x="54597" y="286012"/>
                  </a:lnTo>
                  <a:lnTo>
                    <a:pt x="58566" y="289514"/>
                  </a:lnTo>
                  <a:lnTo>
                    <a:pt x="62644" y="292888"/>
                  </a:lnTo>
                  <a:lnTo>
                    <a:pt x="66827" y="296132"/>
                  </a:lnTo>
                  <a:lnTo>
                    <a:pt x="71111" y="299242"/>
                  </a:lnTo>
                  <a:lnTo>
                    <a:pt x="75490" y="302214"/>
                  </a:lnTo>
                  <a:lnTo>
                    <a:pt x="79962" y="305046"/>
                  </a:lnTo>
                  <a:lnTo>
                    <a:pt x="84521" y="307735"/>
                  </a:lnTo>
                  <a:lnTo>
                    <a:pt x="89163" y="310279"/>
                  </a:lnTo>
                  <a:lnTo>
                    <a:pt x="93884" y="312674"/>
                  </a:lnTo>
                  <a:lnTo>
                    <a:pt x="98677" y="314919"/>
                  </a:lnTo>
                  <a:lnTo>
                    <a:pt x="103540" y="317011"/>
                  </a:lnTo>
                  <a:lnTo>
                    <a:pt x="108466" y="318947"/>
                  </a:lnTo>
                  <a:lnTo>
                    <a:pt x="113451" y="320727"/>
                  </a:lnTo>
                  <a:lnTo>
                    <a:pt x="118490" y="322348"/>
                  </a:lnTo>
                  <a:lnTo>
                    <a:pt x="123577" y="323809"/>
                  </a:lnTo>
                  <a:lnTo>
                    <a:pt x="128709" y="325108"/>
                  </a:lnTo>
                  <a:lnTo>
                    <a:pt x="133879" y="326244"/>
                  </a:lnTo>
                  <a:lnTo>
                    <a:pt x="139082" y="327215"/>
                  </a:lnTo>
                  <a:lnTo>
                    <a:pt x="144314" y="328022"/>
                  </a:lnTo>
                  <a:lnTo>
                    <a:pt x="149568" y="328662"/>
                  </a:lnTo>
                  <a:lnTo>
                    <a:pt x="154840" y="329136"/>
                  </a:lnTo>
                  <a:lnTo>
                    <a:pt x="160124" y="329442"/>
                  </a:lnTo>
                  <a:lnTo>
                    <a:pt x="165416" y="329581"/>
                  </a:lnTo>
                  <a:lnTo>
                    <a:pt x="170709" y="329553"/>
                  </a:lnTo>
                  <a:lnTo>
                    <a:pt x="175998" y="329357"/>
                  </a:lnTo>
                  <a:lnTo>
                    <a:pt x="181279" y="328993"/>
                  </a:lnTo>
                  <a:lnTo>
                    <a:pt x="186546" y="328463"/>
                  </a:lnTo>
                  <a:lnTo>
                    <a:pt x="191793" y="327766"/>
                  </a:lnTo>
                  <a:lnTo>
                    <a:pt x="197015" y="326903"/>
                  </a:lnTo>
                  <a:lnTo>
                    <a:pt x="202208" y="325875"/>
                  </a:lnTo>
                  <a:lnTo>
                    <a:pt x="207365" y="324684"/>
                  </a:lnTo>
                  <a:lnTo>
                    <a:pt x="212482" y="323330"/>
                  </a:lnTo>
                  <a:lnTo>
                    <a:pt x="217554" y="321814"/>
                  </a:lnTo>
                  <a:lnTo>
                    <a:pt x="222575" y="320139"/>
                  </a:lnTo>
                  <a:lnTo>
                    <a:pt x="227540" y="318305"/>
                  </a:lnTo>
                  <a:lnTo>
                    <a:pt x="232445" y="316315"/>
                  </a:lnTo>
                  <a:lnTo>
                    <a:pt x="237285" y="314171"/>
                  </a:lnTo>
                  <a:lnTo>
                    <a:pt x="242054" y="311875"/>
                  </a:lnTo>
                  <a:lnTo>
                    <a:pt x="246748" y="309429"/>
                  </a:lnTo>
                  <a:lnTo>
                    <a:pt x="251363" y="306835"/>
                  </a:lnTo>
                  <a:lnTo>
                    <a:pt x="255893" y="304097"/>
                  </a:lnTo>
                  <a:lnTo>
                    <a:pt x="260333" y="301217"/>
                  </a:lnTo>
                  <a:lnTo>
                    <a:pt x="264681" y="298197"/>
                  </a:lnTo>
                  <a:lnTo>
                    <a:pt x="268931" y="295042"/>
                  </a:lnTo>
                  <a:lnTo>
                    <a:pt x="273079" y="291753"/>
                  </a:lnTo>
                  <a:lnTo>
                    <a:pt x="277120" y="288335"/>
                  </a:lnTo>
                  <a:lnTo>
                    <a:pt x="281051" y="284791"/>
                  </a:lnTo>
                  <a:lnTo>
                    <a:pt x="284868" y="281124"/>
                  </a:lnTo>
                  <a:lnTo>
                    <a:pt x="288568" y="277337"/>
                  </a:lnTo>
                  <a:lnTo>
                    <a:pt x="292145" y="273436"/>
                  </a:lnTo>
                  <a:lnTo>
                    <a:pt x="295597" y="269423"/>
                  </a:lnTo>
                  <a:lnTo>
                    <a:pt x="298920" y="265303"/>
                  </a:lnTo>
                  <a:lnTo>
                    <a:pt x="302111" y="261080"/>
                  </a:lnTo>
                  <a:lnTo>
                    <a:pt x="305167" y="256758"/>
                  </a:lnTo>
                  <a:lnTo>
                    <a:pt x="308085" y="252342"/>
                  </a:lnTo>
                  <a:lnTo>
                    <a:pt x="310861" y="247835"/>
                  </a:lnTo>
                  <a:lnTo>
                    <a:pt x="313493" y="243242"/>
                  </a:lnTo>
                  <a:lnTo>
                    <a:pt x="315978" y="238569"/>
                  </a:lnTo>
                  <a:lnTo>
                    <a:pt x="318315" y="233819"/>
                  </a:lnTo>
                  <a:lnTo>
                    <a:pt x="320499" y="228998"/>
                  </a:lnTo>
                  <a:lnTo>
                    <a:pt x="322530" y="224110"/>
                  </a:lnTo>
                  <a:lnTo>
                    <a:pt x="324405" y="219160"/>
                  </a:lnTo>
                  <a:lnTo>
                    <a:pt x="326123" y="214153"/>
                  </a:lnTo>
                  <a:lnTo>
                    <a:pt x="327681" y="209094"/>
                  </a:lnTo>
                  <a:lnTo>
                    <a:pt x="329078" y="203989"/>
                  </a:lnTo>
                  <a:lnTo>
                    <a:pt x="330313" y="198842"/>
                  </a:lnTo>
                  <a:lnTo>
                    <a:pt x="331384" y="193658"/>
                  </a:lnTo>
                  <a:lnTo>
                    <a:pt x="332291" y="188443"/>
                  </a:lnTo>
                  <a:lnTo>
                    <a:pt x="333032" y="183202"/>
                  </a:lnTo>
                  <a:lnTo>
                    <a:pt x="333606" y="177940"/>
                  </a:lnTo>
                  <a:lnTo>
                    <a:pt x="334014" y="172662"/>
                  </a:lnTo>
                  <a:lnTo>
                    <a:pt x="334255" y="167375"/>
                  </a:lnTo>
                  <a:lnTo>
                    <a:pt x="334328" y="162082"/>
                  </a:lnTo>
                  <a:lnTo>
                    <a:pt x="334233" y="156789"/>
                  </a:lnTo>
                  <a:lnTo>
                    <a:pt x="333971" y="151503"/>
                  </a:lnTo>
                  <a:lnTo>
                    <a:pt x="333542" y="146227"/>
                  </a:lnTo>
                  <a:lnTo>
                    <a:pt x="332945" y="140967"/>
                  </a:lnTo>
                  <a:lnTo>
                    <a:pt x="332183" y="135729"/>
                  </a:lnTo>
                  <a:lnTo>
                    <a:pt x="331255" y="130518"/>
                  </a:lnTo>
                  <a:lnTo>
                    <a:pt x="330163" y="125339"/>
                  </a:lnTo>
                  <a:lnTo>
                    <a:pt x="328907" y="120197"/>
                  </a:lnTo>
                  <a:lnTo>
                    <a:pt x="327489" y="115097"/>
                  </a:lnTo>
                  <a:lnTo>
                    <a:pt x="325910" y="110045"/>
                  </a:lnTo>
                  <a:lnTo>
                    <a:pt x="324172" y="105045"/>
                  </a:lnTo>
                  <a:lnTo>
                    <a:pt x="322277" y="100103"/>
                  </a:lnTo>
                  <a:lnTo>
                    <a:pt x="320226" y="95223"/>
                  </a:lnTo>
                  <a:lnTo>
                    <a:pt x="318022" y="90410"/>
                  </a:lnTo>
                  <a:lnTo>
                    <a:pt x="315666" y="85670"/>
                  </a:lnTo>
                  <a:lnTo>
                    <a:pt x="313162" y="81007"/>
                  </a:lnTo>
                  <a:lnTo>
                    <a:pt x="310511" y="76425"/>
                  </a:lnTo>
                  <a:lnTo>
                    <a:pt x="307716" y="71930"/>
                  </a:lnTo>
                  <a:lnTo>
                    <a:pt x="304781" y="67525"/>
                  </a:lnTo>
                  <a:lnTo>
                    <a:pt x="301707" y="63216"/>
                  </a:lnTo>
                  <a:lnTo>
                    <a:pt x="298499" y="59006"/>
                  </a:lnTo>
                  <a:lnTo>
                    <a:pt x="295159" y="54899"/>
                  </a:lnTo>
                  <a:lnTo>
                    <a:pt x="291691" y="50901"/>
                  </a:lnTo>
                  <a:lnTo>
                    <a:pt x="288097" y="47014"/>
                  </a:lnTo>
                  <a:lnTo>
                    <a:pt x="284383" y="43243"/>
                  </a:lnTo>
                  <a:lnTo>
                    <a:pt x="280551" y="39591"/>
                  </a:lnTo>
                  <a:lnTo>
                    <a:pt x="276605" y="36063"/>
                  </a:lnTo>
                  <a:lnTo>
                    <a:pt x="272550" y="32661"/>
                  </a:lnTo>
                  <a:lnTo>
                    <a:pt x="268389" y="29390"/>
                  </a:lnTo>
                  <a:lnTo>
                    <a:pt x="264126" y="26252"/>
                  </a:lnTo>
                  <a:lnTo>
                    <a:pt x="259766" y="23250"/>
                  </a:lnTo>
                  <a:lnTo>
                    <a:pt x="255313" y="20388"/>
                  </a:lnTo>
                  <a:lnTo>
                    <a:pt x="250772" y="17668"/>
                  </a:lnTo>
                  <a:lnTo>
                    <a:pt x="246148" y="15093"/>
                  </a:lnTo>
                  <a:lnTo>
                    <a:pt x="241443" y="12667"/>
                  </a:lnTo>
                  <a:lnTo>
                    <a:pt x="236665" y="10390"/>
                  </a:lnTo>
                  <a:lnTo>
                    <a:pt x="231817" y="8265"/>
                  </a:lnTo>
                  <a:lnTo>
                    <a:pt x="226904" y="6296"/>
                  </a:lnTo>
                  <a:lnTo>
                    <a:pt x="221931" y="4483"/>
                  </a:lnTo>
                  <a:lnTo>
                    <a:pt x="216903" y="2828"/>
                  </a:lnTo>
                  <a:lnTo>
                    <a:pt x="211825" y="1333"/>
                  </a:lnTo>
                  <a:lnTo>
                    <a:pt x="206702" y="0"/>
                  </a:lnTo>
                  <a:lnTo>
                    <a:pt x="167161" y="1624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86215" y="5399291"/>
              <a:ext cx="39541" cy="167167"/>
            </a:xfrm>
            <a:custGeom>
              <a:avLst/>
              <a:pathLst>
                <a:path w="39541" h="167167">
                  <a:moveTo>
                    <a:pt x="39541" y="4743"/>
                  </a:moveTo>
                  <a:lnTo>
                    <a:pt x="33047" y="3299"/>
                  </a:lnTo>
                  <a:lnTo>
                    <a:pt x="26501" y="2113"/>
                  </a:lnTo>
                  <a:lnTo>
                    <a:pt x="19912" y="1190"/>
                  </a:lnTo>
                  <a:lnTo>
                    <a:pt x="13292" y="529"/>
                  </a:lnTo>
                  <a:lnTo>
                    <a:pt x="6651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56382" y="5399291"/>
              <a:ext cx="206703" cy="334314"/>
            </a:xfrm>
            <a:custGeom>
              <a:avLst/>
              <a:pathLst>
                <a:path w="206703" h="334314">
                  <a:moveTo>
                    <a:pt x="167161" y="0"/>
                  </a:moveTo>
                  <a:lnTo>
                    <a:pt x="161831" y="84"/>
                  </a:lnTo>
                  <a:lnTo>
                    <a:pt x="156506" y="339"/>
                  </a:lnTo>
                  <a:lnTo>
                    <a:pt x="151193" y="764"/>
                  </a:lnTo>
                  <a:lnTo>
                    <a:pt x="145895" y="1358"/>
                  </a:lnTo>
                  <a:lnTo>
                    <a:pt x="140619" y="2120"/>
                  </a:lnTo>
                  <a:lnTo>
                    <a:pt x="135370" y="3050"/>
                  </a:lnTo>
                  <a:lnTo>
                    <a:pt x="130153" y="4147"/>
                  </a:lnTo>
                  <a:lnTo>
                    <a:pt x="124974" y="5410"/>
                  </a:lnTo>
                  <a:lnTo>
                    <a:pt x="119838" y="6838"/>
                  </a:lnTo>
                  <a:lnTo>
                    <a:pt x="114750" y="8428"/>
                  </a:lnTo>
                  <a:lnTo>
                    <a:pt x="109715" y="10180"/>
                  </a:lnTo>
                  <a:lnTo>
                    <a:pt x="104739" y="12092"/>
                  </a:lnTo>
                  <a:lnTo>
                    <a:pt x="99826" y="14161"/>
                  </a:lnTo>
                  <a:lnTo>
                    <a:pt x="94981" y="16386"/>
                  </a:lnTo>
                  <a:lnTo>
                    <a:pt x="90211" y="18764"/>
                  </a:lnTo>
                  <a:lnTo>
                    <a:pt x="85518" y="21293"/>
                  </a:lnTo>
                  <a:lnTo>
                    <a:pt x="80908" y="23970"/>
                  </a:lnTo>
                  <a:lnTo>
                    <a:pt x="76386" y="26793"/>
                  </a:lnTo>
                  <a:lnTo>
                    <a:pt x="71956" y="29759"/>
                  </a:lnTo>
                  <a:lnTo>
                    <a:pt x="67624" y="32864"/>
                  </a:lnTo>
                  <a:lnTo>
                    <a:pt x="63392" y="36106"/>
                  </a:lnTo>
                  <a:lnTo>
                    <a:pt x="59266" y="39482"/>
                  </a:lnTo>
                  <a:lnTo>
                    <a:pt x="55249" y="42987"/>
                  </a:lnTo>
                  <a:lnTo>
                    <a:pt x="51347" y="46618"/>
                  </a:lnTo>
                  <a:lnTo>
                    <a:pt x="47562" y="50373"/>
                  </a:lnTo>
                  <a:lnTo>
                    <a:pt x="43899" y="54245"/>
                  </a:lnTo>
                  <a:lnTo>
                    <a:pt x="40361" y="58233"/>
                  </a:lnTo>
                  <a:lnTo>
                    <a:pt x="36952" y="62331"/>
                  </a:lnTo>
                  <a:lnTo>
                    <a:pt x="33676" y="66536"/>
                  </a:lnTo>
                  <a:lnTo>
                    <a:pt x="30535" y="70844"/>
                  </a:lnTo>
                  <a:lnTo>
                    <a:pt x="27533" y="75249"/>
                  </a:lnTo>
                  <a:lnTo>
                    <a:pt x="24673" y="79748"/>
                  </a:lnTo>
                  <a:lnTo>
                    <a:pt x="21958" y="84336"/>
                  </a:lnTo>
                  <a:lnTo>
                    <a:pt x="19391" y="89008"/>
                  </a:lnTo>
                  <a:lnTo>
                    <a:pt x="16974" y="93759"/>
                  </a:lnTo>
                  <a:lnTo>
                    <a:pt x="14710" y="98585"/>
                  </a:lnTo>
                  <a:lnTo>
                    <a:pt x="12601" y="103481"/>
                  </a:lnTo>
                  <a:lnTo>
                    <a:pt x="10649" y="108441"/>
                  </a:lnTo>
                  <a:lnTo>
                    <a:pt x="8856" y="113462"/>
                  </a:lnTo>
                  <a:lnTo>
                    <a:pt x="7224" y="118537"/>
                  </a:lnTo>
                  <a:lnTo>
                    <a:pt x="5754" y="123661"/>
                  </a:lnTo>
                  <a:lnTo>
                    <a:pt x="4449" y="128830"/>
                  </a:lnTo>
                  <a:lnTo>
                    <a:pt x="3310" y="134037"/>
                  </a:lnTo>
                  <a:lnTo>
                    <a:pt x="2337" y="139279"/>
                  </a:lnTo>
                  <a:lnTo>
                    <a:pt x="1531" y="144548"/>
                  </a:lnTo>
                  <a:lnTo>
                    <a:pt x="894" y="149841"/>
                  </a:lnTo>
                  <a:lnTo>
                    <a:pt x="426" y="155151"/>
                  </a:lnTo>
                  <a:lnTo>
                    <a:pt x="128" y="160474"/>
                  </a:lnTo>
                  <a:lnTo>
                    <a:pt x="0" y="165803"/>
                  </a:lnTo>
                  <a:lnTo>
                    <a:pt x="41" y="171133"/>
                  </a:lnTo>
                  <a:lnTo>
                    <a:pt x="252" y="176460"/>
                  </a:lnTo>
                  <a:lnTo>
                    <a:pt x="634" y="181777"/>
                  </a:lnTo>
                  <a:lnTo>
                    <a:pt x="1184" y="187080"/>
                  </a:lnTo>
                  <a:lnTo>
                    <a:pt x="1903" y="192362"/>
                  </a:lnTo>
                  <a:lnTo>
                    <a:pt x="2791" y="197618"/>
                  </a:lnTo>
                  <a:lnTo>
                    <a:pt x="3845" y="202844"/>
                  </a:lnTo>
                  <a:lnTo>
                    <a:pt x="5066" y="208033"/>
                  </a:lnTo>
                  <a:lnTo>
                    <a:pt x="6451" y="213181"/>
                  </a:lnTo>
                  <a:lnTo>
                    <a:pt x="8000" y="218281"/>
                  </a:lnTo>
                  <a:lnTo>
                    <a:pt x="9711" y="223330"/>
                  </a:lnTo>
                  <a:lnTo>
                    <a:pt x="11582" y="228322"/>
                  </a:lnTo>
                  <a:lnTo>
                    <a:pt x="13611" y="233252"/>
                  </a:lnTo>
                  <a:lnTo>
                    <a:pt x="15796" y="238114"/>
                  </a:lnTo>
                  <a:lnTo>
                    <a:pt x="18135" y="242904"/>
                  </a:lnTo>
                  <a:lnTo>
                    <a:pt x="20626" y="247617"/>
                  </a:lnTo>
                  <a:lnTo>
                    <a:pt x="23265" y="252249"/>
                  </a:lnTo>
                  <a:lnTo>
                    <a:pt x="26052" y="256794"/>
                  </a:lnTo>
                  <a:lnTo>
                    <a:pt x="28981" y="261247"/>
                  </a:lnTo>
                  <a:lnTo>
                    <a:pt x="32051" y="265606"/>
                  </a:lnTo>
                  <a:lnTo>
                    <a:pt x="35258" y="269863"/>
                  </a:lnTo>
                  <a:lnTo>
                    <a:pt x="38600" y="274017"/>
                  </a:lnTo>
                  <a:lnTo>
                    <a:pt x="42072" y="278062"/>
                  </a:lnTo>
                  <a:lnTo>
                    <a:pt x="45672" y="281994"/>
                  </a:lnTo>
                  <a:lnTo>
                    <a:pt x="49395" y="285809"/>
                  </a:lnTo>
                  <a:lnTo>
                    <a:pt x="53238" y="289504"/>
                  </a:lnTo>
                  <a:lnTo>
                    <a:pt x="57196" y="293074"/>
                  </a:lnTo>
                  <a:lnTo>
                    <a:pt x="61267" y="296516"/>
                  </a:lnTo>
                  <a:lnTo>
                    <a:pt x="65445" y="299827"/>
                  </a:lnTo>
                  <a:lnTo>
                    <a:pt x="69727" y="303003"/>
                  </a:lnTo>
                  <a:lnTo>
                    <a:pt x="74107" y="306041"/>
                  </a:lnTo>
                  <a:lnTo>
                    <a:pt x="78583" y="308937"/>
                  </a:lnTo>
                  <a:lnTo>
                    <a:pt x="83148" y="311689"/>
                  </a:lnTo>
                  <a:lnTo>
                    <a:pt x="87799" y="314295"/>
                  </a:lnTo>
                  <a:lnTo>
                    <a:pt x="92530" y="316750"/>
                  </a:lnTo>
                  <a:lnTo>
                    <a:pt x="97338" y="319054"/>
                  </a:lnTo>
                  <a:lnTo>
                    <a:pt x="102216" y="321203"/>
                  </a:lnTo>
                  <a:lnTo>
                    <a:pt x="107161" y="323195"/>
                  </a:lnTo>
                  <a:lnTo>
                    <a:pt x="112166" y="325029"/>
                  </a:lnTo>
                  <a:lnTo>
                    <a:pt x="117228" y="326702"/>
                  </a:lnTo>
                  <a:lnTo>
                    <a:pt x="122340" y="328213"/>
                  </a:lnTo>
                  <a:lnTo>
                    <a:pt x="127498" y="329561"/>
                  </a:lnTo>
                  <a:lnTo>
                    <a:pt x="132696" y="330743"/>
                  </a:lnTo>
                  <a:lnTo>
                    <a:pt x="137929" y="331759"/>
                  </a:lnTo>
                  <a:lnTo>
                    <a:pt x="143192" y="332607"/>
                  </a:lnTo>
                  <a:lnTo>
                    <a:pt x="148479" y="333287"/>
                  </a:lnTo>
                  <a:lnTo>
                    <a:pt x="153785" y="333798"/>
                  </a:lnTo>
                  <a:lnTo>
                    <a:pt x="159105" y="334140"/>
                  </a:lnTo>
                  <a:lnTo>
                    <a:pt x="164433" y="334312"/>
                  </a:lnTo>
                  <a:lnTo>
                    <a:pt x="169764" y="334314"/>
                  </a:lnTo>
                  <a:lnTo>
                    <a:pt x="175092" y="334146"/>
                  </a:lnTo>
                  <a:lnTo>
                    <a:pt x="180412" y="333808"/>
                  </a:lnTo>
                  <a:lnTo>
                    <a:pt x="185719" y="333301"/>
                  </a:lnTo>
                  <a:lnTo>
                    <a:pt x="191007" y="332625"/>
                  </a:lnTo>
                  <a:lnTo>
                    <a:pt x="196270" y="331781"/>
                  </a:lnTo>
                  <a:lnTo>
                    <a:pt x="201504" y="330769"/>
                  </a:lnTo>
                  <a:lnTo>
                    <a:pt x="206703" y="32959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566459"/>
              <a:ext cx="39541" cy="162423"/>
            </a:xfrm>
            <a:custGeom>
              <a:avLst/>
              <a:pathLst>
                <a:path w="39541" h="162423">
                  <a:moveTo>
                    <a:pt x="39541" y="1624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023544" y="5566459"/>
              <a:ext cx="39541" cy="162423"/>
            </a:xfrm>
            <a:custGeom>
              <a:avLst/>
              <a:pathLst>
                <a:path w="39541" h="162423">
                  <a:moveTo>
                    <a:pt x="39541" y="1624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023544" y="5566459"/>
              <a:ext cx="39541" cy="162423"/>
            </a:xfrm>
            <a:custGeom>
              <a:avLst/>
              <a:pathLst>
                <a:path w="39541" h="162423">
                  <a:moveTo>
                    <a:pt x="39541" y="1624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023544" y="5566459"/>
              <a:ext cx="39541" cy="162423"/>
            </a:xfrm>
            <a:custGeom>
              <a:avLst/>
              <a:pathLst>
                <a:path w="39541" h="162423">
                  <a:moveTo>
                    <a:pt x="39541" y="1624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023544" y="5566459"/>
              <a:ext cx="39541" cy="162423"/>
            </a:xfrm>
            <a:custGeom>
              <a:avLst/>
              <a:pathLst>
                <a:path w="39541" h="162423">
                  <a:moveTo>
                    <a:pt x="39541" y="1624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023544" y="5566459"/>
              <a:ext cx="128940" cy="162423"/>
            </a:xfrm>
            <a:custGeom>
              <a:avLst/>
              <a:pathLst>
                <a:path w="128940" h="162423">
                  <a:moveTo>
                    <a:pt x="39541" y="162423"/>
                  </a:moveTo>
                  <a:lnTo>
                    <a:pt x="45007" y="160994"/>
                  </a:lnTo>
                  <a:lnTo>
                    <a:pt x="50421" y="159381"/>
                  </a:lnTo>
                  <a:lnTo>
                    <a:pt x="55778" y="157587"/>
                  </a:lnTo>
                  <a:lnTo>
                    <a:pt x="61071" y="155612"/>
                  </a:lnTo>
                  <a:lnTo>
                    <a:pt x="66294" y="153460"/>
                  </a:lnTo>
                  <a:lnTo>
                    <a:pt x="71441" y="151132"/>
                  </a:lnTo>
                  <a:lnTo>
                    <a:pt x="76507" y="148632"/>
                  </a:lnTo>
                  <a:lnTo>
                    <a:pt x="81485" y="145962"/>
                  </a:lnTo>
                  <a:lnTo>
                    <a:pt x="86371" y="143125"/>
                  </a:lnTo>
                  <a:lnTo>
                    <a:pt x="91158" y="140125"/>
                  </a:lnTo>
                  <a:lnTo>
                    <a:pt x="95840" y="136965"/>
                  </a:lnTo>
                  <a:lnTo>
                    <a:pt x="100414" y="133648"/>
                  </a:lnTo>
                  <a:lnTo>
                    <a:pt x="104872" y="130179"/>
                  </a:lnTo>
                  <a:lnTo>
                    <a:pt x="109211" y="126561"/>
                  </a:lnTo>
                  <a:lnTo>
                    <a:pt x="113425" y="122799"/>
                  </a:lnTo>
                  <a:lnTo>
                    <a:pt x="117509" y="118896"/>
                  </a:lnTo>
                  <a:lnTo>
                    <a:pt x="121460" y="114858"/>
                  </a:lnTo>
                  <a:lnTo>
                    <a:pt x="125271" y="110688"/>
                  </a:lnTo>
                  <a:lnTo>
                    <a:pt x="128940" y="106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3544" y="5399291"/>
              <a:ext cx="167156" cy="273559"/>
            </a:xfrm>
            <a:custGeom>
              <a:avLst/>
              <a:pathLst>
                <a:path w="167156" h="273559">
                  <a:moveTo>
                    <a:pt x="128940" y="273559"/>
                  </a:moveTo>
                  <a:lnTo>
                    <a:pt x="132308" y="269340"/>
                  </a:lnTo>
                  <a:lnTo>
                    <a:pt x="135538" y="265015"/>
                  </a:lnTo>
                  <a:lnTo>
                    <a:pt x="138627" y="260587"/>
                  </a:lnTo>
                  <a:lnTo>
                    <a:pt x="141571" y="256062"/>
                  </a:lnTo>
                  <a:lnTo>
                    <a:pt x="144368" y="251445"/>
                  </a:lnTo>
                  <a:lnTo>
                    <a:pt x="147014" y="246739"/>
                  </a:lnTo>
                  <a:lnTo>
                    <a:pt x="149507" y="241951"/>
                  </a:lnTo>
                  <a:lnTo>
                    <a:pt x="151843" y="237084"/>
                  </a:lnTo>
                  <a:lnTo>
                    <a:pt x="154022" y="232145"/>
                  </a:lnTo>
                  <a:lnTo>
                    <a:pt x="156040" y="227137"/>
                  </a:lnTo>
                  <a:lnTo>
                    <a:pt x="157895" y="222068"/>
                  </a:lnTo>
                  <a:lnTo>
                    <a:pt x="159585" y="216941"/>
                  </a:lnTo>
                  <a:lnTo>
                    <a:pt x="161109" y="211762"/>
                  </a:lnTo>
                  <a:lnTo>
                    <a:pt x="162465" y="206536"/>
                  </a:lnTo>
                  <a:lnTo>
                    <a:pt x="163651" y="201270"/>
                  </a:lnTo>
                  <a:lnTo>
                    <a:pt x="164667" y="195968"/>
                  </a:lnTo>
                  <a:lnTo>
                    <a:pt x="165511" y="190636"/>
                  </a:lnTo>
                  <a:lnTo>
                    <a:pt x="166183" y="185279"/>
                  </a:lnTo>
                  <a:lnTo>
                    <a:pt x="166681" y="179904"/>
                  </a:lnTo>
                  <a:lnTo>
                    <a:pt x="167005" y="174515"/>
                  </a:lnTo>
                  <a:lnTo>
                    <a:pt x="167156" y="169119"/>
                  </a:lnTo>
                  <a:lnTo>
                    <a:pt x="167131" y="163720"/>
                  </a:lnTo>
                  <a:lnTo>
                    <a:pt x="166933" y="158325"/>
                  </a:lnTo>
                  <a:lnTo>
                    <a:pt x="166560" y="152940"/>
                  </a:lnTo>
                  <a:lnTo>
                    <a:pt x="166014" y="147569"/>
                  </a:lnTo>
                  <a:lnTo>
                    <a:pt x="165295" y="142219"/>
                  </a:lnTo>
                  <a:lnTo>
                    <a:pt x="164403" y="136894"/>
                  </a:lnTo>
                  <a:lnTo>
                    <a:pt x="163340" y="131601"/>
                  </a:lnTo>
                  <a:lnTo>
                    <a:pt x="162106" y="126346"/>
                  </a:lnTo>
                  <a:lnTo>
                    <a:pt x="160704" y="121133"/>
                  </a:lnTo>
                  <a:lnTo>
                    <a:pt x="159133" y="115968"/>
                  </a:lnTo>
                  <a:lnTo>
                    <a:pt x="157397" y="110856"/>
                  </a:lnTo>
                  <a:lnTo>
                    <a:pt x="155497" y="105803"/>
                  </a:lnTo>
                  <a:lnTo>
                    <a:pt x="153434" y="100814"/>
                  </a:lnTo>
                  <a:lnTo>
                    <a:pt x="151212" y="95894"/>
                  </a:lnTo>
                  <a:lnTo>
                    <a:pt x="148832" y="91049"/>
                  </a:lnTo>
                  <a:lnTo>
                    <a:pt x="146296" y="86283"/>
                  </a:lnTo>
                  <a:lnTo>
                    <a:pt x="143608" y="81601"/>
                  </a:lnTo>
                  <a:lnTo>
                    <a:pt x="140770" y="77009"/>
                  </a:lnTo>
                  <a:lnTo>
                    <a:pt x="137786" y="72510"/>
                  </a:lnTo>
                  <a:lnTo>
                    <a:pt x="134657" y="68110"/>
                  </a:lnTo>
                  <a:lnTo>
                    <a:pt x="131389" y="63814"/>
                  </a:lnTo>
                  <a:lnTo>
                    <a:pt x="127983" y="59625"/>
                  </a:lnTo>
                  <a:lnTo>
                    <a:pt x="124444" y="55549"/>
                  </a:lnTo>
                  <a:lnTo>
                    <a:pt x="120775" y="51589"/>
                  </a:lnTo>
                  <a:lnTo>
                    <a:pt x="116980" y="47749"/>
                  </a:lnTo>
                  <a:lnTo>
                    <a:pt x="113063" y="44034"/>
                  </a:lnTo>
                  <a:lnTo>
                    <a:pt x="109028" y="40448"/>
                  </a:lnTo>
                  <a:lnTo>
                    <a:pt x="104879" y="36993"/>
                  </a:lnTo>
                  <a:lnTo>
                    <a:pt x="100621" y="33675"/>
                  </a:lnTo>
                  <a:lnTo>
                    <a:pt x="96258" y="30495"/>
                  </a:lnTo>
                  <a:lnTo>
                    <a:pt x="91795" y="27458"/>
                  </a:lnTo>
                  <a:lnTo>
                    <a:pt x="87236" y="24567"/>
                  </a:lnTo>
                  <a:lnTo>
                    <a:pt x="82586" y="21825"/>
                  </a:lnTo>
                  <a:lnTo>
                    <a:pt x="77850" y="19234"/>
                  </a:lnTo>
                  <a:lnTo>
                    <a:pt x="73033" y="16797"/>
                  </a:lnTo>
                  <a:lnTo>
                    <a:pt x="68139" y="14517"/>
                  </a:lnTo>
                  <a:lnTo>
                    <a:pt x="63175" y="12397"/>
                  </a:lnTo>
                  <a:lnTo>
                    <a:pt x="58144" y="10437"/>
                  </a:lnTo>
                  <a:lnTo>
                    <a:pt x="53053" y="8642"/>
                  </a:lnTo>
                  <a:lnTo>
                    <a:pt x="47907" y="7011"/>
                  </a:lnTo>
                  <a:lnTo>
                    <a:pt x="42710" y="5548"/>
                  </a:lnTo>
                  <a:lnTo>
                    <a:pt x="37470" y="4253"/>
                  </a:lnTo>
                  <a:lnTo>
                    <a:pt x="32190" y="3128"/>
                  </a:lnTo>
                  <a:lnTo>
                    <a:pt x="26876" y="2174"/>
                  </a:lnTo>
                  <a:lnTo>
                    <a:pt x="21534" y="1392"/>
                  </a:lnTo>
                  <a:lnTo>
                    <a:pt x="16170" y="783"/>
                  </a:lnTo>
                  <a:lnTo>
                    <a:pt x="10789" y="348"/>
                  </a:lnTo>
                  <a:lnTo>
                    <a:pt x="5397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03848" y="5269756"/>
              <a:ext cx="141409" cy="167167"/>
            </a:xfrm>
            <a:custGeom>
              <a:avLst/>
              <a:pathLst>
                <a:path w="141409" h="167167">
                  <a:moveTo>
                    <a:pt x="141409" y="0"/>
                  </a:moveTo>
                  <a:lnTo>
                    <a:pt x="135973" y="88"/>
                  </a:lnTo>
                  <a:lnTo>
                    <a:pt x="130543" y="353"/>
                  </a:lnTo>
                  <a:lnTo>
                    <a:pt x="125124" y="795"/>
                  </a:lnTo>
                  <a:lnTo>
                    <a:pt x="119722" y="1412"/>
                  </a:lnTo>
                  <a:lnTo>
                    <a:pt x="114343" y="2205"/>
                  </a:lnTo>
                  <a:lnTo>
                    <a:pt x="108993" y="3173"/>
                  </a:lnTo>
                  <a:lnTo>
                    <a:pt x="103677" y="4314"/>
                  </a:lnTo>
                  <a:lnTo>
                    <a:pt x="98401" y="5627"/>
                  </a:lnTo>
                  <a:lnTo>
                    <a:pt x="93171" y="7111"/>
                  </a:lnTo>
                  <a:lnTo>
                    <a:pt x="87991" y="8764"/>
                  </a:lnTo>
                  <a:lnTo>
                    <a:pt x="82868" y="10585"/>
                  </a:lnTo>
                  <a:lnTo>
                    <a:pt x="77807" y="12571"/>
                  </a:lnTo>
                  <a:lnTo>
                    <a:pt x="72814" y="14722"/>
                  </a:lnTo>
                  <a:lnTo>
                    <a:pt x="67892" y="17033"/>
                  </a:lnTo>
                  <a:lnTo>
                    <a:pt x="63049" y="19503"/>
                  </a:lnTo>
                  <a:lnTo>
                    <a:pt x="58289" y="22129"/>
                  </a:lnTo>
                  <a:lnTo>
                    <a:pt x="53616" y="24909"/>
                  </a:lnTo>
                  <a:lnTo>
                    <a:pt x="49036" y="27839"/>
                  </a:lnTo>
                  <a:lnTo>
                    <a:pt x="44554" y="30917"/>
                  </a:lnTo>
                  <a:lnTo>
                    <a:pt x="40175" y="34139"/>
                  </a:lnTo>
                  <a:lnTo>
                    <a:pt x="35902" y="37501"/>
                  </a:lnTo>
                  <a:lnTo>
                    <a:pt x="31741" y="41001"/>
                  </a:lnTo>
                  <a:lnTo>
                    <a:pt x="27696" y="44634"/>
                  </a:lnTo>
                  <a:lnTo>
                    <a:pt x="23772" y="48396"/>
                  </a:lnTo>
                  <a:lnTo>
                    <a:pt x="19972" y="52285"/>
                  </a:lnTo>
                  <a:lnTo>
                    <a:pt x="16300" y="56295"/>
                  </a:lnTo>
                  <a:lnTo>
                    <a:pt x="12761" y="60422"/>
                  </a:lnTo>
                  <a:lnTo>
                    <a:pt x="9358" y="64662"/>
                  </a:lnTo>
                  <a:lnTo>
                    <a:pt x="6094" y="69010"/>
                  </a:lnTo>
                  <a:lnTo>
                    <a:pt x="2973" y="73463"/>
                  </a:lnTo>
                  <a:lnTo>
                    <a:pt x="0" y="78014"/>
                  </a:lnTo>
                  <a:lnTo>
                    <a:pt x="1414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03848" y="5347770"/>
              <a:ext cx="141409" cy="89152"/>
            </a:xfrm>
            <a:custGeom>
              <a:avLst/>
              <a:pathLst>
                <a:path w="141409" h="89152">
                  <a:moveTo>
                    <a:pt x="0" y="0"/>
                  </a:moveTo>
                  <a:lnTo>
                    <a:pt x="141409" y="89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03848" y="5347770"/>
              <a:ext cx="141409" cy="89152"/>
            </a:xfrm>
            <a:custGeom>
              <a:avLst/>
              <a:pathLst>
                <a:path w="141409" h="89152">
                  <a:moveTo>
                    <a:pt x="0" y="0"/>
                  </a:moveTo>
                  <a:lnTo>
                    <a:pt x="141409" y="89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03848" y="5347770"/>
              <a:ext cx="141409" cy="89152"/>
            </a:xfrm>
            <a:custGeom>
              <a:avLst/>
              <a:pathLst>
                <a:path w="141409" h="89152">
                  <a:moveTo>
                    <a:pt x="0" y="0"/>
                  </a:moveTo>
                  <a:lnTo>
                    <a:pt x="141409" y="89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03848" y="5347770"/>
              <a:ext cx="141409" cy="89152"/>
            </a:xfrm>
            <a:custGeom>
              <a:avLst/>
              <a:pathLst>
                <a:path w="141409" h="89152">
                  <a:moveTo>
                    <a:pt x="0" y="0"/>
                  </a:moveTo>
                  <a:lnTo>
                    <a:pt x="141409" y="89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88240" y="5347770"/>
              <a:ext cx="157018" cy="89152"/>
            </a:xfrm>
            <a:custGeom>
              <a:avLst/>
              <a:pathLst>
                <a:path w="157018" h="89152">
                  <a:moveTo>
                    <a:pt x="15608" y="0"/>
                  </a:moveTo>
                  <a:lnTo>
                    <a:pt x="11952" y="6081"/>
                  </a:lnTo>
                  <a:lnTo>
                    <a:pt x="8557" y="12313"/>
                  </a:lnTo>
                  <a:lnTo>
                    <a:pt x="5430" y="18683"/>
                  </a:lnTo>
                  <a:lnTo>
                    <a:pt x="2575" y="25180"/>
                  </a:lnTo>
                  <a:lnTo>
                    <a:pt x="0" y="31793"/>
                  </a:lnTo>
                  <a:lnTo>
                    <a:pt x="157018" y="89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78091" y="5269756"/>
              <a:ext cx="334323" cy="334327"/>
            </a:xfrm>
            <a:custGeom>
              <a:avLst/>
              <a:pathLst>
                <a:path w="334323" h="334327">
                  <a:moveTo>
                    <a:pt x="10148" y="109807"/>
                  </a:moveTo>
                  <a:lnTo>
                    <a:pt x="8412" y="114803"/>
                  </a:lnTo>
                  <a:lnTo>
                    <a:pt x="6835" y="119852"/>
                  </a:lnTo>
                  <a:lnTo>
                    <a:pt x="5418" y="124948"/>
                  </a:lnTo>
                  <a:lnTo>
                    <a:pt x="4164" y="130086"/>
                  </a:lnTo>
                  <a:lnTo>
                    <a:pt x="3072" y="135261"/>
                  </a:lnTo>
                  <a:lnTo>
                    <a:pt x="2145" y="140469"/>
                  </a:lnTo>
                  <a:lnTo>
                    <a:pt x="1383" y="145703"/>
                  </a:lnTo>
                  <a:lnTo>
                    <a:pt x="787" y="150958"/>
                  </a:lnTo>
                  <a:lnTo>
                    <a:pt x="357" y="156230"/>
                  </a:lnTo>
                  <a:lnTo>
                    <a:pt x="95" y="161513"/>
                  </a:lnTo>
                  <a:lnTo>
                    <a:pt x="0" y="166801"/>
                  </a:lnTo>
                  <a:lnTo>
                    <a:pt x="72" y="172090"/>
                  </a:lnTo>
                  <a:lnTo>
                    <a:pt x="311" y="177373"/>
                  </a:lnTo>
                  <a:lnTo>
                    <a:pt x="717" y="182647"/>
                  </a:lnTo>
                  <a:lnTo>
                    <a:pt x="1290" y="187905"/>
                  </a:lnTo>
                  <a:lnTo>
                    <a:pt x="2030" y="193142"/>
                  </a:lnTo>
                  <a:lnTo>
                    <a:pt x="2934" y="198354"/>
                  </a:lnTo>
                  <a:lnTo>
                    <a:pt x="4003" y="203534"/>
                  </a:lnTo>
                  <a:lnTo>
                    <a:pt x="5235" y="208677"/>
                  </a:lnTo>
                  <a:lnTo>
                    <a:pt x="6629" y="213780"/>
                  </a:lnTo>
                  <a:lnTo>
                    <a:pt x="8184" y="218835"/>
                  </a:lnTo>
                  <a:lnTo>
                    <a:pt x="9898" y="223839"/>
                  </a:lnTo>
                  <a:lnTo>
                    <a:pt x="11770" y="228786"/>
                  </a:lnTo>
                  <a:lnTo>
                    <a:pt x="13797" y="233671"/>
                  </a:lnTo>
                  <a:lnTo>
                    <a:pt x="15978" y="238490"/>
                  </a:lnTo>
                  <a:lnTo>
                    <a:pt x="18310" y="243237"/>
                  </a:lnTo>
                  <a:lnTo>
                    <a:pt x="20791" y="247908"/>
                  </a:lnTo>
                  <a:lnTo>
                    <a:pt x="23419" y="252499"/>
                  </a:lnTo>
                  <a:lnTo>
                    <a:pt x="26190" y="257004"/>
                  </a:lnTo>
                  <a:lnTo>
                    <a:pt x="29103" y="261419"/>
                  </a:lnTo>
                  <a:lnTo>
                    <a:pt x="32154" y="265739"/>
                  </a:lnTo>
                  <a:lnTo>
                    <a:pt x="35340" y="269961"/>
                  </a:lnTo>
                  <a:lnTo>
                    <a:pt x="38658" y="274080"/>
                  </a:lnTo>
                  <a:lnTo>
                    <a:pt x="42104" y="278092"/>
                  </a:lnTo>
                  <a:lnTo>
                    <a:pt x="45676" y="281993"/>
                  </a:lnTo>
                  <a:lnTo>
                    <a:pt x="49370" y="285779"/>
                  </a:lnTo>
                  <a:lnTo>
                    <a:pt x="53181" y="289446"/>
                  </a:lnTo>
                  <a:lnTo>
                    <a:pt x="57107" y="292991"/>
                  </a:lnTo>
                  <a:lnTo>
                    <a:pt x="61142" y="296410"/>
                  </a:lnTo>
                  <a:lnTo>
                    <a:pt x="65284" y="299700"/>
                  </a:lnTo>
                  <a:lnTo>
                    <a:pt x="69528" y="302857"/>
                  </a:lnTo>
                  <a:lnTo>
                    <a:pt x="73870" y="305878"/>
                  </a:lnTo>
                  <a:lnTo>
                    <a:pt x="78305" y="308760"/>
                  </a:lnTo>
                  <a:lnTo>
                    <a:pt x="82829" y="311500"/>
                  </a:lnTo>
                  <a:lnTo>
                    <a:pt x="87437" y="314096"/>
                  </a:lnTo>
                  <a:lnTo>
                    <a:pt x="92125" y="316545"/>
                  </a:lnTo>
                  <a:lnTo>
                    <a:pt x="96888" y="318844"/>
                  </a:lnTo>
                  <a:lnTo>
                    <a:pt x="101722" y="320991"/>
                  </a:lnTo>
                  <a:lnTo>
                    <a:pt x="106621" y="322985"/>
                  </a:lnTo>
                  <a:lnTo>
                    <a:pt x="111581" y="324822"/>
                  </a:lnTo>
                  <a:lnTo>
                    <a:pt x="116596" y="326502"/>
                  </a:lnTo>
                  <a:lnTo>
                    <a:pt x="121662" y="328022"/>
                  </a:lnTo>
                  <a:lnTo>
                    <a:pt x="126774" y="329381"/>
                  </a:lnTo>
                  <a:lnTo>
                    <a:pt x="131926" y="330578"/>
                  </a:lnTo>
                  <a:lnTo>
                    <a:pt x="137113" y="331611"/>
                  </a:lnTo>
                  <a:lnTo>
                    <a:pt x="142331" y="332479"/>
                  </a:lnTo>
                  <a:lnTo>
                    <a:pt x="147573" y="333182"/>
                  </a:lnTo>
                  <a:lnTo>
                    <a:pt x="152835" y="333719"/>
                  </a:lnTo>
                  <a:lnTo>
                    <a:pt x="158111" y="334089"/>
                  </a:lnTo>
                  <a:lnTo>
                    <a:pt x="163397" y="334292"/>
                  </a:lnTo>
                  <a:lnTo>
                    <a:pt x="168686" y="334327"/>
                  </a:lnTo>
                  <a:lnTo>
                    <a:pt x="173973" y="334196"/>
                  </a:lnTo>
                  <a:lnTo>
                    <a:pt x="179254" y="333897"/>
                  </a:lnTo>
                  <a:lnTo>
                    <a:pt x="184523" y="333431"/>
                  </a:lnTo>
                  <a:lnTo>
                    <a:pt x="189774" y="332799"/>
                  </a:lnTo>
                  <a:lnTo>
                    <a:pt x="195003" y="332001"/>
                  </a:lnTo>
                  <a:lnTo>
                    <a:pt x="200203" y="331037"/>
                  </a:lnTo>
                  <a:lnTo>
                    <a:pt x="205371" y="329910"/>
                  </a:lnTo>
                  <a:lnTo>
                    <a:pt x="210500" y="328620"/>
                  </a:lnTo>
                  <a:lnTo>
                    <a:pt x="215587" y="327168"/>
                  </a:lnTo>
                  <a:lnTo>
                    <a:pt x="220624" y="325556"/>
                  </a:lnTo>
                  <a:lnTo>
                    <a:pt x="225608" y="323786"/>
                  </a:lnTo>
                  <a:lnTo>
                    <a:pt x="230534" y="321859"/>
                  </a:lnTo>
                  <a:lnTo>
                    <a:pt x="235396" y="319777"/>
                  </a:lnTo>
                  <a:lnTo>
                    <a:pt x="240190" y="317542"/>
                  </a:lnTo>
                  <a:lnTo>
                    <a:pt x="244911" y="315156"/>
                  </a:lnTo>
                  <a:lnTo>
                    <a:pt x="249553" y="312623"/>
                  </a:lnTo>
                  <a:lnTo>
                    <a:pt x="254114" y="309943"/>
                  </a:lnTo>
                  <a:lnTo>
                    <a:pt x="258587" y="307121"/>
                  </a:lnTo>
                  <a:lnTo>
                    <a:pt x="262969" y="304159"/>
                  </a:lnTo>
                  <a:lnTo>
                    <a:pt x="267255" y="301060"/>
                  </a:lnTo>
                  <a:lnTo>
                    <a:pt x="271441" y="297826"/>
                  </a:lnTo>
                  <a:lnTo>
                    <a:pt x="275522" y="294462"/>
                  </a:lnTo>
                  <a:lnTo>
                    <a:pt x="279495" y="290970"/>
                  </a:lnTo>
                  <a:lnTo>
                    <a:pt x="283355" y="287355"/>
                  </a:lnTo>
                  <a:lnTo>
                    <a:pt x="287100" y="283619"/>
                  </a:lnTo>
                  <a:lnTo>
                    <a:pt x="290724" y="279766"/>
                  </a:lnTo>
                  <a:lnTo>
                    <a:pt x="294224" y="275801"/>
                  </a:lnTo>
                  <a:lnTo>
                    <a:pt x="297597" y="271727"/>
                  </a:lnTo>
                  <a:lnTo>
                    <a:pt x="300840" y="267548"/>
                  </a:lnTo>
                  <a:lnTo>
                    <a:pt x="303949" y="263269"/>
                  </a:lnTo>
                  <a:lnTo>
                    <a:pt x="306920" y="258894"/>
                  </a:lnTo>
                  <a:lnTo>
                    <a:pt x="309752" y="254427"/>
                  </a:lnTo>
                  <a:lnTo>
                    <a:pt x="312442" y="249872"/>
                  </a:lnTo>
                  <a:lnTo>
                    <a:pt x="314985" y="245235"/>
                  </a:lnTo>
                  <a:lnTo>
                    <a:pt x="317381" y="240519"/>
                  </a:lnTo>
                  <a:lnTo>
                    <a:pt x="319626" y="235730"/>
                  </a:lnTo>
                  <a:lnTo>
                    <a:pt x="321719" y="230873"/>
                  </a:lnTo>
                  <a:lnTo>
                    <a:pt x="323657" y="225951"/>
                  </a:lnTo>
                  <a:lnTo>
                    <a:pt x="325439" y="220971"/>
                  </a:lnTo>
                  <a:lnTo>
                    <a:pt x="327062" y="215937"/>
                  </a:lnTo>
                  <a:lnTo>
                    <a:pt x="328524" y="210854"/>
                  </a:lnTo>
                  <a:lnTo>
                    <a:pt x="329826" y="205728"/>
                  </a:lnTo>
                  <a:lnTo>
                    <a:pt x="330964" y="200562"/>
                  </a:lnTo>
                  <a:lnTo>
                    <a:pt x="331939" y="195364"/>
                  </a:lnTo>
                  <a:lnTo>
                    <a:pt x="332748" y="190137"/>
                  </a:lnTo>
                  <a:lnTo>
                    <a:pt x="333392" y="184887"/>
                  </a:lnTo>
                  <a:lnTo>
                    <a:pt x="333870" y="179619"/>
                  </a:lnTo>
                  <a:lnTo>
                    <a:pt x="334180" y="174339"/>
                  </a:lnTo>
                  <a:lnTo>
                    <a:pt x="334323" y="169052"/>
                  </a:lnTo>
                  <a:lnTo>
                    <a:pt x="334299" y="163763"/>
                  </a:lnTo>
                  <a:lnTo>
                    <a:pt x="334108" y="158477"/>
                  </a:lnTo>
                  <a:lnTo>
                    <a:pt x="333749" y="153200"/>
                  </a:lnTo>
                  <a:lnTo>
                    <a:pt x="333224" y="147937"/>
                  </a:lnTo>
                  <a:lnTo>
                    <a:pt x="332533" y="142693"/>
                  </a:lnTo>
                  <a:lnTo>
                    <a:pt x="331676" y="137474"/>
                  </a:lnTo>
                  <a:lnTo>
                    <a:pt x="330654" y="132284"/>
                  </a:lnTo>
                  <a:lnTo>
                    <a:pt x="329469" y="127130"/>
                  </a:lnTo>
                  <a:lnTo>
                    <a:pt x="328121" y="122015"/>
                  </a:lnTo>
                  <a:lnTo>
                    <a:pt x="326612" y="116946"/>
                  </a:lnTo>
                  <a:lnTo>
                    <a:pt x="324943" y="111927"/>
                  </a:lnTo>
                  <a:lnTo>
                    <a:pt x="323117" y="106963"/>
                  </a:lnTo>
                  <a:lnTo>
                    <a:pt x="321134" y="102059"/>
                  </a:lnTo>
                  <a:lnTo>
                    <a:pt x="318997" y="97221"/>
                  </a:lnTo>
                  <a:lnTo>
                    <a:pt x="316708" y="92453"/>
                  </a:lnTo>
                  <a:lnTo>
                    <a:pt x="314270" y="87759"/>
                  </a:lnTo>
                  <a:lnTo>
                    <a:pt x="311684" y="83145"/>
                  </a:lnTo>
                  <a:lnTo>
                    <a:pt x="308953" y="78615"/>
                  </a:lnTo>
                  <a:lnTo>
                    <a:pt x="306081" y="74174"/>
                  </a:lnTo>
                  <a:lnTo>
                    <a:pt x="303070" y="69826"/>
                  </a:lnTo>
                  <a:lnTo>
                    <a:pt x="299922" y="65575"/>
                  </a:lnTo>
                  <a:lnTo>
                    <a:pt x="296642" y="61426"/>
                  </a:lnTo>
                  <a:lnTo>
                    <a:pt x="293232" y="57383"/>
                  </a:lnTo>
                  <a:lnTo>
                    <a:pt x="289695" y="53449"/>
                  </a:lnTo>
                  <a:lnTo>
                    <a:pt x="286036" y="49630"/>
                  </a:lnTo>
                  <a:lnTo>
                    <a:pt x="282258" y="45928"/>
                  </a:lnTo>
                  <a:lnTo>
                    <a:pt x="278365" y="42348"/>
                  </a:lnTo>
                  <a:lnTo>
                    <a:pt x="274361" y="38893"/>
                  </a:lnTo>
                  <a:lnTo>
                    <a:pt x="270249" y="35565"/>
                  </a:lnTo>
                  <a:lnTo>
                    <a:pt x="266034" y="32370"/>
                  </a:lnTo>
                  <a:lnTo>
                    <a:pt x="261720" y="29310"/>
                  </a:lnTo>
                  <a:lnTo>
                    <a:pt x="257312" y="26388"/>
                  </a:lnTo>
                  <a:lnTo>
                    <a:pt x="252813" y="23606"/>
                  </a:lnTo>
                  <a:lnTo>
                    <a:pt x="248228" y="20969"/>
                  </a:lnTo>
                  <a:lnTo>
                    <a:pt x="243562" y="18477"/>
                  </a:lnTo>
                  <a:lnTo>
                    <a:pt x="238820" y="16135"/>
                  </a:lnTo>
                  <a:lnTo>
                    <a:pt x="234006" y="13944"/>
                  </a:lnTo>
                  <a:lnTo>
                    <a:pt x="229125" y="11906"/>
                  </a:lnTo>
                  <a:lnTo>
                    <a:pt x="224183" y="10023"/>
                  </a:lnTo>
                  <a:lnTo>
                    <a:pt x="219183" y="8298"/>
                  </a:lnTo>
                  <a:lnTo>
                    <a:pt x="214131" y="6732"/>
                  </a:lnTo>
                  <a:lnTo>
                    <a:pt x="209031" y="5327"/>
                  </a:lnTo>
                  <a:lnTo>
                    <a:pt x="203891" y="4083"/>
                  </a:lnTo>
                  <a:lnTo>
                    <a:pt x="198713" y="3003"/>
                  </a:lnTo>
                  <a:lnTo>
                    <a:pt x="193503" y="2087"/>
                  </a:lnTo>
                  <a:lnTo>
                    <a:pt x="188268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53882" y="5018213"/>
              <a:ext cx="167157" cy="213567"/>
            </a:xfrm>
            <a:custGeom>
              <a:avLst/>
              <a:pathLst>
                <a:path w="167157" h="213567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1" y="1409"/>
                  </a:lnTo>
                  <a:lnTo>
                    <a:pt x="140118" y="2201"/>
                  </a:lnTo>
                  <a:lnTo>
                    <a:pt x="134773" y="3166"/>
                  </a:lnTo>
                  <a:lnTo>
                    <a:pt x="129462" y="4305"/>
                  </a:lnTo>
                  <a:lnTo>
                    <a:pt x="124191" y="5615"/>
                  </a:lnTo>
                  <a:lnTo>
                    <a:pt x="118966" y="7096"/>
                  </a:lnTo>
                  <a:lnTo>
                    <a:pt x="113791" y="8746"/>
                  </a:lnTo>
                  <a:lnTo>
                    <a:pt x="108673" y="10564"/>
                  </a:lnTo>
                  <a:lnTo>
                    <a:pt x="103616" y="12546"/>
                  </a:lnTo>
                  <a:lnTo>
                    <a:pt x="98626" y="14692"/>
                  </a:lnTo>
                  <a:lnTo>
                    <a:pt x="93709" y="16999"/>
                  </a:lnTo>
                  <a:lnTo>
                    <a:pt x="88870" y="19464"/>
                  </a:lnTo>
                  <a:lnTo>
                    <a:pt x="84112" y="22085"/>
                  </a:lnTo>
                  <a:lnTo>
                    <a:pt x="79443" y="24860"/>
                  </a:lnTo>
                  <a:lnTo>
                    <a:pt x="74866" y="27784"/>
                  </a:lnTo>
                  <a:lnTo>
                    <a:pt x="70387" y="30856"/>
                  </a:lnTo>
                  <a:lnTo>
                    <a:pt x="66010" y="34072"/>
                  </a:lnTo>
                  <a:lnTo>
                    <a:pt x="61739" y="37428"/>
                  </a:lnTo>
                  <a:lnTo>
                    <a:pt x="57580" y="40921"/>
                  </a:lnTo>
                  <a:lnTo>
                    <a:pt x="53537" y="44547"/>
                  </a:lnTo>
                  <a:lnTo>
                    <a:pt x="49613" y="48303"/>
                  </a:lnTo>
                  <a:lnTo>
                    <a:pt x="45814" y="52185"/>
                  </a:lnTo>
                  <a:lnTo>
                    <a:pt x="42143" y="56187"/>
                  </a:lnTo>
                  <a:lnTo>
                    <a:pt x="38603" y="60307"/>
                  </a:lnTo>
                  <a:lnTo>
                    <a:pt x="35200" y="64540"/>
                  </a:lnTo>
                  <a:lnTo>
                    <a:pt x="31935" y="68881"/>
                  </a:lnTo>
                  <a:lnTo>
                    <a:pt x="28814" y="73325"/>
                  </a:lnTo>
                  <a:lnTo>
                    <a:pt x="25838" y="77869"/>
                  </a:lnTo>
                  <a:lnTo>
                    <a:pt x="23012" y="82507"/>
                  </a:lnTo>
                  <a:lnTo>
                    <a:pt x="20338" y="87235"/>
                  </a:lnTo>
                  <a:lnTo>
                    <a:pt x="17818" y="92047"/>
                  </a:lnTo>
                  <a:lnTo>
                    <a:pt x="15457" y="96938"/>
                  </a:lnTo>
                  <a:lnTo>
                    <a:pt x="13255" y="101903"/>
                  </a:lnTo>
                  <a:lnTo>
                    <a:pt x="11216" y="106937"/>
                  </a:lnTo>
                  <a:lnTo>
                    <a:pt x="9342" y="112035"/>
                  </a:lnTo>
                  <a:lnTo>
                    <a:pt x="7634" y="117191"/>
                  </a:lnTo>
                  <a:lnTo>
                    <a:pt x="6095" y="122399"/>
                  </a:lnTo>
                  <a:lnTo>
                    <a:pt x="4726" y="127655"/>
                  </a:lnTo>
                  <a:lnTo>
                    <a:pt x="3528" y="132953"/>
                  </a:lnTo>
                  <a:lnTo>
                    <a:pt x="2503" y="138287"/>
                  </a:lnTo>
                  <a:lnTo>
                    <a:pt x="1651" y="143651"/>
                  </a:lnTo>
                  <a:lnTo>
                    <a:pt x="975" y="149040"/>
                  </a:lnTo>
                  <a:lnTo>
                    <a:pt x="474" y="154448"/>
                  </a:lnTo>
                  <a:lnTo>
                    <a:pt x="148" y="159870"/>
                  </a:lnTo>
                  <a:lnTo>
                    <a:pt x="0" y="165299"/>
                  </a:lnTo>
                  <a:lnTo>
                    <a:pt x="27" y="170731"/>
                  </a:lnTo>
                  <a:lnTo>
                    <a:pt x="231" y="176158"/>
                  </a:lnTo>
                  <a:lnTo>
                    <a:pt x="611" y="181576"/>
                  </a:lnTo>
                  <a:lnTo>
                    <a:pt x="1167" y="186979"/>
                  </a:lnTo>
                  <a:lnTo>
                    <a:pt x="1899" y="192361"/>
                  </a:lnTo>
                  <a:lnTo>
                    <a:pt x="2804" y="197716"/>
                  </a:lnTo>
                  <a:lnTo>
                    <a:pt x="3883" y="203040"/>
                  </a:lnTo>
                  <a:lnTo>
                    <a:pt x="5135" y="208325"/>
                  </a:lnTo>
                  <a:lnTo>
                    <a:pt x="6558" y="213567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60440" y="5185380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60440" y="5185380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60440" y="5185380"/>
              <a:ext cx="160598" cy="46399"/>
            </a:xfrm>
            <a:custGeom>
              <a:avLst/>
              <a:pathLst>
                <a:path w="160598" h="46399">
                  <a:moveTo>
                    <a:pt x="0" y="46399"/>
                  </a:moveTo>
                  <a:lnTo>
                    <a:pt x="16059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60440" y="5185380"/>
              <a:ext cx="160598" cy="98688"/>
            </a:xfrm>
            <a:custGeom>
              <a:avLst/>
              <a:pathLst>
                <a:path w="160598" h="98688">
                  <a:moveTo>
                    <a:pt x="0" y="46399"/>
                  </a:moveTo>
                  <a:lnTo>
                    <a:pt x="1723" y="51994"/>
                  </a:lnTo>
                  <a:lnTo>
                    <a:pt x="3641" y="57526"/>
                  </a:lnTo>
                  <a:lnTo>
                    <a:pt x="5752" y="62987"/>
                  </a:lnTo>
                  <a:lnTo>
                    <a:pt x="8052" y="68371"/>
                  </a:lnTo>
                  <a:lnTo>
                    <a:pt x="10540" y="73670"/>
                  </a:lnTo>
                  <a:lnTo>
                    <a:pt x="13212" y="78880"/>
                  </a:lnTo>
                  <a:lnTo>
                    <a:pt x="16064" y="83993"/>
                  </a:lnTo>
                  <a:lnTo>
                    <a:pt x="19094" y="89002"/>
                  </a:lnTo>
                  <a:lnTo>
                    <a:pt x="22298" y="93903"/>
                  </a:lnTo>
                  <a:lnTo>
                    <a:pt x="25671" y="98688"/>
                  </a:lnTo>
                  <a:lnTo>
                    <a:pt x="16059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86111" y="5018213"/>
              <a:ext cx="302089" cy="334316"/>
            </a:xfrm>
            <a:custGeom>
              <a:avLst/>
              <a:pathLst>
                <a:path w="302089" h="334316">
                  <a:moveTo>
                    <a:pt x="0" y="265856"/>
                  </a:moveTo>
                  <a:lnTo>
                    <a:pt x="3214" y="270106"/>
                  </a:lnTo>
                  <a:lnTo>
                    <a:pt x="6562" y="274253"/>
                  </a:lnTo>
                  <a:lnTo>
                    <a:pt x="10041" y="278290"/>
                  </a:lnTo>
                  <a:lnTo>
                    <a:pt x="13647" y="282215"/>
                  </a:lnTo>
                  <a:lnTo>
                    <a:pt x="17376" y="286022"/>
                  </a:lnTo>
                  <a:lnTo>
                    <a:pt x="21224" y="289709"/>
                  </a:lnTo>
                  <a:lnTo>
                    <a:pt x="25188" y="293271"/>
                  </a:lnTo>
                  <a:lnTo>
                    <a:pt x="29264" y="296705"/>
                  </a:lnTo>
                  <a:lnTo>
                    <a:pt x="33446" y="300007"/>
                  </a:lnTo>
                  <a:lnTo>
                    <a:pt x="37733" y="303175"/>
                  </a:lnTo>
                  <a:lnTo>
                    <a:pt x="42117" y="306204"/>
                  </a:lnTo>
                  <a:lnTo>
                    <a:pt x="46597" y="309092"/>
                  </a:lnTo>
                  <a:lnTo>
                    <a:pt x="51166" y="311835"/>
                  </a:lnTo>
                  <a:lnTo>
                    <a:pt x="55820" y="314432"/>
                  </a:lnTo>
                  <a:lnTo>
                    <a:pt x="60554" y="316879"/>
                  </a:lnTo>
                  <a:lnTo>
                    <a:pt x="65364" y="319173"/>
                  </a:lnTo>
                  <a:lnTo>
                    <a:pt x="70245" y="321313"/>
                  </a:lnTo>
                  <a:lnTo>
                    <a:pt x="75192" y="323297"/>
                  </a:lnTo>
                  <a:lnTo>
                    <a:pt x="80199" y="325122"/>
                  </a:lnTo>
                  <a:lnTo>
                    <a:pt x="85262" y="326786"/>
                  </a:lnTo>
                  <a:lnTo>
                    <a:pt x="90375" y="328288"/>
                  </a:lnTo>
                  <a:lnTo>
                    <a:pt x="95534" y="329626"/>
                  </a:lnTo>
                  <a:lnTo>
                    <a:pt x="100732" y="330800"/>
                  </a:lnTo>
                  <a:lnTo>
                    <a:pt x="105966" y="331806"/>
                  </a:lnTo>
                  <a:lnTo>
                    <a:pt x="111229" y="332646"/>
                  </a:lnTo>
                  <a:lnTo>
                    <a:pt x="116515" y="333317"/>
                  </a:lnTo>
                  <a:lnTo>
                    <a:pt x="121821" y="333820"/>
                  </a:lnTo>
                  <a:lnTo>
                    <a:pt x="127140" y="334153"/>
                  </a:lnTo>
                  <a:lnTo>
                    <a:pt x="132467" y="334316"/>
                  </a:lnTo>
                  <a:lnTo>
                    <a:pt x="137796" y="334310"/>
                  </a:lnTo>
                  <a:lnTo>
                    <a:pt x="143123" y="334133"/>
                  </a:lnTo>
                  <a:lnTo>
                    <a:pt x="148441" y="333787"/>
                  </a:lnTo>
                  <a:lnTo>
                    <a:pt x="153745" y="333272"/>
                  </a:lnTo>
                  <a:lnTo>
                    <a:pt x="159031" y="332588"/>
                  </a:lnTo>
                  <a:lnTo>
                    <a:pt x="164291" y="331735"/>
                  </a:lnTo>
                  <a:lnTo>
                    <a:pt x="169522" y="330715"/>
                  </a:lnTo>
                  <a:lnTo>
                    <a:pt x="174718" y="329530"/>
                  </a:lnTo>
                  <a:lnTo>
                    <a:pt x="179874" y="328179"/>
                  </a:lnTo>
                  <a:lnTo>
                    <a:pt x="184983" y="326664"/>
                  </a:lnTo>
                  <a:lnTo>
                    <a:pt x="190042" y="324987"/>
                  </a:lnTo>
                  <a:lnTo>
                    <a:pt x="195045" y="323150"/>
                  </a:lnTo>
                  <a:lnTo>
                    <a:pt x="199986" y="321155"/>
                  </a:lnTo>
                  <a:lnTo>
                    <a:pt x="204862" y="319003"/>
                  </a:lnTo>
                  <a:lnTo>
                    <a:pt x="209666" y="316696"/>
                  </a:lnTo>
                  <a:lnTo>
                    <a:pt x="214395" y="314238"/>
                  </a:lnTo>
                  <a:lnTo>
                    <a:pt x="219043" y="311630"/>
                  </a:lnTo>
                  <a:lnTo>
                    <a:pt x="223605" y="308875"/>
                  </a:lnTo>
                  <a:lnTo>
                    <a:pt x="228077" y="305976"/>
                  </a:lnTo>
                  <a:lnTo>
                    <a:pt x="232454" y="302937"/>
                  </a:lnTo>
                  <a:lnTo>
                    <a:pt x="236733" y="299759"/>
                  </a:lnTo>
                  <a:lnTo>
                    <a:pt x="240907" y="296446"/>
                  </a:lnTo>
                  <a:lnTo>
                    <a:pt x="244975" y="293002"/>
                  </a:lnTo>
                  <a:lnTo>
                    <a:pt x="248930" y="289430"/>
                  </a:lnTo>
                  <a:lnTo>
                    <a:pt x="252769" y="285734"/>
                  </a:lnTo>
                  <a:lnTo>
                    <a:pt x="256489" y="281918"/>
                  </a:lnTo>
                  <a:lnTo>
                    <a:pt x="260085" y="277984"/>
                  </a:lnTo>
                  <a:lnTo>
                    <a:pt x="263554" y="273938"/>
                  </a:lnTo>
                  <a:lnTo>
                    <a:pt x="266892" y="269784"/>
                  </a:lnTo>
                  <a:lnTo>
                    <a:pt x="270096" y="265525"/>
                  </a:lnTo>
                  <a:lnTo>
                    <a:pt x="273163" y="261167"/>
                  </a:lnTo>
                  <a:lnTo>
                    <a:pt x="276089" y="256712"/>
                  </a:lnTo>
                  <a:lnTo>
                    <a:pt x="278871" y="252167"/>
                  </a:lnTo>
                  <a:lnTo>
                    <a:pt x="281508" y="247535"/>
                  </a:lnTo>
                  <a:lnTo>
                    <a:pt x="283995" y="242822"/>
                  </a:lnTo>
                  <a:lnTo>
                    <a:pt x="286331" y="238032"/>
                  </a:lnTo>
                  <a:lnTo>
                    <a:pt x="288513" y="233170"/>
                  </a:lnTo>
                  <a:lnTo>
                    <a:pt x="290539" y="228240"/>
                  </a:lnTo>
                  <a:lnTo>
                    <a:pt x="292407" y="223249"/>
                  </a:lnTo>
                  <a:lnTo>
                    <a:pt x="294114" y="218201"/>
                  </a:lnTo>
                  <a:lnTo>
                    <a:pt x="295660" y="213100"/>
                  </a:lnTo>
                  <a:lnTo>
                    <a:pt x="297043" y="207953"/>
                  </a:lnTo>
                  <a:lnTo>
                    <a:pt x="298260" y="202765"/>
                  </a:lnTo>
                  <a:lnTo>
                    <a:pt x="299312" y="197540"/>
                  </a:lnTo>
                  <a:lnTo>
                    <a:pt x="300197" y="192285"/>
                  </a:lnTo>
                  <a:lnTo>
                    <a:pt x="300914" y="187004"/>
                  </a:lnTo>
                  <a:lnTo>
                    <a:pt x="301462" y="181703"/>
                  </a:lnTo>
                  <a:lnTo>
                    <a:pt x="301840" y="176387"/>
                  </a:lnTo>
                  <a:lnTo>
                    <a:pt x="302049" y="171062"/>
                  </a:lnTo>
                  <a:lnTo>
                    <a:pt x="302089" y="165732"/>
                  </a:lnTo>
                  <a:lnTo>
                    <a:pt x="301958" y="160405"/>
                  </a:lnTo>
                  <a:lnTo>
                    <a:pt x="301657" y="155084"/>
                  </a:lnTo>
                  <a:lnTo>
                    <a:pt x="301188" y="149775"/>
                  </a:lnTo>
                  <a:lnTo>
                    <a:pt x="300549" y="144484"/>
                  </a:lnTo>
                  <a:lnTo>
                    <a:pt x="299741" y="139216"/>
                  </a:lnTo>
                  <a:lnTo>
                    <a:pt x="298767" y="133977"/>
                  </a:lnTo>
                  <a:lnTo>
                    <a:pt x="297625" y="128771"/>
                  </a:lnTo>
                  <a:lnTo>
                    <a:pt x="296319" y="123604"/>
                  </a:lnTo>
                  <a:lnTo>
                    <a:pt x="294848" y="118482"/>
                  </a:lnTo>
                  <a:lnTo>
                    <a:pt x="293215" y="113409"/>
                  </a:lnTo>
                  <a:lnTo>
                    <a:pt x="291421" y="108390"/>
                  </a:lnTo>
                  <a:lnTo>
                    <a:pt x="289468" y="103432"/>
                  </a:lnTo>
                  <a:lnTo>
                    <a:pt x="287358" y="98538"/>
                  </a:lnTo>
                  <a:lnTo>
                    <a:pt x="285092" y="93714"/>
                  </a:lnTo>
                  <a:lnTo>
                    <a:pt x="282675" y="88964"/>
                  </a:lnTo>
                  <a:lnTo>
                    <a:pt x="280107" y="84294"/>
                  </a:lnTo>
                  <a:lnTo>
                    <a:pt x="277391" y="79709"/>
                  </a:lnTo>
                  <a:lnTo>
                    <a:pt x="274531" y="75212"/>
                  </a:lnTo>
                  <a:lnTo>
                    <a:pt x="271529" y="70809"/>
                  </a:lnTo>
                  <a:lnTo>
                    <a:pt x="268388" y="66503"/>
                  </a:lnTo>
                  <a:lnTo>
                    <a:pt x="265111" y="62300"/>
                  </a:lnTo>
                  <a:lnTo>
                    <a:pt x="261702" y="58204"/>
                  </a:lnTo>
                  <a:lnTo>
                    <a:pt x="258165" y="54218"/>
                  </a:lnTo>
                  <a:lnTo>
                    <a:pt x="254502" y="50347"/>
                  </a:lnTo>
                  <a:lnTo>
                    <a:pt x="250717" y="46595"/>
                  </a:lnTo>
                  <a:lnTo>
                    <a:pt x="246815" y="42965"/>
                  </a:lnTo>
                  <a:lnTo>
                    <a:pt x="242799" y="39461"/>
                  </a:lnTo>
                  <a:lnTo>
                    <a:pt x="238673" y="36088"/>
                  </a:lnTo>
                  <a:lnTo>
                    <a:pt x="234442" y="32847"/>
                  </a:lnTo>
                  <a:lnTo>
                    <a:pt x="230110" y="29743"/>
                  </a:lnTo>
                  <a:lnTo>
                    <a:pt x="225681" y="26779"/>
                  </a:lnTo>
                  <a:lnTo>
                    <a:pt x="221160" y="23958"/>
                  </a:lnTo>
                  <a:lnTo>
                    <a:pt x="216551" y="21282"/>
                  </a:lnTo>
                  <a:lnTo>
                    <a:pt x="211859" y="18754"/>
                  </a:lnTo>
                  <a:lnTo>
                    <a:pt x="207089" y="16377"/>
                  </a:lnTo>
                  <a:lnTo>
                    <a:pt x="202246" y="14153"/>
                  </a:lnTo>
                  <a:lnTo>
                    <a:pt x="197334" y="12085"/>
                  </a:lnTo>
                  <a:lnTo>
                    <a:pt x="192359" y="10175"/>
                  </a:lnTo>
                  <a:lnTo>
                    <a:pt x="187325" y="8424"/>
                  </a:lnTo>
                  <a:lnTo>
                    <a:pt x="182238" y="6834"/>
                  </a:lnTo>
                  <a:lnTo>
                    <a:pt x="177103" y="5407"/>
                  </a:lnTo>
                  <a:lnTo>
                    <a:pt x="171926" y="4145"/>
                  </a:lnTo>
                  <a:lnTo>
                    <a:pt x="166710" y="3049"/>
                  </a:lnTo>
                  <a:lnTo>
                    <a:pt x="161463" y="2119"/>
                  </a:lnTo>
                  <a:lnTo>
                    <a:pt x="156188" y="1357"/>
                  </a:lnTo>
                  <a:lnTo>
                    <a:pt x="150892" y="764"/>
                  </a:lnTo>
                  <a:lnTo>
                    <a:pt x="145579" y="339"/>
                  </a:lnTo>
                  <a:lnTo>
                    <a:pt x="140256" y="84"/>
                  </a:lnTo>
                  <a:lnTo>
                    <a:pt x="134927" y="0"/>
                  </a:lnTo>
                  <a:lnTo>
                    <a:pt x="13492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256076" y="4659281"/>
              <a:ext cx="167158" cy="320922"/>
            </a:xfrm>
            <a:custGeom>
              <a:avLst/>
              <a:pathLst>
                <a:path w="167158" h="320922">
                  <a:moveTo>
                    <a:pt x="167158" y="0"/>
                  </a:moveTo>
                  <a:lnTo>
                    <a:pt x="161836" y="84"/>
                  </a:lnTo>
                  <a:lnTo>
                    <a:pt x="156519" y="338"/>
                  </a:lnTo>
                  <a:lnTo>
                    <a:pt x="151214" y="762"/>
                  </a:lnTo>
                  <a:lnTo>
                    <a:pt x="145924" y="1353"/>
                  </a:lnTo>
                  <a:lnTo>
                    <a:pt x="140656" y="2113"/>
                  </a:lnTo>
                  <a:lnTo>
                    <a:pt x="135415" y="3041"/>
                  </a:lnTo>
                  <a:lnTo>
                    <a:pt x="130206" y="4135"/>
                  </a:lnTo>
                  <a:lnTo>
                    <a:pt x="125035" y="5394"/>
                  </a:lnTo>
                  <a:lnTo>
                    <a:pt x="119906" y="6816"/>
                  </a:lnTo>
                  <a:lnTo>
                    <a:pt x="114825" y="8402"/>
                  </a:lnTo>
                  <a:lnTo>
                    <a:pt x="109798" y="10148"/>
                  </a:lnTo>
                  <a:lnTo>
                    <a:pt x="104828" y="12054"/>
                  </a:lnTo>
                  <a:lnTo>
                    <a:pt x="99922" y="14117"/>
                  </a:lnTo>
                  <a:lnTo>
                    <a:pt x="95083" y="16335"/>
                  </a:lnTo>
                  <a:lnTo>
                    <a:pt x="90318" y="18706"/>
                  </a:lnTo>
                  <a:lnTo>
                    <a:pt x="85631" y="21227"/>
                  </a:lnTo>
                  <a:lnTo>
                    <a:pt x="81026" y="23897"/>
                  </a:lnTo>
                  <a:lnTo>
                    <a:pt x="76509" y="26711"/>
                  </a:lnTo>
                  <a:lnTo>
                    <a:pt x="72083" y="29668"/>
                  </a:lnTo>
                  <a:lnTo>
                    <a:pt x="67754" y="32765"/>
                  </a:lnTo>
                  <a:lnTo>
                    <a:pt x="63526" y="35997"/>
                  </a:lnTo>
                  <a:lnTo>
                    <a:pt x="59403" y="39363"/>
                  </a:lnTo>
                  <a:lnTo>
                    <a:pt x="55389" y="42858"/>
                  </a:lnTo>
                  <a:lnTo>
                    <a:pt x="51488" y="46479"/>
                  </a:lnTo>
                  <a:lnTo>
                    <a:pt x="47704" y="50223"/>
                  </a:lnTo>
                  <a:lnTo>
                    <a:pt x="44042" y="54085"/>
                  </a:lnTo>
                  <a:lnTo>
                    <a:pt x="40504" y="58062"/>
                  </a:lnTo>
                  <a:lnTo>
                    <a:pt x="37095" y="62149"/>
                  </a:lnTo>
                  <a:lnTo>
                    <a:pt x="33818" y="66343"/>
                  </a:lnTo>
                  <a:lnTo>
                    <a:pt x="30676" y="70639"/>
                  </a:lnTo>
                  <a:lnTo>
                    <a:pt x="27672" y="75033"/>
                  </a:lnTo>
                  <a:lnTo>
                    <a:pt x="24810" y="79520"/>
                  </a:lnTo>
                  <a:lnTo>
                    <a:pt x="22091" y="84096"/>
                  </a:lnTo>
                  <a:lnTo>
                    <a:pt x="19520" y="88756"/>
                  </a:lnTo>
                  <a:lnTo>
                    <a:pt x="17099" y="93496"/>
                  </a:lnTo>
                  <a:lnTo>
                    <a:pt x="14830" y="98310"/>
                  </a:lnTo>
                  <a:lnTo>
                    <a:pt x="12715" y="103195"/>
                  </a:lnTo>
                  <a:lnTo>
                    <a:pt x="10757" y="108144"/>
                  </a:lnTo>
                  <a:lnTo>
                    <a:pt x="8957" y="113153"/>
                  </a:lnTo>
                  <a:lnTo>
                    <a:pt x="7318" y="118217"/>
                  </a:lnTo>
                  <a:lnTo>
                    <a:pt x="5840" y="123330"/>
                  </a:lnTo>
                  <a:lnTo>
                    <a:pt x="4526" y="128488"/>
                  </a:lnTo>
                  <a:lnTo>
                    <a:pt x="3378" y="133685"/>
                  </a:lnTo>
                  <a:lnTo>
                    <a:pt x="2395" y="138916"/>
                  </a:lnTo>
                  <a:lnTo>
                    <a:pt x="1579" y="144175"/>
                  </a:lnTo>
                  <a:lnTo>
                    <a:pt x="931" y="149458"/>
                  </a:lnTo>
                  <a:lnTo>
                    <a:pt x="451" y="154759"/>
                  </a:lnTo>
                  <a:lnTo>
                    <a:pt x="141" y="160072"/>
                  </a:lnTo>
                  <a:lnTo>
                    <a:pt x="0" y="165393"/>
                  </a:lnTo>
                  <a:lnTo>
                    <a:pt x="28" y="170715"/>
                  </a:lnTo>
                  <a:lnTo>
                    <a:pt x="225" y="176034"/>
                  </a:lnTo>
                  <a:lnTo>
                    <a:pt x="592" y="181344"/>
                  </a:lnTo>
                  <a:lnTo>
                    <a:pt x="1128" y="186639"/>
                  </a:lnTo>
                  <a:lnTo>
                    <a:pt x="1832" y="191915"/>
                  </a:lnTo>
                  <a:lnTo>
                    <a:pt x="2704" y="197165"/>
                  </a:lnTo>
                  <a:lnTo>
                    <a:pt x="3742" y="202386"/>
                  </a:lnTo>
                  <a:lnTo>
                    <a:pt x="4946" y="207570"/>
                  </a:lnTo>
                  <a:lnTo>
                    <a:pt x="6315" y="212714"/>
                  </a:lnTo>
                  <a:lnTo>
                    <a:pt x="7846" y="217811"/>
                  </a:lnTo>
                  <a:lnTo>
                    <a:pt x="9539" y="222857"/>
                  </a:lnTo>
                  <a:lnTo>
                    <a:pt x="11392" y="227847"/>
                  </a:lnTo>
                  <a:lnTo>
                    <a:pt x="13403" y="232775"/>
                  </a:lnTo>
                  <a:lnTo>
                    <a:pt x="15569" y="237636"/>
                  </a:lnTo>
                  <a:lnTo>
                    <a:pt x="17889" y="242426"/>
                  </a:lnTo>
                  <a:lnTo>
                    <a:pt x="20361" y="247140"/>
                  </a:lnTo>
                  <a:lnTo>
                    <a:pt x="22981" y="251773"/>
                  </a:lnTo>
                  <a:lnTo>
                    <a:pt x="25748" y="256320"/>
                  </a:lnTo>
                  <a:lnTo>
                    <a:pt x="28658" y="260776"/>
                  </a:lnTo>
                  <a:lnTo>
                    <a:pt x="31708" y="265138"/>
                  </a:lnTo>
                  <a:lnTo>
                    <a:pt x="34896" y="269401"/>
                  </a:lnTo>
                  <a:lnTo>
                    <a:pt x="38217" y="273559"/>
                  </a:lnTo>
                  <a:lnTo>
                    <a:pt x="41670" y="277610"/>
                  </a:lnTo>
                  <a:lnTo>
                    <a:pt x="45249" y="281549"/>
                  </a:lnTo>
                  <a:lnTo>
                    <a:pt x="48952" y="285372"/>
                  </a:lnTo>
                  <a:lnTo>
                    <a:pt x="52775" y="289075"/>
                  </a:lnTo>
                  <a:lnTo>
                    <a:pt x="56714" y="292655"/>
                  </a:lnTo>
                  <a:lnTo>
                    <a:pt x="60765" y="296107"/>
                  </a:lnTo>
                  <a:lnTo>
                    <a:pt x="64924" y="299429"/>
                  </a:lnTo>
                  <a:lnTo>
                    <a:pt x="69186" y="302617"/>
                  </a:lnTo>
                  <a:lnTo>
                    <a:pt x="73548" y="305667"/>
                  </a:lnTo>
                  <a:lnTo>
                    <a:pt x="78005" y="308577"/>
                  </a:lnTo>
                  <a:lnTo>
                    <a:pt x="82552" y="311343"/>
                  </a:lnTo>
                  <a:lnTo>
                    <a:pt x="87184" y="313964"/>
                  </a:lnTo>
                  <a:lnTo>
                    <a:pt x="91898" y="316435"/>
                  </a:lnTo>
                  <a:lnTo>
                    <a:pt x="96688" y="318755"/>
                  </a:lnTo>
                  <a:lnTo>
                    <a:pt x="101550" y="32092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357627" y="4826449"/>
              <a:ext cx="65607" cy="153754"/>
            </a:xfrm>
            <a:custGeom>
              <a:avLst/>
              <a:pathLst>
                <a:path w="65607" h="153754">
                  <a:moveTo>
                    <a:pt x="0" y="153754"/>
                  </a:moveTo>
                  <a:lnTo>
                    <a:pt x="656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357627" y="4826449"/>
              <a:ext cx="65607" cy="153754"/>
            </a:xfrm>
            <a:custGeom>
              <a:avLst/>
              <a:pathLst>
                <a:path w="65607" h="153754">
                  <a:moveTo>
                    <a:pt x="0" y="153754"/>
                  </a:moveTo>
                  <a:lnTo>
                    <a:pt x="656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357627" y="4826449"/>
              <a:ext cx="90355" cy="167158"/>
            </a:xfrm>
            <a:custGeom>
              <a:avLst/>
              <a:pathLst>
                <a:path w="90355" h="167158">
                  <a:moveTo>
                    <a:pt x="0" y="153754"/>
                  </a:moveTo>
                  <a:lnTo>
                    <a:pt x="5341" y="155926"/>
                  </a:lnTo>
                  <a:lnTo>
                    <a:pt x="10754" y="157911"/>
                  </a:lnTo>
                  <a:lnTo>
                    <a:pt x="16233" y="159709"/>
                  </a:lnTo>
                  <a:lnTo>
                    <a:pt x="21770" y="161317"/>
                  </a:lnTo>
                  <a:lnTo>
                    <a:pt x="27360" y="162733"/>
                  </a:lnTo>
                  <a:lnTo>
                    <a:pt x="32995" y="163955"/>
                  </a:lnTo>
                  <a:lnTo>
                    <a:pt x="38668" y="164982"/>
                  </a:lnTo>
                  <a:lnTo>
                    <a:pt x="44374" y="165813"/>
                  </a:lnTo>
                  <a:lnTo>
                    <a:pt x="50105" y="166447"/>
                  </a:lnTo>
                  <a:lnTo>
                    <a:pt x="55855" y="166882"/>
                  </a:lnTo>
                  <a:lnTo>
                    <a:pt x="61616" y="167119"/>
                  </a:lnTo>
                  <a:lnTo>
                    <a:pt x="67381" y="167158"/>
                  </a:lnTo>
                  <a:lnTo>
                    <a:pt x="73145" y="166997"/>
                  </a:lnTo>
                  <a:lnTo>
                    <a:pt x="78900" y="166638"/>
                  </a:lnTo>
                  <a:lnTo>
                    <a:pt x="84639" y="166080"/>
                  </a:lnTo>
                  <a:lnTo>
                    <a:pt x="90355" y="165325"/>
                  </a:lnTo>
                  <a:lnTo>
                    <a:pt x="6560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23235" y="4659281"/>
              <a:ext cx="167158" cy="332492"/>
            </a:xfrm>
            <a:custGeom>
              <a:avLst/>
              <a:pathLst>
                <a:path w="167158" h="332492">
                  <a:moveTo>
                    <a:pt x="24747" y="332492"/>
                  </a:moveTo>
                  <a:lnTo>
                    <a:pt x="29998" y="331621"/>
                  </a:lnTo>
                  <a:lnTo>
                    <a:pt x="35218" y="330582"/>
                  </a:lnTo>
                  <a:lnTo>
                    <a:pt x="40403" y="329378"/>
                  </a:lnTo>
                  <a:lnTo>
                    <a:pt x="45546" y="328010"/>
                  </a:lnTo>
                  <a:lnTo>
                    <a:pt x="50644" y="326478"/>
                  </a:lnTo>
                  <a:lnTo>
                    <a:pt x="55690" y="324785"/>
                  </a:lnTo>
                  <a:lnTo>
                    <a:pt x="60679" y="322933"/>
                  </a:lnTo>
                  <a:lnTo>
                    <a:pt x="65607" y="320922"/>
                  </a:lnTo>
                  <a:lnTo>
                    <a:pt x="70469" y="318755"/>
                  </a:lnTo>
                  <a:lnTo>
                    <a:pt x="75259" y="316435"/>
                  </a:lnTo>
                  <a:lnTo>
                    <a:pt x="79973" y="313964"/>
                  </a:lnTo>
                  <a:lnTo>
                    <a:pt x="84605" y="311343"/>
                  </a:lnTo>
                  <a:lnTo>
                    <a:pt x="89152" y="308577"/>
                  </a:lnTo>
                  <a:lnTo>
                    <a:pt x="93609" y="305667"/>
                  </a:lnTo>
                  <a:lnTo>
                    <a:pt x="97971" y="302617"/>
                  </a:lnTo>
                  <a:lnTo>
                    <a:pt x="102233" y="299429"/>
                  </a:lnTo>
                  <a:lnTo>
                    <a:pt x="106392" y="296107"/>
                  </a:lnTo>
                  <a:lnTo>
                    <a:pt x="110443" y="292655"/>
                  </a:lnTo>
                  <a:lnTo>
                    <a:pt x="114382" y="289075"/>
                  </a:lnTo>
                  <a:lnTo>
                    <a:pt x="118205" y="285372"/>
                  </a:lnTo>
                  <a:lnTo>
                    <a:pt x="121908" y="281549"/>
                  </a:lnTo>
                  <a:lnTo>
                    <a:pt x="125487" y="277610"/>
                  </a:lnTo>
                  <a:lnTo>
                    <a:pt x="128940" y="273559"/>
                  </a:lnTo>
                  <a:lnTo>
                    <a:pt x="132261" y="269401"/>
                  </a:lnTo>
                  <a:lnTo>
                    <a:pt x="135449" y="265138"/>
                  </a:lnTo>
                  <a:lnTo>
                    <a:pt x="138499" y="260776"/>
                  </a:lnTo>
                  <a:lnTo>
                    <a:pt x="141409" y="256320"/>
                  </a:lnTo>
                  <a:lnTo>
                    <a:pt x="144176" y="251773"/>
                  </a:lnTo>
                  <a:lnTo>
                    <a:pt x="146796" y="247140"/>
                  </a:lnTo>
                  <a:lnTo>
                    <a:pt x="149268" y="242426"/>
                  </a:lnTo>
                  <a:lnTo>
                    <a:pt x="151588" y="237636"/>
                  </a:lnTo>
                  <a:lnTo>
                    <a:pt x="153754" y="232775"/>
                  </a:lnTo>
                  <a:lnTo>
                    <a:pt x="155765" y="227847"/>
                  </a:lnTo>
                  <a:lnTo>
                    <a:pt x="157618" y="222857"/>
                  </a:lnTo>
                  <a:lnTo>
                    <a:pt x="159311" y="217811"/>
                  </a:lnTo>
                  <a:lnTo>
                    <a:pt x="160842" y="212714"/>
                  </a:lnTo>
                  <a:lnTo>
                    <a:pt x="162211" y="207570"/>
                  </a:lnTo>
                  <a:lnTo>
                    <a:pt x="163415" y="202386"/>
                  </a:lnTo>
                  <a:lnTo>
                    <a:pt x="164453" y="197165"/>
                  </a:lnTo>
                  <a:lnTo>
                    <a:pt x="165325" y="191915"/>
                  </a:lnTo>
                  <a:lnTo>
                    <a:pt x="166029" y="186639"/>
                  </a:lnTo>
                  <a:lnTo>
                    <a:pt x="166565" y="181344"/>
                  </a:lnTo>
                  <a:lnTo>
                    <a:pt x="166932" y="176034"/>
                  </a:lnTo>
                  <a:lnTo>
                    <a:pt x="167129" y="170715"/>
                  </a:lnTo>
                  <a:lnTo>
                    <a:pt x="167158" y="165393"/>
                  </a:lnTo>
                  <a:lnTo>
                    <a:pt x="167016" y="160072"/>
                  </a:lnTo>
                  <a:lnTo>
                    <a:pt x="166706" y="154759"/>
                  </a:lnTo>
                  <a:lnTo>
                    <a:pt x="166226" y="149458"/>
                  </a:lnTo>
                  <a:lnTo>
                    <a:pt x="165578" y="144175"/>
                  </a:lnTo>
                  <a:lnTo>
                    <a:pt x="164762" y="138916"/>
                  </a:lnTo>
                  <a:lnTo>
                    <a:pt x="163779" y="133685"/>
                  </a:lnTo>
                  <a:lnTo>
                    <a:pt x="162631" y="128488"/>
                  </a:lnTo>
                  <a:lnTo>
                    <a:pt x="161317" y="123330"/>
                  </a:lnTo>
                  <a:lnTo>
                    <a:pt x="159839" y="118217"/>
                  </a:lnTo>
                  <a:lnTo>
                    <a:pt x="158200" y="113153"/>
                  </a:lnTo>
                  <a:lnTo>
                    <a:pt x="156400" y="108144"/>
                  </a:lnTo>
                  <a:lnTo>
                    <a:pt x="154442" y="103195"/>
                  </a:lnTo>
                  <a:lnTo>
                    <a:pt x="152327" y="98310"/>
                  </a:lnTo>
                  <a:lnTo>
                    <a:pt x="150058" y="93496"/>
                  </a:lnTo>
                  <a:lnTo>
                    <a:pt x="147637" y="88756"/>
                  </a:lnTo>
                  <a:lnTo>
                    <a:pt x="145066" y="84096"/>
                  </a:lnTo>
                  <a:lnTo>
                    <a:pt x="142347" y="79520"/>
                  </a:lnTo>
                  <a:lnTo>
                    <a:pt x="139485" y="75033"/>
                  </a:lnTo>
                  <a:lnTo>
                    <a:pt x="136481" y="70639"/>
                  </a:lnTo>
                  <a:lnTo>
                    <a:pt x="133339" y="66343"/>
                  </a:lnTo>
                  <a:lnTo>
                    <a:pt x="130062" y="62149"/>
                  </a:lnTo>
                  <a:lnTo>
                    <a:pt x="126653" y="58062"/>
                  </a:lnTo>
                  <a:lnTo>
                    <a:pt x="123115" y="54085"/>
                  </a:lnTo>
                  <a:lnTo>
                    <a:pt x="119453" y="50223"/>
                  </a:lnTo>
                  <a:lnTo>
                    <a:pt x="115669" y="46479"/>
                  </a:lnTo>
                  <a:lnTo>
                    <a:pt x="111768" y="42858"/>
                  </a:lnTo>
                  <a:lnTo>
                    <a:pt x="107754" y="39363"/>
                  </a:lnTo>
                  <a:lnTo>
                    <a:pt x="103631" y="35997"/>
                  </a:lnTo>
                  <a:lnTo>
                    <a:pt x="99403" y="32765"/>
                  </a:lnTo>
                  <a:lnTo>
                    <a:pt x="95074" y="29668"/>
                  </a:lnTo>
                  <a:lnTo>
                    <a:pt x="90648" y="26711"/>
                  </a:lnTo>
                  <a:lnTo>
                    <a:pt x="86131" y="23897"/>
                  </a:lnTo>
                  <a:lnTo>
                    <a:pt x="81526" y="21227"/>
                  </a:lnTo>
                  <a:lnTo>
                    <a:pt x="76839" y="18706"/>
                  </a:lnTo>
                  <a:lnTo>
                    <a:pt x="72074" y="16335"/>
                  </a:lnTo>
                  <a:lnTo>
                    <a:pt x="67235" y="14117"/>
                  </a:lnTo>
                  <a:lnTo>
                    <a:pt x="62329" y="12054"/>
                  </a:lnTo>
                  <a:lnTo>
                    <a:pt x="57359" y="10148"/>
                  </a:lnTo>
                  <a:lnTo>
                    <a:pt x="52332" y="8402"/>
                  </a:lnTo>
                  <a:lnTo>
                    <a:pt x="47251" y="6816"/>
                  </a:lnTo>
                  <a:lnTo>
                    <a:pt x="42122" y="5394"/>
                  </a:lnTo>
                  <a:lnTo>
                    <a:pt x="36951" y="4135"/>
                  </a:lnTo>
                  <a:lnTo>
                    <a:pt x="31742" y="3041"/>
                  </a:lnTo>
                  <a:lnTo>
                    <a:pt x="26501" y="2113"/>
                  </a:lnTo>
                  <a:lnTo>
                    <a:pt x="21233" y="1353"/>
                  </a:lnTo>
                  <a:lnTo>
                    <a:pt x="15943" y="762"/>
                  </a:lnTo>
                  <a:lnTo>
                    <a:pt x="10638" y="338"/>
                  </a:lnTo>
                  <a:lnTo>
                    <a:pt x="5321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561305" y="4213821"/>
              <a:ext cx="223692" cy="334330"/>
            </a:xfrm>
            <a:custGeom>
              <a:avLst/>
              <a:pathLst>
                <a:path w="223692" h="334330">
                  <a:moveTo>
                    <a:pt x="167166" y="0"/>
                  </a:moveTo>
                  <a:lnTo>
                    <a:pt x="161820" y="85"/>
                  </a:lnTo>
                  <a:lnTo>
                    <a:pt x="156479" y="341"/>
                  </a:lnTo>
                  <a:lnTo>
                    <a:pt x="151149" y="769"/>
                  </a:lnTo>
                  <a:lnTo>
                    <a:pt x="145836" y="1366"/>
                  </a:lnTo>
                  <a:lnTo>
                    <a:pt x="140544" y="2133"/>
                  </a:lnTo>
                  <a:lnTo>
                    <a:pt x="135280" y="3069"/>
                  </a:lnTo>
                  <a:lnTo>
                    <a:pt x="130048" y="4172"/>
                  </a:lnTo>
                  <a:lnTo>
                    <a:pt x="124854" y="5443"/>
                  </a:lnTo>
                  <a:lnTo>
                    <a:pt x="119704" y="6879"/>
                  </a:lnTo>
                  <a:lnTo>
                    <a:pt x="114602" y="8479"/>
                  </a:lnTo>
                  <a:lnTo>
                    <a:pt x="109554" y="10241"/>
                  </a:lnTo>
                  <a:lnTo>
                    <a:pt x="104565" y="12164"/>
                  </a:lnTo>
                  <a:lnTo>
                    <a:pt x="99640" y="14245"/>
                  </a:lnTo>
                  <a:lnTo>
                    <a:pt x="94783" y="16483"/>
                  </a:lnTo>
                  <a:lnTo>
                    <a:pt x="90001" y="18875"/>
                  </a:lnTo>
                  <a:lnTo>
                    <a:pt x="85298" y="21418"/>
                  </a:lnTo>
                  <a:lnTo>
                    <a:pt x="80679" y="24111"/>
                  </a:lnTo>
                  <a:lnTo>
                    <a:pt x="76148" y="26950"/>
                  </a:lnTo>
                  <a:lnTo>
                    <a:pt x="71711" y="29933"/>
                  </a:lnTo>
                  <a:lnTo>
                    <a:pt x="67370" y="33056"/>
                  </a:lnTo>
                  <a:lnTo>
                    <a:pt x="63132" y="36316"/>
                  </a:lnTo>
                  <a:lnTo>
                    <a:pt x="59001" y="39710"/>
                  </a:lnTo>
                  <a:lnTo>
                    <a:pt x="54980" y="43234"/>
                  </a:lnTo>
                  <a:lnTo>
                    <a:pt x="51074" y="46886"/>
                  </a:lnTo>
                  <a:lnTo>
                    <a:pt x="47287" y="50660"/>
                  </a:lnTo>
                  <a:lnTo>
                    <a:pt x="43622" y="54553"/>
                  </a:lnTo>
                  <a:lnTo>
                    <a:pt x="40084" y="58562"/>
                  </a:lnTo>
                  <a:lnTo>
                    <a:pt x="36675" y="62682"/>
                  </a:lnTo>
                  <a:lnTo>
                    <a:pt x="33401" y="66908"/>
                  </a:lnTo>
                  <a:lnTo>
                    <a:pt x="30263" y="71238"/>
                  </a:lnTo>
                  <a:lnTo>
                    <a:pt x="27265" y="75665"/>
                  </a:lnTo>
                  <a:lnTo>
                    <a:pt x="24410" y="80186"/>
                  </a:lnTo>
                  <a:lnTo>
                    <a:pt x="21701" y="84796"/>
                  </a:lnTo>
                  <a:lnTo>
                    <a:pt x="19141" y="89490"/>
                  </a:lnTo>
                  <a:lnTo>
                    <a:pt x="16733" y="94264"/>
                  </a:lnTo>
                  <a:lnTo>
                    <a:pt x="14478" y="99112"/>
                  </a:lnTo>
                  <a:lnTo>
                    <a:pt x="12380" y="104030"/>
                  </a:lnTo>
                  <a:lnTo>
                    <a:pt x="10440" y="109013"/>
                  </a:lnTo>
                  <a:lnTo>
                    <a:pt x="8660" y="114055"/>
                  </a:lnTo>
                  <a:lnTo>
                    <a:pt x="7043" y="119151"/>
                  </a:lnTo>
                  <a:lnTo>
                    <a:pt x="5589" y="124297"/>
                  </a:lnTo>
                  <a:lnTo>
                    <a:pt x="4301" y="129486"/>
                  </a:lnTo>
                  <a:lnTo>
                    <a:pt x="3179" y="134714"/>
                  </a:lnTo>
                  <a:lnTo>
                    <a:pt x="2225" y="139975"/>
                  </a:lnTo>
                  <a:lnTo>
                    <a:pt x="1440" y="145264"/>
                  </a:lnTo>
                  <a:lnTo>
                    <a:pt x="824" y="150575"/>
                  </a:lnTo>
                  <a:lnTo>
                    <a:pt x="378" y="155903"/>
                  </a:lnTo>
                  <a:lnTo>
                    <a:pt x="103" y="161243"/>
                  </a:lnTo>
                  <a:lnTo>
                    <a:pt x="0" y="166589"/>
                  </a:lnTo>
                  <a:lnTo>
                    <a:pt x="67" y="171936"/>
                  </a:lnTo>
                  <a:lnTo>
                    <a:pt x="305" y="177277"/>
                  </a:lnTo>
                  <a:lnTo>
                    <a:pt x="713" y="182608"/>
                  </a:lnTo>
                  <a:lnTo>
                    <a:pt x="1292" y="187924"/>
                  </a:lnTo>
                  <a:lnTo>
                    <a:pt x="2041" y="193218"/>
                  </a:lnTo>
                  <a:lnTo>
                    <a:pt x="2958" y="198486"/>
                  </a:lnTo>
                  <a:lnTo>
                    <a:pt x="4044" y="203721"/>
                  </a:lnTo>
                  <a:lnTo>
                    <a:pt x="5297" y="208919"/>
                  </a:lnTo>
                  <a:lnTo>
                    <a:pt x="6715" y="214075"/>
                  </a:lnTo>
                  <a:lnTo>
                    <a:pt x="8297" y="219182"/>
                  </a:lnTo>
                  <a:lnTo>
                    <a:pt x="10042" y="224236"/>
                  </a:lnTo>
                  <a:lnTo>
                    <a:pt x="11947" y="229232"/>
                  </a:lnTo>
                  <a:lnTo>
                    <a:pt x="14011" y="234164"/>
                  </a:lnTo>
                  <a:lnTo>
                    <a:pt x="16232" y="239028"/>
                  </a:lnTo>
                  <a:lnTo>
                    <a:pt x="18608" y="243818"/>
                  </a:lnTo>
                  <a:lnTo>
                    <a:pt x="21135" y="248530"/>
                  </a:lnTo>
                  <a:lnTo>
                    <a:pt x="23812" y="253159"/>
                  </a:lnTo>
                  <a:lnTo>
                    <a:pt x="26635" y="257699"/>
                  </a:lnTo>
                  <a:lnTo>
                    <a:pt x="29603" y="262147"/>
                  </a:lnTo>
                  <a:lnTo>
                    <a:pt x="32711" y="266498"/>
                  </a:lnTo>
                  <a:lnTo>
                    <a:pt x="35956" y="270747"/>
                  </a:lnTo>
                  <a:lnTo>
                    <a:pt x="39336" y="274891"/>
                  </a:lnTo>
                  <a:lnTo>
                    <a:pt x="42846" y="278924"/>
                  </a:lnTo>
                  <a:lnTo>
                    <a:pt x="46484" y="282842"/>
                  </a:lnTo>
                  <a:lnTo>
                    <a:pt x="50245" y="286643"/>
                  </a:lnTo>
                  <a:lnTo>
                    <a:pt x="54126" y="290321"/>
                  </a:lnTo>
                  <a:lnTo>
                    <a:pt x="58122" y="293873"/>
                  </a:lnTo>
                  <a:lnTo>
                    <a:pt x="62230" y="297296"/>
                  </a:lnTo>
                  <a:lnTo>
                    <a:pt x="66446" y="300585"/>
                  </a:lnTo>
                  <a:lnTo>
                    <a:pt x="70764" y="303738"/>
                  </a:lnTo>
                  <a:lnTo>
                    <a:pt x="75181" y="306751"/>
                  </a:lnTo>
                  <a:lnTo>
                    <a:pt x="79692" y="309621"/>
                  </a:lnTo>
                  <a:lnTo>
                    <a:pt x="84293" y="312346"/>
                  </a:lnTo>
                  <a:lnTo>
                    <a:pt x="88978" y="314922"/>
                  </a:lnTo>
                  <a:lnTo>
                    <a:pt x="93743" y="317347"/>
                  </a:lnTo>
                  <a:lnTo>
                    <a:pt x="98584" y="319618"/>
                  </a:lnTo>
                  <a:lnTo>
                    <a:pt x="103495" y="321734"/>
                  </a:lnTo>
                  <a:lnTo>
                    <a:pt x="108470" y="323691"/>
                  </a:lnTo>
                  <a:lnTo>
                    <a:pt x="113506" y="325488"/>
                  </a:lnTo>
                  <a:lnTo>
                    <a:pt x="118597" y="327123"/>
                  </a:lnTo>
                  <a:lnTo>
                    <a:pt x="123737" y="328595"/>
                  </a:lnTo>
                  <a:lnTo>
                    <a:pt x="128922" y="329901"/>
                  </a:lnTo>
                  <a:lnTo>
                    <a:pt x="134146" y="331041"/>
                  </a:lnTo>
                  <a:lnTo>
                    <a:pt x="139404" y="332013"/>
                  </a:lnTo>
                  <a:lnTo>
                    <a:pt x="144690" y="332817"/>
                  </a:lnTo>
                  <a:lnTo>
                    <a:pt x="149999" y="333451"/>
                  </a:lnTo>
                  <a:lnTo>
                    <a:pt x="155326" y="333915"/>
                  </a:lnTo>
                  <a:lnTo>
                    <a:pt x="160665" y="334208"/>
                  </a:lnTo>
                  <a:lnTo>
                    <a:pt x="166010" y="334330"/>
                  </a:lnTo>
                  <a:lnTo>
                    <a:pt x="171357" y="334282"/>
                  </a:lnTo>
                  <a:lnTo>
                    <a:pt x="176699" y="334062"/>
                  </a:lnTo>
                  <a:lnTo>
                    <a:pt x="182032" y="333672"/>
                  </a:lnTo>
                  <a:lnTo>
                    <a:pt x="187349" y="333111"/>
                  </a:lnTo>
                  <a:lnTo>
                    <a:pt x="192646" y="332381"/>
                  </a:lnTo>
                  <a:lnTo>
                    <a:pt x="197917" y="331482"/>
                  </a:lnTo>
                  <a:lnTo>
                    <a:pt x="203156" y="330414"/>
                  </a:lnTo>
                  <a:lnTo>
                    <a:pt x="208358" y="329180"/>
                  </a:lnTo>
                  <a:lnTo>
                    <a:pt x="213519" y="327779"/>
                  </a:lnTo>
                  <a:lnTo>
                    <a:pt x="218632" y="326215"/>
                  </a:lnTo>
                  <a:lnTo>
                    <a:pt x="223692" y="324488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80988"/>
              <a:ext cx="56525" cy="157320"/>
            </a:xfrm>
            <a:custGeom>
              <a:avLst/>
              <a:pathLst>
                <a:path w="56525" h="157320">
                  <a:moveTo>
                    <a:pt x="56525" y="15732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380988"/>
              <a:ext cx="138001" cy="157320"/>
            </a:xfrm>
            <a:custGeom>
              <a:avLst/>
              <a:pathLst>
                <a:path w="138001" h="157320">
                  <a:moveTo>
                    <a:pt x="56525" y="157320"/>
                  </a:moveTo>
                  <a:lnTo>
                    <a:pt x="61963" y="155259"/>
                  </a:lnTo>
                  <a:lnTo>
                    <a:pt x="67326" y="153010"/>
                  </a:lnTo>
                  <a:lnTo>
                    <a:pt x="72607" y="150575"/>
                  </a:lnTo>
                  <a:lnTo>
                    <a:pt x="77800" y="147959"/>
                  </a:lnTo>
                  <a:lnTo>
                    <a:pt x="82899" y="145163"/>
                  </a:lnTo>
                  <a:lnTo>
                    <a:pt x="87898" y="142192"/>
                  </a:lnTo>
                  <a:lnTo>
                    <a:pt x="92791" y="139049"/>
                  </a:lnTo>
                  <a:lnTo>
                    <a:pt x="97571" y="135737"/>
                  </a:lnTo>
                  <a:lnTo>
                    <a:pt x="102233" y="132261"/>
                  </a:lnTo>
                  <a:lnTo>
                    <a:pt x="106772" y="128626"/>
                  </a:lnTo>
                  <a:lnTo>
                    <a:pt x="111181" y="124834"/>
                  </a:lnTo>
                  <a:lnTo>
                    <a:pt x="115455" y="120891"/>
                  </a:lnTo>
                  <a:lnTo>
                    <a:pt x="119590" y="116803"/>
                  </a:lnTo>
                  <a:lnTo>
                    <a:pt x="123581" y="112572"/>
                  </a:lnTo>
                  <a:lnTo>
                    <a:pt x="127421" y="108206"/>
                  </a:lnTo>
                  <a:lnTo>
                    <a:pt x="131108" y="103708"/>
                  </a:lnTo>
                  <a:lnTo>
                    <a:pt x="134636" y="99086"/>
                  </a:lnTo>
                  <a:lnTo>
                    <a:pt x="138001" y="94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213821"/>
              <a:ext cx="167163" cy="261510"/>
            </a:xfrm>
            <a:custGeom>
              <a:avLst/>
              <a:pathLst>
                <a:path w="167163" h="261510">
                  <a:moveTo>
                    <a:pt x="138001" y="261510"/>
                  </a:moveTo>
                  <a:lnTo>
                    <a:pt x="140941" y="257058"/>
                  </a:lnTo>
                  <a:lnTo>
                    <a:pt x="143738" y="252514"/>
                  </a:lnTo>
                  <a:lnTo>
                    <a:pt x="146389" y="247884"/>
                  </a:lnTo>
                  <a:lnTo>
                    <a:pt x="148890" y="243171"/>
                  </a:lnTo>
                  <a:lnTo>
                    <a:pt x="151240" y="238381"/>
                  </a:lnTo>
                  <a:lnTo>
                    <a:pt x="153435" y="233518"/>
                  </a:lnTo>
                  <a:lnTo>
                    <a:pt x="155474" y="228587"/>
                  </a:lnTo>
                  <a:lnTo>
                    <a:pt x="157355" y="223594"/>
                  </a:lnTo>
                  <a:lnTo>
                    <a:pt x="159076" y="218544"/>
                  </a:lnTo>
                  <a:lnTo>
                    <a:pt x="160635" y="213441"/>
                  </a:lnTo>
                  <a:lnTo>
                    <a:pt x="162030" y="208291"/>
                  </a:lnTo>
                  <a:lnTo>
                    <a:pt x="163259" y="203099"/>
                  </a:lnTo>
                  <a:lnTo>
                    <a:pt x="164323" y="197871"/>
                  </a:lnTo>
                  <a:lnTo>
                    <a:pt x="165219" y="192611"/>
                  </a:lnTo>
                  <a:lnTo>
                    <a:pt x="165947" y="187326"/>
                  </a:lnTo>
                  <a:lnTo>
                    <a:pt x="166506" y="182020"/>
                  </a:lnTo>
                  <a:lnTo>
                    <a:pt x="166895" y="176698"/>
                  </a:lnTo>
                  <a:lnTo>
                    <a:pt x="167114" y="171367"/>
                  </a:lnTo>
                  <a:lnTo>
                    <a:pt x="167163" y="166032"/>
                  </a:lnTo>
                  <a:lnTo>
                    <a:pt x="167042" y="160698"/>
                  </a:lnTo>
                  <a:lnTo>
                    <a:pt x="166750" y="155370"/>
                  </a:lnTo>
                  <a:lnTo>
                    <a:pt x="166289" y="150055"/>
                  </a:lnTo>
                  <a:lnTo>
                    <a:pt x="165658" y="144757"/>
                  </a:lnTo>
                  <a:lnTo>
                    <a:pt x="164858" y="139481"/>
                  </a:lnTo>
                  <a:lnTo>
                    <a:pt x="163891" y="134234"/>
                  </a:lnTo>
                  <a:lnTo>
                    <a:pt x="162756" y="129021"/>
                  </a:lnTo>
                  <a:lnTo>
                    <a:pt x="161456" y="123846"/>
                  </a:lnTo>
                  <a:lnTo>
                    <a:pt x="159991" y="118716"/>
                  </a:lnTo>
                  <a:lnTo>
                    <a:pt x="158364" y="113635"/>
                  </a:lnTo>
                  <a:lnTo>
                    <a:pt x="156575" y="108608"/>
                  </a:lnTo>
                  <a:lnTo>
                    <a:pt x="154626" y="103641"/>
                  </a:lnTo>
                  <a:lnTo>
                    <a:pt x="152520" y="98739"/>
                  </a:lnTo>
                  <a:lnTo>
                    <a:pt x="150259" y="93906"/>
                  </a:lnTo>
                  <a:lnTo>
                    <a:pt x="147844" y="89148"/>
                  </a:lnTo>
                  <a:lnTo>
                    <a:pt x="145279" y="84470"/>
                  </a:lnTo>
                  <a:lnTo>
                    <a:pt x="142566" y="79876"/>
                  </a:lnTo>
                  <a:lnTo>
                    <a:pt x="139708" y="75370"/>
                  </a:lnTo>
                  <a:lnTo>
                    <a:pt x="136707" y="70959"/>
                  </a:lnTo>
                  <a:lnTo>
                    <a:pt x="133567" y="66645"/>
                  </a:lnTo>
                  <a:lnTo>
                    <a:pt x="130291" y="62433"/>
                  </a:lnTo>
                  <a:lnTo>
                    <a:pt x="126882" y="58329"/>
                  </a:lnTo>
                  <a:lnTo>
                    <a:pt x="123344" y="54335"/>
                  </a:lnTo>
                  <a:lnTo>
                    <a:pt x="119681" y="50456"/>
                  </a:lnTo>
                  <a:lnTo>
                    <a:pt x="115895" y="46696"/>
                  </a:lnTo>
                  <a:lnTo>
                    <a:pt x="111991" y="43059"/>
                  </a:lnTo>
                  <a:lnTo>
                    <a:pt x="107974" y="39548"/>
                  </a:lnTo>
                  <a:lnTo>
                    <a:pt x="103846" y="36167"/>
                  </a:lnTo>
                  <a:lnTo>
                    <a:pt x="99612" y="32920"/>
                  </a:lnTo>
                  <a:lnTo>
                    <a:pt x="95277" y="29810"/>
                  </a:lnTo>
                  <a:lnTo>
                    <a:pt x="90845" y="26839"/>
                  </a:lnTo>
                  <a:lnTo>
                    <a:pt x="86321" y="24011"/>
                  </a:lnTo>
                  <a:lnTo>
                    <a:pt x="81708" y="21329"/>
                  </a:lnTo>
                  <a:lnTo>
                    <a:pt x="77013" y="18796"/>
                  </a:lnTo>
                  <a:lnTo>
                    <a:pt x="72238" y="16414"/>
                  </a:lnTo>
                  <a:lnTo>
                    <a:pt x="67391" y="14185"/>
                  </a:lnTo>
                  <a:lnTo>
                    <a:pt x="62474" y="12113"/>
                  </a:lnTo>
                  <a:lnTo>
                    <a:pt x="57494" y="10198"/>
                  </a:lnTo>
                  <a:lnTo>
                    <a:pt x="52455" y="8443"/>
                  </a:lnTo>
                  <a:lnTo>
                    <a:pt x="47363" y="6850"/>
                  </a:lnTo>
                  <a:lnTo>
                    <a:pt x="42223" y="5420"/>
                  </a:lnTo>
                  <a:lnTo>
                    <a:pt x="37040" y="4155"/>
                  </a:lnTo>
                  <a:lnTo>
                    <a:pt x="31819" y="3056"/>
                  </a:lnTo>
                  <a:lnTo>
                    <a:pt x="26565" y="2124"/>
                  </a:lnTo>
                  <a:lnTo>
                    <a:pt x="21285" y="1360"/>
                  </a:lnTo>
                  <a:lnTo>
                    <a:pt x="15982" y="765"/>
                  </a:lnTo>
                  <a:lnTo>
                    <a:pt x="10664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51858" y="3707720"/>
              <a:ext cx="230305" cy="334331"/>
            </a:xfrm>
            <a:custGeom>
              <a:avLst/>
              <a:pathLst>
                <a:path w="230305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1" y="337"/>
                  </a:lnTo>
                  <a:lnTo>
                    <a:pt x="151233" y="759"/>
                  </a:lnTo>
                  <a:lnTo>
                    <a:pt x="145951" y="1349"/>
                  </a:lnTo>
                  <a:lnTo>
                    <a:pt x="140691" y="2107"/>
                  </a:lnTo>
                  <a:lnTo>
                    <a:pt x="135458" y="3032"/>
                  </a:lnTo>
                  <a:lnTo>
                    <a:pt x="130256" y="4122"/>
                  </a:lnTo>
                  <a:lnTo>
                    <a:pt x="125092" y="5377"/>
                  </a:lnTo>
                  <a:lnTo>
                    <a:pt x="119971" y="6796"/>
                  </a:lnTo>
                  <a:lnTo>
                    <a:pt x="114897" y="8377"/>
                  </a:lnTo>
                  <a:lnTo>
                    <a:pt x="109876" y="10118"/>
                  </a:lnTo>
                  <a:lnTo>
                    <a:pt x="104912" y="12018"/>
                  </a:lnTo>
                  <a:lnTo>
                    <a:pt x="100012" y="14075"/>
                  </a:lnTo>
                  <a:lnTo>
                    <a:pt x="95180" y="16287"/>
                  </a:lnTo>
                  <a:lnTo>
                    <a:pt x="90420" y="18651"/>
                  </a:lnTo>
                  <a:lnTo>
                    <a:pt x="85738" y="21165"/>
                  </a:lnTo>
                  <a:lnTo>
                    <a:pt x="81138" y="23827"/>
                  </a:lnTo>
                  <a:lnTo>
                    <a:pt x="76625" y="26633"/>
                  </a:lnTo>
                  <a:lnTo>
                    <a:pt x="72204" y="29582"/>
                  </a:lnTo>
                  <a:lnTo>
                    <a:pt x="67878" y="32670"/>
                  </a:lnTo>
                  <a:lnTo>
                    <a:pt x="63653" y="35893"/>
                  </a:lnTo>
                  <a:lnTo>
                    <a:pt x="59533" y="39250"/>
                  </a:lnTo>
                  <a:lnTo>
                    <a:pt x="55521" y="42735"/>
                  </a:lnTo>
                  <a:lnTo>
                    <a:pt x="51622" y="46347"/>
                  </a:lnTo>
                  <a:lnTo>
                    <a:pt x="47840" y="50080"/>
                  </a:lnTo>
                  <a:lnTo>
                    <a:pt x="44178" y="53932"/>
                  </a:lnTo>
                  <a:lnTo>
                    <a:pt x="40641" y="57898"/>
                  </a:lnTo>
                  <a:lnTo>
                    <a:pt x="37231" y="61975"/>
                  </a:lnTo>
                  <a:lnTo>
                    <a:pt x="33953" y="66158"/>
                  </a:lnTo>
                  <a:lnTo>
                    <a:pt x="30810" y="70443"/>
                  </a:lnTo>
                  <a:lnTo>
                    <a:pt x="27804" y="74826"/>
                  </a:lnTo>
                  <a:lnTo>
                    <a:pt x="24939" y="79302"/>
                  </a:lnTo>
                  <a:lnTo>
                    <a:pt x="22218" y="83867"/>
                  </a:lnTo>
                  <a:lnTo>
                    <a:pt x="19643" y="88516"/>
                  </a:lnTo>
                  <a:lnTo>
                    <a:pt x="17218" y="93245"/>
                  </a:lnTo>
                  <a:lnTo>
                    <a:pt x="14944" y="98048"/>
                  </a:lnTo>
                  <a:lnTo>
                    <a:pt x="12824" y="102922"/>
                  </a:lnTo>
                  <a:lnTo>
                    <a:pt x="10860" y="107860"/>
                  </a:lnTo>
                  <a:lnTo>
                    <a:pt x="9053" y="112858"/>
                  </a:lnTo>
                  <a:lnTo>
                    <a:pt x="7407" y="117911"/>
                  </a:lnTo>
                  <a:lnTo>
                    <a:pt x="5922" y="123014"/>
                  </a:lnTo>
                  <a:lnTo>
                    <a:pt x="4600" y="128161"/>
                  </a:lnTo>
                  <a:lnTo>
                    <a:pt x="3442" y="133348"/>
                  </a:lnTo>
                  <a:lnTo>
                    <a:pt x="2450" y="138569"/>
                  </a:lnTo>
                  <a:lnTo>
                    <a:pt x="1624" y="143819"/>
                  </a:lnTo>
                  <a:lnTo>
                    <a:pt x="965" y="149092"/>
                  </a:lnTo>
                  <a:lnTo>
                    <a:pt x="475" y="154384"/>
                  </a:lnTo>
                  <a:lnTo>
                    <a:pt x="153" y="159689"/>
                  </a:lnTo>
                  <a:lnTo>
                    <a:pt x="0" y="165001"/>
                  </a:lnTo>
                  <a:lnTo>
                    <a:pt x="15" y="170316"/>
                  </a:lnTo>
                  <a:lnTo>
                    <a:pt x="200" y="175627"/>
                  </a:lnTo>
                  <a:lnTo>
                    <a:pt x="553" y="180930"/>
                  </a:lnTo>
                  <a:lnTo>
                    <a:pt x="1075" y="186218"/>
                  </a:lnTo>
                  <a:lnTo>
                    <a:pt x="1764" y="191488"/>
                  </a:lnTo>
                  <a:lnTo>
                    <a:pt x="2621" y="196733"/>
                  </a:lnTo>
                  <a:lnTo>
                    <a:pt x="3644" y="201948"/>
                  </a:lnTo>
                  <a:lnTo>
                    <a:pt x="4832" y="207128"/>
                  </a:lnTo>
                  <a:lnTo>
                    <a:pt x="6184" y="212268"/>
                  </a:lnTo>
                  <a:lnTo>
                    <a:pt x="7699" y="217361"/>
                  </a:lnTo>
                  <a:lnTo>
                    <a:pt x="9375" y="222405"/>
                  </a:lnTo>
                  <a:lnTo>
                    <a:pt x="11211" y="227392"/>
                  </a:lnTo>
                  <a:lnTo>
                    <a:pt x="13204" y="232319"/>
                  </a:lnTo>
                  <a:lnTo>
                    <a:pt x="15353" y="237179"/>
                  </a:lnTo>
                  <a:lnTo>
                    <a:pt x="17655" y="241969"/>
                  </a:lnTo>
                  <a:lnTo>
                    <a:pt x="20109" y="246684"/>
                  </a:lnTo>
                  <a:lnTo>
                    <a:pt x="22710" y="251318"/>
                  </a:lnTo>
                  <a:lnTo>
                    <a:pt x="25458" y="255866"/>
                  </a:lnTo>
                  <a:lnTo>
                    <a:pt x="28349" y="260326"/>
                  </a:lnTo>
                  <a:lnTo>
                    <a:pt x="31381" y="264691"/>
                  </a:lnTo>
                  <a:lnTo>
                    <a:pt x="34550" y="268957"/>
                  </a:lnTo>
                  <a:lnTo>
                    <a:pt x="37852" y="273121"/>
                  </a:lnTo>
                  <a:lnTo>
                    <a:pt x="41286" y="277178"/>
                  </a:lnTo>
                  <a:lnTo>
                    <a:pt x="44846" y="281123"/>
                  </a:lnTo>
                  <a:lnTo>
                    <a:pt x="48530" y="284953"/>
                  </a:lnTo>
                  <a:lnTo>
                    <a:pt x="52334" y="288664"/>
                  </a:lnTo>
                  <a:lnTo>
                    <a:pt x="56254" y="292253"/>
                  </a:lnTo>
                  <a:lnTo>
                    <a:pt x="60287" y="295715"/>
                  </a:lnTo>
                  <a:lnTo>
                    <a:pt x="64427" y="299047"/>
                  </a:lnTo>
                  <a:lnTo>
                    <a:pt x="68671" y="302246"/>
                  </a:lnTo>
                  <a:lnTo>
                    <a:pt x="73014" y="305308"/>
                  </a:lnTo>
                  <a:lnTo>
                    <a:pt x="77453" y="308230"/>
                  </a:lnTo>
                  <a:lnTo>
                    <a:pt x="81982" y="311010"/>
                  </a:lnTo>
                  <a:lnTo>
                    <a:pt x="86598" y="313645"/>
                  </a:lnTo>
                  <a:lnTo>
                    <a:pt x="91295" y="316132"/>
                  </a:lnTo>
                  <a:lnTo>
                    <a:pt x="96068" y="318468"/>
                  </a:lnTo>
                  <a:lnTo>
                    <a:pt x="100914" y="320651"/>
                  </a:lnTo>
                  <a:lnTo>
                    <a:pt x="105826" y="322679"/>
                  </a:lnTo>
                  <a:lnTo>
                    <a:pt x="110800" y="324550"/>
                  </a:lnTo>
                  <a:lnTo>
                    <a:pt x="115831" y="326261"/>
                  </a:lnTo>
                  <a:lnTo>
                    <a:pt x="120915" y="327812"/>
                  </a:lnTo>
                  <a:lnTo>
                    <a:pt x="126044" y="329201"/>
                  </a:lnTo>
                  <a:lnTo>
                    <a:pt x="131216" y="330426"/>
                  </a:lnTo>
                  <a:lnTo>
                    <a:pt x="136423" y="331486"/>
                  </a:lnTo>
                  <a:lnTo>
                    <a:pt x="141662" y="332379"/>
                  </a:lnTo>
                  <a:lnTo>
                    <a:pt x="146927" y="333106"/>
                  </a:lnTo>
                  <a:lnTo>
                    <a:pt x="152212" y="333665"/>
                  </a:lnTo>
                  <a:lnTo>
                    <a:pt x="157512" y="334056"/>
                  </a:lnTo>
                  <a:lnTo>
                    <a:pt x="162822" y="334278"/>
                  </a:lnTo>
                  <a:lnTo>
                    <a:pt x="168136" y="334331"/>
                  </a:lnTo>
                  <a:lnTo>
                    <a:pt x="173449" y="334216"/>
                  </a:lnTo>
                  <a:lnTo>
                    <a:pt x="178756" y="333931"/>
                  </a:lnTo>
                  <a:lnTo>
                    <a:pt x="184051" y="333478"/>
                  </a:lnTo>
                  <a:lnTo>
                    <a:pt x="189329" y="332857"/>
                  </a:lnTo>
                  <a:lnTo>
                    <a:pt x="194585" y="332068"/>
                  </a:lnTo>
                  <a:lnTo>
                    <a:pt x="199813" y="331113"/>
                  </a:lnTo>
                  <a:lnTo>
                    <a:pt x="205008" y="329992"/>
                  </a:lnTo>
                  <a:lnTo>
                    <a:pt x="210164" y="328706"/>
                  </a:lnTo>
                  <a:lnTo>
                    <a:pt x="215277" y="327258"/>
                  </a:lnTo>
                  <a:lnTo>
                    <a:pt x="220342" y="325647"/>
                  </a:lnTo>
                  <a:lnTo>
                    <a:pt x="225353" y="323876"/>
                  </a:lnTo>
                  <a:lnTo>
                    <a:pt x="230305" y="32194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19011" y="3707741"/>
              <a:ext cx="167165" cy="321926"/>
            </a:xfrm>
            <a:custGeom>
              <a:avLst/>
              <a:pathLst>
                <a:path w="167165" h="321926">
                  <a:moveTo>
                    <a:pt x="63151" y="321926"/>
                  </a:moveTo>
                  <a:lnTo>
                    <a:pt x="68047" y="319837"/>
                  </a:lnTo>
                  <a:lnTo>
                    <a:pt x="72873" y="317593"/>
                  </a:lnTo>
                  <a:lnTo>
                    <a:pt x="77626" y="315197"/>
                  </a:lnTo>
                  <a:lnTo>
                    <a:pt x="82300" y="312651"/>
                  </a:lnTo>
                  <a:lnTo>
                    <a:pt x="86890" y="309957"/>
                  </a:lnTo>
                  <a:lnTo>
                    <a:pt x="91392" y="307118"/>
                  </a:lnTo>
                  <a:lnTo>
                    <a:pt x="95802" y="304138"/>
                  </a:lnTo>
                  <a:lnTo>
                    <a:pt x="100115" y="301019"/>
                  </a:lnTo>
                  <a:lnTo>
                    <a:pt x="104326" y="297763"/>
                  </a:lnTo>
                  <a:lnTo>
                    <a:pt x="108431" y="294376"/>
                  </a:lnTo>
                  <a:lnTo>
                    <a:pt x="112427" y="290860"/>
                  </a:lnTo>
                  <a:lnTo>
                    <a:pt x="116308" y="287218"/>
                  </a:lnTo>
                  <a:lnTo>
                    <a:pt x="120072" y="283454"/>
                  </a:lnTo>
                  <a:lnTo>
                    <a:pt x="123713" y="279573"/>
                  </a:lnTo>
                  <a:lnTo>
                    <a:pt x="127230" y="275577"/>
                  </a:lnTo>
                  <a:lnTo>
                    <a:pt x="130617" y="271472"/>
                  </a:lnTo>
                  <a:lnTo>
                    <a:pt x="133872" y="267261"/>
                  </a:lnTo>
                  <a:lnTo>
                    <a:pt x="136992" y="262948"/>
                  </a:lnTo>
                  <a:lnTo>
                    <a:pt x="139972" y="258539"/>
                  </a:lnTo>
                  <a:lnTo>
                    <a:pt x="142811" y="254036"/>
                  </a:lnTo>
                  <a:lnTo>
                    <a:pt x="145504" y="249446"/>
                  </a:lnTo>
                  <a:lnTo>
                    <a:pt x="148051" y="244772"/>
                  </a:lnTo>
                  <a:lnTo>
                    <a:pt x="150447" y="240019"/>
                  </a:lnTo>
                  <a:lnTo>
                    <a:pt x="152690" y="235193"/>
                  </a:lnTo>
                  <a:lnTo>
                    <a:pt x="154779" y="230297"/>
                  </a:lnTo>
                  <a:lnTo>
                    <a:pt x="156711" y="225338"/>
                  </a:lnTo>
                  <a:lnTo>
                    <a:pt x="158484" y="220320"/>
                  </a:lnTo>
                  <a:lnTo>
                    <a:pt x="160097" y="215247"/>
                  </a:lnTo>
                  <a:lnTo>
                    <a:pt x="161547" y="210126"/>
                  </a:lnTo>
                  <a:lnTo>
                    <a:pt x="162834" y="204962"/>
                  </a:lnTo>
                  <a:lnTo>
                    <a:pt x="163955" y="199759"/>
                  </a:lnTo>
                  <a:lnTo>
                    <a:pt x="164910" y="194522"/>
                  </a:lnTo>
                  <a:lnTo>
                    <a:pt x="165698" y="189259"/>
                  </a:lnTo>
                  <a:lnTo>
                    <a:pt x="166318" y="183972"/>
                  </a:lnTo>
                  <a:lnTo>
                    <a:pt x="166769" y="178669"/>
                  </a:lnTo>
                  <a:lnTo>
                    <a:pt x="167052" y="173354"/>
                  </a:lnTo>
                  <a:lnTo>
                    <a:pt x="167165" y="168033"/>
                  </a:lnTo>
                  <a:lnTo>
                    <a:pt x="167108" y="162711"/>
                  </a:lnTo>
                  <a:lnTo>
                    <a:pt x="166882" y="157393"/>
                  </a:lnTo>
                  <a:lnTo>
                    <a:pt x="166487" y="152085"/>
                  </a:lnTo>
                  <a:lnTo>
                    <a:pt x="165923" y="146793"/>
                  </a:lnTo>
                  <a:lnTo>
                    <a:pt x="165191" y="141521"/>
                  </a:lnTo>
                  <a:lnTo>
                    <a:pt x="164292" y="136275"/>
                  </a:lnTo>
                  <a:lnTo>
                    <a:pt x="163226" y="131060"/>
                  </a:lnTo>
                  <a:lnTo>
                    <a:pt x="161994" y="125882"/>
                  </a:lnTo>
                  <a:lnTo>
                    <a:pt x="160598" y="120746"/>
                  </a:lnTo>
                  <a:lnTo>
                    <a:pt x="159040" y="115657"/>
                  </a:lnTo>
                  <a:lnTo>
                    <a:pt x="157320" y="110620"/>
                  </a:lnTo>
                  <a:lnTo>
                    <a:pt x="155441" y="105640"/>
                  </a:lnTo>
                  <a:lnTo>
                    <a:pt x="153404" y="100723"/>
                  </a:lnTo>
                  <a:lnTo>
                    <a:pt x="151212" y="95873"/>
                  </a:lnTo>
                  <a:lnTo>
                    <a:pt x="148866" y="91095"/>
                  </a:lnTo>
                  <a:lnTo>
                    <a:pt x="146370" y="86395"/>
                  </a:lnTo>
                  <a:lnTo>
                    <a:pt x="143725" y="81776"/>
                  </a:lnTo>
                  <a:lnTo>
                    <a:pt x="140934" y="77244"/>
                  </a:lnTo>
                  <a:lnTo>
                    <a:pt x="138001" y="72803"/>
                  </a:lnTo>
                  <a:lnTo>
                    <a:pt x="134927" y="68457"/>
                  </a:lnTo>
                  <a:lnTo>
                    <a:pt x="131717" y="64212"/>
                  </a:lnTo>
                  <a:lnTo>
                    <a:pt x="128373" y="60071"/>
                  </a:lnTo>
                  <a:lnTo>
                    <a:pt x="124900" y="56038"/>
                  </a:lnTo>
                  <a:lnTo>
                    <a:pt x="121299" y="52118"/>
                  </a:lnTo>
                  <a:lnTo>
                    <a:pt x="117576" y="48315"/>
                  </a:lnTo>
                  <a:lnTo>
                    <a:pt x="113733" y="44632"/>
                  </a:lnTo>
                  <a:lnTo>
                    <a:pt x="109775" y="41073"/>
                  </a:lnTo>
                  <a:lnTo>
                    <a:pt x="105706" y="37643"/>
                  </a:lnTo>
                  <a:lnTo>
                    <a:pt x="101530" y="34343"/>
                  </a:lnTo>
                  <a:lnTo>
                    <a:pt x="97251" y="31178"/>
                  </a:lnTo>
                  <a:lnTo>
                    <a:pt x="92873" y="28151"/>
                  </a:lnTo>
                  <a:lnTo>
                    <a:pt x="88401" y="25265"/>
                  </a:lnTo>
                  <a:lnTo>
                    <a:pt x="83839" y="22523"/>
                  </a:lnTo>
                  <a:lnTo>
                    <a:pt x="79193" y="19927"/>
                  </a:lnTo>
                  <a:lnTo>
                    <a:pt x="74466" y="17480"/>
                  </a:lnTo>
                  <a:lnTo>
                    <a:pt x="69663" y="15186"/>
                  </a:lnTo>
                  <a:lnTo>
                    <a:pt x="64790" y="13045"/>
                  </a:lnTo>
                  <a:lnTo>
                    <a:pt x="59852" y="11060"/>
                  </a:lnTo>
                  <a:lnTo>
                    <a:pt x="54852" y="9234"/>
                  </a:lnTo>
                  <a:lnTo>
                    <a:pt x="49797" y="7568"/>
                  </a:lnTo>
                  <a:lnTo>
                    <a:pt x="44692" y="6063"/>
                  </a:lnTo>
                  <a:lnTo>
                    <a:pt x="39541" y="4722"/>
                  </a:lnTo>
                  <a:lnTo>
                    <a:pt x="34351" y="3546"/>
                  </a:lnTo>
                  <a:lnTo>
                    <a:pt x="29125" y="2535"/>
                  </a:lnTo>
                  <a:lnTo>
                    <a:pt x="23870" y="1691"/>
                  </a:lnTo>
                  <a:lnTo>
                    <a:pt x="18590" y="1015"/>
                  </a:lnTo>
                  <a:lnTo>
                    <a:pt x="13292" y="508"/>
                  </a:lnTo>
                  <a:lnTo>
                    <a:pt x="7980" y="169"/>
                  </a:lnTo>
                  <a:lnTo>
                    <a:pt x="2661" y="0"/>
                  </a:lnTo>
                  <a:lnTo>
                    <a:pt x="0" y="1671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2661" cy="167167"/>
            </a:xfrm>
            <a:custGeom>
              <a:avLst/>
              <a:pathLst>
                <a:path w="2661" h="167167">
                  <a:moveTo>
                    <a:pt x="2661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2025-06-05T21:52:11Z</dcterms:modified>
  <cp:category/>
</cp:coreProperties>
</file>