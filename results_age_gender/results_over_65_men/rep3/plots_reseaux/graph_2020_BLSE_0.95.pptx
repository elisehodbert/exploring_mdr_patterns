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85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24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20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78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85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80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78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24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0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35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98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20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80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30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20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20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7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12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27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63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20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80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77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7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30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77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12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85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4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35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98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20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78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85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24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80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30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20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85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24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23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20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71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12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61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77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85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24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20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85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24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47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61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20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85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24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74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0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85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24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74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20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8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17376" y="3170392"/>
              <a:ext cx="66402" cy="167167"/>
            </a:xfrm>
            <a:custGeom>
              <a:avLst/>
              <a:pathLst>
                <a:path w="66402" h="167167">
                  <a:moveTo>
                    <a:pt x="66402" y="0"/>
                  </a:moveTo>
                  <a:lnTo>
                    <a:pt x="60713" y="96"/>
                  </a:lnTo>
                  <a:lnTo>
                    <a:pt x="55030" y="387"/>
                  </a:lnTo>
                  <a:lnTo>
                    <a:pt x="49360" y="870"/>
                  </a:lnTo>
                  <a:lnTo>
                    <a:pt x="43710" y="1547"/>
                  </a:lnTo>
                  <a:lnTo>
                    <a:pt x="38087" y="2415"/>
                  </a:lnTo>
                  <a:lnTo>
                    <a:pt x="32496" y="3474"/>
                  </a:lnTo>
                  <a:lnTo>
                    <a:pt x="26945" y="4723"/>
                  </a:lnTo>
                  <a:lnTo>
                    <a:pt x="21439" y="6160"/>
                  </a:lnTo>
                  <a:lnTo>
                    <a:pt x="15985" y="7783"/>
                  </a:lnTo>
                  <a:lnTo>
                    <a:pt x="10590" y="9592"/>
                  </a:lnTo>
                  <a:lnTo>
                    <a:pt x="5259" y="11583"/>
                  </a:lnTo>
                  <a:lnTo>
                    <a:pt x="0" y="13754"/>
                  </a:lnTo>
                  <a:lnTo>
                    <a:pt x="664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7376" y="3184146"/>
              <a:ext cx="66402" cy="153413"/>
            </a:xfrm>
            <a:custGeom>
              <a:avLst/>
              <a:pathLst>
                <a:path w="66402" h="153413">
                  <a:moveTo>
                    <a:pt x="0" y="0"/>
                  </a:moveTo>
                  <a:lnTo>
                    <a:pt x="66402" y="1534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816624" y="3170479"/>
              <a:ext cx="334304" cy="334247"/>
            </a:xfrm>
            <a:custGeom>
              <a:avLst/>
              <a:pathLst>
                <a:path w="334304" h="334247">
                  <a:moveTo>
                    <a:pt x="100751" y="13667"/>
                  </a:moveTo>
                  <a:lnTo>
                    <a:pt x="95914" y="15852"/>
                  </a:lnTo>
                  <a:lnTo>
                    <a:pt x="91149" y="18190"/>
                  </a:lnTo>
                  <a:lnTo>
                    <a:pt x="86461" y="20678"/>
                  </a:lnTo>
                  <a:lnTo>
                    <a:pt x="81853" y="23314"/>
                  </a:lnTo>
                  <a:lnTo>
                    <a:pt x="77332" y="26094"/>
                  </a:lnTo>
                  <a:lnTo>
                    <a:pt x="72902" y="29017"/>
                  </a:lnTo>
                  <a:lnTo>
                    <a:pt x="68566" y="32078"/>
                  </a:lnTo>
                  <a:lnTo>
                    <a:pt x="64330" y="35276"/>
                  </a:lnTo>
                  <a:lnTo>
                    <a:pt x="60197" y="38607"/>
                  </a:lnTo>
                  <a:lnTo>
                    <a:pt x="56173" y="42068"/>
                  </a:lnTo>
                  <a:lnTo>
                    <a:pt x="52260" y="45654"/>
                  </a:lnTo>
                  <a:lnTo>
                    <a:pt x="48463" y="49363"/>
                  </a:lnTo>
                  <a:lnTo>
                    <a:pt x="44785" y="53190"/>
                  </a:lnTo>
                  <a:lnTo>
                    <a:pt x="41231" y="57132"/>
                  </a:lnTo>
                  <a:lnTo>
                    <a:pt x="37804" y="61185"/>
                  </a:lnTo>
                  <a:lnTo>
                    <a:pt x="34508" y="65345"/>
                  </a:lnTo>
                  <a:lnTo>
                    <a:pt x="31345" y="69608"/>
                  </a:lnTo>
                  <a:lnTo>
                    <a:pt x="28319" y="73968"/>
                  </a:lnTo>
                  <a:lnTo>
                    <a:pt x="25433" y="78423"/>
                  </a:lnTo>
                  <a:lnTo>
                    <a:pt x="22690" y="82967"/>
                  </a:lnTo>
                  <a:lnTo>
                    <a:pt x="20092" y="87596"/>
                  </a:lnTo>
                  <a:lnTo>
                    <a:pt x="17643" y="92304"/>
                  </a:lnTo>
                  <a:lnTo>
                    <a:pt x="15344" y="97089"/>
                  </a:lnTo>
                  <a:lnTo>
                    <a:pt x="13199" y="101943"/>
                  </a:lnTo>
                  <a:lnTo>
                    <a:pt x="11208" y="106864"/>
                  </a:lnTo>
                  <a:lnTo>
                    <a:pt x="9375" y="111845"/>
                  </a:lnTo>
                  <a:lnTo>
                    <a:pt x="7701" y="116882"/>
                  </a:lnTo>
                  <a:lnTo>
                    <a:pt x="6188" y="121969"/>
                  </a:lnTo>
                  <a:lnTo>
                    <a:pt x="4837" y="127102"/>
                  </a:lnTo>
                  <a:lnTo>
                    <a:pt x="3650" y="132276"/>
                  </a:lnTo>
                  <a:lnTo>
                    <a:pt x="2627" y="137484"/>
                  </a:lnTo>
                  <a:lnTo>
                    <a:pt x="1770" y="142722"/>
                  </a:lnTo>
                  <a:lnTo>
                    <a:pt x="1081" y="147985"/>
                  </a:lnTo>
                  <a:lnTo>
                    <a:pt x="558" y="153267"/>
                  </a:lnTo>
                  <a:lnTo>
                    <a:pt x="204" y="158563"/>
                  </a:lnTo>
                  <a:lnTo>
                    <a:pt x="17" y="163867"/>
                  </a:lnTo>
                  <a:lnTo>
                    <a:pt x="0" y="169175"/>
                  </a:lnTo>
                  <a:lnTo>
                    <a:pt x="150" y="174480"/>
                  </a:lnTo>
                  <a:lnTo>
                    <a:pt x="469" y="179779"/>
                  </a:lnTo>
                  <a:lnTo>
                    <a:pt x="957" y="185064"/>
                  </a:lnTo>
                  <a:lnTo>
                    <a:pt x="1611" y="190331"/>
                  </a:lnTo>
                  <a:lnTo>
                    <a:pt x="2433" y="195575"/>
                  </a:lnTo>
                  <a:lnTo>
                    <a:pt x="3421" y="200790"/>
                  </a:lnTo>
                  <a:lnTo>
                    <a:pt x="4573" y="205971"/>
                  </a:lnTo>
                  <a:lnTo>
                    <a:pt x="5890" y="211113"/>
                  </a:lnTo>
                  <a:lnTo>
                    <a:pt x="7369" y="216210"/>
                  </a:lnTo>
                  <a:lnTo>
                    <a:pt x="9009" y="221258"/>
                  </a:lnTo>
                  <a:lnTo>
                    <a:pt x="10809" y="226252"/>
                  </a:lnTo>
                  <a:lnTo>
                    <a:pt x="12766" y="231185"/>
                  </a:lnTo>
                  <a:lnTo>
                    <a:pt x="14879" y="236054"/>
                  </a:lnTo>
                  <a:lnTo>
                    <a:pt x="17146" y="240854"/>
                  </a:lnTo>
                  <a:lnTo>
                    <a:pt x="19564" y="245579"/>
                  </a:lnTo>
                  <a:lnTo>
                    <a:pt x="22130" y="250225"/>
                  </a:lnTo>
                  <a:lnTo>
                    <a:pt x="24843" y="254787"/>
                  </a:lnTo>
                  <a:lnTo>
                    <a:pt x="27699" y="259261"/>
                  </a:lnTo>
                  <a:lnTo>
                    <a:pt x="30696" y="263642"/>
                  </a:lnTo>
                  <a:lnTo>
                    <a:pt x="33830" y="267925"/>
                  </a:lnTo>
                  <a:lnTo>
                    <a:pt x="37099" y="272107"/>
                  </a:lnTo>
                  <a:lnTo>
                    <a:pt x="40499" y="276183"/>
                  </a:lnTo>
                  <a:lnTo>
                    <a:pt x="44026" y="280149"/>
                  </a:lnTo>
                  <a:lnTo>
                    <a:pt x="47678" y="284001"/>
                  </a:lnTo>
                  <a:lnTo>
                    <a:pt x="51450" y="287735"/>
                  </a:lnTo>
                  <a:lnTo>
                    <a:pt x="55339" y="291347"/>
                  </a:lnTo>
                  <a:lnTo>
                    <a:pt x="59340" y="294834"/>
                  </a:lnTo>
                  <a:lnTo>
                    <a:pt x="63450" y="298193"/>
                  </a:lnTo>
                  <a:lnTo>
                    <a:pt x="67665" y="301419"/>
                  </a:lnTo>
                  <a:lnTo>
                    <a:pt x="71980" y="304510"/>
                  </a:lnTo>
                  <a:lnTo>
                    <a:pt x="76391" y="307462"/>
                  </a:lnTo>
                  <a:lnTo>
                    <a:pt x="80894" y="310273"/>
                  </a:lnTo>
                  <a:lnTo>
                    <a:pt x="85483" y="312939"/>
                  </a:lnTo>
                  <a:lnTo>
                    <a:pt x="90155" y="315458"/>
                  </a:lnTo>
                  <a:lnTo>
                    <a:pt x="94904" y="317828"/>
                  </a:lnTo>
                  <a:lnTo>
                    <a:pt x="99727" y="320046"/>
                  </a:lnTo>
                  <a:lnTo>
                    <a:pt x="104617" y="322109"/>
                  </a:lnTo>
                  <a:lnTo>
                    <a:pt x="109570" y="324016"/>
                  </a:lnTo>
                  <a:lnTo>
                    <a:pt x="114581" y="325766"/>
                  </a:lnTo>
                  <a:lnTo>
                    <a:pt x="119646" y="327355"/>
                  </a:lnTo>
                  <a:lnTo>
                    <a:pt x="124758" y="328782"/>
                  </a:lnTo>
                  <a:lnTo>
                    <a:pt x="129913" y="330046"/>
                  </a:lnTo>
                  <a:lnTo>
                    <a:pt x="135105" y="331147"/>
                  </a:lnTo>
                  <a:lnTo>
                    <a:pt x="140330" y="332081"/>
                  </a:lnTo>
                  <a:lnTo>
                    <a:pt x="145582" y="332850"/>
                  </a:lnTo>
                  <a:lnTo>
                    <a:pt x="150855" y="333451"/>
                  </a:lnTo>
                  <a:lnTo>
                    <a:pt x="156145" y="333885"/>
                  </a:lnTo>
                  <a:lnTo>
                    <a:pt x="161447" y="334150"/>
                  </a:lnTo>
                  <a:lnTo>
                    <a:pt x="166753" y="334247"/>
                  </a:lnTo>
                  <a:lnTo>
                    <a:pt x="172061" y="334175"/>
                  </a:lnTo>
                  <a:lnTo>
                    <a:pt x="177363" y="333935"/>
                  </a:lnTo>
                  <a:lnTo>
                    <a:pt x="182655" y="333527"/>
                  </a:lnTo>
                  <a:lnTo>
                    <a:pt x="187931" y="332951"/>
                  </a:lnTo>
                  <a:lnTo>
                    <a:pt x="193187" y="332208"/>
                  </a:lnTo>
                  <a:lnTo>
                    <a:pt x="198416" y="331298"/>
                  </a:lnTo>
                  <a:lnTo>
                    <a:pt x="203614" y="330223"/>
                  </a:lnTo>
                  <a:lnTo>
                    <a:pt x="208775" y="328983"/>
                  </a:lnTo>
                  <a:lnTo>
                    <a:pt x="213894" y="327580"/>
                  </a:lnTo>
                  <a:lnTo>
                    <a:pt x="218966" y="326016"/>
                  </a:lnTo>
                  <a:lnTo>
                    <a:pt x="223985" y="324291"/>
                  </a:lnTo>
                  <a:lnTo>
                    <a:pt x="228948" y="322407"/>
                  </a:lnTo>
                  <a:lnTo>
                    <a:pt x="233848" y="320367"/>
                  </a:lnTo>
                  <a:lnTo>
                    <a:pt x="238680" y="318172"/>
                  </a:lnTo>
                  <a:lnTo>
                    <a:pt x="243441" y="315825"/>
                  </a:lnTo>
                  <a:lnTo>
                    <a:pt x="248125" y="313329"/>
                  </a:lnTo>
                  <a:lnTo>
                    <a:pt x="252727" y="310684"/>
                  </a:lnTo>
                  <a:lnTo>
                    <a:pt x="257243" y="307895"/>
                  </a:lnTo>
                  <a:lnTo>
                    <a:pt x="261668" y="304964"/>
                  </a:lnTo>
                  <a:lnTo>
                    <a:pt x="265998" y="301894"/>
                  </a:lnTo>
                  <a:lnTo>
                    <a:pt x="270228" y="298688"/>
                  </a:lnTo>
                  <a:lnTo>
                    <a:pt x="274354" y="295350"/>
                  </a:lnTo>
                  <a:lnTo>
                    <a:pt x="278372" y="291882"/>
                  </a:lnTo>
                  <a:lnTo>
                    <a:pt x="282278" y="288288"/>
                  </a:lnTo>
                  <a:lnTo>
                    <a:pt x="286068" y="284572"/>
                  </a:lnTo>
                  <a:lnTo>
                    <a:pt x="289738" y="280737"/>
                  </a:lnTo>
                  <a:lnTo>
                    <a:pt x="293285" y="276788"/>
                  </a:lnTo>
                  <a:lnTo>
                    <a:pt x="296704" y="272729"/>
                  </a:lnTo>
                  <a:lnTo>
                    <a:pt x="299993" y="268563"/>
                  </a:lnTo>
                  <a:lnTo>
                    <a:pt x="303148" y="264294"/>
                  </a:lnTo>
                  <a:lnTo>
                    <a:pt x="306165" y="259928"/>
                  </a:lnTo>
                  <a:lnTo>
                    <a:pt x="309043" y="255468"/>
                  </a:lnTo>
                  <a:lnTo>
                    <a:pt x="311778" y="250919"/>
                  </a:lnTo>
                  <a:lnTo>
                    <a:pt x="314366" y="246285"/>
                  </a:lnTo>
                  <a:lnTo>
                    <a:pt x="316807" y="241572"/>
                  </a:lnTo>
                  <a:lnTo>
                    <a:pt x="319096" y="236783"/>
                  </a:lnTo>
                  <a:lnTo>
                    <a:pt x="321232" y="231924"/>
                  </a:lnTo>
                  <a:lnTo>
                    <a:pt x="323213" y="227000"/>
                  </a:lnTo>
                  <a:lnTo>
                    <a:pt x="325037" y="222015"/>
                  </a:lnTo>
                  <a:lnTo>
                    <a:pt x="326701" y="216975"/>
                  </a:lnTo>
                  <a:lnTo>
                    <a:pt x="328205" y="211885"/>
                  </a:lnTo>
                  <a:lnTo>
                    <a:pt x="329546" y="206749"/>
                  </a:lnTo>
                  <a:lnTo>
                    <a:pt x="330724" y="201574"/>
                  </a:lnTo>
                  <a:lnTo>
                    <a:pt x="331736" y="196364"/>
                  </a:lnTo>
                  <a:lnTo>
                    <a:pt x="332583" y="191124"/>
                  </a:lnTo>
                  <a:lnTo>
                    <a:pt x="333263" y="185860"/>
                  </a:lnTo>
                  <a:lnTo>
                    <a:pt x="333776" y="180577"/>
                  </a:lnTo>
                  <a:lnTo>
                    <a:pt x="334120" y="175280"/>
                  </a:lnTo>
                  <a:lnTo>
                    <a:pt x="334296" y="169976"/>
                  </a:lnTo>
                  <a:lnTo>
                    <a:pt x="334304" y="164668"/>
                  </a:lnTo>
                  <a:lnTo>
                    <a:pt x="334143" y="159363"/>
                  </a:lnTo>
                  <a:lnTo>
                    <a:pt x="333814" y="154065"/>
                  </a:lnTo>
                  <a:lnTo>
                    <a:pt x="333317" y="148781"/>
                  </a:lnTo>
                  <a:lnTo>
                    <a:pt x="332652" y="143515"/>
                  </a:lnTo>
                  <a:lnTo>
                    <a:pt x="331820" y="138272"/>
                  </a:lnTo>
                  <a:lnTo>
                    <a:pt x="330823" y="133059"/>
                  </a:lnTo>
                  <a:lnTo>
                    <a:pt x="329660" y="127880"/>
                  </a:lnTo>
                  <a:lnTo>
                    <a:pt x="328334" y="122741"/>
                  </a:lnTo>
                  <a:lnTo>
                    <a:pt x="326845" y="117646"/>
                  </a:lnTo>
                  <a:lnTo>
                    <a:pt x="325195" y="112602"/>
                  </a:lnTo>
                  <a:lnTo>
                    <a:pt x="323386" y="107612"/>
                  </a:lnTo>
                  <a:lnTo>
                    <a:pt x="321419" y="102682"/>
                  </a:lnTo>
                  <a:lnTo>
                    <a:pt x="319297" y="97817"/>
                  </a:lnTo>
                  <a:lnTo>
                    <a:pt x="317021" y="93022"/>
                  </a:lnTo>
                  <a:lnTo>
                    <a:pt x="314595" y="88301"/>
                  </a:lnTo>
                  <a:lnTo>
                    <a:pt x="312019" y="83660"/>
                  </a:lnTo>
                  <a:lnTo>
                    <a:pt x="309298" y="79103"/>
                  </a:lnTo>
                  <a:lnTo>
                    <a:pt x="306433" y="74635"/>
                  </a:lnTo>
                  <a:lnTo>
                    <a:pt x="303428" y="70259"/>
                  </a:lnTo>
                  <a:lnTo>
                    <a:pt x="300286" y="65982"/>
                  </a:lnTo>
                  <a:lnTo>
                    <a:pt x="297009" y="61806"/>
                  </a:lnTo>
                  <a:lnTo>
                    <a:pt x="293602" y="57737"/>
                  </a:lnTo>
                  <a:lnTo>
                    <a:pt x="290066" y="53778"/>
                  </a:lnTo>
                  <a:lnTo>
                    <a:pt x="286407" y="49933"/>
                  </a:lnTo>
                  <a:lnTo>
                    <a:pt x="282628" y="46206"/>
                  </a:lnTo>
                  <a:lnTo>
                    <a:pt x="278733" y="42601"/>
                  </a:lnTo>
                  <a:lnTo>
                    <a:pt x="274725" y="39121"/>
                  </a:lnTo>
                  <a:lnTo>
                    <a:pt x="270608" y="35771"/>
                  </a:lnTo>
                  <a:lnTo>
                    <a:pt x="266387" y="32552"/>
                  </a:lnTo>
                  <a:lnTo>
                    <a:pt x="262066" y="29470"/>
                  </a:lnTo>
                  <a:lnTo>
                    <a:pt x="257650" y="26526"/>
                  </a:lnTo>
                  <a:lnTo>
                    <a:pt x="253142" y="23724"/>
                  </a:lnTo>
                  <a:lnTo>
                    <a:pt x="248547" y="21066"/>
                  </a:lnTo>
                  <a:lnTo>
                    <a:pt x="243871" y="18556"/>
                  </a:lnTo>
                  <a:lnTo>
                    <a:pt x="239117" y="16195"/>
                  </a:lnTo>
                  <a:lnTo>
                    <a:pt x="234291" y="13987"/>
                  </a:lnTo>
                  <a:lnTo>
                    <a:pt x="229396" y="11932"/>
                  </a:lnTo>
                  <a:lnTo>
                    <a:pt x="224440" y="10035"/>
                  </a:lnTo>
                  <a:lnTo>
                    <a:pt x="219425" y="8295"/>
                  </a:lnTo>
                  <a:lnTo>
                    <a:pt x="214358" y="6716"/>
                  </a:lnTo>
                  <a:lnTo>
                    <a:pt x="209243" y="5298"/>
                  </a:lnTo>
                  <a:lnTo>
                    <a:pt x="204085" y="4043"/>
                  </a:lnTo>
                  <a:lnTo>
                    <a:pt x="198891" y="2953"/>
                  </a:lnTo>
                  <a:lnTo>
                    <a:pt x="193664" y="2028"/>
                  </a:lnTo>
                  <a:lnTo>
                    <a:pt x="188411" y="1270"/>
                  </a:lnTo>
                  <a:lnTo>
                    <a:pt x="183136" y="678"/>
                  </a:lnTo>
                  <a:lnTo>
                    <a:pt x="177845" y="255"/>
                  </a:lnTo>
                  <a:lnTo>
                    <a:pt x="172544" y="0"/>
                  </a:lnTo>
                  <a:lnTo>
                    <a:pt x="167154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83779" y="3170392"/>
              <a:ext cx="5390" cy="167167"/>
            </a:xfrm>
            <a:custGeom>
              <a:avLst/>
              <a:pathLst>
                <a:path w="5390" h="167167">
                  <a:moveTo>
                    <a:pt x="5390" y="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1848" y="2633064"/>
              <a:ext cx="167163" cy="171434"/>
            </a:xfrm>
            <a:custGeom>
              <a:avLst/>
              <a:pathLst>
                <a:path w="167163" h="171434">
                  <a:moveTo>
                    <a:pt x="167163" y="0"/>
                  </a:moveTo>
                  <a:lnTo>
                    <a:pt x="161718" y="88"/>
                  </a:lnTo>
                  <a:lnTo>
                    <a:pt x="156279" y="354"/>
                  </a:lnTo>
                  <a:lnTo>
                    <a:pt x="150851" y="797"/>
                  </a:lnTo>
                  <a:lnTo>
                    <a:pt x="145440" y="1417"/>
                  </a:lnTo>
                  <a:lnTo>
                    <a:pt x="140053" y="2212"/>
                  </a:lnTo>
                  <a:lnTo>
                    <a:pt x="134694" y="3183"/>
                  </a:lnTo>
                  <a:lnTo>
                    <a:pt x="129370" y="4327"/>
                  </a:lnTo>
                  <a:lnTo>
                    <a:pt x="124086" y="5645"/>
                  </a:lnTo>
                  <a:lnTo>
                    <a:pt x="118848" y="7134"/>
                  </a:lnTo>
                  <a:lnTo>
                    <a:pt x="113661" y="8792"/>
                  </a:lnTo>
                  <a:lnTo>
                    <a:pt x="108531" y="10619"/>
                  </a:lnTo>
                  <a:lnTo>
                    <a:pt x="103463" y="12612"/>
                  </a:lnTo>
                  <a:lnTo>
                    <a:pt x="98462" y="14769"/>
                  </a:lnTo>
                  <a:lnTo>
                    <a:pt x="93535" y="17087"/>
                  </a:lnTo>
                  <a:lnTo>
                    <a:pt x="88685" y="19565"/>
                  </a:lnTo>
                  <a:lnTo>
                    <a:pt x="83919" y="22200"/>
                  </a:lnTo>
                  <a:lnTo>
                    <a:pt x="79242" y="24988"/>
                  </a:lnTo>
                  <a:lnTo>
                    <a:pt x="74657" y="27927"/>
                  </a:lnTo>
                  <a:lnTo>
                    <a:pt x="70171" y="31014"/>
                  </a:lnTo>
                  <a:lnTo>
                    <a:pt x="65788" y="34246"/>
                  </a:lnTo>
                  <a:lnTo>
                    <a:pt x="61512" y="37618"/>
                  </a:lnTo>
                  <a:lnTo>
                    <a:pt x="57348" y="41128"/>
                  </a:lnTo>
                  <a:lnTo>
                    <a:pt x="53301" y="44772"/>
                  </a:lnTo>
                  <a:lnTo>
                    <a:pt x="49375" y="48546"/>
                  </a:lnTo>
                  <a:lnTo>
                    <a:pt x="45574" y="52445"/>
                  </a:lnTo>
                  <a:lnTo>
                    <a:pt x="41901" y="56467"/>
                  </a:lnTo>
                  <a:lnTo>
                    <a:pt x="38362" y="60606"/>
                  </a:lnTo>
                  <a:lnTo>
                    <a:pt x="34959" y="64857"/>
                  </a:lnTo>
                  <a:lnTo>
                    <a:pt x="31697" y="69218"/>
                  </a:lnTo>
                  <a:lnTo>
                    <a:pt x="28579" y="73682"/>
                  </a:lnTo>
                  <a:lnTo>
                    <a:pt x="25607" y="78246"/>
                  </a:lnTo>
                  <a:lnTo>
                    <a:pt x="22786" y="82904"/>
                  </a:lnTo>
                  <a:lnTo>
                    <a:pt x="20118" y="87651"/>
                  </a:lnTo>
                  <a:lnTo>
                    <a:pt x="17606" y="92483"/>
                  </a:lnTo>
                  <a:lnTo>
                    <a:pt x="15253" y="97394"/>
                  </a:lnTo>
                  <a:lnTo>
                    <a:pt x="13061" y="102379"/>
                  </a:lnTo>
                  <a:lnTo>
                    <a:pt x="11032" y="107433"/>
                  </a:lnTo>
                  <a:lnTo>
                    <a:pt x="9169" y="112550"/>
                  </a:lnTo>
                  <a:lnTo>
                    <a:pt x="7474" y="117726"/>
                  </a:lnTo>
                  <a:lnTo>
                    <a:pt x="5948" y="122953"/>
                  </a:lnTo>
                  <a:lnTo>
                    <a:pt x="4594" y="128228"/>
                  </a:lnTo>
                  <a:lnTo>
                    <a:pt x="3412" y="133544"/>
                  </a:lnTo>
                  <a:lnTo>
                    <a:pt x="2403" y="138895"/>
                  </a:lnTo>
                  <a:lnTo>
                    <a:pt x="1570" y="144277"/>
                  </a:lnTo>
                  <a:lnTo>
                    <a:pt x="912" y="149683"/>
                  </a:lnTo>
                  <a:lnTo>
                    <a:pt x="431" y="155107"/>
                  </a:lnTo>
                  <a:lnTo>
                    <a:pt x="127" y="160545"/>
                  </a:lnTo>
                  <a:lnTo>
                    <a:pt x="0" y="165989"/>
                  </a:lnTo>
                  <a:lnTo>
                    <a:pt x="50" y="17143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898" y="2709871"/>
              <a:ext cx="334280" cy="257515"/>
            </a:xfrm>
            <a:custGeom>
              <a:avLst/>
              <a:pathLst>
                <a:path w="334280" h="257515">
                  <a:moveTo>
                    <a:pt x="0" y="94627"/>
                  </a:moveTo>
                  <a:lnTo>
                    <a:pt x="220" y="99936"/>
                  </a:lnTo>
                  <a:lnTo>
                    <a:pt x="608" y="105235"/>
                  </a:lnTo>
                  <a:lnTo>
                    <a:pt x="1165" y="110519"/>
                  </a:lnTo>
                  <a:lnTo>
                    <a:pt x="1890" y="115783"/>
                  </a:lnTo>
                  <a:lnTo>
                    <a:pt x="2781" y="121021"/>
                  </a:lnTo>
                  <a:lnTo>
                    <a:pt x="3838" y="126228"/>
                  </a:lnTo>
                  <a:lnTo>
                    <a:pt x="5061" y="131399"/>
                  </a:lnTo>
                  <a:lnTo>
                    <a:pt x="6447" y="136528"/>
                  </a:lnTo>
                  <a:lnTo>
                    <a:pt x="7995" y="141611"/>
                  </a:lnTo>
                  <a:lnTo>
                    <a:pt x="9704" y="146642"/>
                  </a:lnTo>
                  <a:lnTo>
                    <a:pt x="11572" y="151616"/>
                  </a:lnTo>
                  <a:lnTo>
                    <a:pt x="13598" y="156528"/>
                  </a:lnTo>
                  <a:lnTo>
                    <a:pt x="15778" y="161373"/>
                  </a:lnTo>
                  <a:lnTo>
                    <a:pt x="18111" y="166147"/>
                  </a:lnTo>
                  <a:lnTo>
                    <a:pt x="20595" y="170844"/>
                  </a:lnTo>
                  <a:lnTo>
                    <a:pt x="23227" y="175459"/>
                  </a:lnTo>
                  <a:lnTo>
                    <a:pt x="26004" y="179989"/>
                  </a:lnTo>
                  <a:lnTo>
                    <a:pt x="28924" y="184428"/>
                  </a:lnTo>
                  <a:lnTo>
                    <a:pt x="31983" y="188773"/>
                  </a:lnTo>
                  <a:lnTo>
                    <a:pt x="35179" y="193017"/>
                  </a:lnTo>
                  <a:lnTo>
                    <a:pt x="38508" y="197158"/>
                  </a:lnTo>
                  <a:lnTo>
                    <a:pt x="41967" y="201191"/>
                  </a:lnTo>
                  <a:lnTo>
                    <a:pt x="45553" y="205113"/>
                  </a:lnTo>
                  <a:lnTo>
                    <a:pt x="49261" y="208918"/>
                  </a:lnTo>
                  <a:lnTo>
                    <a:pt x="53088" y="212603"/>
                  </a:lnTo>
                  <a:lnTo>
                    <a:pt x="57031" y="216165"/>
                  </a:lnTo>
                  <a:lnTo>
                    <a:pt x="61085" y="219600"/>
                  </a:lnTo>
                  <a:lnTo>
                    <a:pt x="65245" y="222904"/>
                  </a:lnTo>
                  <a:lnTo>
                    <a:pt x="69509" y="226075"/>
                  </a:lnTo>
                  <a:lnTo>
                    <a:pt x="73872" y="229108"/>
                  </a:lnTo>
                  <a:lnTo>
                    <a:pt x="78328" y="232001"/>
                  </a:lnTo>
                  <a:lnTo>
                    <a:pt x="82874" y="234751"/>
                  </a:lnTo>
                  <a:lnTo>
                    <a:pt x="87506" y="237356"/>
                  </a:lnTo>
                  <a:lnTo>
                    <a:pt x="92218" y="239811"/>
                  </a:lnTo>
                  <a:lnTo>
                    <a:pt x="97005" y="242116"/>
                  </a:lnTo>
                  <a:lnTo>
                    <a:pt x="101863" y="244267"/>
                  </a:lnTo>
                  <a:lnTo>
                    <a:pt x="106788" y="246263"/>
                  </a:lnTo>
                  <a:lnTo>
                    <a:pt x="111773" y="248102"/>
                  </a:lnTo>
                  <a:lnTo>
                    <a:pt x="116814" y="249781"/>
                  </a:lnTo>
                  <a:lnTo>
                    <a:pt x="121906" y="251299"/>
                  </a:lnTo>
                  <a:lnTo>
                    <a:pt x="127043" y="252654"/>
                  </a:lnTo>
                  <a:lnTo>
                    <a:pt x="132221" y="253845"/>
                  </a:lnTo>
                  <a:lnTo>
                    <a:pt x="137434" y="254872"/>
                  </a:lnTo>
                  <a:lnTo>
                    <a:pt x="142678" y="255732"/>
                  </a:lnTo>
                  <a:lnTo>
                    <a:pt x="147945" y="256425"/>
                  </a:lnTo>
                  <a:lnTo>
                    <a:pt x="153233" y="256950"/>
                  </a:lnTo>
                  <a:lnTo>
                    <a:pt x="158534" y="257307"/>
                  </a:lnTo>
                  <a:lnTo>
                    <a:pt x="163844" y="257495"/>
                  </a:lnTo>
                  <a:lnTo>
                    <a:pt x="169157" y="257515"/>
                  </a:lnTo>
                  <a:lnTo>
                    <a:pt x="174468" y="257365"/>
                  </a:lnTo>
                  <a:lnTo>
                    <a:pt x="179772" y="257047"/>
                  </a:lnTo>
                  <a:lnTo>
                    <a:pt x="185063" y="256561"/>
                  </a:lnTo>
                  <a:lnTo>
                    <a:pt x="190336" y="255906"/>
                  </a:lnTo>
                  <a:lnTo>
                    <a:pt x="195585" y="255085"/>
                  </a:lnTo>
                  <a:lnTo>
                    <a:pt x="200806" y="254097"/>
                  </a:lnTo>
                  <a:lnTo>
                    <a:pt x="205993" y="252943"/>
                  </a:lnTo>
                  <a:lnTo>
                    <a:pt x="211140" y="251625"/>
                  </a:lnTo>
                  <a:lnTo>
                    <a:pt x="216243" y="250145"/>
                  </a:lnTo>
                  <a:lnTo>
                    <a:pt x="221296" y="248503"/>
                  </a:lnTo>
                  <a:lnTo>
                    <a:pt x="226294" y="246701"/>
                  </a:lnTo>
                  <a:lnTo>
                    <a:pt x="231233" y="244741"/>
                  </a:lnTo>
                  <a:lnTo>
                    <a:pt x="236107" y="242625"/>
                  </a:lnTo>
                  <a:lnTo>
                    <a:pt x="240911" y="240356"/>
                  </a:lnTo>
                  <a:lnTo>
                    <a:pt x="245641" y="237934"/>
                  </a:lnTo>
                  <a:lnTo>
                    <a:pt x="250291" y="235364"/>
                  </a:lnTo>
                  <a:lnTo>
                    <a:pt x="254857" y="232648"/>
                  </a:lnTo>
                  <a:lnTo>
                    <a:pt x="259335" y="229787"/>
                  </a:lnTo>
                  <a:lnTo>
                    <a:pt x="263720" y="226786"/>
                  </a:lnTo>
                  <a:lnTo>
                    <a:pt x="268006" y="223647"/>
                  </a:lnTo>
                  <a:lnTo>
                    <a:pt x="272191" y="220373"/>
                  </a:lnTo>
                  <a:lnTo>
                    <a:pt x="276270" y="216968"/>
                  </a:lnTo>
                  <a:lnTo>
                    <a:pt x="280239" y="213435"/>
                  </a:lnTo>
                  <a:lnTo>
                    <a:pt x="284093" y="209777"/>
                  </a:lnTo>
                  <a:lnTo>
                    <a:pt x="287829" y="205999"/>
                  </a:lnTo>
                  <a:lnTo>
                    <a:pt x="291443" y="202105"/>
                  </a:lnTo>
                  <a:lnTo>
                    <a:pt x="294931" y="198097"/>
                  </a:lnTo>
                  <a:lnTo>
                    <a:pt x="298291" y="193980"/>
                  </a:lnTo>
                  <a:lnTo>
                    <a:pt x="301518" y="189759"/>
                  </a:lnTo>
                  <a:lnTo>
                    <a:pt x="304609" y="185437"/>
                  </a:lnTo>
                  <a:lnTo>
                    <a:pt x="307561" y="181020"/>
                  </a:lnTo>
                  <a:lnTo>
                    <a:pt x="310371" y="176510"/>
                  </a:lnTo>
                  <a:lnTo>
                    <a:pt x="313037" y="171914"/>
                  </a:lnTo>
                  <a:lnTo>
                    <a:pt x="315555" y="167235"/>
                  </a:lnTo>
                  <a:lnTo>
                    <a:pt x="317923" y="162479"/>
                  </a:lnTo>
                  <a:lnTo>
                    <a:pt x="320139" y="157650"/>
                  </a:lnTo>
                  <a:lnTo>
                    <a:pt x="322200" y="152753"/>
                  </a:lnTo>
                  <a:lnTo>
                    <a:pt x="324104" y="147792"/>
                  </a:lnTo>
                  <a:lnTo>
                    <a:pt x="325850" y="142774"/>
                  </a:lnTo>
                  <a:lnTo>
                    <a:pt x="327436" y="137703"/>
                  </a:lnTo>
                  <a:lnTo>
                    <a:pt x="328859" y="132584"/>
                  </a:lnTo>
                  <a:lnTo>
                    <a:pt x="330120" y="127422"/>
                  </a:lnTo>
                  <a:lnTo>
                    <a:pt x="331215" y="122223"/>
                  </a:lnTo>
                  <a:lnTo>
                    <a:pt x="332145" y="116992"/>
                  </a:lnTo>
                  <a:lnTo>
                    <a:pt x="332908" y="111733"/>
                  </a:lnTo>
                  <a:lnTo>
                    <a:pt x="333503" y="106454"/>
                  </a:lnTo>
                  <a:lnTo>
                    <a:pt x="333931" y="101158"/>
                  </a:lnTo>
                  <a:lnTo>
                    <a:pt x="334190" y="95851"/>
                  </a:lnTo>
                  <a:lnTo>
                    <a:pt x="334280" y="90538"/>
                  </a:lnTo>
                  <a:lnTo>
                    <a:pt x="334201" y="85225"/>
                  </a:lnTo>
                  <a:lnTo>
                    <a:pt x="333953" y="79918"/>
                  </a:lnTo>
                  <a:lnTo>
                    <a:pt x="333537" y="74621"/>
                  </a:lnTo>
                  <a:lnTo>
                    <a:pt x="332953" y="69340"/>
                  </a:lnTo>
                  <a:lnTo>
                    <a:pt x="332201" y="64080"/>
                  </a:lnTo>
                  <a:lnTo>
                    <a:pt x="331283" y="58847"/>
                  </a:lnTo>
                  <a:lnTo>
                    <a:pt x="330198" y="53645"/>
                  </a:lnTo>
                  <a:lnTo>
                    <a:pt x="328949" y="48481"/>
                  </a:lnTo>
                  <a:lnTo>
                    <a:pt x="327536" y="43359"/>
                  </a:lnTo>
                  <a:lnTo>
                    <a:pt x="325962" y="38284"/>
                  </a:lnTo>
                  <a:lnTo>
                    <a:pt x="324226" y="33262"/>
                  </a:lnTo>
                  <a:lnTo>
                    <a:pt x="322332" y="28298"/>
                  </a:lnTo>
                  <a:lnTo>
                    <a:pt x="320282" y="23396"/>
                  </a:lnTo>
                  <a:lnTo>
                    <a:pt x="318076" y="18562"/>
                  </a:lnTo>
                  <a:lnTo>
                    <a:pt x="315718" y="13801"/>
                  </a:lnTo>
                  <a:lnTo>
                    <a:pt x="313210" y="9117"/>
                  </a:lnTo>
                  <a:lnTo>
                    <a:pt x="310554" y="4515"/>
                  </a:lnTo>
                  <a:lnTo>
                    <a:pt x="307754" y="0"/>
                  </a:lnTo>
                  <a:lnTo>
                    <a:pt x="167112" y="903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919011" y="2633064"/>
              <a:ext cx="140641" cy="167167"/>
            </a:xfrm>
            <a:custGeom>
              <a:avLst/>
              <a:pathLst>
                <a:path w="140641" h="167167">
                  <a:moveTo>
                    <a:pt x="140641" y="76807"/>
                  </a:moveTo>
                  <a:lnTo>
                    <a:pt x="137552" y="72171"/>
                  </a:lnTo>
                  <a:lnTo>
                    <a:pt x="134311" y="67641"/>
                  </a:lnTo>
                  <a:lnTo>
                    <a:pt x="130920" y="63221"/>
                  </a:lnTo>
                  <a:lnTo>
                    <a:pt x="127384" y="58917"/>
                  </a:lnTo>
                  <a:lnTo>
                    <a:pt x="123707" y="54733"/>
                  </a:lnTo>
                  <a:lnTo>
                    <a:pt x="119892" y="50673"/>
                  </a:lnTo>
                  <a:lnTo>
                    <a:pt x="115944" y="46744"/>
                  </a:lnTo>
                  <a:lnTo>
                    <a:pt x="111867" y="42947"/>
                  </a:lnTo>
                  <a:lnTo>
                    <a:pt x="107667" y="39289"/>
                  </a:lnTo>
                  <a:lnTo>
                    <a:pt x="103346" y="35773"/>
                  </a:lnTo>
                  <a:lnTo>
                    <a:pt x="98911" y="32403"/>
                  </a:lnTo>
                  <a:lnTo>
                    <a:pt x="94366" y="29182"/>
                  </a:lnTo>
                  <a:lnTo>
                    <a:pt x="89716" y="26114"/>
                  </a:lnTo>
                  <a:lnTo>
                    <a:pt x="84967" y="23203"/>
                  </a:lnTo>
                  <a:lnTo>
                    <a:pt x="80123" y="20452"/>
                  </a:lnTo>
                  <a:lnTo>
                    <a:pt x="75191" y="17864"/>
                  </a:lnTo>
                  <a:lnTo>
                    <a:pt x="70174" y="15442"/>
                  </a:lnTo>
                  <a:lnTo>
                    <a:pt x="65080" y="13188"/>
                  </a:lnTo>
                  <a:lnTo>
                    <a:pt x="59914" y="11105"/>
                  </a:lnTo>
                  <a:lnTo>
                    <a:pt x="54681" y="9196"/>
                  </a:lnTo>
                  <a:lnTo>
                    <a:pt x="49387" y="7462"/>
                  </a:lnTo>
                  <a:lnTo>
                    <a:pt x="44039" y="5905"/>
                  </a:lnTo>
                  <a:lnTo>
                    <a:pt x="38642" y="4527"/>
                  </a:lnTo>
                  <a:lnTo>
                    <a:pt x="33201" y="3330"/>
                  </a:lnTo>
                  <a:lnTo>
                    <a:pt x="27724" y="2315"/>
                  </a:lnTo>
                  <a:lnTo>
                    <a:pt x="22216" y="1482"/>
                  </a:lnTo>
                  <a:lnTo>
                    <a:pt x="16684" y="834"/>
                  </a:lnTo>
                  <a:lnTo>
                    <a:pt x="11133" y="371"/>
                  </a:lnTo>
                  <a:lnTo>
                    <a:pt x="556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45212" y="2126963"/>
              <a:ext cx="83259" cy="167167"/>
            </a:xfrm>
            <a:custGeom>
              <a:avLst/>
              <a:pathLst>
                <a:path w="83259" h="167167">
                  <a:moveTo>
                    <a:pt x="83259" y="0"/>
                  </a:moveTo>
                  <a:lnTo>
                    <a:pt x="77450" y="100"/>
                  </a:lnTo>
                  <a:lnTo>
                    <a:pt x="71648" y="403"/>
                  </a:lnTo>
                  <a:lnTo>
                    <a:pt x="65860" y="907"/>
                  </a:lnTo>
                  <a:lnTo>
                    <a:pt x="60092" y="1612"/>
                  </a:lnTo>
                  <a:lnTo>
                    <a:pt x="54353" y="2518"/>
                  </a:lnTo>
                  <a:lnTo>
                    <a:pt x="48649" y="3621"/>
                  </a:lnTo>
                  <a:lnTo>
                    <a:pt x="42987" y="4923"/>
                  </a:lnTo>
                  <a:lnTo>
                    <a:pt x="37373" y="6420"/>
                  </a:lnTo>
                  <a:lnTo>
                    <a:pt x="31815" y="8112"/>
                  </a:lnTo>
                  <a:lnTo>
                    <a:pt x="26319" y="9996"/>
                  </a:lnTo>
                  <a:lnTo>
                    <a:pt x="20891" y="12069"/>
                  </a:lnTo>
                  <a:lnTo>
                    <a:pt x="15539" y="14330"/>
                  </a:lnTo>
                  <a:lnTo>
                    <a:pt x="10269" y="16776"/>
                  </a:lnTo>
                  <a:lnTo>
                    <a:pt x="5087" y="19403"/>
                  </a:lnTo>
                  <a:lnTo>
                    <a:pt x="0" y="22209"/>
                  </a:lnTo>
                  <a:lnTo>
                    <a:pt x="832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5212" y="2149173"/>
              <a:ext cx="83259" cy="144958"/>
            </a:xfrm>
            <a:custGeom>
              <a:avLst/>
              <a:pathLst>
                <a:path w="83259" h="144958">
                  <a:moveTo>
                    <a:pt x="0" y="0"/>
                  </a:moveTo>
                  <a:lnTo>
                    <a:pt x="83259" y="1449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561314" y="2149173"/>
              <a:ext cx="196210" cy="312109"/>
            </a:xfrm>
            <a:custGeom>
              <a:avLst/>
              <a:pathLst>
                <a:path w="196210" h="312109">
                  <a:moveTo>
                    <a:pt x="83898" y="0"/>
                  </a:moveTo>
                  <a:lnTo>
                    <a:pt x="79285" y="2749"/>
                  </a:lnTo>
                  <a:lnTo>
                    <a:pt x="74763" y="5644"/>
                  </a:lnTo>
                  <a:lnTo>
                    <a:pt x="70336" y="8684"/>
                  </a:lnTo>
                  <a:lnTo>
                    <a:pt x="66008" y="11864"/>
                  </a:lnTo>
                  <a:lnTo>
                    <a:pt x="61786" y="15182"/>
                  </a:lnTo>
                  <a:lnTo>
                    <a:pt x="57672" y="18633"/>
                  </a:lnTo>
                  <a:lnTo>
                    <a:pt x="53671" y="22215"/>
                  </a:lnTo>
                  <a:lnTo>
                    <a:pt x="49787" y="25924"/>
                  </a:lnTo>
                  <a:lnTo>
                    <a:pt x="46024" y="29755"/>
                  </a:lnTo>
                  <a:lnTo>
                    <a:pt x="42386" y="33705"/>
                  </a:lnTo>
                  <a:lnTo>
                    <a:pt x="38877" y="37770"/>
                  </a:lnTo>
                  <a:lnTo>
                    <a:pt x="35500" y="41946"/>
                  </a:lnTo>
                  <a:lnTo>
                    <a:pt x="32260" y="46228"/>
                  </a:lnTo>
                  <a:lnTo>
                    <a:pt x="29158" y="50612"/>
                  </a:lnTo>
                  <a:lnTo>
                    <a:pt x="26199" y="55093"/>
                  </a:lnTo>
                  <a:lnTo>
                    <a:pt x="23385" y="59667"/>
                  </a:lnTo>
                  <a:lnTo>
                    <a:pt x="20720" y="64329"/>
                  </a:lnTo>
                  <a:lnTo>
                    <a:pt x="18206" y="69074"/>
                  </a:lnTo>
                  <a:lnTo>
                    <a:pt x="15845" y="73898"/>
                  </a:lnTo>
                  <a:lnTo>
                    <a:pt x="13641" y="78794"/>
                  </a:lnTo>
                  <a:lnTo>
                    <a:pt x="11595" y="83759"/>
                  </a:lnTo>
                  <a:lnTo>
                    <a:pt x="9709" y="88788"/>
                  </a:lnTo>
                  <a:lnTo>
                    <a:pt x="7986" y="93874"/>
                  </a:lnTo>
                  <a:lnTo>
                    <a:pt x="6428" y="99013"/>
                  </a:lnTo>
                  <a:lnTo>
                    <a:pt x="5035" y="104199"/>
                  </a:lnTo>
                  <a:lnTo>
                    <a:pt x="3809" y="109428"/>
                  </a:lnTo>
                  <a:lnTo>
                    <a:pt x="2752" y="114693"/>
                  </a:lnTo>
                  <a:lnTo>
                    <a:pt x="1865" y="119989"/>
                  </a:lnTo>
                  <a:lnTo>
                    <a:pt x="1148" y="125311"/>
                  </a:lnTo>
                  <a:lnTo>
                    <a:pt x="603" y="130653"/>
                  </a:lnTo>
                  <a:lnTo>
                    <a:pt x="230" y="136010"/>
                  </a:lnTo>
                  <a:lnTo>
                    <a:pt x="28" y="141377"/>
                  </a:lnTo>
                  <a:lnTo>
                    <a:pt x="0" y="146747"/>
                  </a:lnTo>
                  <a:lnTo>
                    <a:pt x="143" y="152115"/>
                  </a:lnTo>
                  <a:lnTo>
                    <a:pt x="459" y="157476"/>
                  </a:lnTo>
                  <a:lnTo>
                    <a:pt x="947" y="162824"/>
                  </a:lnTo>
                  <a:lnTo>
                    <a:pt x="1607" y="168153"/>
                  </a:lnTo>
                  <a:lnTo>
                    <a:pt x="2437" y="173459"/>
                  </a:lnTo>
                  <a:lnTo>
                    <a:pt x="3438" y="178735"/>
                  </a:lnTo>
                  <a:lnTo>
                    <a:pt x="4607" y="183976"/>
                  </a:lnTo>
                  <a:lnTo>
                    <a:pt x="5944" y="189177"/>
                  </a:lnTo>
                  <a:lnTo>
                    <a:pt x="7448" y="194332"/>
                  </a:lnTo>
                  <a:lnTo>
                    <a:pt x="9116" y="199437"/>
                  </a:lnTo>
                  <a:lnTo>
                    <a:pt x="10948" y="204485"/>
                  </a:lnTo>
                  <a:lnTo>
                    <a:pt x="12940" y="209471"/>
                  </a:lnTo>
                  <a:lnTo>
                    <a:pt x="15092" y="214392"/>
                  </a:lnTo>
                  <a:lnTo>
                    <a:pt x="17401" y="219240"/>
                  </a:lnTo>
                  <a:lnTo>
                    <a:pt x="19864" y="224012"/>
                  </a:lnTo>
                  <a:lnTo>
                    <a:pt x="22479" y="228702"/>
                  </a:lnTo>
                  <a:lnTo>
                    <a:pt x="25244" y="233306"/>
                  </a:lnTo>
                  <a:lnTo>
                    <a:pt x="28155" y="237819"/>
                  </a:lnTo>
                  <a:lnTo>
                    <a:pt x="31209" y="242236"/>
                  </a:lnTo>
                  <a:lnTo>
                    <a:pt x="34404" y="246552"/>
                  </a:lnTo>
                  <a:lnTo>
                    <a:pt x="37735" y="250764"/>
                  </a:lnTo>
                  <a:lnTo>
                    <a:pt x="41201" y="254866"/>
                  </a:lnTo>
                  <a:lnTo>
                    <a:pt x="44796" y="258855"/>
                  </a:lnTo>
                  <a:lnTo>
                    <a:pt x="48518" y="262727"/>
                  </a:lnTo>
                  <a:lnTo>
                    <a:pt x="52361" y="266477"/>
                  </a:lnTo>
                  <a:lnTo>
                    <a:pt x="56324" y="270101"/>
                  </a:lnTo>
                  <a:lnTo>
                    <a:pt x="60401" y="273596"/>
                  </a:lnTo>
                  <a:lnTo>
                    <a:pt x="64588" y="276959"/>
                  </a:lnTo>
                  <a:lnTo>
                    <a:pt x="68880" y="280186"/>
                  </a:lnTo>
                  <a:lnTo>
                    <a:pt x="73275" y="283272"/>
                  </a:lnTo>
                  <a:lnTo>
                    <a:pt x="77766" y="286217"/>
                  </a:lnTo>
                  <a:lnTo>
                    <a:pt x="82349" y="289015"/>
                  </a:lnTo>
                  <a:lnTo>
                    <a:pt x="87020" y="291665"/>
                  </a:lnTo>
                  <a:lnTo>
                    <a:pt x="91774" y="294163"/>
                  </a:lnTo>
                  <a:lnTo>
                    <a:pt x="96605" y="296507"/>
                  </a:lnTo>
                  <a:lnTo>
                    <a:pt x="101509" y="298695"/>
                  </a:lnTo>
                  <a:lnTo>
                    <a:pt x="106481" y="300724"/>
                  </a:lnTo>
                  <a:lnTo>
                    <a:pt x="111516" y="302593"/>
                  </a:lnTo>
                  <a:lnTo>
                    <a:pt x="116607" y="304299"/>
                  </a:lnTo>
                  <a:lnTo>
                    <a:pt x="121752" y="305840"/>
                  </a:lnTo>
                  <a:lnTo>
                    <a:pt x="126943" y="307216"/>
                  </a:lnTo>
                  <a:lnTo>
                    <a:pt x="132175" y="308424"/>
                  </a:lnTo>
                  <a:lnTo>
                    <a:pt x="137444" y="309463"/>
                  </a:lnTo>
                  <a:lnTo>
                    <a:pt x="142743" y="310333"/>
                  </a:lnTo>
                  <a:lnTo>
                    <a:pt x="148067" y="311031"/>
                  </a:lnTo>
                  <a:lnTo>
                    <a:pt x="153411" y="311559"/>
                  </a:lnTo>
                  <a:lnTo>
                    <a:pt x="158770" y="311914"/>
                  </a:lnTo>
                  <a:lnTo>
                    <a:pt x="164137" y="312098"/>
                  </a:lnTo>
                  <a:lnTo>
                    <a:pt x="169507" y="312109"/>
                  </a:lnTo>
                  <a:lnTo>
                    <a:pt x="174874" y="311947"/>
                  </a:lnTo>
                  <a:lnTo>
                    <a:pt x="180234" y="311613"/>
                  </a:lnTo>
                  <a:lnTo>
                    <a:pt x="185580" y="311107"/>
                  </a:lnTo>
                  <a:lnTo>
                    <a:pt x="190908" y="310429"/>
                  </a:lnTo>
                  <a:lnTo>
                    <a:pt x="196210" y="309581"/>
                  </a:lnTo>
                  <a:lnTo>
                    <a:pt x="167157" y="1449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728472" y="2126963"/>
              <a:ext cx="167162" cy="331790"/>
            </a:xfrm>
            <a:custGeom>
              <a:avLst/>
              <a:pathLst>
                <a:path w="167162" h="331790">
                  <a:moveTo>
                    <a:pt x="29052" y="331790"/>
                  </a:moveTo>
                  <a:lnTo>
                    <a:pt x="34289" y="330780"/>
                  </a:lnTo>
                  <a:lnTo>
                    <a:pt x="39490" y="329603"/>
                  </a:lnTo>
                  <a:lnTo>
                    <a:pt x="44651" y="328261"/>
                  </a:lnTo>
                  <a:lnTo>
                    <a:pt x="49767" y="326754"/>
                  </a:lnTo>
                  <a:lnTo>
                    <a:pt x="54832" y="325086"/>
                  </a:lnTo>
                  <a:lnTo>
                    <a:pt x="59841" y="323257"/>
                  </a:lnTo>
                  <a:lnTo>
                    <a:pt x="64789" y="321268"/>
                  </a:lnTo>
                  <a:lnTo>
                    <a:pt x="69672" y="319123"/>
                  </a:lnTo>
                  <a:lnTo>
                    <a:pt x="74483" y="316824"/>
                  </a:lnTo>
                  <a:lnTo>
                    <a:pt x="79219" y="314372"/>
                  </a:lnTo>
                  <a:lnTo>
                    <a:pt x="83874" y="311770"/>
                  </a:lnTo>
                  <a:lnTo>
                    <a:pt x="88444" y="309021"/>
                  </a:lnTo>
                  <a:lnTo>
                    <a:pt x="92923" y="306128"/>
                  </a:lnTo>
                  <a:lnTo>
                    <a:pt x="97308" y="303093"/>
                  </a:lnTo>
                  <a:lnTo>
                    <a:pt x="101594" y="299920"/>
                  </a:lnTo>
                  <a:lnTo>
                    <a:pt x="105777" y="296612"/>
                  </a:lnTo>
                  <a:lnTo>
                    <a:pt x="109852" y="293172"/>
                  </a:lnTo>
                  <a:lnTo>
                    <a:pt x="113816" y="289604"/>
                  </a:lnTo>
                  <a:lnTo>
                    <a:pt x="117663" y="285911"/>
                  </a:lnTo>
                  <a:lnTo>
                    <a:pt x="121391" y="282098"/>
                  </a:lnTo>
                  <a:lnTo>
                    <a:pt x="124995" y="278167"/>
                  </a:lnTo>
                  <a:lnTo>
                    <a:pt x="128472" y="274124"/>
                  </a:lnTo>
                  <a:lnTo>
                    <a:pt x="131818" y="269972"/>
                  </a:lnTo>
                  <a:lnTo>
                    <a:pt x="135030" y="265715"/>
                  </a:lnTo>
                  <a:lnTo>
                    <a:pt x="138105" y="261358"/>
                  </a:lnTo>
                  <a:lnTo>
                    <a:pt x="141039" y="256905"/>
                  </a:lnTo>
                  <a:lnTo>
                    <a:pt x="143829" y="252360"/>
                  </a:lnTo>
                  <a:lnTo>
                    <a:pt x="146474" y="247729"/>
                  </a:lnTo>
                  <a:lnTo>
                    <a:pt x="148969" y="243016"/>
                  </a:lnTo>
                  <a:lnTo>
                    <a:pt x="151312" y="238226"/>
                  </a:lnTo>
                  <a:lnTo>
                    <a:pt x="153502" y="233363"/>
                  </a:lnTo>
                  <a:lnTo>
                    <a:pt x="155535" y="228433"/>
                  </a:lnTo>
                  <a:lnTo>
                    <a:pt x="157410" y="223441"/>
                  </a:lnTo>
                  <a:lnTo>
                    <a:pt x="159125" y="218392"/>
                  </a:lnTo>
                  <a:lnTo>
                    <a:pt x="160678" y="213290"/>
                  </a:lnTo>
                  <a:lnTo>
                    <a:pt x="162068" y="208141"/>
                  </a:lnTo>
                  <a:lnTo>
                    <a:pt x="163292" y="202951"/>
                  </a:lnTo>
                  <a:lnTo>
                    <a:pt x="164350" y="197724"/>
                  </a:lnTo>
                  <a:lnTo>
                    <a:pt x="165241" y="192466"/>
                  </a:lnTo>
                  <a:lnTo>
                    <a:pt x="165964" y="187183"/>
                  </a:lnTo>
                  <a:lnTo>
                    <a:pt x="166518" y="181879"/>
                  </a:lnTo>
                  <a:lnTo>
                    <a:pt x="166903" y="176560"/>
                  </a:lnTo>
                  <a:lnTo>
                    <a:pt x="167118" y="171232"/>
                  </a:lnTo>
                  <a:lnTo>
                    <a:pt x="167162" y="165899"/>
                  </a:lnTo>
                  <a:lnTo>
                    <a:pt x="167037" y="160568"/>
                  </a:lnTo>
                  <a:lnTo>
                    <a:pt x="166741" y="155243"/>
                  </a:lnTo>
                  <a:lnTo>
                    <a:pt x="166276" y="149931"/>
                  </a:lnTo>
                  <a:lnTo>
                    <a:pt x="165642" y="144636"/>
                  </a:lnTo>
                  <a:lnTo>
                    <a:pt x="164839" y="139364"/>
                  </a:lnTo>
                  <a:lnTo>
                    <a:pt x="163868" y="134120"/>
                  </a:lnTo>
                  <a:lnTo>
                    <a:pt x="162730" y="128910"/>
                  </a:lnTo>
                  <a:lnTo>
                    <a:pt x="161427" y="123739"/>
                  </a:lnTo>
                  <a:lnTo>
                    <a:pt x="159960" y="118612"/>
                  </a:lnTo>
                  <a:lnTo>
                    <a:pt x="158330" y="113534"/>
                  </a:lnTo>
                  <a:lnTo>
                    <a:pt x="156539" y="108511"/>
                  </a:lnTo>
                  <a:lnTo>
                    <a:pt x="154588" y="103548"/>
                  </a:lnTo>
                  <a:lnTo>
                    <a:pt x="152480" y="98650"/>
                  </a:lnTo>
                  <a:lnTo>
                    <a:pt x="150217" y="93821"/>
                  </a:lnTo>
                  <a:lnTo>
                    <a:pt x="147801" y="89067"/>
                  </a:lnTo>
                  <a:lnTo>
                    <a:pt x="145235" y="84392"/>
                  </a:lnTo>
                  <a:lnTo>
                    <a:pt x="142520" y="79801"/>
                  </a:lnTo>
                  <a:lnTo>
                    <a:pt x="139661" y="75300"/>
                  </a:lnTo>
                  <a:lnTo>
                    <a:pt x="136660" y="70892"/>
                  </a:lnTo>
                  <a:lnTo>
                    <a:pt x="133520" y="66582"/>
                  </a:lnTo>
                  <a:lnTo>
                    <a:pt x="130243" y="62374"/>
                  </a:lnTo>
                  <a:lnTo>
                    <a:pt x="126834" y="58273"/>
                  </a:lnTo>
                  <a:lnTo>
                    <a:pt x="123297" y="54283"/>
                  </a:lnTo>
                  <a:lnTo>
                    <a:pt x="119633" y="50408"/>
                  </a:lnTo>
                  <a:lnTo>
                    <a:pt x="115848" y="46651"/>
                  </a:lnTo>
                  <a:lnTo>
                    <a:pt x="111945" y="43017"/>
                  </a:lnTo>
                  <a:lnTo>
                    <a:pt x="107928" y="39510"/>
                  </a:lnTo>
                  <a:lnTo>
                    <a:pt x="103801" y="36132"/>
                  </a:lnTo>
                  <a:lnTo>
                    <a:pt x="99569" y="32888"/>
                  </a:lnTo>
                  <a:lnTo>
                    <a:pt x="95235" y="29780"/>
                  </a:lnTo>
                  <a:lnTo>
                    <a:pt x="90804" y="26812"/>
                  </a:lnTo>
                  <a:lnTo>
                    <a:pt x="86281" y="23987"/>
                  </a:lnTo>
                  <a:lnTo>
                    <a:pt x="81670" y="21308"/>
                  </a:lnTo>
                  <a:lnTo>
                    <a:pt x="76976" y="18777"/>
                  </a:lnTo>
                  <a:lnTo>
                    <a:pt x="72204" y="16397"/>
                  </a:lnTo>
                  <a:lnTo>
                    <a:pt x="67358" y="14171"/>
                  </a:lnTo>
                  <a:lnTo>
                    <a:pt x="62444" y="12100"/>
                  </a:lnTo>
                  <a:lnTo>
                    <a:pt x="57466" y="10187"/>
                  </a:lnTo>
                  <a:lnTo>
                    <a:pt x="52430" y="8434"/>
                  </a:lnTo>
                  <a:lnTo>
                    <a:pt x="47340" y="6843"/>
                  </a:lnTo>
                  <a:lnTo>
                    <a:pt x="42202" y="5414"/>
                  </a:lnTo>
                  <a:lnTo>
                    <a:pt x="37021" y="4151"/>
                  </a:lnTo>
                  <a:lnTo>
                    <a:pt x="31803" y="3053"/>
                  </a:lnTo>
                  <a:lnTo>
                    <a:pt x="26552" y="2122"/>
                  </a:lnTo>
                  <a:lnTo>
                    <a:pt x="21274" y="1359"/>
                  </a:lnTo>
                  <a:lnTo>
                    <a:pt x="15974" y="765"/>
                  </a:lnTo>
                  <a:lnTo>
                    <a:pt x="10658" y="340"/>
                  </a:lnTo>
                  <a:lnTo>
                    <a:pt x="533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3675" y="1681503"/>
              <a:ext cx="49559" cy="167167"/>
            </a:xfrm>
            <a:custGeom>
              <a:avLst/>
              <a:pathLst>
                <a:path w="49559" h="167167">
                  <a:moveTo>
                    <a:pt x="49559" y="0"/>
                  </a:moveTo>
                  <a:lnTo>
                    <a:pt x="43271" y="118"/>
                  </a:lnTo>
                  <a:lnTo>
                    <a:pt x="36992" y="473"/>
                  </a:lnTo>
                  <a:lnTo>
                    <a:pt x="30731" y="1063"/>
                  </a:lnTo>
                  <a:lnTo>
                    <a:pt x="24496" y="1889"/>
                  </a:lnTo>
                  <a:lnTo>
                    <a:pt x="18297" y="2949"/>
                  </a:lnTo>
                  <a:lnTo>
                    <a:pt x="12142" y="4241"/>
                  </a:lnTo>
                  <a:lnTo>
                    <a:pt x="6040" y="5764"/>
                  </a:lnTo>
                  <a:lnTo>
                    <a:pt x="0" y="7515"/>
                  </a:lnTo>
                  <a:lnTo>
                    <a:pt x="4955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256067" y="1689018"/>
              <a:ext cx="334334" cy="326800"/>
            </a:xfrm>
            <a:custGeom>
              <a:avLst/>
              <a:pathLst>
                <a:path w="334334" h="326800">
                  <a:moveTo>
                    <a:pt x="117607" y="0"/>
                  </a:moveTo>
                  <a:lnTo>
                    <a:pt x="112564" y="1653"/>
                  </a:lnTo>
                  <a:lnTo>
                    <a:pt x="107576" y="3466"/>
                  </a:lnTo>
                  <a:lnTo>
                    <a:pt x="102649" y="5436"/>
                  </a:lnTo>
                  <a:lnTo>
                    <a:pt x="97786" y="7562"/>
                  </a:lnTo>
                  <a:lnTo>
                    <a:pt x="92993" y="9841"/>
                  </a:lnTo>
                  <a:lnTo>
                    <a:pt x="88275" y="12271"/>
                  </a:lnTo>
                  <a:lnTo>
                    <a:pt x="83636" y="14850"/>
                  </a:lnTo>
                  <a:lnTo>
                    <a:pt x="79082" y="17574"/>
                  </a:lnTo>
                  <a:lnTo>
                    <a:pt x="74616" y="20442"/>
                  </a:lnTo>
                  <a:lnTo>
                    <a:pt x="70244" y="23450"/>
                  </a:lnTo>
                  <a:lnTo>
                    <a:pt x="65969" y="26596"/>
                  </a:lnTo>
                  <a:lnTo>
                    <a:pt x="61796" y="29875"/>
                  </a:lnTo>
                  <a:lnTo>
                    <a:pt x="57730" y="33285"/>
                  </a:lnTo>
                  <a:lnTo>
                    <a:pt x="53773" y="36823"/>
                  </a:lnTo>
                  <a:lnTo>
                    <a:pt x="49932" y="40484"/>
                  </a:lnTo>
                  <a:lnTo>
                    <a:pt x="46208" y="44266"/>
                  </a:lnTo>
                  <a:lnTo>
                    <a:pt x="42606" y="48164"/>
                  </a:lnTo>
                  <a:lnTo>
                    <a:pt x="39130" y="52174"/>
                  </a:lnTo>
                  <a:lnTo>
                    <a:pt x="35783" y="56293"/>
                  </a:lnTo>
                  <a:lnTo>
                    <a:pt x="32568" y="60515"/>
                  </a:lnTo>
                  <a:lnTo>
                    <a:pt x="29489" y="64838"/>
                  </a:lnTo>
                  <a:lnTo>
                    <a:pt x="26548" y="69256"/>
                  </a:lnTo>
                  <a:lnTo>
                    <a:pt x="23750" y="73765"/>
                  </a:lnTo>
                  <a:lnTo>
                    <a:pt x="21096" y="78361"/>
                  </a:lnTo>
                  <a:lnTo>
                    <a:pt x="18589" y="83039"/>
                  </a:lnTo>
                  <a:lnTo>
                    <a:pt x="16232" y="87794"/>
                  </a:lnTo>
                  <a:lnTo>
                    <a:pt x="14027" y="92622"/>
                  </a:lnTo>
                  <a:lnTo>
                    <a:pt x="11976" y="97517"/>
                  </a:lnTo>
                  <a:lnTo>
                    <a:pt x="10082" y="102474"/>
                  </a:lnTo>
                  <a:lnTo>
                    <a:pt x="8346" y="107490"/>
                  </a:lnTo>
                  <a:lnTo>
                    <a:pt x="6770" y="112557"/>
                  </a:lnTo>
                  <a:lnTo>
                    <a:pt x="5356" y="117673"/>
                  </a:lnTo>
                  <a:lnTo>
                    <a:pt x="4105" y="122830"/>
                  </a:lnTo>
                  <a:lnTo>
                    <a:pt x="3018" y="128025"/>
                  </a:lnTo>
                  <a:lnTo>
                    <a:pt x="2097" y="133252"/>
                  </a:lnTo>
                  <a:lnTo>
                    <a:pt x="1342" y="138505"/>
                  </a:lnTo>
                  <a:lnTo>
                    <a:pt x="755" y="143779"/>
                  </a:lnTo>
                  <a:lnTo>
                    <a:pt x="335" y="149070"/>
                  </a:lnTo>
                  <a:lnTo>
                    <a:pt x="83" y="154371"/>
                  </a:lnTo>
                  <a:lnTo>
                    <a:pt x="0" y="159678"/>
                  </a:lnTo>
                  <a:lnTo>
                    <a:pt x="85" y="164984"/>
                  </a:lnTo>
                  <a:lnTo>
                    <a:pt x="338" y="170285"/>
                  </a:lnTo>
                  <a:lnTo>
                    <a:pt x="760" y="175576"/>
                  </a:lnTo>
                  <a:lnTo>
                    <a:pt x="1349" y="180850"/>
                  </a:lnTo>
                  <a:lnTo>
                    <a:pt x="2106" y="186103"/>
                  </a:lnTo>
                  <a:lnTo>
                    <a:pt x="3028" y="191329"/>
                  </a:lnTo>
                  <a:lnTo>
                    <a:pt x="4117" y="196524"/>
                  </a:lnTo>
                  <a:lnTo>
                    <a:pt x="5369" y="201681"/>
                  </a:lnTo>
                  <a:lnTo>
                    <a:pt x="6785" y="206796"/>
                  </a:lnTo>
                  <a:lnTo>
                    <a:pt x="8362" y="211863"/>
                  </a:lnTo>
                  <a:lnTo>
                    <a:pt x="10100" y="216878"/>
                  </a:lnTo>
                  <a:lnTo>
                    <a:pt x="11996" y="221835"/>
                  </a:lnTo>
                  <a:lnTo>
                    <a:pt x="14048" y="226730"/>
                  </a:lnTo>
                  <a:lnTo>
                    <a:pt x="16254" y="231556"/>
                  </a:lnTo>
                  <a:lnTo>
                    <a:pt x="18613" y="236311"/>
                  </a:lnTo>
                  <a:lnTo>
                    <a:pt x="21121" y="240988"/>
                  </a:lnTo>
                  <a:lnTo>
                    <a:pt x="23777" y="245583"/>
                  </a:lnTo>
                  <a:lnTo>
                    <a:pt x="26577" y="250091"/>
                  </a:lnTo>
                  <a:lnTo>
                    <a:pt x="29518" y="254508"/>
                  </a:lnTo>
                  <a:lnTo>
                    <a:pt x="32599" y="258830"/>
                  </a:lnTo>
                  <a:lnTo>
                    <a:pt x="35815" y="263052"/>
                  </a:lnTo>
                  <a:lnTo>
                    <a:pt x="39163" y="267169"/>
                  </a:lnTo>
                  <a:lnTo>
                    <a:pt x="42641" y="271178"/>
                  </a:lnTo>
                  <a:lnTo>
                    <a:pt x="46244" y="275075"/>
                  </a:lnTo>
                  <a:lnTo>
                    <a:pt x="49969" y="278855"/>
                  </a:lnTo>
                  <a:lnTo>
                    <a:pt x="53812" y="282516"/>
                  </a:lnTo>
                  <a:lnTo>
                    <a:pt x="57769" y="286052"/>
                  </a:lnTo>
                  <a:lnTo>
                    <a:pt x="61837" y="289461"/>
                  </a:lnTo>
                  <a:lnTo>
                    <a:pt x="66010" y="292739"/>
                  </a:lnTo>
                  <a:lnTo>
                    <a:pt x="70286" y="295883"/>
                  </a:lnTo>
                  <a:lnTo>
                    <a:pt x="74659" y="298890"/>
                  </a:lnTo>
                  <a:lnTo>
                    <a:pt x="79126" y="301756"/>
                  </a:lnTo>
                  <a:lnTo>
                    <a:pt x="83681" y="304479"/>
                  </a:lnTo>
                  <a:lnTo>
                    <a:pt x="88321" y="307057"/>
                  </a:lnTo>
                  <a:lnTo>
                    <a:pt x="93040" y="309485"/>
                  </a:lnTo>
                  <a:lnTo>
                    <a:pt x="97833" y="311763"/>
                  </a:lnTo>
                  <a:lnTo>
                    <a:pt x="102697" y="313887"/>
                  </a:lnTo>
                  <a:lnTo>
                    <a:pt x="107625" y="315856"/>
                  </a:lnTo>
                  <a:lnTo>
                    <a:pt x="112614" y="317667"/>
                  </a:lnTo>
                  <a:lnTo>
                    <a:pt x="117657" y="319319"/>
                  </a:lnTo>
                  <a:lnTo>
                    <a:pt x="122751" y="320810"/>
                  </a:lnTo>
                  <a:lnTo>
                    <a:pt x="127889" y="322139"/>
                  </a:lnTo>
                  <a:lnTo>
                    <a:pt x="133067" y="323304"/>
                  </a:lnTo>
                  <a:lnTo>
                    <a:pt x="138279" y="324304"/>
                  </a:lnTo>
                  <a:lnTo>
                    <a:pt x="143520" y="325138"/>
                  </a:lnTo>
                  <a:lnTo>
                    <a:pt x="148785" y="325805"/>
                  </a:lnTo>
                  <a:lnTo>
                    <a:pt x="154069" y="326305"/>
                  </a:lnTo>
                  <a:lnTo>
                    <a:pt x="159365" y="326637"/>
                  </a:lnTo>
                  <a:lnTo>
                    <a:pt x="164670" y="326800"/>
                  </a:lnTo>
                  <a:lnTo>
                    <a:pt x="169977" y="326795"/>
                  </a:lnTo>
                  <a:lnTo>
                    <a:pt x="175282" y="326622"/>
                  </a:lnTo>
                  <a:lnTo>
                    <a:pt x="180578" y="326280"/>
                  </a:lnTo>
                  <a:lnTo>
                    <a:pt x="185860" y="325771"/>
                  </a:lnTo>
                  <a:lnTo>
                    <a:pt x="191124" y="325093"/>
                  </a:lnTo>
                  <a:lnTo>
                    <a:pt x="196364" y="324250"/>
                  </a:lnTo>
                  <a:lnTo>
                    <a:pt x="201574" y="323240"/>
                  </a:lnTo>
                  <a:lnTo>
                    <a:pt x="206750" y="322065"/>
                  </a:lnTo>
                  <a:lnTo>
                    <a:pt x="211885" y="320727"/>
                  </a:lnTo>
                  <a:lnTo>
                    <a:pt x="216976" y="319226"/>
                  </a:lnTo>
                  <a:lnTo>
                    <a:pt x="222016" y="317565"/>
                  </a:lnTo>
                  <a:lnTo>
                    <a:pt x="227001" y="315744"/>
                  </a:lnTo>
                  <a:lnTo>
                    <a:pt x="231926" y="313766"/>
                  </a:lnTo>
                  <a:lnTo>
                    <a:pt x="236786" y="311632"/>
                  </a:lnTo>
                  <a:lnTo>
                    <a:pt x="241575" y="309346"/>
                  </a:lnTo>
                  <a:lnTo>
                    <a:pt x="246289" y="306909"/>
                  </a:lnTo>
                  <a:lnTo>
                    <a:pt x="250924" y="304323"/>
                  </a:lnTo>
                  <a:lnTo>
                    <a:pt x="255474" y="301591"/>
                  </a:lnTo>
                  <a:lnTo>
                    <a:pt x="259935" y="298716"/>
                  </a:lnTo>
                  <a:lnTo>
                    <a:pt x="264303" y="295701"/>
                  </a:lnTo>
                  <a:lnTo>
                    <a:pt x="268573" y="292549"/>
                  </a:lnTo>
                  <a:lnTo>
                    <a:pt x="272740" y="289263"/>
                  </a:lnTo>
                  <a:lnTo>
                    <a:pt x="276802" y="285847"/>
                  </a:lnTo>
                  <a:lnTo>
                    <a:pt x="280752" y="282303"/>
                  </a:lnTo>
                  <a:lnTo>
                    <a:pt x="284588" y="278636"/>
                  </a:lnTo>
                  <a:lnTo>
                    <a:pt x="288306" y="274848"/>
                  </a:lnTo>
                  <a:lnTo>
                    <a:pt x="291902" y="270945"/>
                  </a:lnTo>
                  <a:lnTo>
                    <a:pt x="295372" y="266929"/>
                  </a:lnTo>
                  <a:lnTo>
                    <a:pt x="298713" y="262805"/>
                  </a:lnTo>
                  <a:lnTo>
                    <a:pt x="301921" y="258578"/>
                  </a:lnTo>
                  <a:lnTo>
                    <a:pt x="304993" y="254250"/>
                  </a:lnTo>
                  <a:lnTo>
                    <a:pt x="307927" y="249827"/>
                  </a:lnTo>
                  <a:lnTo>
                    <a:pt x="310718" y="245314"/>
                  </a:lnTo>
                  <a:lnTo>
                    <a:pt x="313365" y="240714"/>
                  </a:lnTo>
                  <a:lnTo>
                    <a:pt x="315865" y="236032"/>
                  </a:lnTo>
                  <a:lnTo>
                    <a:pt x="318214" y="231273"/>
                  </a:lnTo>
                  <a:lnTo>
                    <a:pt x="320412" y="226442"/>
                  </a:lnTo>
                  <a:lnTo>
                    <a:pt x="322455" y="221544"/>
                  </a:lnTo>
                  <a:lnTo>
                    <a:pt x="324341" y="216583"/>
                  </a:lnTo>
                  <a:lnTo>
                    <a:pt x="326069" y="211565"/>
                  </a:lnTo>
                  <a:lnTo>
                    <a:pt x="327637" y="206495"/>
                  </a:lnTo>
                  <a:lnTo>
                    <a:pt x="329043" y="201378"/>
                  </a:lnTo>
                  <a:lnTo>
                    <a:pt x="330286" y="196218"/>
                  </a:lnTo>
                  <a:lnTo>
                    <a:pt x="331365" y="191022"/>
                  </a:lnTo>
                  <a:lnTo>
                    <a:pt x="332278" y="185794"/>
                  </a:lnTo>
                  <a:lnTo>
                    <a:pt x="333024" y="180539"/>
                  </a:lnTo>
                  <a:lnTo>
                    <a:pt x="333604" y="175264"/>
                  </a:lnTo>
                  <a:lnTo>
                    <a:pt x="334015" y="169973"/>
                  </a:lnTo>
                  <a:lnTo>
                    <a:pt x="334259" y="164671"/>
                  </a:lnTo>
                  <a:lnTo>
                    <a:pt x="334334" y="159364"/>
                  </a:lnTo>
                  <a:lnTo>
                    <a:pt x="334241" y="154058"/>
                  </a:lnTo>
                  <a:lnTo>
                    <a:pt x="333979" y="148757"/>
                  </a:lnTo>
                  <a:lnTo>
                    <a:pt x="333549" y="143467"/>
                  </a:lnTo>
                  <a:lnTo>
                    <a:pt x="332952" y="138194"/>
                  </a:lnTo>
                  <a:lnTo>
                    <a:pt x="332187" y="132942"/>
                  </a:lnTo>
                  <a:lnTo>
                    <a:pt x="331256" y="127717"/>
                  </a:lnTo>
                  <a:lnTo>
                    <a:pt x="330159" y="122525"/>
                  </a:lnTo>
                  <a:lnTo>
                    <a:pt x="328899" y="117369"/>
                  </a:lnTo>
                  <a:lnTo>
                    <a:pt x="327475" y="112257"/>
                  </a:lnTo>
                  <a:lnTo>
                    <a:pt x="325890" y="107192"/>
                  </a:lnTo>
                  <a:lnTo>
                    <a:pt x="324144" y="102180"/>
                  </a:lnTo>
                  <a:lnTo>
                    <a:pt x="322241" y="97226"/>
                  </a:lnTo>
                  <a:lnTo>
                    <a:pt x="320181" y="92335"/>
                  </a:lnTo>
                  <a:lnTo>
                    <a:pt x="317967" y="87511"/>
                  </a:lnTo>
                  <a:lnTo>
                    <a:pt x="315601" y="82761"/>
                  </a:lnTo>
                  <a:lnTo>
                    <a:pt x="313086" y="78088"/>
                  </a:lnTo>
                  <a:lnTo>
                    <a:pt x="310423" y="73497"/>
                  </a:lnTo>
                  <a:lnTo>
                    <a:pt x="307616" y="68993"/>
                  </a:lnTo>
                  <a:lnTo>
                    <a:pt x="304667" y="64580"/>
                  </a:lnTo>
                  <a:lnTo>
                    <a:pt x="301580" y="60263"/>
                  </a:lnTo>
                  <a:lnTo>
                    <a:pt x="298357" y="56046"/>
                  </a:lnTo>
                  <a:lnTo>
                    <a:pt x="295002" y="51934"/>
                  </a:lnTo>
                  <a:lnTo>
                    <a:pt x="291519" y="47930"/>
                  </a:lnTo>
                  <a:lnTo>
                    <a:pt x="287909" y="44039"/>
                  </a:lnTo>
                  <a:lnTo>
                    <a:pt x="284179" y="40265"/>
                  </a:lnTo>
                  <a:lnTo>
                    <a:pt x="280330" y="36611"/>
                  </a:lnTo>
                  <a:lnTo>
                    <a:pt x="276367" y="33080"/>
                  </a:lnTo>
                  <a:lnTo>
                    <a:pt x="272294" y="29678"/>
                  </a:lnTo>
                  <a:lnTo>
                    <a:pt x="268115" y="26406"/>
                  </a:lnTo>
                  <a:lnTo>
                    <a:pt x="263835" y="23269"/>
                  </a:lnTo>
                  <a:lnTo>
                    <a:pt x="259457" y="20269"/>
                  </a:lnTo>
                  <a:lnTo>
                    <a:pt x="254986" y="17410"/>
                  </a:lnTo>
                  <a:lnTo>
                    <a:pt x="250426" y="14694"/>
                  </a:lnTo>
                  <a:lnTo>
                    <a:pt x="167167" y="159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423235" y="1681503"/>
              <a:ext cx="83259" cy="167167"/>
            </a:xfrm>
            <a:custGeom>
              <a:avLst/>
              <a:pathLst>
                <a:path w="83259" h="167167">
                  <a:moveTo>
                    <a:pt x="83259" y="22209"/>
                  </a:moveTo>
                  <a:lnTo>
                    <a:pt x="78171" y="19403"/>
                  </a:lnTo>
                  <a:lnTo>
                    <a:pt x="72989" y="16776"/>
                  </a:lnTo>
                  <a:lnTo>
                    <a:pt x="67719" y="14330"/>
                  </a:lnTo>
                  <a:lnTo>
                    <a:pt x="62367" y="12069"/>
                  </a:lnTo>
                  <a:lnTo>
                    <a:pt x="56940" y="9996"/>
                  </a:lnTo>
                  <a:lnTo>
                    <a:pt x="51443" y="8112"/>
                  </a:lnTo>
                  <a:lnTo>
                    <a:pt x="45885" y="6420"/>
                  </a:lnTo>
                  <a:lnTo>
                    <a:pt x="40271" y="4923"/>
                  </a:lnTo>
                  <a:lnTo>
                    <a:pt x="34609" y="3621"/>
                  </a:lnTo>
                  <a:lnTo>
                    <a:pt x="28905" y="2518"/>
                  </a:lnTo>
                  <a:lnTo>
                    <a:pt x="23166" y="1612"/>
                  </a:lnTo>
                  <a:lnTo>
                    <a:pt x="17399" y="907"/>
                  </a:lnTo>
                  <a:lnTo>
                    <a:pt x="11611" y="403"/>
                  </a:lnTo>
                  <a:lnTo>
                    <a:pt x="580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853886" y="1322571"/>
              <a:ext cx="334313" cy="334332"/>
            </a:xfrm>
            <a:custGeom>
              <a:avLst/>
              <a:pathLst>
                <a:path w="334313" h="334332">
                  <a:moveTo>
                    <a:pt x="167152" y="0"/>
                  </a:moveTo>
                  <a:lnTo>
                    <a:pt x="161856" y="83"/>
                  </a:lnTo>
                  <a:lnTo>
                    <a:pt x="156566" y="335"/>
                  </a:lnTo>
                  <a:lnTo>
                    <a:pt x="151286" y="754"/>
                  </a:lnTo>
                  <a:lnTo>
                    <a:pt x="146022" y="1340"/>
                  </a:lnTo>
                  <a:lnTo>
                    <a:pt x="140779" y="2093"/>
                  </a:lnTo>
                  <a:lnTo>
                    <a:pt x="135563" y="3011"/>
                  </a:lnTo>
                  <a:lnTo>
                    <a:pt x="130378" y="4094"/>
                  </a:lnTo>
                  <a:lnTo>
                    <a:pt x="125231" y="5341"/>
                  </a:lnTo>
                  <a:lnTo>
                    <a:pt x="120125" y="6750"/>
                  </a:lnTo>
                  <a:lnTo>
                    <a:pt x="115067" y="8321"/>
                  </a:lnTo>
                  <a:lnTo>
                    <a:pt x="110061" y="10050"/>
                  </a:lnTo>
                  <a:lnTo>
                    <a:pt x="105112" y="11938"/>
                  </a:lnTo>
                  <a:lnTo>
                    <a:pt x="100226" y="13981"/>
                  </a:lnTo>
                  <a:lnTo>
                    <a:pt x="95407" y="16178"/>
                  </a:lnTo>
                  <a:lnTo>
                    <a:pt x="90659" y="18527"/>
                  </a:lnTo>
                  <a:lnTo>
                    <a:pt x="85989" y="21025"/>
                  </a:lnTo>
                  <a:lnTo>
                    <a:pt x="81400" y="23669"/>
                  </a:lnTo>
                  <a:lnTo>
                    <a:pt x="76897" y="26458"/>
                  </a:lnTo>
                  <a:lnTo>
                    <a:pt x="72485" y="29388"/>
                  </a:lnTo>
                  <a:lnTo>
                    <a:pt x="68167" y="32456"/>
                  </a:lnTo>
                  <a:lnTo>
                    <a:pt x="63950" y="35659"/>
                  </a:lnTo>
                  <a:lnTo>
                    <a:pt x="59835" y="38995"/>
                  </a:lnTo>
                  <a:lnTo>
                    <a:pt x="55829" y="42459"/>
                  </a:lnTo>
                  <a:lnTo>
                    <a:pt x="51934" y="46048"/>
                  </a:lnTo>
                  <a:lnTo>
                    <a:pt x="48155" y="49759"/>
                  </a:lnTo>
                  <a:lnTo>
                    <a:pt x="44495" y="53588"/>
                  </a:lnTo>
                  <a:lnTo>
                    <a:pt x="40958" y="57530"/>
                  </a:lnTo>
                  <a:lnTo>
                    <a:pt x="37549" y="61583"/>
                  </a:lnTo>
                  <a:lnTo>
                    <a:pt x="34269" y="65742"/>
                  </a:lnTo>
                  <a:lnTo>
                    <a:pt x="31122" y="70003"/>
                  </a:lnTo>
                  <a:lnTo>
                    <a:pt x="28112" y="74361"/>
                  </a:lnTo>
                  <a:lnTo>
                    <a:pt x="25242" y="78812"/>
                  </a:lnTo>
                  <a:lnTo>
                    <a:pt x="22514" y="83352"/>
                  </a:lnTo>
                  <a:lnTo>
                    <a:pt x="19932" y="87976"/>
                  </a:lnTo>
                  <a:lnTo>
                    <a:pt x="17497" y="92680"/>
                  </a:lnTo>
                  <a:lnTo>
                    <a:pt x="15212" y="97458"/>
                  </a:lnTo>
                  <a:lnTo>
                    <a:pt x="13080" y="102306"/>
                  </a:lnTo>
                  <a:lnTo>
                    <a:pt x="11103" y="107220"/>
                  </a:lnTo>
                  <a:lnTo>
                    <a:pt x="9282" y="112193"/>
                  </a:lnTo>
                  <a:lnTo>
                    <a:pt x="7620" y="117222"/>
                  </a:lnTo>
                  <a:lnTo>
                    <a:pt x="6118" y="122301"/>
                  </a:lnTo>
                  <a:lnTo>
                    <a:pt x="4777" y="127425"/>
                  </a:lnTo>
                  <a:lnTo>
                    <a:pt x="3600" y="132589"/>
                  </a:lnTo>
                  <a:lnTo>
                    <a:pt x="2586" y="137788"/>
                  </a:lnTo>
                  <a:lnTo>
                    <a:pt x="1738" y="143016"/>
                  </a:lnTo>
                  <a:lnTo>
                    <a:pt x="1056" y="148268"/>
                  </a:lnTo>
                  <a:lnTo>
                    <a:pt x="541" y="153540"/>
                  </a:lnTo>
                  <a:lnTo>
                    <a:pt x="193" y="158825"/>
                  </a:lnTo>
                  <a:lnTo>
                    <a:pt x="12" y="164118"/>
                  </a:lnTo>
                  <a:lnTo>
                    <a:pt x="0" y="169414"/>
                  </a:lnTo>
                  <a:lnTo>
                    <a:pt x="155" y="174709"/>
                  </a:lnTo>
                  <a:lnTo>
                    <a:pt x="477" y="179995"/>
                  </a:lnTo>
                  <a:lnTo>
                    <a:pt x="967" y="185269"/>
                  </a:lnTo>
                  <a:lnTo>
                    <a:pt x="1624" y="190524"/>
                  </a:lnTo>
                  <a:lnTo>
                    <a:pt x="2447" y="195757"/>
                  </a:lnTo>
                  <a:lnTo>
                    <a:pt x="3436" y="200960"/>
                  </a:lnTo>
                  <a:lnTo>
                    <a:pt x="4588" y="206129"/>
                  </a:lnTo>
                  <a:lnTo>
                    <a:pt x="5904" y="211260"/>
                  </a:lnTo>
                  <a:lnTo>
                    <a:pt x="7382" y="216346"/>
                  </a:lnTo>
                  <a:lnTo>
                    <a:pt x="9020" y="221383"/>
                  </a:lnTo>
                  <a:lnTo>
                    <a:pt x="10817" y="226365"/>
                  </a:lnTo>
                  <a:lnTo>
                    <a:pt x="12771" y="231288"/>
                  </a:lnTo>
                  <a:lnTo>
                    <a:pt x="14880" y="236146"/>
                  </a:lnTo>
                  <a:lnTo>
                    <a:pt x="17141" y="240936"/>
                  </a:lnTo>
                  <a:lnTo>
                    <a:pt x="19554" y="245651"/>
                  </a:lnTo>
                  <a:lnTo>
                    <a:pt x="22114" y="250287"/>
                  </a:lnTo>
                  <a:lnTo>
                    <a:pt x="24820" y="254840"/>
                  </a:lnTo>
                  <a:lnTo>
                    <a:pt x="27669" y="259305"/>
                  </a:lnTo>
                  <a:lnTo>
                    <a:pt x="30658" y="263678"/>
                  </a:lnTo>
                  <a:lnTo>
                    <a:pt x="33784" y="267953"/>
                  </a:lnTo>
                  <a:lnTo>
                    <a:pt x="37044" y="272128"/>
                  </a:lnTo>
                  <a:lnTo>
                    <a:pt x="40434" y="276197"/>
                  </a:lnTo>
                  <a:lnTo>
                    <a:pt x="43952" y="280157"/>
                  </a:lnTo>
                  <a:lnTo>
                    <a:pt x="47593" y="284003"/>
                  </a:lnTo>
                  <a:lnTo>
                    <a:pt x="51354" y="287732"/>
                  </a:lnTo>
                  <a:lnTo>
                    <a:pt x="55232" y="291340"/>
                  </a:lnTo>
                  <a:lnTo>
                    <a:pt x="59222" y="294823"/>
                  </a:lnTo>
                  <a:lnTo>
                    <a:pt x="63320" y="298178"/>
                  </a:lnTo>
                  <a:lnTo>
                    <a:pt x="67522" y="301402"/>
                  </a:lnTo>
                  <a:lnTo>
                    <a:pt x="71825" y="304490"/>
                  </a:lnTo>
                  <a:lnTo>
                    <a:pt x="76223" y="307441"/>
                  </a:lnTo>
                  <a:lnTo>
                    <a:pt x="80713" y="310252"/>
                  </a:lnTo>
                  <a:lnTo>
                    <a:pt x="85289" y="312918"/>
                  </a:lnTo>
                  <a:lnTo>
                    <a:pt x="89947" y="315438"/>
                  </a:lnTo>
                  <a:lnTo>
                    <a:pt x="94683" y="317810"/>
                  </a:lnTo>
                  <a:lnTo>
                    <a:pt x="99492" y="320030"/>
                  </a:lnTo>
                  <a:lnTo>
                    <a:pt x="104368" y="322097"/>
                  </a:lnTo>
                  <a:lnTo>
                    <a:pt x="109308" y="324008"/>
                  </a:lnTo>
                  <a:lnTo>
                    <a:pt x="114306" y="325762"/>
                  </a:lnTo>
                  <a:lnTo>
                    <a:pt x="119356" y="327356"/>
                  </a:lnTo>
                  <a:lnTo>
                    <a:pt x="124455" y="328790"/>
                  </a:lnTo>
                  <a:lnTo>
                    <a:pt x="129597" y="330061"/>
                  </a:lnTo>
                  <a:lnTo>
                    <a:pt x="134776" y="331169"/>
                  </a:lnTo>
                  <a:lnTo>
                    <a:pt x="139988" y="332113"/>
                  </a:lnTo>
                  <a:lnTo>
                    <a:pt x="145227" y="332890"/>
                  </a:lnTo>
                  <a:lnTo>
                    <a:pt x="150488" y="333502"/>
                  </a:lnTo>
                  <a:lnTo>
                    <a:pt x="155766" y="333946"/>
                  </a:lnTo>
                  <a:lnTo>
                    <a:pt x="161055" y="334223"/>
                  </a:lnTo>
                  <a:lnTo>
                    <a:pt x="166350" y="334332"/>
                  </a:lnTo>
                  <a:lnTo>
                    <a:pt x="171646" y="334274"/>
                  </a:lnTo>
                  <a:lnTo>
                    <a:pt x="176938" y="334048"/>
                  </a:lnTo>
                  <a:lnTo>
                    <a:pt x="182220" y="333654"/>
                  </a:lnTo>
                  <a:lnTo>
                    <a:pt x="187486" y="333093"/>
                  </a:lnTo>
                  <a:lnTo>
                    <a:pt x="192733" y="332366"/>
                  </a:lnTo>
                  <a:lnTo>
                    <a:pt x="197953" y="331472"/>
                  </a:lnTo>
                  <a:lnTo>
                    <a:pt x="203143" y="330414"/>
                  </a:lnTo>
                  <a:lnTo>
                    <a:pt x="208296" y="329192"/>
                  </a:lnTo>
                  <a:lnTo>
                    <a:pt x="213409" y="327807"/>
                  </a:lnTo>
                  <a:lnTo>
                    <a:pt x="218474" y="326261"/>
                  </a:lnTo>
                  <a:lnTo>
                    <a:pt x="223489" y="324555"/>
                  </a:lnTo>
                  <a:lnTo>
                    <a:pt x="228446" y="322692"/>
                  </a:lnTo>
                  <a:lnTo>
                    <a:pt x="233342" y="320672"/>
                  </a:lnTo>
                  <a:lnTo>
                    <a:pt x="238172" y="318498"/>
                  </a:lnTo>
                  <a:lnTo>
                    <a:pt x="242931" y="316172"/>
                  </a:lnTo>
                  <a:lnTo>
                    <a:pt x="247613" y="313697"/>
                  </a:lnTo>
                  <a:lnTo>
                    <a:pt x="252215" y="311074"/>
                  </a:lnTo>
                  <a:lnTo>
                    <a:pt x="256731" y="308307"/>
                  </a:lnTo>
                  <a:lnTo>
                    <a:pt x="261157" y="305398"/>
                  </a:lnTo>
                  <a:lnTo>
                    <a:pt x="265489" y="302351"/>
                  </a:lnTo>
                  <a:lnTo>
                    <a:pt x="269722" y="299168"/>
                  </a:lnTo>
                  <a:lnTo>
                    <a:pt x="273853" y="295852"/>
                  </a:lnTo>
                  <a:lnTo>
                    <a:pt x="277876" y="292407"/>
                  </a:lnTo>
                  <a:lnTo>
                    <a:pt x="281788" y="288837"/>
                  </a:lnTo>
                  <a:lnTo>
                    <a:pt x="285585" y="285144"/>
                  </a:lnTo>
                  <a:lnTo>
                    <a:pt x="289263" y="281333"/>
                  </a:lnTo>
                  <a:lnTo>
                    <a:pt x="292818" y="277407"/>
                  </a:lnTo>
                  <a:lnTo>
                    <a:pt x="296247" y="273371"/>
                  </a:lnTo>
                  <a:lnTo>
                    <a:pt x="299547" y="269228"/>
                  </a:lnTo>
                  <a:lnTo>
                    <a:pt x="302714" y="264983"/>
                  </a:lnTo>
                  <a:lnTo>
                    <a:pt x="305745" y="260639"/>
                  </a:lnTo>
                  <a:lnTo>
                    <a:pt x="308636" y="256202"/>
                  </a:lnTo>
                  <a:lnTo>
                    <a:pt x="311386" y="251675"/>
                  </a:lnTo>
                  <a:lnTo>
                    <a:pt x="313990" y="247063"/>
                  </a:lnTo>
                  <a:lnTo>
                    <a:pt x="316448" y="242371"/>
                  </a:lnTo>
                  <a:lnTo>
                    <a:pt x="318755" y="237604"/>
                  </a:lnTo>
                  <a:lnTo>
                    <a:pt x="320911" y="232766"/>
                  </a:lnTo>
                  <a:lnTo>
                    <a:pt x="322912" y="227862"/>
                  </a:lnTo>
                  <a:lnTo>
                    <a:pt x="324756" y="222897"/>
                  </a:lnTo>
                  <a:lnTo>
                    <a:pt x="326443" y="217876"/>
                  </a:lnTo>
                  <a:lnTo>
                    <a:pt x="327969" y="212804"/>
                  </a:lnTo>
                  <a:lnTo>
                    <a:pt x="329334" y="207687"/>
                  </a:lnTo>
                  <a:lnTo>
                    <a:pt x="330536" y="202529"/>
                  </a:lnTo>
                  <a:lnTo>
                    <a:pt x="331575" y="197335"/>
                  </a:lnTo>
                  <a:lnTo>
                    <a:pt x="332448" y="192111"/>
                  </a:lnTo>
                  <a:lnTo>
                    <a:pt x="333155" y="186862"/>
                  </a:lnTo>
                  <a:lnTo>
                    <a:pt x="333696" y="181593"/>
                  </a:lnTo>
                  <a:lnTo>
                    <a:pt x="334069" y="176310"/>
                  </a:lnTo>
                  <a:lnTo>
                    <a:pt x="334275" y="171017"/>
                  </a:lnTo>
                  <a:lnTo>
                    <a:pt x="334313" y="165721"/>
                  </a:lnTo>
                  <a:lnTo>
                    <a:pt x="334183" y="160426"/>
                  </a:lnTo>
                  <a:lnTo>
                    <a:pt x="333886" y="155138"/>
                  </a:lnTo>
                  <a:lnTo>
                    <a:pt x="333421" y="149862"/>
                  </a:lnTo>
                  <a:lnTo>
                    <a:pt x="332790" y="144604"/>
                  </a:lnTo>
                  <a:lnTo>
                    <a:pt x="331992" y="139368"/>
                  </a:lnTo>
                  <a:lnTo>
                    <a:pt x="331028" y="134159"/>
                  </a:lnTo>
                  <a:lnTo>
                    <a:pt x="329900" y="128985"/>
                  </a:lnTo>
                  <a:lnTo>
                    <a:pt x="328609" y="123848"/>
                  </a:lnTo>
                  <a:lnTo>
                    <a:pt x="327156" y="118755"/>
                  </a:lnTo>
                  <a:lnTo>
                    <a:pt x="325542" y="113710"/>
                  </a:lnTo>
                  <a:lnTo>
                    <a:pt x="323769" y="108719"/>
                  </a:lnTo>
                  <a:lnTo>
                    <a:pt x="321838" y="103787"/>
                  </a:lnTo>
                  <a:lnTo>
                    <a:pt x="319753" y="98919"/>
                  </a:lnTo>
                  <a:lnTo>
                    <a:pt x="317514" y="94118"/>
                  </a:lnTo>
                  <a:lnTo>
                    <a:pt x="315125" y="89392"/>
                  </a:lnTo>
                  <a:lnTo>
                    <a:pt x="312587" y="84743"/>
                  </a:lnTo>
                  <a:lnTo>
                    <a:pt x="309902" y="80177"/>
                  </a:lnTo>
                  <a:lnTo>
                    <a:pt x="307075" y="75698"/>
                  </a:lnTo>
                  <a:lnTo>
                    <a:pt x="304107" y="71312"/>
                  </a:lnTo>
                  <a:lnTo>
                    <a:pt x="301002" y="67021"/>
                  </a:lnTo>
                  <a:lnTo>
                    <a:pt x="297762" y="62831"/>
                  </a:lnTo>
                  <a:lnTo>
                    <a:pt x="294391" y="58746"/>
                  </a:lnTo>
                  <a:lnTo>
                    <a:pt x="290892" y="54769"/>
                  </a:lnTo>
                  <a:lnTo>
                    <a:pt x="287270" y="50906"/>
                  </a:lnTo>
                  <a:lnTo>
                    <a:pt x="283526" y="47159"/>
                  </a:lnTo>
                  <a:lnTo>
                    <a:pt x="279666" y="43532"/>
                  </a:lnTo>
                  <a:lnTo>
                    <a:pt x="275693" y="40030"/>
                  </a:lnTo>
                  <a:lnTo>
                    <a:pt x="271611" y="36655"/>
                  </a:lnTo>
                  <a:lnTo>
                    <a:pt x="267424" y="33412"/>
                  </a:lnTo>
                  <a:lnTo>
                    <a:pt x="263136" y="30302"/>
                  </a:lnTo>
                  <a:lnTo>
                    <a:pt x="258752" y="27330"/>
                  </a:lnTo>
                  <a:lnTo>
                    <a:pt x="254276" y="24498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7070"/>
              <a:ext cx="87124" cy="142668"/>
            </a:xfrm>
            <a:custGeom>
              <a:avLst/>
              <a:pathLst>
                <a:path w="87124" h="142668">
                  <a:moveTo>
                    <a:pt x="87124" y="0"/>
                  </a:moveTo>
                  <a:lnTo>
                    <a:pt x="0" y="1426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4781"/>
              <a:ext cx="87124" cy="144958"/>
            </a:xfrm>
            <a:custGeom>
              <a:avLst/>
              <a:pathLst>
                <a:path w="87124" h="144958">
                  <a:moveTo>
                    <a:pt x="87124" y="2289"/>
                  </a:moveTo>
                  <a:lnTo>
                    <a:pt x="83259" y="0"/>
                  </a:lnTo>
                  <a:lnTo>
                    <a:pt x="0" y="1449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83259" cy="167167"/>
            </a:xfrm>
            <a:custGeom>
              <a:avLst/>
              <a:pathLst>
                <a:path w="83259" h="167167">
                  <a:moveTo>
                    <a:pt x="83259" y="22209"/>
                  </a:moveTo>
                  <a:lnTo>
                    <a:pt x="78171" y="19403"/>
                  </a:lnTo>
                  <a:lnTo>
                    <a:pt x="72989" y="16776"/>
                  </a:lnTo>
                  <a:lnTo>
                    <a:pt x="67719" y="14330"/>
                  </a:lnTo>
                  <a:lnTo>
                    <a:pt x="62367" y="12069"/>
                  </a:lnTo>
                  <a:lnTo>
                    <a:pt x="56940" y="9996"/>
                  </a:lnTo>
                  <a:lnTo>
                    <a:pt x="51443" y="8112"/>
                  </a:lnTo>
                  <a:lnTo>
                    <a:pt x="45885" y="6420"/>
                  </a:lnTo>
                  <a:lnTo>
                    <a:pt x="40271" y="4923"/>
                  </a:lnTo>
                  <a:lnTo>
                    <a:pt x="34609" y="3621"/>
                  </a:lnTo>
                  <a:lnTo>
                    <a:pt x="28905" y="2518"/>
                  </a:lnTo>
                  <a:lnTo>
                    <a:pt x="23166" y="1612"/>
                  </a:lnTo>
                  <a:lnTo>
                    <a:pt x="17399" y="907"/>
                  </a:lnTo>
                  <a:lnTo>
                    <a:pt x="11611" y="403"/>
                  </a:lnTo>
                  <a:lnTo>
                    <a:pt x="580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378112" y="1071028"/>
              <a:ext cx="333788" cy="334334"/>
            </a:xfrm>
            <a:custGeom>
              <a:avLst/>
              <a:pathLst>
                <a:path w="333788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6"/>
                  </a:lnTo>
                  <a:lnTo>
                    <a:pt x="145984" y="1344"/>
                  </a:lnTo>
                  <a:lnTo>
                    <a:pt x="140733" y="2099"/>
                  </a:lnTo>
                  <a:lnTo>
                    <a:pt x="135509" y="3021"/>
                  </a:lnTo>
                  <a:lnTo>
                    <a:pt x="130317" y="4107"/>
                  </a:lnTo>
                  <a:lnTo>
                    <a:pt x="125162" y="5358"/>
                  </a:lnTo>
                  <a:lnTo>
                    <a:pt x="120049" y="6771"/>
                  </a:lnTo>
                  <a:lnTo>
                    <a:pt x="114984" y="8346"/>
                  </a:lnTo>
                  <a:lnTo>
                    <a:pt x="109971" y="10081"/>
                  </a:lnTo>
                  <a:lnTo>
                    <a:pt x="105015" y="11974"/>
                  </a:lnTo>
                  <a:lnTo>
                    <a:pt x="100123" y="14024"/>
                  </a:lnTo>
                  <a:lnTo>
                    <a:pt x="95297" y="16227"/>
                  </a:lnTo>
                  <a:lnTo>
                    <a:pt x="90545" y="18583"/>
                  </a:lnTo>
                  <a:lnTo>
                    <a:pt x="85869" y="21088"/>
                  </a:lnTo>
                  <a:lnTo>
                    <a:pt x="81275" y="23741"/>
                  </a:lnTo>
                  <a:lnTo>
                    <a:pt x="76767" y="26537"/>
                  </a:lnTo>
                  <a:lnTo>
                    <a:pt x="72351" y="29476"/>
                  </a:lnTo>
                  <a:lnTo>
                    <a:pt x="68030" y="32553"/>
                  </a:lnTo>
                  <a:lnTo>
                    <a:pt x="63809" y="35765"/>
                  </a:lnTo>
                  <a:lnTo>
                    <a:pt x="59692" y="39110"/>
                  </a:lnTo>
                  <a:lnTo>
                    <a:pt x="55683" y="42584"/>
                  </a:lnTo>
                  <a:lnTo>
                    <a:pt x="51786" y="46183"/>
                  </a:lnTo>
                  <a:lnTo>
                    <a:pt x="48006" y="49904"/>
                  </a:lnTo>
                  <a:lnTo>
                    <a:pt x="44345" y="53743"/>
                  </a:lnTo>
                  <a:lnTo>
                    <a:pt x="40808" y="57697"/>
                  </a:lnTo>
                  <a:lnTo>
                    <a:pt x="37398" y="61760"/>
                  </a:lnTo>
                  <a:lnTo>
                    <a:pt x="34119" y="65930"/>
                  </a:lnTo>
                  <a:lnTo>
                    <a:pt x="30974" y="70202"/>
                  </a:lnTo>
                  <a:lnTo>
                    <a:pt x="27966" y="74571"/>
                  </a:lnTo>
                  <a:lnTo>
                    <a:pt x="25098" y="79034"/>
                  </a:lnTo>
                  <a:lnTo>
                    <a:pt x="22374" y="83585"/>
                  </a:lnTo>
                  <a:lnTo>
                    <a:pt x="19795" y="88220"/>
                  </a:lnTo>
                  <a:lnTo>
                    <a:pt x="17364" y="92935"/>
                  </a:lnTo>
                  <a:lnTo>
                    <a:pt x="15084" y="97725"/>
                  </a:lnTo>
                  <a:lnTo>
                    <a:pt x="12957" y="102585"/>
                  </a:lnTo>
                  <a:lnTo>
                    <a:pt x="10986" y="107509"/>
                  </a:lnTo>
                  <a:lnTo>
                    <a:pt x="9172" y="112494"/>
                  </a:lnTo>
                  <a:lnTo>
                    <a:pt x="7517" y="117534"/>
                  </a:lnTo>
                  <a:lnTo>
                    <a:pt x="6022" y="122624"/>
                  </a:lnTo>
                  <a:lnTo>
                    <a:pt x="4690" y="127758"/>
                  </a:lnTo>
                  <a:lnTo>
                    <a:pt x="3521" y="132933"/>
                  </a:lnTo>
                  <a:lnTo>
                    <a:pt x="2518" y="138141"/>
                  </a:lnTo>
                  <a:lnTo>
                    <a:pt x="1680" y="143379"/>
                  </a:lnTo>
                  <a:lnTo>
                    <a:pt x="1008" y="148641"/>
                  </a:lnTo>
                  <a:lnTo>
                    <a:pt x="504" y="153922"/>
                  </a:lnTo>
                  <a:lnTo>
                    <a:pt x="168" y="159216"/>
                  </a:lnTo>
                  <a:lnTo>
                    <a:pt x="0" y="164518"/>
                  </a:lnTo>
                  <a:lnTo>
                    <a:pt x="0" y="169822"/>
                  </a:lnTo>
                  <a:lnTo>
                    <a:pt x="168" y="175124"/>
                  </a:lnTo>
                  <a:lnTo>
                    <a:pt x="505" y="180418"/>
                  </a:lnTo>
                  <a:lnTo>
                    <a:pt x="1009" y="185699"/>
                  </a:lnTo>
                  <a:lnTo>
                    <a:pt x="1681" y="190961"/>
                  </a:lnTo>
                  <a:lnTo>
                    <a:pt x="2519" y="196199"/>
                  </a:lnTo>
                  <a:lnTo>
                    <a:pt x="3523" y="201407"/>
                  </a:lnTo>
                  <a:lnTo>
                    <a:pt x="4692" y="206582"/>
                  </a:lnTo>
                  <a:lnTo>
                    <a:pt x="6024" y="211716"/>
                  </a:lnTo>
                  <a:lnTo>
                    <a:pt x="7518" y="216806"/>
                  </a:lnTo>
                  <a:lnTo>
                    <a:pt x="9174" y="221846"/>
                  </a:lnTo>
                  <a:lnTo>
                    <a:pt x="10988" y="226830"/>
                  </a:lnTo>
                  <a:lnTo>
                    <a:pt x="12960" y="231755"/>
                  </a:lnTo>
                  <a:lnTo>
                    <a:pt x="15087" y="236614"/>
                  </a:lnTo>
                  <a:lnTo>
                    <a:pt x="17367" y="241404"/>
                  </a:lnTo>
                  <a:lnTo>
                    <a:pt x="19798" y="246119"/>
                  </a:lnTo>
                  <a:lnTo>
                    <a:pt x="22377" y="250754"/>
                  </a:lnTo>
                  <a:lnTo>
                    <a:pt x="25102" y="255305"/>
                  </a:lnTo>
                  <a:lnTo>
                    <a:pt x="27970" y="259768"/>
                  </a:lnTo>
                  <a:lnTo>
                    <a:pt x="30978" y="264137"/>
                  </a:lnTo>
                  <a:lnTo>
                    <a:pt x="34123" y="268409"/>
                  </a:lnTo>
                  <a:lnTo>
                    <a:pt x="37402" y="272578"/>
                  </a:lnTo>
                  <a:lnTo>
                    <a:pt x="40812" y="276642"/>
                  </a:lnTo>
                  <a:lnTo>
                    <a:pt x="44349" y="280595"/>
                  </a:lnTo>
                  <a:lnTo>
                    <a:pt x="48010" y="284434"/>
                  </a:lnTo>
                  <a:lnTo>
                    <a:pt x="51791" y="288155"/>
                  </a:lnTo>
                  <a:lnTo>
                    <a:pt x="55687" y="291754"/>
                  </a:lnTo>
                  <a:lnTo>
                    <a:pt x="59696" y="295228"/>
                  </a:lnTo>
                  <a:lnTo>
                    <a:pt x="63814" y="298572"/>
                  </a:lnTo>
                  <a:lnTo>
                    <a:pt x="68035" y="301785"/>
                  </a:lnTo>
                  <a:lnTo>
                    <a:pt x="72356" y="304862"/>
                  </a:lnTo>
                  <a:lnTo>
                    <a:pt x="76773" y="307800"/>
                  </a:lnTo>
                  <a:lnTo>
                    <a:pt x="81280" y="310596"/>
                  </a:lnTo>
                  <a:lnTo>
                    <a:pt x="85874" y="313249"/>
                  </a:lnTo>
                  <a:lnTo>
                    <a:pt x="90550" y="315754"/>
                  </a:lnTo>
                  <a:lnTo>
                    <a:pt x="95303" y="318109"/>
                  </a:lnTo>
                  <a:lnTo>
                    <a:pt x="100128" y="320313"/>
                  </a:lnTo>
                  <a:lnTo>
                    <a:pt x="105021" y="322362"/>
                  </a:lnTo>
                  <a:lnTo>
                    <a:pt x="109976" y="324255"/>
                  </a:lnTo>
                  <a:lnTo>
                    <a:pt x="114989" y="325990"/>
                  </a:lnTo>
                  <a:lnTo>
                    <a:pt x="120055" y="327565"/>
                  </a:lnTo>
                  <a:lnTo>
                    <a:pt x="125168" y="328978"/>
                  </a:lnTo>
                  <a:lnTo>
                    <a:pt x="130323" y="330228"/>
                  </a:lnTo>
                  <a:lnTo>
                    <a:pt x="135515" y="331315"/>
                  </a:lnTo>
                  <a:lnTo>
                    <a:pt x="140739" y="332235"/>
                  </a:lnTo>
                  <a:lnTo>
                    <a:pt x="145990" y="332990"/>
                  </a:lnTo>
                  <a:lnTo>
                    <a:pt x="151262" y="333578"/>
                  </a:lnTo>
                  <a:lnTo>
                    <a:pt x="156550" y="333998"/>
                  </a:lnTo>
                  <a:lnTo>
                    <a:pt x="161848" y="334250"/>
                  </a:lnTo>
                  <a:lnTo>
                    <a:pt x="167152" y="334334"/>
                  </a:lnTo>
                  <a:lnTo>
                    <a:pt x="172456" y="334250"/>
                  </a:lnTo>
                  <a:lnTo>
                    <a:pt x="177755" y="333997"/>
                  </a:lnTo>
                  <a:lnTo>
                    <a:pt x="183043" y="333577"/>
                  </a:lnTo>
                  <a:lnTo>
                    <a:pt x="188314" y="332989"/>
                  </a:lnTo>
                  <a:lnTo>
                    <a:pt x="193565" y="332234"/>
                  </a:lnTo>
                  <a:lnTo>
                    <a:pt x="198789" y="331312"/>
                  </a:lnTo>
                  <a:lnTo>
                    <a:pt x="203981" y="330226"/>
                  </a:lnTo>
                  <a:lnTo>
                    <a:pt x="209136" y="328975"/>
                  </a:lnTo>
                  <a:lnTo>
                    <a:pt x="214249" y="327561"/>
                  </a:lnTo>
                  <a:lnTo>
                    <a:pt x="219314" y="325986"/>
                  </a:lnTo>
                  <a:lnTo>
                    <a:pt x="224327" y="324251"/>
                  </a:lnTo>
                  <a:lnTo>
                    <a:pt x="229282" y="322357"/>
                  </a:lnTo>
                  <a:lnTo>
                    <a:pt x="234175" y="320308"/>
                  </a:lnTo>
                  <a:lnTo>
                    <a:pt x="239000" y="318104"/>
                  </a:lnTo>
                  <a:lnTo>
                    <a:pt x="243753" y="315748"/>
                  </a:lnTo>
                  <a:lnTo>
                    <a:pt x="248428" y="313243"/>
                  </a:lnTo>
                  <a:lnTo>
                    <a:pt x="253022" y="310590"/>
                  </a:lnTo>
                  <a:lnTo>
                    <a:pt x="257530" y="307793"/>
                  </a:lnTo>
                  <a:lnTo>
                    <a:pt x="261946" y="304855"/>
                  </a:lnTo>
                  <a:lnTo>
                    <a:pt x="266267" y="301778"/>
                  </a:lnTo>
                  <a:lnTo>
                    <a:pt x="270488" y="298565"/>
                  </a:lnTo>
                  <a:lnTo>
                    <a:pt x="274605" y="295220"/>
                  </a:lnTo>
                  <a:lnTo>
                    <a:pt x="278614" y="291746"/>
                  </a:lnTo>
                  <a:lnTo>
                    <a:pt x="282510" y="288146"/>
                  </a:lnTo>
                  <a:lnTo>
                    <a:pt x="286291" y="284425"/>
                  </a:lnTo>
                  <a:lnTo>
                    <a:pt x="289951" y="280586"/>
                  </a:lnTo>
                  <a:lnTo>
                    <a:pt x="293488" y="276632"/>
                  </a:lnTo>
                  <a:lnTo>
                    <a:pt x="296897" y="272569"/>
                  </a:lnTo>
                  <a:lnTo>
                    <a:pt x="300176" y="268399"/>
                  </a:lnTo>
                  <a:lnTo>
                    <a:pt x="303321" y="264127"/>
                  </a:lnTo>
                  <a:lnTo>
                    <a:pt x="306329" y="259758"/>
                  </a:lnTo>
                  <a:lnTo>
                    <a:pt x="309197" y="255295"/>
                  </a:lnTo>
                  <a:lnTo>
                    <a:pt x="311921" y="250744"/>
                  </a:lnTo>
                  <a:lnTo>
                    <a:pt x="314500" y="246108"/>
                  </a:lnTo>
                  <a:lnTo>
                    <a:pt x="316931" y="241393"/>
                  </a:lnTo>
                  <a:lnTo>
                    <a:pt x="319210" y="236603"/>
                  </a:lnTo>
                  <a:lnTo>
                    <a:pt x="321337" y="231743"/>
                  </a:lnTo>
                  <a:lnTo>
                    <a:pt x="323308" y="226819"/>
                  </a:lnTo>
                  <a:lnTo>
                    <a:pt x="325122" y="221834"/>
                  </a:lnTo>
                  <a:lnTo>
                    <a:pt x="326777" y="216794"/>
                  </a:lnTo>
                  <a:lnTo>
                    <a:pt x="328271" y="211704"/>
                  </a:lnTo>
                  <a:lnTo>
                    <a:pt x="329603" y="206570"/>
                  </a:lnTo>
                  <a:lnTo>
                    <a:pt x="330772" y="201395"/>
                  </a:lnTo>
                  <a:lnTo>
                    <a:pt x="331775" y="196187"/>
                  </a:lnTo>
                  <a:lnTo>
                    <a:pt x="332613" y="190948"/>
                  </a:lnTo>
                  <a:lnTo>
                    <a:pt x="333284" y="185687"/>
                  </a:lnTo>
                  <a:lnTo>
                    <a:pt x="333788" y="180406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6642" cy="13238"/>
            </a:xfrm>
            <a:custGeom>
              <a:avLst/>
              <a:pathLst>
                <a:path w="166642" h="13238">
                  <a:moveTo>
                    <a:pt x="166642" y="132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6982" cy="13238"/>
            </a:xfrm>
            <a:custGeom>
              <a:avLst/>
              <a:pathLst>
                <a:path w="166982" h="13238">
                  <a:moveTo>
                    <a:pt x="166642" y="13238"/>
                  </a:moveTo>
                  <a:lnTo>
                    <a:pt x="166982" y="7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071028"/>
              <a:ext cx="167149" cy="175026"/>
            </a:xfrm>
            <a:custGeom>
              <a:avLst/>
              <a:pathLst>
                <a:path w="167149" h="175026">
                  <a:moveTo>
                    <a:pt x="166982" y="175026"/>
                  </a:moveTo>
                  <a:lnTo>
                    <a:pt x="167149" y="169620"/>
                  </a:lnTo>
                  <a:lnTo>
                    <a:pt x="167141" y="164211"/>
                  </a:lnTo>
                  <a:lnTo>
                    <a:pt x="166958" y="158805"/>
                  </a:lnTo>
                  <a:lnTo>
                    <a:pt x="166600" y="153409"/>
                  </a:lnTo>
                  <a:lnTo>
                    <a:pt x="166068" y="148026"/>
                  </a:lnTo>
                  <a:lnTo>
                    <a:pt x="165361" y="142664"/>
                  </a:lnTo>
                  <a:lnTo>
                    <a:pt x="164482" y="137327"/>
                  </a:lnTo>
                  <a:lnTo>
                    <a:pt x="163431" y="132021"/>
                  </a:lnTo>
                  <a:lnTo>
                    <a:pt x="162208" y="126753"/>
                  </a:lnTo>
                  <a:lnTo>
                    <a:pt x="160816" y="121526"/>
                  </a:lnTo>
                  <a:lnTo>
                    <a:pt x="159255" y="116348"/>
                  </a:lnTo>
                  <a:lnTo>
                    <a:pt x="157528" y="111222"/>
                  </a:lnTo>
                  <a:lnTo>
                    <a:pt x="155635" y="106155"/>
                  </a:lnTo>
                  <a:lnTo>
                    <a:pt x="153580" y="101152"/>
                  </a:lnTo>
                  <a:lnTo>
                    <a:pt x="151364" y="96218"/>
                  </a:lnTo>
                  <a:lnTo>
                    <a:pt x="148990" y="91359"/>
                  </a:lnTo>
                  <a:lnTo>
                    <a:pt x="146459" y="86578"/>
                  </a:lnTo>
                  <a:lnTo>
                    <a:pt x="143775" y="81882"/>
                  </a:lnTo>
                  <a:lnTo>
                    <a:pt x="140941" y="77276"/>
                  </a:lnTo>
                  <a:lnTo>
                    <a:pt x="137959" y="72763"/>
                  </a:lnTo>
                  <a:lnTo>
                    <a:pt x="134833" y="68350"/>
                  </a:lnTo>
                  <a:lnTo>
                    <a:pt x="131566" y="64039"/>
                  </a:lnTo>
                  <a:lnTo>
                    <a:pt x="128160" y="59837"/>
                  </a:lnTo>
                  <a:lnTo>
                    <a:pt x="124621" y="55747"/>
                  </a:lnTo>
                  <a:lnTo>
                    <a:pt x="120951" y="51774"/>
                  </a:lnTo>
                  <a:lnTo>
                    <a:pt x="117155" y="47921"/>
                  </a:lnTo>
                  <a:lnTo>
                    <a:pt x="113236" y="44194"/>
                  </a:lnTo>
                  <a:lnTo>
                    <a:pt x="109198" y="40595"/>
                  </a:lnTo>
                  <a:lnTo>
                    <a:pt x="105047" y="37128"/>
                  </a:lnTo>
                  <a:lnTo>
                    <a:pt x="100785" y="33798"/>
                  </a:lnTo>
                  <a:lnTo>
                    <a:pt x="96417" y="30607"/>
                  </a:lnTo>
                  <a:lnTo>
                    <a:pt x="91949" y="27559"/>
                  </a:lnTo>
                  <a:lnTo>
                    <a:pt x="87384" y="24658"/>
                  </a:lnTo>
                  <a:lnTo>
                    <a:pt x="82728" y="21906"/>
                  </a:lnTo>
                  <a:lnTo>
                    <a:pt x="77986" y="19305"/>
                  </a:lnTo>
                  <a:lnTo>
                    <a:pt x="73162" y="16860"/>
                  </a:lnTo>
                  <a:lnTo>
                    <a:pt x="68261" y="14572"/>
                  </a:lnTo>
                  <a:lnTo>
                    <a:pt x="63288" y="12443"/>
                  </a:lnTo>
                  <a:lnTo>
                    <a:pt x="58250" y="10477"/>
                  </a:lnTo>
                  <a:lnTo>
                    <a:pt x="53150" y="8674"/>
                  </a:lnTo>
                  <a:lnTo>
                    <a:pt x="47995" y="7038"/>
                  </a:lnTo>
                  <a:lnTo>
                    <a:pt x="42790" y="5569"/>
                  </a:lnTo>
                  <a:lnTo>
                    <a:pt x="37539" y="4269"/>
                  </a:lnTo>
                  <a:lnTo>
                    <a:pt x="32250" y="3140"/>
                  </a:lnTo>
                  <a:lnTo>
                    <a:pt x="26926" y="2182"/>
                  </a:lnTo>
                  <a:lnTo>
                    <a:pt x="21575" y="1398"/>
                  </a:lnTo>
                  <a:lnTo>
                    <a:pt x="16201" y="786"/>
                  </a:lnTo>
                  <a:lnTo>
                    <a:pt x="10810" y="349"/>
                  </a:lnTo>
                  <a:lnTo>
                    <a:pt x="5408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896860" y="941493"/>
              <a:ext cx="126683" cy="167167"/>
            </a:xfrm>
            <a:custGeom>
              <a:avLst/>
              <a:pathLst>
                <a:path w="126683" h="167167">
                  <a:moveTo>
                    <a:pt x="126683" y="0"/>
                  </a:moveTo>
                  <a:lnTo>
                    <a:pt x="121155" y="91"/>
                  </a:lnTo>
                  <a:lnTo>
                    <a:pt x="115633" y="365"/>
                  </a:lnTo>
                  <a:lnTo>
                    <a:pt x="110123" y="822"/>
                  </a:lnTo>
                  <a:lnTo>
                    <a:pt x="104631" y="1460"/>
                  </a:lnTo>
                  <a:lnTo>
                    <a:pt x="99163" y="2280"/>
                  </a:lnTo>
                  <a:lnTo>
                    <a:pt x="93725" y="3281"/>
                  </a:lnTo>
                  <a:lnTo>
                    <a:pt x="88324" y="4460"/>
                  </a:lnTo>
                  <a:lnTo>
                    <a:pt x="82964" y="5818"/>
                  </a:lnTo>
                  <a:lnTo>
                    <a:pt x="77652" y="7352"/>
                  </a:lnTo>
                  <a:lnTo>
                    <a:pt x="72394" y="9061"/>
                  </a:lnTo>
                  <a:lnTo>
                    <a:pt x="67195" y="10942"/>
                  </a:lnTo>
                  <a:lnTo>
                    <a:pt x="62061" y="12995"/>
                  </a:lnTo>
                  <a:lnTo>
                    <a:pt x="56998" y="15217"/>
                  </a:lnTo>
                  <a:lnTo>
                    <a:pt x="52011" y="17604"/>
                  </a:lnTo>
                  <a:lnTo>
                    <a:pt x="47106" y="20155"/>
                  </a:lnTo>
                  <a:lnTo>
                    <a:pt x="42288" y="22867"/>
                  </a:lnTo>
                  <a:lnTo>
                    <a:pt x="37562" y="25737"/>
                  </a:lnTo>
                  <a:lnTo>
                    <a:pt x="32934" y="28762"/>
                  </a:lnTo>
                  <a:lnTo>
                    <a:pt x="28408" y="31938"/>
                  </a:lnTo>
                  <a:lnTo>
                    <a:pt x="23990" y="35262"/>
                  </a:lnTo>
                  <a:lnTo>
                    <a:pt x="19684" y="38730"/>
                  </a:lnTo>
                  <a:lnTo>
                    <a:pt x="15495" y="42339"/>
                  </a:lnTo>
                  <a:lnTo>
                    <a:pt x="11428" y="46084"/>
                  </a:lnTo>
                  <a:lnTo>
                    <a:pt x="7486" y="49962"/>
                  </a:lnTo>
                  <a:lnTo>
                    <a:pt x="3676" y="53968"/>
                  </a:lnTo>
                  <a:lnTo>
                    <a:pt x="0" y="58097"/>
                  </a:lnTo>
                  <a:lnTo>
                    <a:pt x="12668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6860" y="999591"/>
              <a:ext cx="126683" cy="109069"/>
            </a:xfrm>
            <a:custGeom>
              <a:avLst/>
              <a:pathLst>
                <a:path w="126683" h="109069">
                  <a:moveTo>
                    <a:pt x="0" y="0"/>
                  </a:moveTo>
                  <a:lnTo>
                    <a:pt x="126683" y="1090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56387" y="972945"/>
              <a:ext cx="334320" cy="302878"/>
            </a:xfrm>
            <a:custGeom>
              <a:avLst/>
              <a:pathLst>
                <a:path w="334320" h="302878">
                  <a:moveTo>
                    <a:pt x="40472" y="26645"/>
                  </a:moveTo>
                  <a:lnTo>
                    <a:pt x="37070" y="30726"/>
                  </a:lnTo>
                  <a:lnTo>
                    <a:pt x="33799" y="34913"/>
                  </a:lnTo>
                  <a:lnTo>
                    <a:pt x="30663" y="39203"/>
                  </a:lnTo>
                  <a:lnTo>
                    <a:pt x="27664" y="43589"/>
                  </a:lnTo>
                  <a:lnTo>
                    <a:pt x="24807" y="48069"/>
                  </a:lnTo>
                  <a:lnTo>
                    <a:pt x="22093" y="52637"/>
                  </a:lnTo>
                  <a:lnTo>
                    <a:pt x="19526" y="57289"/>
                  </a:lnTo>
                  <a:lnTo>
                    <a:pt x="17109" y="62021"/>
                  </a:lnTo>
                  <a:lnTo>
                    <a:pt x="14842" y="66827"/>
                  </a:lnTo>
                  <a:lnTo>
                    <a:pt x="12730" y="71702"/>
                  </a:lnTo>
                  <a:lnTo>
                    <a:pt x="10774" y="76642"/>
                  </a:lnTo>
                  <a:lnTo>
                    <a:pt x="8975" y="81642"/>
                  </a:lnTo>
                  <a:lnTo>
                    <a:pt x="7337" y="86697"/>
                  </a:lnTo>
                  <a:lnTo>
                    <a:pt x="5859" y="91800"/>
                  </a:lnTo>
                  <a:lnTo>
                    <a:pt x="4545" y="96949"/>
                  </a:lnTo>
                  <a:lnTo>
                    <a:pt x="3395" y="102136"/>
                  </a:lnTo>
                  <a:lnTo>
                    <a:pt x="2411" y="107358"/>
                  </a:lnTo>
                  <a:lnTo>
                    <a:pt x="1593" y="112608"/>
                  </a:lnTo>
                  <a:lnTo>
                    <a:pt x="942" y="117881"/>
                  </a:lnTo>
                  <a:lnTo>
                    <a:pt x="460" y="123173"/>
                  </a:lnTo>
                  <a:lnTo>
                    <a:pt x="145" y="128477"/>
                  </a:lnTo>
                  <a:lnTo>
                    <a:pt x="0" y="133788"/>
                  </a:lnTo>
                  <a:lnTo>
                    <a:pt x="23" y="139102"/>
                  </a:lnTo>
                  <a:lnTo>
                    <a:pt x="215" y="144411"/>
                  </a:lnTo>
                  <a:lnTo>
                    <a:pt x="576" y="149713"/>
                  </a:lnTo>
                  <a:lnTo>
                    <a:pt x="1105" y="155000"/>
                  </a:lnTo>
                  <a:lnTo>
                    <a:pt x="1801" y="160267"/>
                  </a:lnTo>
                  <a:lnTo>
                    <a:pt x="2665" y="165510"/>
                  </a:lnTo>
                  <a:lnTo>
                    <a:pt x="3695" y="170722"/>
                  </a:lnTo>
                  <a:lnTo>
                    <a:pt x="4890" y="175900"/>
                  </a:lnTo>
                  <a:lnTo>
                    <a:pt x="6249" y="181036"/>
                  </a:lnTo>
                  <a:lnTo>
                    <a:pt x="7771" y="186127"/>
                  </a:lnTo>
                  <a:lnTo>
                    <a:pt x="9454" y="191167"/>
                  </a:lnTo>
                  <a:lnTo>
                    <a:pt x="11296" y="196151"/>
                  </a:lnTo>
                  <a:lnTo>
                    <a:pt x="13295" y="201074"/>
                  </a:lnTo>
                  <a:lnTo>
                    <a:pt x="15450" y="205931"/>
                  </a:lnTo>
                  <a:lnTo>
                    <a:pt x="17758" y="210717"/>
                  </a:lnTo>
                  <a:lnTo>
                    <a:pt x="20217" y="215427"/>
                  </a:lnTo>
                  <a:lnTo>
                    <a:pt x="22825" y="220056"/>
                  </a:lnTo>
                  <a:lnTo>
                    <a:pt x="25578" y="224601"/>
                  </a:lnTo>
                  <a:lnTo>
                    <a:pt x="28475" y="229055"/>
                  </a:lnTo>
                  <a:lnTo>
                    <a:pt x="31511" y="233416"/>
                  </a:lnTo>
                  <a:lnTo>
                    <a:pt x="34685" y="237677"/>
                  </a:lnTo>
                  <a:lnTo>
                    <a:pt x="37992" y="241836"/>
                  </a:lnTo>
                  <a:lnTo>
                    <a:pt x="41430" y="245887"/>
                  </a:lnTo>
                  <a:lnTo>
                    <a:pt x="44995" y="249827"/>
                  </a:lnTo>
                  <a:lnTo>
                    <a:pt x="48683" y="253652"/>
                  </a:lnTo>
                  <a:lnTo>
                    <a:pt x="52491" y="257357"/>
                  </a:lnTo>
                  <a:lnTo>
                    <a:pt x="56415" y="260940"/>
                  </a:lnTo>
                  <a:lnTo>
                    <a:pt x="60451" y="264396"/>
                  </a:lnTo>
                  <a:lnTo>
                    <a:pt x="64594" y="267722"/>
                  </a:lnTo>
                  <a:lnTo>
                    <a:pt x="68841" y="270915"/>
                  </a:lnTo>
                  <a:lnTo>
                    <a:pt x="73188" y="273971"/>
                  </a:lnTo>
                  <a:lnTo>
                    <a:pt x="77629" y="276888"/>
                  </a:lnTo>
                  <a:lnTo>
                    <a:pt x="82161" y="279662"/>
                  </a:lnTo>
                  <a:lnTo>
                    <a:pt x="86779" y="282290"/>
                  </a:lnTo>
                  <a:lnTo>
                    <a:pt x="91478" y="284771"/>
                  </a:lnTo>
                  <a:lnTo>
                    <a:pt x="96253" y="287101"/>
                  </a:lnTo>
                  <a:lnTo>
                    <a:pt x="101100" y="289278"/>
                  </a:lnTo>
                  <a:lnTo>
                    <a:pt x="106014" y="291299"/>
                  </a:lnTo>
                  <a:lnTo>
                    <a:pt x="110989" y="293164"/>
                  </a:lnTo>
                  <a:lnTo>
                    <a:pt x="116022" y="294869"/>
                  </a:lnTo>
                  <a:lnTo>
                    <a:pt x="121106" y="296414"/>
                  </a:lnTo>
                  <a:lnTo>
                    <a:pt x="126236" y="297796"/>
                  </a:lnTo>
                  <a:lnTo>
                    <a:pt x="131408" y="299015"/>
                  </a:lnTo>
                  <a:lnTo>
                    <a:pt x="136616" y="300069"/>
                  </a:lnTo>
                  <a:lnTo>
                    <a:pt x="141855" y="300956"/>
                  </a:lnTo>
                  <a:lnTo>
                    <a:pt x="147119" y="301677"/>
                  </a:lnTo>
                  <a:lnTo>
                    <a:pt x="152403" y="302230"/>
                  </a:lnTo>
                  <a:lnTo>
                    <a:pt x="157703" y="302614"/>
                  </a:lnTo>
                  <a:lnTo>
                    <a:pt x="163012" y="302831"/>
                  </a:lnTo>
                  <a:lnTo>
                    <a:pt x="168325" y="302878"/>
                  </a:lnTo>
                  <a:lnTo>
                    <a:pt x="173637" y="302756"/>
                  </a:lnTo>
                  <a:lnTo>
                    <a:pt x="178943" y="302466"/>
                  </a:lnTo>
                  <a:lnTo>
                    <a:pt x="184236" y="302007"/>
                  </a:lnTo>
                  <a:lnTo>
                    <a:pt x="189512" y="301380"/>
                  </a:lnTo>
                  <a:lnTo>
                    <a:pt x="194766" y="300586"/>
                  </a:lnTo>
                  <a:lnTo>
                    <a:pt x="199992" y="299625"/>
                  </a:lnTo>
                  <a:lnTo>
                    <a:pt x="205185" y="298499"/>
                  </a:lnTo>
                  <a:lnTo>
                    <a:pt x="210339" y="297208"/>
                  </a:lnTo>
                  <a:lnTo>
                    <a:pt x="215449" y="295754"/>
                  </a:lnTo>
                  <a:lnTo>
                    <a:pt x="220511" y="294138"/>
                  </a:lnTo>
                  <a:lnTo>
                    <a:pt x="225519" y="292363"/>
                  </a:lnTo>
                  <a:lnTo>
                    <a:pt x="230468" y="290429"/>
                  </a:lnTo>
                  <a:lnTo>
                    <a:pt x="235353" y="288339"/>
                  </a:lnTo>
                  <a:lnTo>
                    <a:pt x="240169" y="286094"/>
                  </a:lnTo>
                  <a:lnTo>
                    <a:pt x="244912" y="283698"/>
                  </a:lnTo>
                  <a:lnTo>
                    <a:pt x="249575" y="281152"/>
                  </a:lnTo>
                  <a:lnTo>
                    <a:pt x="254156" y="278459"/>
                  </a:lnTo>
                  <a:lnTo>
                    <a:pt x="258648" y="275622"/>
                  </a:lnTo>
                  <a:lnTo>
                    <a:pt x="263049" y="272643"/>
                  </a:lnTo>
                  <a:lnTo>
                    <a:pt x="267352" y="269527"/>
                  </a:lnTo>
                  <a:lnTo>
                    <a:pt x="271554" y="266275"/>
                  </a:lnTo>
                  <a:lnTo>
                    <a:pt x="275651" y="262891"/>
                  </a:lnTo>
                  <a:lnTo>
                    <a:pt x="279637" y="259379"/>
                  </a:lnTo>
                  <a:lnTo>
                    <a:pt x="283511" y="255741"/>
                  </a:lnTo>
                  <a:lnTo>
                    <a:pt x="287267" y="251983"/>
                  </a:lnTo>
                  <a:lnTo>
                    <a:pt x="290901" y="248107"/>
                  </a:lnTo>
                  <a:lnTo>
                    <a:pt x="294411" y="244117"/>
                  </a:lnTo>
                  <a:lnTo>
                    <a:pt x="297791" y="240018"/>
                  </a:lnTo>
                  <a:lnTo>
                    <a:pt x="301040" y="235814"/>
                  </a:lnTo>
                  <a:lnTo>
                    <a:pt x="304154" y="231509"/>
                  </a:lnTo>
                  <a:lnTo>
                    <a:pt x="307129" y="227106"/>
                  </a:lnTo>
                  <a:lnTo>
                    <a:pt x="309963" y="222612"/>
                  </a:lnTo>
                  <a:lnTo>
                    <a:pt x="312652" y="218029"/>
                  </a:lnTo>
                  <a:lnTo>
                    <a:pt x="315195" y="213364"/>
                  </a:lnTo>
                  <a:lnTo>
                    <a:pt x="317588" y="208619"/>
                  </a:lnTo>
                  <a:lnTo>
                    <a:pt x="319829" y="203802"/>
                  </a:lnTo>
                  <a:lnTo>
                    <a:pt x="321916" y="198915"/>
                  </a:lnTo>
                  <a:lnTo>
                    <a:pt x="323846" y="193965"/>
                  </a:lnTo>
                  <a:lnTo>
                    <a:pt x="325618" y="188956"/>
                  </a:lnTo>
                  <a:lnTo>
                    <a:pt x="327230" y="183893"/>
                  </a:lnTo>
                  <a:lnTo>
                    <a:pt x="328681" y="178781"/>
                  </a:lnTo>
                  <a:lnTo>
                    <a:pt x="329968" y="173626"/>
                  </a:lnTo>
                  <a:lnTo>
                    <a:pt x="331090" y="168433"/>
                  </a:lnTo>
                  <a:lnTo>
                    <a:pt x="332047" y="163206"/>
                  </a:lnTo>
                  <a:lnTo>
                    <a:pt x="332838" y="157952"/>
                  </a:lnTo>
                  <a:lnTo>
                    <a:pt x="333461" y="152675"/>
                  </a:lnTo>
                  <a:lnTo>
                    <a:pt x="333916" y="147381"/>
                  </a:lnTo>
                  <a:lnTo>
                    <a:pt x="334202" y="142075"/>
                  </a:lnTo>
                  <a:lnTo>
                    <a:pt x="334320" y="136763"/>
                  </a:lnTo>
                  <a:lnTo>
                    <a:pt x="334269" y="131450"/>
                  </a:lnTo>
                  <a:lnTo>
                    <a:pt x="334049" y="126141"/>
                  </a:lnTo>
                  <a:lnTo>
                    <a:pt x="333660" y="120842"/>
                  </a:lnTo>
                  <a:lnTo>
                    <a:pt x="333104" y="115558"/>
                  </a:lnTo>
                  <a:lnTo>
                    <a:pt x="332379" y="110294"/>
                  </a:lnTo>
                  <a:lnTo>
                    <a:pt x="331488" y="105056"/>
                  </a:lnTo>
                  <a:lnTo>
                    <a:pt x="330430" y="99849"/>
                  </a:lnTo>
                  <a:lnTo>
                    <a:pt x="329208" y="94678"/>
                  </a:lnTo>
                  <a:lnTo>
                    <a:pt x="327822" y="89549"/>
                  </a:lnTo>
                  <a:lnTo>
                    <a:pt x="326274" y="84466"/>
                  </a:lnTo>
                  <a:lnTo>
                    <a:pt x="324565" y="79435"/>
                  </a:lnTo>
                  <a:lnTo>
                    <a:pt x="322697" y="74461"/>
                  </a:lnTo>
                  <a:lnTo>
                    <a:pt x="320671" y="69548"/>
                  </a:lnTo>
                  <a:lnTo>
                    <a:pt x="318491" y="64703"/>
                  </a:lnTo>
                  <a:lnTo>
                    <a:pt x="316158" y="59929"/>
                  </a:lnTo>
                  <a:lnTo>
                    <a:pt x="313674" y="55232"/>
                  </a:lnTo>
                  <a:lnTo>
                    <a:pt x="311042" y="50616"/>
                  </a:lnTo>
                  <a:lnTo>
                    <a:pt x="308265" y="46086"/>
                  </a:lnTo>
                  <a:lnTo>
                    <a:pt x="305345" y="41647"/>
                  </a:lnTo>
                  <a:lnTo>
                    <a:pt x="302286" y="37303"/>
                  </a:lnTo>
                  <a:lnTo>
                    <a:pt x="299090" y="33058"/>
                  </a:lnTo>
                  <a:lnTo>
                    <a:pt x="295761" y="28917"/>
                  </a:lnTo>
                  <a:lnTo>
                    <a:pt x="292302" y="24884"/>
                  </a:lnTo>
                  <a:lnTo>
                    <a:pt x="288716" y="20962"/>
                  </a:lnTo>
                  <a:lnTo>
                    <a:pt x="285008" y="17157"/>
                  </a:lnTo>
                  <a:lnTo>
                    <a:pt x="281180" y="13471"/>
                  </a:lnTo>
                  <a:lnTo>
                    <a:pt x="277238" y="9909"/>
                  </a:lnTo>
                  <a:lnTo>
                    <a:pt x="273184" y="6474"/>
                  </a:lnTo>
                  <a:lnTo>
                    <a:pt x="269023" y="3170"/>
                  </a:lnTo>
                  <a:lnTo>
                    <a:pt x="264759" y="0"/>
                  </a:lnTo>
                  <a:lnTo>
                    <a:pt x="167156" y="1357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5023544" y="941493"/>
              <a:ext cx="97603" cy="167167"/>
            </a:xfrm>
            <a:custGeom>
              <a:avLst/>
              <a:pathLst>
                <a:path w="97603" h="167167">
                  <a:moveTo>
                    <a:pt x="97603" y="31452"/>
                  </a:moveTo>
                  <a:lnTo>
                    <a:pt x="92844" y="28153"/>
                  </a:lnTo>
                  <a:lnTo>
                    <a:pt x="87974" y="25021"/>
                  </a:lnTo>
                  <a:lnTo>
                    <a:pt x="82999" y="22060"/>
                  </a:lnTo>
                  <a:lnTo>
                    <a:pt x="77924" y="19273"/>
                  </a:lnTo>
                  <a:lnTo>
                    <a:pt x="72756" y="16663"/>
                  </a:lnTo>
                  <a:lnTo>
                    <a:pt x="67500" y="14233"/>
                  </a:lnTo>
                  <a:lnTo>
                    <a:pt x="62163" y="11988"/>
                  </a:lnTo>
                  <a:lnTo>
                    <a:pt x="56752" y="9928"/>
                  </a:lnTo>
                  <a:lnTo>
                    <a:pt x="51272" y="8057"/>
                  </a:lnTo>
                  <a:lnTo>
                    <a:pt x="45732" y="6377"/>
                  </a:lnTo>
                  <a:lnTo>
                    <a:pt x="40136" y="4889"/>
                  </a:lnTo>
                  <a:lnTo>
                    <a:pt x="34492" y="3597"/>
                  </a:lnTo>
                  <a:lnTo>
                    <a:pt x="28807" y="2500"/>
                  </a:lnTo>
                  <a:lnTo>
                    <a:pt x="23087" y="1601"/>
                  </a:lnTo>
                  <a:lnTo>
                    <a:pt x="17339" y="901"/>
                  </a:lnTo>
                  <a:lnTo>
                    <a:pt x="11571" y="400"/>
                  </a:lnTo>
                  <a:lnTo>
                    <a:pt x="578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75959" y="941493"/>
              <a:ext cx="110256" cy="167167"/>
            </a:xfrm>
            <a:custGeom>
              <a:avLst/>
              <a:pathLst>
                <a:path w="110256" h="167167">
                  <a:moveTo>
                    <a:pt x="110256" y="0"/>
                  </a:moveTo>
                  <a:lnTo>
                    <a:pt x="104524" y="98"/>
                  </a:lnTo>
                  <a:lnTo>
                    <a:pt x="98798" y="393"/>
                  </a:lnTo>
                  <a:lnTo>
                    <a:pt x="93086" y="884"/>
                  </a:lnTo>
                  <a:lnTo>
                    <a:pt x="87395" y="1570"/>
                  </a:lnTo>
                  <a:lnTo>
                    <a:pt x="81730" y="2451"/>
                  </a:lnTo>
                  <a:lnTo>
                    <a:pt x="76098" y="3526"/>
                  </a:lnTo>
                  <a:lnTo>
                    <a:pt x="70507" y="4794"/>
                  </a:lnTo>
                  <a:lnTo>
                    <a:pt x="64963" y="6252"/>
                  </a:lnTo>
                  <a:lnTo>
                    <a:pt x="59472" y="7900"/>
                  </a:lnTo>
                  <a:lnTo>
                    <a:pt x="54040" y="9735"/>
                  </a:lnTo>
                  <a:lnTo>
                    <a:pt x="48675" y="11755"/>
                  </a:lnTo>
                  <a:lnTo>
                    <a:pt x="43382" y="13958"/>
                  </a:lnTo>
                  <a:lnTo>
                    <a:pt x="38168" y="16341"/>
                  </a:lnTo>
                  <a:lnTo>
                    <a:pt x="33039" y="18902"/>
                  </a:lnTo>
                  <a:lnTo>
                    <a:pt x="28000" y="21637"/>
                  </a:lnTo>
                  <a:lnTo>
                    <a:pt x="23058" y="24543"/>
                  </a:lnTo>
                  <a:lnTo>
                    <a:pt x="18219" y="27617"/>
                  </a:lnTo>
                  <a:lnTo>
                    <a:pt x="13488" y="30855"/>
                  </a:lnTo>
                  <a:lnTo>
                    <a:pt x="8871" y="34253"/>
                  </a:lnTo>
                  <a:lnTo>
                    <a:pt x="4373" y="37808"/>
                  </a:lnTo>
                  <a:lnTo>
                    <a:pt x="0" y="41515"/>
                  </a:lnTo>
                  <a:lnTo>
                    <a:pt x="1102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056" y="983008"/>
              <a:ext cx="167159" cy="265683"/>
            </a:xfrm>
            <a:custGeom>
              <a:avLst/>
              <a:pathLst>
                <a:path w="167159" h="265683">
                  <a:moveTo>
                    <a:pt x="56903" y="0"/>
                  </a:moveTo>
                  <a:lnTo>
                    <a:pt x="52897" y="3631"/>
                  </a:lnTo>
                  <a:lnTo>
                    <a:pt x="49011" y="7389"/>
                  </a:lnTo>
                  <a:lnTo>
                    <a:pt x="45249" y="11272"/>
                  </a:lnTo>
                  <a:lnTo>
                    <a:pt x="41614" y="15274"/>
                  </a:lnTo>
                  <a:lnTo>
                    <a:pt x="38110" y="19392"/>
                  </a:lnTo>
                  <a:lnTo>
                    <a:pt x="34741" y="23620"/>
                  </a:lnTo>
                  <a:lnTo>
                    <a:pt x="31511" y="27956"/>
                  </a:lnTo>
                  <a:lnTo>
                    <a:pt x="28423" y="32393"/>
                  </a:lnTo>
                  <a:lnTo>
                    <a:pt x="25479" y="36929"/>
                  </a:lnTo>
                  <a:lnTo>
                    <a:pt x="22684" y="41557"/>
                  </a:lnTo>
                  <a:lnTo>
                    <a:pt x="20041" y="46273"/>
                  </a:lnTo>
                  <a:lnTo>
                    <a:pt x="17551" y="51072"/>
                  </a:lnTo>
                  <a:lnTo>
                    <a:pt x="15217" y="55949"/>
                  </a:lnTo>
                  <a:lnTo>
                    <a:pt x="13042" y="60899"/>
                  </a:lnTo>
                  <a:lnTo>
                    <a:pt x="11029" y="65916"/>
                  </a:lnTo>
                  <a:lnTo>
                    <a:pt x="9179" y="70996"/>
                  </a:lnTo>
                  <a:lnTo>
                    <a:pt x="7494" y="76134"/>
                  </a:lnTo>
                  <a:lnTo>
                    <a:pt x="5976" y="81323"/>
                  </a:lnTo>
                  <a:lnTo>
                    <a:pt x="4627" y="86558"/>
                  </a:lnTo>
                  <a:lnTo>
                    <a:pt x="3448" y="91835"/>
                  </a:lnTo>
                  <a:lnTo>
                    <a:pt x="2440" y="97146"/>
                  </a:lnTo>
                  <a:lnTo>
                    <a:pt x="1604" y="102488"/>
                  </a:lnTo>
                  <a:lnTo>
                    <a:pt x="942" y="107854"/>
                  </a:lnTo>
                  <a:lnTo>
                    <a:pt x="453" y="113238"/>
                  </a:lnTo>
                  <a:lnTo>
                    <a:pt x="139" y="118635"/>
                  </a:lnTo>
                  <a:lnTo>
                    <a:pt x="0" y="124040"/>
                  </a:lnTo>
                  <a:lnTo>
                    <a:pt x="35" y="129446"/>
                  </a:lnTo>
                  <a:lnTo>
                    <a:pt x="245" y="134849"/>
                  </a:lnTo>
                  <a:lnTo>
                    <a:pt x="630" y="140242"/>
                  </a:lnTo>
                  <a:lnTo>
                    <a:pt x="1189" y="145619"/>
                  </a:lnTo>
                  <a:lnTo>
                    <a:pt x="1921" y="150976"/>
                  </a:lnTo>
                  <a:lnTo>
                    <a:pt x="2826" y="156306"/>
                  </a:lnTo>
                  <a:lnTo>
                    <a:pt x="3904" y="161604"/>
                  </a:lnTo>
                  <a:lnTo>
                    <a:pt x="5152" y="166865"/>
                  </a:lnTo>
                  <a:lnTo>
                    <a:pt x="6569" y="172082"/>
                  </a:lnTo>
                  <a:lnTo>
                    <a:pt x="8155" y="177251"/>
                  </a:lnTo>
                  <a:lnTo>
                    <a:pt x="9906" y="182366"/>
                  </a:lnTo>
                  <a:lnTo>
                    <a:pt x="11822" y="187421"/>
                  </a:lnTo>
                  <a:lnTo>
                    <a:pt x="13901" y="192412"/>
                  </a:lnTo>
                  <a:lnTo>
                    <a:pt x="16140" y="197333"/>
                  </a:lnTo>
                  <a:lnTo>
                    <a:pt x="18537" y="202179"/>
                  </a:lnTo>
                  <a:lnTo>
                    <a:pt x="21090" y="206945"/>
                  </a:lnTo>
                  <a:lnTo>
                    <a:pt x="23795" y="211626"/>
                  </a:lnTo>
                  <a:lnTo>
                    <a:pt x="26650" y="216218"/>
                  </a:lnTo>
                  <a:lnTo>
                    <a:pt x="29652" y="220714"/>
                  </a:lnTo>
                  <a:lnTo>
                    <a:pt x="32798" y="225111"/>
                  </a:lnTo>
                  <a:lnTo>
                    <a:pt x="36085" y="229404"/>
                  </a:lnTo>
                  <a:lnTo>
                    <a:pt x="39509" y="233588"/>
                  </a:lnTo>
                  <a:lnTo>
                    <a:pt x="43066" y="237660"/>
                  </a:lnTo>
                  <a:lnTo>
                    <a:pt x="46753" y="241614"/>
                  </a:lnTo>
                  <a:lnTo>
                    <a:pt x="50566" y="245447"/>
                  </a:lnTo>
                  <a:lnTo>
                    <a:pt x="54500" y="249155"/>
                  </a:lnTo>
                  <a:lnTo>
                    <a:pt x="58553" y="252733"/>
                  </a:lnTo>
                  <a:lnTo>
                    <a:pt x="62720" y="256179"/>
                  </a:lnTo>
                  <a:lnTo>
                    <a:pt x="66995" y="259488"/>
                  </a:lnTo>
                  <a:lnTo>
                    <a:pt x="71375" y="262657"/>
                  </a:lnTo>
                  <a:lnTo>
                    <a:pt x="75856" y="265683"/>
                  </a:lnTo>
                  <a:lnTo>
                    <a:pt x="167159" y="125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4912" y="941493"/>
              <a:ext cx="258456" cy="334332"/>
            </a:xfrm>
            <a:custGeom>
              <a:avLst/>
              <a:pathLst>
                <a:path w="258456" h="334332">
                  <a:moveTo>
                    <a:pt x="0" y="307198"/>
                  </a:moveTo>
                  <a:lnTo>
                    <a:pt x="4496" y="310029"/>
                  </a:lnTo>
                  <a:lnTo>
                    <a:pt x="9081" y="312716"/>
                  </a:lnTo>
                  <a:lnTo>
                    <a:pt x="13749" y="315256"/>
                  </a:lnTo>
                  <a:lnTo>
                    <a:pt x="18495" y="317646"/>
                  </a:lnTo>
                  <a:lnTo>
                    <a:pt x="23315" y="319884"/>
                  </a:lnTo>
                  <a:lnTo>
                    <a:pt x="28203" y="321968"/>
                  </a:lnTo>
                  <a:lnTo>
                    <a:pt x="33155" y="323895"/>
                  </a:lnTo>
                  <a:lnTo>
                    <a:pt x="38166" y="325664"/>
                  </a:lnTo>
                  <a:lnTo>
                    <a:pt x="43230" y="327273"/>
                  </a:lnTo>
                  <a:lnTo>
                    <a:pt x="48344" y="328720"/>
                  </a:lnTo>
                  <a:lnTo>
                    <a:pt x="53500" y="330004"/>
                  </a:lnTo>
                  <a:lnTo>
                    <a:pt x="58695" y="331123"/>
                  </a:lnTo>
                  <a:lnTo>
                    <a:pt x="63923" y="332077"/>
                  </a:lnTo>
                  <a:lnTo>
                    <a:pt x="69178" y="332864"/>
                  </a:lnTo>
                  <a:lnTo>
                    <a:pt x="74456" y="333483"/>
                  </a:lnTo>
                  <a:lnTo>
                    <a:pt x="79750" y="333935"/>
                  </a:lnTo>
                  <a:lnTo>
                    <a:pt x="85057" y="334218"/>
                  </a:lnTo>
                  <a:lnTo>
                    <a:pt x="90370" y="334332"/>
                  </a:lnTo>
                  <a:lnTo>
                    <a:pt x="95683" y="334277"/>
                  </a:lnTo>
                  <a:lnTo>
                    <a:pt x="100993" y="334053"/>
                  </a:lnTo>
                  <a:lnTo>
                    <a:pt x="106292" y="333661"/>
                  </a:lnTo>
                  <a:lnTo>
                    <a:pt x="111576" y="333100"/>
                  </a:lnTo>
                  <a:lnTo>
                    <a:pt x="116840" y="332372"/>
                  </a:lnTo>
                  <a:lnTo>
                    <a:pt x="122078" y="331477"/>
                  </a:lnTo>
                  <a:lnTo>
                    <a:pt x="127285" y="330416"/>
                  </a:lnTo>
                  <a:lnTo>
                    <a:pt x="132456" y="329190"/>
                  </a:lnTo>
                  <a:lnTo>
                    <a:pt x="137585" y="327800"/>
                  </a:lnTo>
                  <a:lnTo>
                    <a:pt x="142667" y="326248"/>
                  </a:lnTo>
                  <a:lnTo>
                    <a:pt x="147697" y="324535"/>
                  </a:lnTo>
                  <a:lnTo>
                    <a:pt x="152671" y="322663"/>
                  </a:lnTo>
                  <a:lnTo>
                    <a:pt x="157582" y="320634"/>
                  </a:lnTo>
                  <a:lnTo>
                    <a:pt x="162426" y="318449"/>
                  </a:lnTo>
                  <a:lnTo>
                    <a:pt x="167199" y="316112"/>
                  </a:lnTo>
                  <a:lnTo>
                    <a:pt x="171895" y="313625"/>
                  </a:lnTo>
                  <a:lnTo>
                    <a:pt x="176509" y="310989"/>
                  </a:lnTo>
                  <a:lnTo>
                    <a:pt x="181037" y="308208"/>
                  </a:lnTo>
                  <a:lnTo>
                    <a:pt x="185475" y="305285"/>
                  </a:lnTo>
                  <a:lnTo>
                    <a:pt x="189817" y="302222"/>
                  </a:lnTo>
                  <a:lnTo>
                    <a:pt x="194060" y="299023"/>
                  </a:lnTo>
                  <a:lnTo>
                    <a:pt x="198199" y="295690"/>
                  </a:lnTo>
                  <a:lnTo>
                    <a:pt x="202230" y="292227"/>
                  </a:lnTo>
                  <a:lnTo>
                    <a:pt x="206149" y="288638"/>
                  </a:lnTo>
                  <a:lnTo>
                    <a:pt x="209952" y="284927"/>
                  </a:lnTo>
                  <a:lnTo>
                    <a:pt x="213635" y="281096"/>
                  </a:lnTo>
                  <a:lnTo>
                    <a:pt x="217194" y="277150"/>
                  </a:lnTo>
                  <a:lnTo>
                    <a:pt x="220626" y="273093"/>
                  </a:lnTo>
                  <a:lnTo>
                    <a:pt x="223928" y="268929"/>
                  </a:lnTo>
                  <a:lnTo>
                    <a:pt x="227095" y="264663"/>
                  </a:lnTo>
                  <a:lnTo>
                    <a:pt x="230125" y="260297"/>
                  </a:lnTo>
                  <a:lnTo>
                    <a:pt x="233015" y="255838"/>
                  </a:lnTo>
                  <a:lnTo>
                    <a:pt x="235762" y="251289"/>
                  </a:lnTo>
                  <a:lnTo>
                    <a:pt x="238363" y="246655"/>
                  </a:lnTo>
                  <a:lnTo>
                    <a:pt x="240815" y="241940"/>
                  </a:lnTo>
                  <a:lnTo>
                    <a:pt x="243116" y="237150"/>
                  </a:lnTo>
                  <a:lnTo>
                    <a:pt x="245264" y="232290"/>
                  </a:lnTo>
                  <a:lnTo>
                    <a:pt x="247256" y="227363"/>
                  </a:lnTo>
                  <a:lnTo>
                    <a:pt x="249090" y="222376"/>
                  </a:lnTo>
                  <a:lnTo>
                    <a:pt x="250765" y="217333"/>
                  </a:lnTo>
                  <a:lnTo>
                    <a:pt x="252279" y="212239"/>
                  </a:lnTo>
                  <a:lnTo>
                    <a:pt x="253630" y="207100"/>
                  </a:lnTo>
                  <a:lnTo>
                    <a:pt x="254818" y="201920"/>
                  </a:lnTo>
                  <a:lnTo>
                    <a:pt x="255840" y="196706"/>
                  </a:lnTo>
                  <a:lnTo>
                    <a:pt x="256695" y="191461"/>
                  </a:lnTo>
                  <a:lnTo>
                    <a:pt x="257384" y="186192"/>
                  </a:lnTo>
                  <a:lnTo>
                    <a:pt x="257905" y="180903"/>
                  </a:lnTo>
                  <a:lnTo>
                    <a:pt x="258257" y="175601"/>
                  </a:lnTo>
                  <a:lnTo>
                    <a:pt x="258441" y="170290"/>
                  </a:lnTo>
                  <a:lnTo>
                    <a:pt x="258456" y="164976"/>
                  </a:lnTo>
                  <a:lnTo>
                    <a:pt x="258302" y="159665"/>
                  </a:lnTo>
                  <a:lnTo>
                    <a:pt x="257979" y="154361"/>
                  </a:lnTo>
                  <a:lnTo>
                    <a:pt x="257488" y="149069"/>
                  </a:lnTo>
                  <a:lnTo>
                    <a:pt x="256828" y="143796"/>
                  </a:lnTo>
                  <a:lnTo>
                    <a:pt x="256002" y="138547"/>
                  </a:lnTo>
                  <a:lnTo>
                    <a:pt x="255009" y="133327"/>
                  </a:lnTo>
                  <a:lnTo>
                    <a:pt x="253851" y="128141"/>
                  </a:lnTo>
                  <a:lnTo>
                    <a:pt x="252528" y="122994"/>
                  </a:lnTo>
                  <a:lnTo>
                    <a:pt x="251043" y="117892"/>
                  </a:lnTo>
                  <a:lnTo>
                    <a:pt x="249396" y="112839"/>
                  </a:lnTo>
                  <a:lnTo>
                    <a:pt x="247589" y="107842"/>
                  </a:lnTo>
                  <a:lnTo>
                    <a:pt x="245625" y="102904"/>
                  </a:lnTo>
                  <a:lnTo>
                    <a:pt x="243504" y="98032"/>
                  </a:lnTo>
                  <a:lnTo>
                    <a:pt x="241230" y="93229"/>
                  </a:lnTo>
                  <a:lnTo>
                    <a:pt x="238804" y="88501"/>
                  </a:lnTo>
                  <a:lnTo>
                    <a:pt x="236229" y="83853"/>
                  </a:lnTo>
                  <a:lnTo>
                    <a:pt x="233508" y="79288"/>
                  </a:lnTo>
                  <a:lnTo>
                    <a:pt x="230643" y="74813"/>
                  </a:lnTo>
                  <a:lnTo>
                    <a:pt x="227637" y="70431"/>
                  </a:lnTo>
                  <a:lnTo>
                    <a:pt x="224494" y="66146"/>
                  </a:lnTo>
                  <a:lnTo>
                    <a:pt x="221215" y="61964"/>
                  </a:lnTo>
                  <a:lnTo>
                    <a:pt x="217806" y="57888"/>
                  </a:lnTo>
                  <a:lnTo>
                    <a:pt x="214269" y="53922"/>
                  </a:lnTo>
                  <a:lnTo>
                    <a:pt x="210607" y="50071"/>
                  </a:lnTo>
                  <a:lnTo>
                    <a:pt x="206825" y="46338"/>
                  </a:lnTo>
                  <a:lnTo>
                    <a:pt x="202926" y="42728"/>
                  </a:lnTo>
                  <a:lnTo>
                    <a:pt x="198915" y="39243"/>
                  </a:lnTo>
                  <a:lnTo>
                    <a:pt x="194794" y="35887"/>
                  </a:lnTo>
                  <a:lnTo>
                    <a:pt x="190569" y="32664"/>
                  </a:lnTo>
                  <a:lnTo>
                    <a:pt x="186244" y="29577"/>
                  </a:lnTo>
                  <a:lnTo>
                    <a:pt x="181823" y="26629"/>
                  </a:lnTo>
                  <a:lnTo>
                    <a:pt x="177310" y="23822"/>
                  </a:lnTo>
                  <a:lnTo>
                    <a:pt x="172711" y="21161"/>
                  </a:lnTo>
                  <a:lnTo>
                    <a:pt x="168029" y="18647"/>
                  </a:lnTo>
                  <a:lnTo>
                    <a:pt x="163270" y="16284"/>
                  </a:lnTo>
                  <a:lnTo>
                    <a:pt x="158437" y="14073"/>
                  </a:lnTo>
                  <a:lnTo>
                    <a:pt x="153538" y="12016"/>
                  </a:lnTo>
                  <a:lnTo>
                    <a:pt x="148575" y="10116"/>
                  </a:lnTo>
                  <a:lnTo>
                    <a:pt x="143554" y="8375"/>
                  </a:lnTo>
                  <a:lnTo>
                    <a:pt x="138481" y="6795"/>
                  </a:lnTo>
                  <a:lnTo>
                    <a:pt x="133359" y="5376"/>
                  </a:lnTo>
                  <a:lnTo>
                    <a:pt x="128196" y="4121"/>
                  </a:lnTo>
                  <a:lnTo>
                    <a:pt x="122995" y="3031"/>
                  </a:lnTo>
                  <a:lnTo>
                    <a:pt x="117762" y="2107"/>
                  </a:lnTo>
                  <a:lnTo>
                    <a:pt x="112502" y="1349"/>
                  </a:lnTo>
                  <a:lnTo>
                    <a:pt x="107221" y="759"/>
                  </a:lnTo>
                  <a:lnTo>
                    <a:pt x="101924" y="337"/>
                  </a:lnTo>
                  <a:lnTo>
                    <a:pt x="96616" y="84"/>
                  </a:lnTo>
                  <a:lnTo>
                    <a:pt x="91303" y="0"/>
                  </a:lnTo>
                  <a:lnTo>
                    <a:pt x="913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797341" y="1071028"/>
              <a:ext cx="169406" cy="334319"/>
            </a:xfrm>
            <a:custGeom>
              <a:avLst/>
              <a:pathLst>
                <a:path w="169406" h="334319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2" y="763"/>
                  </a:lnTo>
                  <a:lnTo>
                    <a:pt x="145908" y="1356"/>
                  </a:lnTo>
                  <a:lnTo>
                    <a:pt x="140635" y="2117"/>
                  </a:lnTo>
                  <a:lnTo>
                    <a:pt x="135390" y="3046"/>
                  </a:lnTo>
                  <a:lnTo>
                    <a:pt x="130176" y="4142"/>
                  </a:lnTo>
                  <a:lnTo>
                    <a:pt x="125000" y="5403"/>
                  </a:lnTo>
                  <a:lnTo>
                    <a:pt x="119867" y="6829"/>
                  </a:lnTo>
                  <a:lnTo>
                    <a:pt x="114782" y="8417"/>
                  </a:lnTo>
                  <a:lnTo>
                    <a:pt x="109751" y="10166"/>
                  </a:lnTo>
                  <a:lnTo>
                    <a:pt x="104777" y="12075"/>
                  </a:lnTo>
                  <a:lnTo>
                    <a:pt x="99867" y="14142"/>
                  </a:lnTo>
                  <a:lnTo>
                    <a:pt x="95025" y="16364"/>
                  </a:lnTo>
                  <a:lnTo>
                    <a:pt x="90257" y="18739"/>
                  </a:lnTo>
                  <a:lnTo>
                    <a:pt x="85567" y="21265"/>
                  </a:lnTo>
                  <a:lnTo>
                    <a:pt x="80959" y="23939"/>
                  </a:lnTo>
                  <a:lnTo>
                    <a:pt x="76439" y="26758"/>
                  </a:lnTo>
                  <a:lnTo>
                    <a:pt x="72011" y="29720"/>
                  </a:lnTo>
                  <a:lnTo>
                    <a:pt x="67680" y="32822"/>
                  </a:lnTo>
                  <a:lnTo>
                    <a:pt x="63450" y="36060"/>
                  </a:lnTo>
                  <a:lnTo>
                    <a:pt x="59325" y="39431"/>
                  </a:lnTo>
                  <a:lnTo>
                    <a:pt x="55309" y="42932"/>
                  </a:lnTo>
                  <a:lnTo>
                    <a:pt x="51408" y="46559"/>
                  </a:lnTo>
                  <a:lnTo>
                    <a:pt x="47623" y="50308"/>
                  </a:lnTo>
                  <a:lnTo>
                    <a:pt x="43961" y="54176"/>
                  </a:lnTo>
                  <a:lnTo>
                    <a:pt x="40423" y="58159"/>
                  </a:lnTo>
                  <a:lnTo>
                    <a:pt x="37014" y="62253"/>
                  </a:lnTo>
                  <a:lnTo>
                    <a:pt x="33737" y="66453"/>
                  </a:lnTo>
                  <a:lnTo>
                    <a:pt x="30596" y="70756"/>
                  </a:lnTo>
                  <a:lnTo>
                    <a:pt x="27593" y="75156"/>
                  </a:lnTo>
                  <a:lnTo>
                    <a:pt x="24732" y="79650"/>
                  </a:lnTo>
                  <a:lnTo>
                    <a:pt x="22016" y="84232"/>
                  </a:lnTo>
                  <a:lnTo>
                    <a:pt x="19447" y="88899"/>
                  </a:lnTo>
                  <a:lnTo>
                    <a:pt x="17028" y="93646"/>
                  </a:lnTo>
                  <a:lnTo>
                    <a:pt x="14761" y="98467"/>
                  </a:lnTo>
                  <a:lnTo>
                    <a:pt x="12650" y="103358"/>
                  </a:lnTo>
                  <a:lnTo>
                    <a:pt x="10695" y="108313"/>
                  </a:lnTo>
                  <a:lnTo>
                    <a:pt x="8899" y="113329"/>
                  </a:lnTo>
                  <a:lnTo>
                    <a:pt x="7264" y="118399"/>
                  </a:lnTo>
                  <a:lnTo>
                    <a:pt x="5791" y="123519"/>
                  </a:lnTo>
                  <a:lnTo>
                    <a:pt x="4483" y="128682"/>
                  </a:lnTo>
                  <a:lnTo>
                    <a:pt x="3339" y="133885"/>
                  </a:lnTo>
                  <a:lnTo>
                    <a:pt x="2362" y="139122"/>
                  </a:lnTo>
                  <a:lnTo>
                    <a:pt x="1552" y="144388"/>
                  </a:lnTo>
                  <a:lnTo>
                    <a:pt x="910" y="149676"/>
                  </a:lnTo>
                  <a:lnTo>
                    <a:pt x="437" y="154982"/>
                  </a:lnTo>
                  <a:lnTo>
                    <a:pt x="133" y="160301"/>
                  </a:lnTo>
                  <a:lnTo>
                    <a:pt x="0" y="165626"/>
                  </a:lnTo>
                  <a:lnTo>
                    <a:pt x="35" y="170953"/>
                  </a:lnTo>
                  <a:lnTo>
                    <a:pt x="241" y="176277"/>
                  </a:lnTo>
                  <a:lnTo>
                    <a:pt x="616" y="181591"/>
                  </a:lnTo>
                  <a:lnTo>
                    <a:pt x="1160" y="186890"/>
                  </a:lnTo>
                  <a:lnTo>
                    <a:pt x="1873" y="192169"/>
                  </a:lnTo>
                  <a:lnTo>
                    <a:pt x="2753" y="197423"/>
                  </a:lnTo>
                  <a:lnTo>
                    <a:pt x="3801" y="202647"/>
                  </a:lnTo>
                  <a:lnTo>
                    <a:pt x="5014" y="207834"/>
                  </a:lnTo>
                  <a:lnTo>
                    <a:pt x="6392" y="212980"/>
                  </a:lnTo>
                  <a:lnTo>
                    <a:pt x="7934" y="218079"/>
                  </a:lnTo>
                  <a:lnTo>
                    <a:pt x="9637" y="223127"/>
                  </a:lnTo>
                  <a:lnTo>
                    <a:pt x="11500" y="228118"/>
                  </a:lnTo>
                  <a:lnTo>
                    <a:pt x="13521" y="233046"/>
                  </a:lnTo>
                  <a:lnTo>
                    <a:pt x="15698" y="237909"/>
                  </a:lnTo>
                  <a:lnTo>
                    <a:pt x="18029" y="242699"/>
                  </a:lnTo>
                  <a:lnTo>
                    <a:pt x="20512" y="247412"/>
                  </a:lnTo>
                  <a:lnTo>
                    <a:pt x="23143" y="252044"/>
                  </a:lnTo>
                  <a:lnTo>
                    <a:pt x="25921" y="256590"/>
                  </a:lnTo>
                  <a:lnTo>
                    <a:pt x="28842" y="261045"/>
                  </a:lnTo>
                  <a:lnTo>
                    <a:pt x="31903" y="265405"/>
                  </a:lnTo>
                  <a:lnTo>
                    <a:pt x="35102" y="269664"/>
                  </a:lnTo>
                  <a:lnTo>
                    <a:pt x="38435" y="273820"/>
                  </a:lnTo>
                  <a:lnTo>
                    <a:pt x="41899" y="277868"/>
                  </a:lnTo>
                  <a:lnTo>
                    <a:pt x="45490" y="281803"/>
                  </a:lnTo>
                  <a:lnTo>
                    <a:pt x="49204" y="285621"/>
                  </a:lnTo>
                  <a:lnTo>
                    <a:pt x="53039" y="289320"/>
                  </a:lnTo>
                  <a:lnTo>
                    <a:pt x="56989" y="292894"/>
                  </a:lnTo>
                  <a:lnTo>
                    <a:pt x="61051" y="296341"/>
                  </a:lnTo>
                  <a:lnTo>
                    <a:pt x="65221" y="299656"/>
                  </a:lnTo>
                  <a:lnTo>
                    <a:pt x="69494" y="302837"/>
                  </a:lnTo>
                  <a:lnTo>
                    <a:pt x="73867" y="305880"/>
                  </a:lnTo>
                  <a:lnTo>
                    <a:pt x="78334" y="308782"/>
                  </a:lnTo>
                  <a:lnTo>
                    <a:pt x="82891" y="311541"/>
                  </a:lnTo>
                  <a:lnTo>
                    <a:pt x="87534" y="314152"/>
                  </a:lnTo>
                  <a:lnTo>
                    <a:pt x="92258" y="316615"/>
                  </a:lnTo>
                  <a:lnTo>
                    <a:pt x="97058" y="318926"/>
                  </a:lnTo>
                  <a:lnTo>
                    <a:pt x="101929" y="321082"/>
                  </a:lnTo>
                  <a:lnTo>
                    <a:pt x="106867" y="323083"/>
                  </a:lnTo>
                  <a:lnTo>
                    <a:pt x="111865" y="324925"/>
                  </a:lnTo>
                  <a:lnTo>
                    <a:pt x="116920" y="326606"/>
                  </a:lnTo>
                  <a:lnTo>
                    <a:pt x="122026" y="328126"/>
                  </a:lnTo>
                  <a:lnTo>
                    <a:pt x="127178" y="329483"/>
                  </a:lnTo>
                  <a:lnTo>
                    <a:pt x="132370" y="330674"/>
                  </a:lnTo>
                  <a:lnTo>
                    <a:pt x="137598" y="331700"/>
                  </a:lnTo>
                  <a:lnTo>
                    <a:pt x="142855" y="332558"/>
                  </a:lnTo>
                  <a:lnTo>
                    <a:pt x="148138" y="333249"/>
                  </a:lnTo>
                  <a:lnTo>
                    <a:pt x="153439" y="333770"/>
                  </a:lnTo>
                  <a:lnTo>
                    <a:pt x="158755" y="334123"/>
                  </a:lnTo>
                  <a:lnTo>
                    <a:pt x="164079" y="334306"/>
                  </a:lnTo>
                  <a:lnTo>
                    <a:pt x="169406" y="33431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2246" cy="167152"/>
            </a:xfrm>
            <a:custGeom>
              <a:avLst/>
              <a:pathLst>
                <a:path w="2246" h="167152">
                  <a:moveTo>
                    <a:pt x="2246" y="167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81437"/>
              <a:ext cx="167165" cy="323911"/>
            </a:xfrm>
            <a:custGeom>
              <a:avLst/>
              <a:pathLst>
                <a:path w="167165" h="323911">
                  <a:moveTo>
                    <a:pt x="2246" y="323911"/>
                  </a:moveTo>
                  <a:lnTo>
                    <a:pt x="7572" y="323754"/>
                  </a:lnTo>
                  <a:lnTo>
                    <a:pt x="12891" y="323428"/>
                  </a:lnTo>
                  <a:lnTo>
                    <a:pt x="18197" y="322933"/>
                  </a:lnTo>
                  <a:lnTo>
                    <a:pt x="23484" y="322268"/>
                  </a:lnTo>
                  <a:lnTo>
                    <a:pt x="28747" y="321436"/>
                  </a:lnTo>
                  <a:lnTo>
                    <a:pt x="33981" y="320436"/>
                  </a:lnTo>
                  <a:lnTo>
                    <a:pt x="39181" y="319269"/>
                  </a:lnTo>
                  <a:lnTo>
                    <a:pt x="44341" y="317938"/>
                  </a:lnTo>
                  <a:lnTo>
                    <a:pt x="49456" y="316443"/>
                  </a:lnTo>
                  <a:lnTo>
                    <a:pt x="54520" y="314785"/>
                  </a:lnTo>
                  <a:lnTo>
                    <a:pt x="59529" y="312967"/>
                  </a:lnTo>
                  <a:lnTo>
                    <a:pt x="64478" y="310991"/>
                  </a:lnTo>
                  <a:lnTo>
                    <a:pt x="69361" y="308857"/>
                  </a:lnTo>
                  <a:lnTo>
                    <a:pt x="74173" y="306569"/>
                  </a:lnTo>
                  <a:lnTo>
                    <a:pt x="78911" y="304129"/>
                  </a:lnTo>
                  <a:lnTo>
                    <a:pt x="83568" y="301539"/>
                  </a:lnTo>
                  <a:lnTo>
                    <a:pt x="88140" y="298802"/>
                  </a:lnTo>
                  <a:lnTo>
                    <a:pt x="92622" y="295920"/>
                  </a:lnTo>
                  <a:lnTo>
                    <a:pt x="97011" y="292897"/>
                  </a:lnTo>
                  <a:lnTo>
                    <a:pt x="101301" y="289736"/>
                  </a:lnTo>
                  <a:lnTo>
                    <a:pt x="105487" y="286440"/>
                  </a:lnTo>
                  <a:lnTo>
                    <a:pt x="109567" y="283012"/>
                  </a:lnTo>
                  <a:lnTo>
                    <a:pt x="113536" y="279455"/>
                  </a:lnTo>
                  <a:lnTo>
                    <a:pt x="117389" y="275774"/>
                  </a:lnTo>
                  <a:lnTo>
                    <a:pt x="121122" y="271972"/>
                  </a:lnTo>
                  <a:lnTo>
                    <a:pt x="124733" y="268053"/>
                  </a:lnTo>
                  <a:lnTo>
                    <a:pt x="128217" y="264021"/>
                  </a:lnTo>
                  <a:lnTo>
                    <a:pt x="131571" y="259880"/>
                  </a:lnTo>
                  <a:lnTo>
                    <a:pt x="134790" y="255634"/>
                  </a:lnTo>
                  <a:lnTo>
                    <a:pt x="137873" y="251288"/>
                  </a:lnTo>
                  <a:lnTo>
                    <a:pt x="140816" y="246845"/>
                  </a:lnTo>
                  <a:lnTo>
                    <a:pt x="143616" y="242311"/>
                  </a:lnTo>
                  <a:lnTo>
                    <a:pt x="146270" y="237690"/>
                  </a:lnTo>
                  <a:lnTo>
                    <a:pt x="148775" y="232987"/>
                  </a:lnTo>
                  <a:lnTo>
                    <a:pt x="151129" y="228206"/>
                  </a:lnTo>
                  <a:lnTo>
                    <a:pt x="153330" y="223353"/>
                  </a:lnTo>
                  <a:lnTo>
                    <a:pt x="155374" y="218432"/>
                  </a:lnTo>
                  <a:lnTo>
                    <a:pt x="157261" y="213449"/>
                  </a:lnTo>
                  <a:lnTo>
                    <a:pt x="158988" y="208407"/>
                  </a:lnTo>
                  <a:lnTo>
                    <a:pt x="160553" y="203314"/>
                  </a:lnTo>
                  <a:lnTo>
                    <a:pt x="161956" y="198173"/>
                  </a:lnTo>
                  <a:lnTo>
                    <a:pt x="163193" y="192990"/>
                  </a:lnTo>
                  <a:lnTo>
                    <a:pt x="164265" y="187770"/>
                  </a:lnTo>
                  <a:lnTo>
                    <a:pt x="165170" y="182518"/>
                  </a:lnTo>
                  <a:lnTo>
                    <a:pt x="165907" y="177241"/>
                  </a:lnTo>
                  <a:lnTo>
                    <a:pt x="166476" y="171942"/>
                  </a:lnTo>
                  <a:lnTo>
                    <a:pt x="166875" y="166629"/>
                  </a:lnTo>
                  <a:lnTo>
                    <a:pt x="167105" y="161305"/>
                  </a:lnTo>
                  <a:lnTo>
                    <a:pt x="167165" y="155976"/>
                  </a:lnTo>
                  <a:lnTo>
                    <a:pt x="167055" y="150649"/>
                  </a:lnTo>
                  <a:lnTo>
                    <a:pt x="166776" y="145327"/>
                  </a:lnTo>
                  <a:lnTo>
                    <a:pt x="166327" y="140017"/>
                  </a:lnTo>
                  <a:lnTo>
                    <a:pt x="165708" y="134725"/>
                  </a:lnTo>
                  <a:lnTo>
                    <a:pt x="164922" y="129454"/>
                  </a:lnTo>
                  <a:lnTo>
                    <a:pt x="163968" y="124211"/>
                  </a:lnTo>
                  <a:lnTo>
                    <a:pt x="162847" y="119002"/>
                  </a:lnTo>
                  <a:lnTo>
                    <a:pt x="161561" y="113831"/>
                  </a:lnTo>
                  <a:lnTo>
                    <a:pt x="160111" y="108703"/>
                  </a:lnTo>
                  <a:lnTo>
                    <a:pt x="158498" y="103624"/>
                  </a:lnTo>
                  <a:lnTo>
                    <a:pt x="156724" y="98599"/>
                  </a:lnTo>
                  <a:lnTo>
                    <a:pt x="154790" y="93634"/>
                  </a:lnTo>
                  <a:lnTo>
                    <a:pt x="152700" y="88732"/>
                  </a:lnTo>
                  <a:lnTo>
                    <a:pt x="150454" y="83900"/>
                  </a:lnTo>
                  <a:lnTo>
                    <a:pt x="148055" y="79141"/>
                  </a:lnTo>
                  <a:lnTo>
                    <a:pt x="145506" y="74462"/>
                  </a:lnTo>
                  <a:lnTo>
                    <a:pt x="142809" y="69866"/>
                  </a:lnTo>
                  <a:lnTo>
                    <a:pt x="139967" y="65358"/>
                  </a:lnTo>
                  <a:lnTo>
                    <a:pt x="136983" y="60943"/>
                  </a:lnTo>
                  <a:lnTo>
                    <a:pt x="133859" y="56626"/>
                  </a:lnTo>
                  <a:lnTo>
                    <a:pt x="130600" y="52410"/>
                  </a:lnTo>
                  <a:lnTo>
                    <a:pt x="127207" y="48301"/>
                  </a:lnTo>
                  <a:lnTo>
                    <a:pt x="123686" y="44301"/>
                  </a:lnTo>
                  <a:lnTo>
                    <a:pt x="120039" y="40416"/>
                  </a:lnTo>
                  <a:lnTo>
                    <a:pt x="116270" y="36649"/>
                  </a:lnTo>
                  <a:lnTo>
                    <a:pt x="112382" y="33005"/>
                  </a:lnTo>
                  <a:lnTo>
                    <a:pt x="108381" y="29485"/>
                  </a:lnTo>
                  <a:lnTo>
                    <a:pt x="104269" y="26096"/>
                  </a:lnTo>
                  <a:lnTo>
                    <a:pt x="100051" y="22839"/>
                  </a:lnTo>
                  <a:lnTo>
                    <a:pt x="95732" y="19718"/>
                  </a:lnTo>
                  <a:lnTo>
                    <a:pt x="91316" y="16736"/>
                  </a:lnTo>
                  <a:lnTo>
                    <a:pt x="86806" y="13897"/>
                  </a:lnTo>
                  <a:lnTo>
                    <a:pt x="82209" y="11203"/>
                  </a:lnTo>
                  <a:lnTo>
                    <a:pt x="77528" y="8656"/>
                  </a:lnTo>
                  <a:lnTo>
                    <a:pt x="72768" y="6260"/>
                  </a:lnTo>
                  <a:lnTo>
                    <a:pt x="67934" y="4018"/>
                  </a:lnTo>
                  <a:lnTo>
                    <a:pt x="63031" y="1930"/>
                  </a:lnTo>
                  <a:lnTo>
                    <a:pt x="58064" y="0"/>
                  </a:lnTo>
                  <a:lnTo>
                    <a:pt x="0" y="1567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1028"/>
              <a:ext cx="58064" cy="167167"/>
            </a:xfrm>
            <a:custGeom>
              <a:avLst/>
              <a:pathLst>
                <a:path w="58064" h="167167">
                  <a:moveTo>
                    <a:pt x="58064" y="10408"/>
                  </a:moveTo>
                  <a:lnTo>
                    <a:pt x="52468" y="8447"/>
                  </a:lnTo>
                  <a:lnTo>
                    <a:pt x="46806" y="6686"/>
                  </a:lnTo>
                  <a:lnTo>
                    <a:pt x="41085" y="5127"/>
                  </a:lnTo>
                  <a:lnTo>
                    <a:pt x="35312" y="3772"/>
                  </a:lnTo>
                  <a:lnTo>
                    <a:pt x="29495" y="2622"/>
                  </a:lnTo>
                  <a:lnTo>
                    <a:pt x="23640" y="1680"/>
                  </a:lnTo>
                  <a:lnTo>
                    <a:pt x="17756" y="945"/>
                  </a:lnTo>
                  <a:lnTo>
                    <a:pt x="11850" y="420"/>
                  </a:lnTo>
                  <a:lnTo>
                    <a:pt x="592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42986" y="1322571"/>
              <a:ext cx="145734" cy="167167"/>
            </a:xfrm>
            <a:custGeom>
              <a:avLst/>
              <a:pathLst>
                <a:path w="145734" h="167167">
                  <a:moveTo>
                    <a:pt x="145734" y="0"/>
                  </a:moveTo>
                  <a:lnTo>
                    <a:pt x="140204" y="91"/>
                  </a:lnTo>
                  <a:lnTo>
                    <a:pt x="134680" y="365"/>
                  </a:lnTo>
                  <a:lnTo>
                    <a:pt x="129167" y="822"/>
                  </a:lnTo>
                  <a:lnTo>
                    <a:pt x="123673" y="1462"/>
                  </a:lnTo>
                  <a:lnTo>
                    <a:pt x="118203" y="2282"/>
                  </a:lnTo>
                  <a:lnTo>
                    <a:pt x="112764" y="3283"/>
                  </a:lnTo>
                  <a:lnTo>
                    <a:pt x="107360" y="4464"/>
                  </a:lnTo>
                  <a:lnTo>
                    <a:pt x="101998" y="5822"/>
                  </a:lnTo>
                  <a:lnTo>
                    <a:pt x="96684" y="7357"/>
                  </a:lnTo>
                  <a:lnTo>
                    <a:pt x="91424" y="9068"/>
                  </a:lnTo>
                  <a:lnTo>
                    <a:pt x="86224" y="10951"/>
                  </a:lnTo>
                  <a:lnTo>
                    <a:pt x="81088" y="13005"/>
                  </a:lnTo>
                  <a:lnTo>
                    <a:pt x="76024" y="15228"/>
                  </a:lnTo>
                  <a:lnTo>
                    <a:pt x="71035" y="17618"/>
                  </a:lnTo>
                  <a:lnTo>
                    <a:pt x="66128" y="20171"/>
                  </a:lnTo>
                  <a:lnTo>
                    <a:pt x="61309" y="22885"/>
                  </a:lnTo>
                  <a:lnTo>
                    <a:pt x="56582" y="25757"/>
                  </a:lnTo>
                  <a:lnTo>
                    <a:pt x="51953" y="28784"/>
                  </a:lnTo>
                  <a:lnTo>
                    <a:pt x="47426" y="31962"/>
                  </a:lnTo>
                  <a:lnTo>
                    <a:pt x="43007" y="35288"/>
                  </a:lnTo>
                  <a:lnTo>
                    <a:pt x="38700" y="38759"/>
                  </a:lnTo>
                  <a:lnTo>
                    <a:pt x="34510" y="42370"/>
                  </a:lnTo>
                  <a:lnTo>
                    <a:pt x="30443" y="46118"/>
                  </a:lnTo>
                  <a:lnTo>
                    <a:pt x="26501" y="49999"/>
                  </a:lnTo>
                  <a:lnTo>
                    <a:pt x="22690" y="54007"/>
                  </a:lnTo>
                  <a:lnTo>
                    <a:pt x="19014" y="58140"/>
                  </a:lnTo>
                  <a:lnTo>
                    <a:pt x="15476" y="62392"/>
                  </a:lnTo>
                  <a:lnTo>
                    <a:pt x="12081" y="66759"/>
                  </a:lnTo>
                  <a:lnTo>
                    <a:pt x="8833" y="71235"/>
                  </a:lnTo>
                  <a:lnTo>
                    <a:pt x="5734" y="75817"/>
                  </a:lnTo>
                  <a:lnTo>
                    <a:pt x="2788" y="80498"/>
                  </a:lnTo>
                  <a:lnTo>
                    <a:pt x="0" y="85275"/>
                  </a:lnTo>
                  <a:lnTo>
                    <a:pt x="14573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2986" y="1407847"/>
              <a:ext cx="145734" cy="81892"/>
            </a:xfrm>
            <a:custGeom>
              <a:avLst/>
              <a:pathLst>
                <a:path w="145734" h="81892">
                  <a:moveTo>
                    <a:pt x="0" y="0"/>
                  </a:moveTo>
                  <a:lnTo>
                    <a:pt x="145734" y="818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21554" y="1353501"/>
              <a:ext cx="334333" cy="303389"/>
            </a:xfrm>
            <a:custGeom>
              <a:avLst/>
              <a:pathLst>
                <a:path w="334333" h="303389">
                  <a:moveTo>
                    <a:pt x="21431" y="54345"/>
                  </a:moveTo>
                  <a:lnTo>
                    <a:pt x="18904" y="59015"/>
                  </a:lnTo>
                  <a:lnTo>
                    <a:pt x="16526" y="63763"/>
                  </a:lnTo>
                  <a:lnTo>
                    <a:pt x="14300" y="68584"/>
                  </a:lnTo>
                  <a:lnTo>
                    <a:pt x="12228" y="73474"/>
                  </a:lnTo>
                  <a:lnTo>
                    <a:pt x="10313" y="78427"/>
                  </a:lnTo>
                  <a:lnTo>
                    <a:pt x="8556" y="83438"/>
                  </a:lnTo>
                  <a:lnTo>
                    <a:pt x="6959" y="88502"/>
                  </a:lnTo>
                  <a:lnTo>
                    <a:pt x="5523" y="93615"/>
                  </a:lnTo>
                  <a:lnTo>
                    <a:pt x="4251" y="98770"/>
                  </a:lnTo>
                  <a:lnTo>
                    <a:pt x="3143" y="103963"/>
                  </a:lnTo>
                  <a:lnTo>
                    <a:pt x="2201" y="109189"/>
                  </a:lnTo>
                  <a:lnTo>
                    <a:pt x="1425" y="114443"/>
                  </a:lnTo>
                  <a:lnTo>
                    <a:pt x="817" y="119718"/>
                  </a:lnTo>
                  <a:lnTo>
                    <a:pt x="376" y="125010"/>
                  </a:lnTo>
                  <a:lnTo>
                    <a:pt x="103" y="130313"/>
                  </a:lnTo>
                  <a:lnTo>
                    <a:pt x="0" y="135622"/>
                  </a:lnTo>
                  <a:lnTo>
                    <a:pt x="64" y="140932"/>
                  </a:lnTo>
                  <a:lnTo>
                    <a:pt x="298" y="146237"/>
                  </a:lnTo>
                  <a:lnTo>
                    <a:pt x="700" y="151532"/>
                  </a:lnTo>
                  <a:lnTo>
                    <a:pt x="1269" y="156812"/>
                  </a:lnTo>
                  <a:lnTo>
                    <a:pt x="2006" y="162070"/>
                  </a:lnTo>
                  <a:lnTo>
                    <a:pt x="2910" y="167303"/>
                  </a:lnTo>
                  <a:lnTo>
                    <a:pt x="3980" y="172504"/>
                  </a:lnTo>
                  <a:lnTo>
                    <a:pt x="5214" y="177669"/>
                  </a:lnTo>
                  <a:lnTo>
                    <a:pt x="6612" y="182792"/>
                  </a:lnTo>
                  <a:lnTo>
                    <a:pt x="8172" y="187868"/>
                  </a:lnTo>
                  <a:lnTo>
                    <a:pt x="9892" y="192892"/>
                  </a:lnTo>
                  <a:lnTo>
                    <a:pt x="11770" y="197859"/>
                  </a:lnTo>
                  <a:lnTo>
                    <a:pt x="13806" y="202763"/>
                  </a:lnTo>
                  <a:lnTo>
                    <a:pt x="15996" y="207601"/>
                  </a:lnTo>
                  <a:lnTo>
                    <a:pt x="18339" y="212366"/>
                  </a:lnTo>
                  <a:lnTo>
                    <a:pt x="20832" y="217055"/>
                  </a:lnTo>
                  <a:lnTo>
                    <a:pt x="23473" y="221662"/>
                  </a:lnTo>
                  <a:lnTo>
                    <a:pt x="26259" y="226183"/>
                  </a:lnTo>
                  <a:lnTo>
                    <a:pt x="29187" y="230613"/>
                  </a:lnTo>
                  <a:lnTo>
                    <a:pt x="32254" y="234948"/>
                  </a:lnTo>
                  <a:lnTo>
                    <a:pt x="35457" y="239183"/>
                  </a:lnTo>
                  <a:lnTo>
                    <a:pt x="38793" y="243314"/>
                  </a:lnTo>
                  <a:lnTo>
                    <a:pt x="42259" y="247338"/>
                  </a:lnTo>
                  <a:lnTo>
                    <a:pt x="45851" y="251249"/>
                  </a:lnTo>
                  <a:lnTo>
                    <a:pt x="49565" y="255044"/>
                  </a:lnTo>
                  <a:lnTo>
                    <a:pt x="53398" y="258719"/>
                  </a:lnTo>
                  <a:lnTo>
                    <a:pt x="57346" y="262271"/>
                  </a:lnTo>
                  <a:lnTo>
                    <a:pt x="61404" y="265695"/>
                  </a:lnTo>
                  <a:lnTo>
                    <a:pt x="65569" y="268989"/>
                  </a:lnTo>
                  <a:lnTo>
                    <a:pt x="69837" y="272149"/>
                  </a:lnTo>
                  <a:lnTo>
                    <a:pt x="74203" y="275172"/>
                  </a:lnTo>
                  <a:lnTo>
                    <a:pt x="78663" y="278054"/>
                  </a:lnTo>
                  <a:lnTo>
                    <a:pt x="83212" y="280794"/>
                  </a:lnTo>
                  <a:lnTo>
                    <a:pt x="87845" y="283388"/>
                  </a:lnTo>
                  <a:lnTo>
                    <a:pt x="92559" y="285833"/>
                  </a:lnTo>
                  <a:lnTo>
                    <a:pt x="97348" y="288127"/>
                  </a:lnTo>
                  <a:lnTo>
                    <a:pt x="102208" y="290268"/>
                  </a:lnTo>
                  <a:lnTo>
                    <a:pt x="107133" y="292253"/>
                  </a:lnTo>
                  <a:lnTo>
                    <a:pt x="112118" y="294081"/>
                  </a:lnTo>
                  <a:lnTo>
                    <a:pt x="117160" y="295750"/>
                  </a:lnTo>
                  <a:lnTo>
                    <a:pt x="122251" y="297258"/>
                  </a:lnTo>
                  <a:lnTo>
                    <a:pt x="127388" y="298603"/>
                  </a:lnTo>
                  <a:lnTo>
                    <a:pt x="132565" y="299785"/>
                  </a:lnTo>
                  <a:lnTo>
                    <a:pt x="137777" y="300801"/>
                  </a:lnTo>
                  <a:lnTo>
                    <a:pt x="143019" y="301651"/>
                  </a:lnTo>
                  <a:lnTo>
                    <a:pt x="148285" y="302335"/>
                  </a:lnTo>
                  <a:lnTo>
                    <a:pt x="153570" y="302851"/>
                  </a:lnTo>
                  <a:lnTo>
                    <a:pt x="158869" y="303199"/>
                  </a:lnTo>
                  <a:lnTo>
                    <a:pt x="164176" y="303378"/>
                  </a:lnTo>
                  <a:lnTo>
                    <a:pt x="169486" y="303389"/>
                  </a:lnTo>
                  <a:lnTo>
                    <a:pt x="174794" y="303230"/>
                  </a:lnTo>
                  <a:lnTo>
                    <a:pt x="180094" y="302904"/>
                  </a:lnTo>
                  <a:lnTo>
                    <a:pt x="185381" y="302409"/>
                  </a:lnTo>
                  <a:lnTo>
                    <a:pt x="190650" y="301747"/>
                  </a:lnTo>
                  <a:lnTo>
                    <a:pt x="195895" y="300917"/>
                  </a:lnTo>
                  <a:lnTo>
                    <a:pt x="201111" y="299922"/>
                  </a:lnTo>
                  <a:lnTo>
                    <a:pt x="206293" y="298761"/>
                  </a:lnTo>
                  <a:lnTo>
                    <a:pt x="211435" y="297436"/>
                  </a:lnTo>
                  <a:lnTo>
                    <a:pt x="216533" y="295949"/>
                  </a:lnTo>
                  <a:lnTo>
                    <a:pt x="221581" y="294300"/>
                  </a:lnTo>
                  <a:lnTo>
                    <a:pt x="226574" y="292492"/>
                  </a:lnTo>
                  <a:lnTo>
                    <a:pt x="231507" y="290527"/>
                  </a:lnTo>
                  <a:lnTo>
                    <a:pt x="236375" y="288405"/>
                  </a:lnTo>
                  <a:lnTo>
                    <a:pt x="241173" y="286130"/>
                  </a:lnTo>
                  <a:lnTo>
                    <a:pt x="245897" y="283704"/>
                  </a:lnTo>
                  <a:lnTo>
                    <a:pt x="250541" y="281129"/>
                  </a:lnTo>
                  <a:lnTo>
                    <a:pt x="255101" y="278408"/>
                  </a:lnTo>
                  <a:lnTo>
                    <a:pt x="259572" y="275543"/>
                  </a:lnTo>
                  <a:lnTo>
                    <a:pt x="263950" y="272538"/>
                  </a:lnTo>
                  <a:lnTo>
                    <a:pt x="268230" y="269395"/>
                  </a:lnTo>
                  <a:lnTo>
                    <a:pt x="272408" y="266118"/>
                  </a:lnTo>
                  <a:lnTo>
                    <a:pt x="276481" y="262709"/>
                  </a:lnTo>
                  <a:lnTo>
                    <a:pt x="280442" y="259174"/>
                  </a:lnTo>
                  <a:lnTo>
                    <a:pt x="284290" y="255514"/>
                  </a:lnTo>
                  <a:lnTo>
                    <a:pt x="288019" y="251733"/>
                  </a:lnTo>
                  <a:lnTo>
                    <a:pt x="291627" y="247837"/>
                  </a:lnTo>
                  <a:lnTo>
                    <a:pt x="295108" y="243827"/>
                  </a:lnTo>
                  <a:lnTo>
                    <a:pt x="298461" y="239709"/>
                  </a:lnTo>
                  <a:lnTo>
                    <a:pt x="301681" y="235487"/>
                  </a:lnTo>
                  <a:lnTo>
                    <a:pt x="304766" y="231164"/>
                  </a:lnTo>
                  <a:lnTo>
                    <a:pt x="307712" y="226746"/>
                  </a:lnTo>
                  <a:lnTo>
                    <a:pt x="310515" y="222236"/>
                  </a:lnTo>
                  <a:lnTo>
                    <a:pt x="313174" y="217640"/>
                  </a:lnTo>
                  <a:lnTo>
                    <a:pt x="315686" y="212961"/>
                  </a:lnTo>
                  <a:lnTo>
                    <a:pt x="318048" y="208205"/>
                  </a:lnTo>
                  <a:lnTo>
                    <a:pt x="320258" y="203377"/>
                  </a:lnTo>
                  <a:lnTo>
                    <a:pt x="322313" y="198480"/>
                  </a:lnTo>
                  <a:lnTo>
                    <a:pt x="324212" y="193521"/>
                  </a:lnTo>
                  <a:lnTo>
                    <a:pt x="325952" y="188504"/>
                  </a:lnTo>
                  <a:lnTo>
                    <a:pt x="327532" y="183435"/>
                  </a:lnTo>
                  <a:lnTo>
                    <a:pt x="328950" y="178317"/>
                  </a:lnTo>
                  <a:lnTo>
                    <a:pt x="330205" y="173157"/>
                  </a:lnTo>
                  <a:lnTo>
                    <a:pt x="331296" y="167960"/>
                  </a:lnTo>
                  <a:lnTo>
                    <a:pt x="332220" y="162731"/>
                  </a:lnTo>
                  <a:lnTo>
                    <a:pt x="332979" y="157476"/>
                  </a:lnTo>
                  <a:lnTo>
                    <a:pt x="333570" y="152198"/>
                  </a:lnTo>
                  <a:lnTo>
                    <a:pt x="333993" y="146905"/>
                  </a:lnTo>
                  <a:lnTo>
                    <a:pt x="334247" y="141601"/>
                  </a:lnTo>
                  <a:lnTo>
                    <a:pt x="334333" y="136291"/>
                  </a:lnTo>
                  <a:lnTo>
                    <a:pt x="334251" y="130982"/>
                  </a:lnTo>
                  <a:lnTo>
                    <a:pt x="333999" y="125678"/>
                  </a:lnTo>
                  <a:lnTo>
                    <a:pt x="333580" y="120384"/>
                  </a:lnTo>
                  <a:lnTo>
                    <a:pt x="332992" y="115106"/>
                  </a:lnTo>
                  <a:lnTo>
                    <a:pt x="332238" y="109850"/>
                  </a:lnTo>
                  <a:lnTo>
                    <a:pt x="331316" y="104620"/>
                  </a:lnTo>
                  <a:lnTo>
                    <a:pt x="330229" y="99423"/>
                  </a:lnTo>
                  <a:lnTo>
                    <a:pt x="328978" y="94262"/>
                  </a:lnTo>
                  <a:lnTo>
                    <a:pt x="327563" y="89144"/>
                  </a:lnTo>
                  <a:lnTo>
                    <a:pt x="325986" y="84073"/>
                  </a:lnTo>
                  <a:lnTo>
                    <a:pt x="324249" y="79055"/>
                  </a:lnTo>
                  <a:lnTo>
                    <a:pt x="322354" y="74095"/>
                  </a:lnTo>
                  <a:lnTo>
                    <a:pt x="320302" y="69197"/>
                  </a:lnTo>
                  <a:lnTo>
                    <a:pt x="318095" y="64367"/>
                  </a:lnTo>
                  <a:lnTo>
                    <a:pt x="315736" y="59609"/>
                  </a:lnTo>
                  <a:lnTo>
                    <a:pt x="313227" y="54929"/>
                  </a:lnTo>
                  <a:lnTo>
                    <a:pt x="310571" y="50331"/>
                  </a:lnTo>
                  <a:lnTo>
                    <a:pt x="307770" y="45819"/>
                  </a:lnTo>
                  <a:lnTo>
                    <a:pt x="304827" y="41399"/>
                  </a:lnTo>
                  <a:lnTo>
                    <a:pt x="301746" y="37075"/>
                  </a:lnTo>
                  <a:lnTo>
                    <a:pt x="298528" y="32850"/>
                  </a:lnTo>
                  <a:lnTo>
                    <a:pt x="295178" y="28730"/>
                  </a:lnTo>
                  <a:lnTo>
                    <a:pt x="291699" y="24718"/>
                  </a:lnTo>
                  <a:lnTo>
                    <a:pt x="288094" y="20819"/>
                  </a:lnTo>
                  <a:lnTo>
                    <a:pt x="284367" y="17037"/>
                  </a:lnTo>
                  <a:lnTo>
                    <a:pt x="280522" y="13374"/>
                  </a:lnTo>
                  <a:lnTo>
                    <a:pt x="276563" y="9836"/>
                  </a:lnTo>
                  <a:lnTo>
                    <a:pt x="272493" y="6425"/>
                  </a:lnTo>
                  <a:lnTo>
                    <a:pt x="268316" y="3145"/>
                  </a:lnTo>
                  <a:lnTo>
                    <a:pt x="264038" y="0"/>
                  </a:lnTo>
                  <a:lnTo>
                    <a:pt x="167166" y="1362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96872" cy="167167"/>
            </a:xfrm>
            <a:custGeom>
              <a:avLst/>
              <a:pathLst>
                <a:path w="96872" h="167167">
                  <a:moveTo>
                    <a:pt x="96872" y="30929"/>
                  </a:moveTo>
                  <a:lnTo>
                    <a:pt x="92137" y="27684"/>
                  </a:lnTo>
                  <a:lnTo>
                    <a:pt x="87294" y="24603"/>
                  </a:lnTo>
                  <a:lnTo>
                    <a:pt x="82348" y="21690"/>
                  </a:lnTo>
                  <a:lnTo>
                    <a:pt x="77305" y="18948"/>
                  </a:lnTo>
                  <a:lnTo>
                    <a:pt x="72171" y="16381"/>
                  </a:lnTo>
                  <a:lnTo>
                    <a:pt x="66951" y="13993"/>
                  </a:lnTo>
                  <a:lnTo>
                    <a:pt x="61653" y="11784"/>
                  </a:lnTo>
                  <a:lnTo>
                    <a:pt x="56282" y="9759"/>
                  </a:lnTo>
                  <a:lnTo>
                    <a:pt x="50845" y="7920"/>
                  </a:lnTo>
                  <a:lnTo>
                    <a:pt x="45347" y="6268"/>
                  </a:lnTo>
                  <a:lnTo>
                    <a:pt x="39796" y="4806"/>
                  </a:lnTo>
                  <a:lnTo>
                    <a:pt x="34199" y="3535"/>
                  </a:lnTo>
                  <a:lnTo>
                    <a:pt x="28561" y="2457"/>
                  </a:lnTo>
                  <a:lnTo>
                    <a:pt x="22889" y="1574"/>
                  </a:lnTo>
                  <a:lnTo>
                    <a:pt x="17190" y="886"/>
                  </a:lnTo>
                  <a:lnTo>
                    <a:pt x="11471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91122" y="1681503"/>
              <a:ext cx="95402" cy="167167"/>
            </a:xfrm>
            <a:custGeom>
              <a:avLst/>
              <a:pathLst>
                <a:path w="95402" h="167167">
                  <a:moveTo>
                    <a:pt x="95402" y="0"/>
                  </a:moveTo>
                  <a:lnTo>
                    <a:pt x="89762" y="95"/>
                  </a:lnTo>
                  <a:lnTo>
                    <a:pt x="84129" y="380"/>
                  </a:lnTo>
                  <a:lnTo>
                    <a:pt x="78509" y="855"/>
                  </a:lnTo>
                  <a:lnTo>
                    <a:pt x="72908" y="1520"/>
                  </a:lnTo>
                  <a:lnTo>
                    <a:pt x="67333" y="2373"/>
                  </a:lnTo>
                  <a:lnTo>
                    <a:pt x="61789" y="3414"/>
                  </a:lnTo>
                  <a:lnTo>
                    <a:pt x="56284" y="4641"/>
                  </a:lnTo>
                  <a:lnTo>
                    <a:pt x="50823" y="6053"/>
                  </a:lnTo>
                  <a:lnTo>
                    <a:pt x="45413" y="7649"/>
                  </a:lnTo>
                  <a:lnTo>
                    <a:pt x="40060" y="9426"/>
                  </a:lnTo>
                  <a:lnTo>
                    <a:pt x="34770" y="11383"/>
                  </a:lnTo>
                  <a:lnTo>
                    <a:pt x="29549" y="13517"/>
                  </a:lnTo>
                  <a:lnTo>
                    <a:pt x="24403" y="15826"/>
                  </a:lnTo>
                  <a:lnTo>
                    <a:pt x="19338" y="18307"/>
                  </a:lnTo>
                  <a:lnTo>
                    <a:pt x="14360" y="20958"/>
                  </a:lnTo>
                  <a:lnTo>
                    <a:pt x="9473" y="23775"/>
                  </a:lnTo>
                  <a:lnTo>
                    <a:pt x="4685" y="26755"/>
                  </a:lnTo>
                  <a:lnTo>
                    <a:pt x="0" y="29896"/>
                  </a:lnTo>
                  <a:lnTo>
                    <a:pt x="9540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1122" y="171139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19369" y="1681503"/>
              <a:ext cx="334304" cy="334334"/>
            </a:xfrm>
            <a:custGeom>
              <a:avLst/>
              <a:pathLst>
                <a:path w="334304" h="334334">
                  <a:moveTo>
                    <a:pt x="71752" y="29896"/>
                  </a:moveTo>
                  <a:lnTo>
                    <a:pt x="67448" y="32989"/>
                  </a:lnTo>
                  <a:lnTo>
                    <a:pt x="63245" y="36218"/>
                  </a:lnTo>
                  <a:lnTo>
                    <a:pt x="59145" y="39578"/>
                  </a:lnTo>
                  <a:lnTo>
                    <a:pt x="55155" y="43066"/>
                  </a:lnTo>
                  <a:lnTo>
                    <a:pt x="51276" y="46679"/>
                  </a:lnTo>
                  <a:lnTo>
                    <a:pt x="47515" y="50414"/>
                  </a:lnTo>
                  <a:lnTo>
                    <a:pt x="43874" y="54265"/>
                  </a:lnTo>
                  <a:lnTo>
                    <a:pt x="40356" y="58231"/>
                  </a:lnTo>
                  <a:lnTo>
                    <a:pt x="36966" y="62305"/>
                  </a:lnTo>
                  <a:lnTo>
                    <a:pt x="33707" y="66485"/>
                  </a:lnTo>
                  <a:lnTo>
                    <a:pt x="30582" y="70767"/>
                  </a:lnTo>
                  <a:lnTo>
                    <a:pt x="27595" y="75145"/>
                  </a:lnTo>
                  <a:lnTo>
                    <a:pt x="24748" y="79616"/>
                  </a:lnTo>
                  <a:lnTo>
                    <a:pt x="22044" y="84174"/>
                  </a:lnTo>
                  <a:lnTo>
                    <a:pt x="19485" y="88817"/>
                  </a:lnTo>
                  <a:lnTo>
                    <a:pt x="17076" y="93538"/>
                  </a:lnTo>
                  <a:lnTo>
                    <a:pt x="14817" y="98333"/>
                  </a:lnTo>
                  <a:lnTo>
                    <a:pt x="12711" y="103197"/>
                  </a:lnTo>
                  <a:lnTo>
                    <a:pt x="10761" y="108125"/>
                  </a:lnTo>
                  <a:lnTo>
                    <a:pt x="8967" y="113113"/>
                  </a:lnTo>
                  <a:lnTo>
                    <a:pt x="7333" y="118155"/>
                  </a:lnTo>
                  <a:lnTo>
                    <a:pt x="5860" y="123247"/>
                  </a:lnTo>
                  <a:lnTo>
                    <a:pt x="4549" y="128382"/>
                  </a:lnTo>
                  <a:lnTo>
                    <a:pt x="3401" y="133557"/>
                  </a:lnTo>
                  <a:lnTo>
                    <a:pt x="2417" y="138766"/>
                  </a:lnTo>
                  <a:lnTo>
                    <a:pt x="1600" y="144003"/>
                  </a:lnTo>
                  <a:lnTo>
                    <a:pt x="949" y="149263"/>
                  </a:lnTo>
                  <a:lnTo>
                    <a:pt x="465" y="154541"/>
                  </a:lnTo>
                  <a:lnTo>
                    <a:pt x="148" y="159832"/>
                  </a:lnTo>
                  <a:lnTo>
                    <a:pt x="0" y="165130"/>
                  </a:lnTo>
                  <a:lnTo>
                    <a:pt x="19" y="170431"/>
                  </a:lnTo>
                  <a:lnTo>
                    <a:pt x="206" y="175728"/>
                  </a:lnTo>
                  <a:lnTo>
                    <a:pt x="562" y="181016"/>
                  </a:lnTo>
                  <a:lnTo>
                    <a:pt x="1085" y="186291"/>
                  </a:lnTo>
                  <a:lnTo>
                    <a:pt x="1774" y="191546"/>
                  </a:lnTo>
                  <a:lnTo>
                    <a:pt x="2630" y="196777"/>
                  </a:lnTo>
                  <a:lnTo>
                    <a:pt x="3652" y="201978"/>
                  </a:lnTo>
                  <a:lnTo>
                    <a:pt x="4838" y="207144"/>
                  </a:lnTo>
                  <a:lnTo>
                    <a:pt x="6187" y="212270"/>
                  </a:lnTo>
                  <a:lnTo>
                    <a:pt x="7697" y="217351"/>
                  </a:lnTo>
                  <a:lnTo>
                    <a:pt x="9369" y="222381"/>
                  </a:lnTo>
                  <a:lnTo>
                    <a:pt x="11198" y="227355"/>
                  </a:lnTo>
                  <a:lnTo>
                    <a:pt x="13185" y="232269"/>
                  </a:lnTo>
                  <a:lnTo>
                    <a:pt x="15326" y="237118"/>
                  </a:lnTo>
                  <a:lnTo>
                    <a:pt x="17620" y="241896"/>
                  </a:lnTo>
                  <a:lnTo>
                    <a:pt x="20065" y="246599"/>
                  </a:lnTo>
                  <a:lnTo>
                    <a:pt x="22657" y="251223"/>
                  </a:lnTo>
                  <a:lnTo>
                    <a:pt x="25394" y="255761"/>
                  </a:lnTo>
                  <a:lnTo>
                    <a:pt x="28274" y="260211"/>
                  </a:lnTo>
                  <a:lnTo>
                    <a:pt x="31294" y="264567"/>
                  </a:lnTo>
                  <a:lnTo>
                    <a:pt x="34450" y="268826"/>
                  </a:lnTo>
                  <a:lnTo>
                    <a:pt x="37740" y="272982"/>
                  </a:lnTo>
                  <a:lnTo>
                    <a:pt x="41159" y="277031"/>
                  </a:lnTo>
                  <a:lnTo>
                    <a:pt x="44706" y="280971"/>
                  </a:lnTo>
                  <a:lnTo>
                    <a:pt x="48375" y="284795"/>
                  </a:lnTo>
                  <a:lnTo>
                    <a:pt x="52164" y="288502"/>
                  </a:lnTo>
                  <a:lnTo>
                    <a:pt x="56069" y="292086"/>
                  </a:lnTo>
                  <a:lnTo>
                    <a:pt x="60085" y="295545"/>
                  </a:lnTo>
                  <a:lnTo>
                    <a:pt x="64209" y="298875"/>
                  </a:lnTo>
                  <a:lnTo>
                    <a:pt x="68436" y="302073"/>
                  </a:lnTo>
                  <a:lnTo>
                    <a:pt x="72763" y="305135"/>
                  </a:lnTo>
                  <a:lnTo>
                    <a:pt x="77184" y="308058"/>
                  </a:lnTo>
                  <a:lnTo>
                    <a:pt x="81696" y="310839"/>
                  </a:lnTo>
                  <a:lnTo>
                    <a:pt x="86294" y="313477"/>
                  </a:lnTo>
                  <a:lnTo>
                    <a:pt x="90973" y="315967"/>
                  </a:lnTo>
                  <a:lnTo>
                    <a:pt x="95729" y="318307"/>
                  </a:lnTo>
                  <a:lnTo>
                    <a:pt x="100556" y="320495"/>
                  </a:lnTo>
                  <a:lnTo>
                    <a:pt x="105451" y="322530"/>
                  </a:lnTo>
                  <a:lnTo>
                    <a:pt x="110407" y="324408"/>
                  </a:lnTo>
                  <a:lnTo>
                    <a:pt x="115421" y="326128"/>
                  </a:lnTo>
                  <a:lnTo>
                    <a:pt x="120486" y="327688"/>
                  </a:lnTo>
                  <a:lnTo>
                    <a:pt x="125599" y="329087"/>
                  </a:lnTo>
                  <a:lnTo>
                    <a:pt x="130753" y="330323"/>
                  </a:lnTo>
                  <a:lnTo>
                    <a:pt x="135944" y="331395"/>
                  </a:lnTo>
                  <a:lnTo>
                    <a:pt x="141166" y="332302"/>
                  </a:lnTo>
                  <a:lnTo>
                    <a:pt x="146415" y="333043"/>
                  </a:lnTo>
                  <a:lnTo>
                    <a:pt x="151684" y="333617"/>
                  </a:lnTo>
                  <a:lnTo>
                    <a:pt x="156969" y="334024"/>
                  </a:lnTo>
                  <a:lnTo>
                    <a:pt x="162264" y="334263"/>
                  </a:lnTo>
                  <a:lnTo>
                    <a:pt x="167564" y="334334"/>
                  </a:lnTo>
                  <a:lnTo>
                    <a:pt x="172863" y="334237"/>
                  </a:lnTo>
                  <a:lnTo>
                    <a:pt x="178157" y="333972"/>
                  </a:lnTo>
                  <a:lnTo>
                    <a:pt x="183440" y="333539"/>
                  </a:lnTo>
                  <a:lnTo>
                    <a:pt x="188706" y="332939"/>
                  </a:lnTo>
                  <a:lnTo>
                    <a:pt x="193951" y="332173"/>
                  </a:lnTo>
                  <a:lnTo>
                    <a:pt x="199168" y="331240"/>
                  </a:lnTo>
                  <a:lnTo>
                    <a:pt x="204354" y="330143"/>
                  </a:lnTo>
                  <a:lnTo>
                    <a:pt x="209502" y="328882"/>
                  </a:lnTo>
                  <a:lnTo>
                    <a:pt x="214608" y="327458"/>
                  </a:lnTo>
                  <a:lnTo>
                    <a:pt x="219666" y="325873"/>
                  </a:lnTo>
                  <a:lnTo>
                    <a:pt x="224671" y="324128"/>
                  </a:lnTo>
                  <a:lnTo>
                    <a:pt x="229618" y="322226"/>
                  </a:lnTo>
                  <a:lnTo>
                    <a:pt x="234502" y="320168"/>
                  </a:lnTo>
                  <a:lnTo>
                    <a:pt x="239319" y="317956"/>
                  </a:lnTo>
                  <a:lnTo>
                    <a:pt x="244063" y="315592"/>
                  </a:lnTo>
                  <a:lnTo>
                    <a:pt x="248730" y="313079"/>
                  </a:lnTo>
                  <a:lnTo>
                    <a:pt x="253315" y="310419"/>
                  </a:lnTo>
                  <a:lnTo>
                    <a:pt x="257813" y="307616"/>
                  </a:lnTo>
                  <a:lnTo>
                    <a:pt x="262221" y="304671"/>
                  </a:lnTo>
                  <a:lnTo>
                    <a:pt x="266532" y="301588"/>
                  </a:lnTo>
                  <a:lnTo>
                    <a:pt x="270744" y="298370"/>
                  </a:lnTo>
                  <a:lnTo>
                    <a:pt x="274851" y="295020"/>
                  </a:lnTo>
                  <a:lnTo>
                    <a:pt x="278850" y="291541"/>
                  </a:lnTo>
                  <a:lnTo>
                    <a:pt x="282737" y="287938"/>
                  </a:lnTo>
                  <a:lnTo>
                    <a:pt x="286508" y="284213"/>
                  </a:lnTo>
                  <a:lnTo>
                    <a:pt x="290159" y="280370"/>
                  </a:lnTo>
                  <a:lnTo>
                    <a:pt x="293686" y="276413"/>
                  </a:lnTo>
                  <a:lnTo>
                    <a:pt x="297086" y="272347"/>
                  </a:lnTo>
                  <a:lnTo>
                    <a:pt x="300355" y="268175"/>
                  </a:lnTo>
                  <a:lnTo>
                    <a:pt x="303490" y="263901"/>
                  </a:lnTo>
                  <a:lnTo>
                    <a:pt x="306489" y="259530"/>
                  </a:lnTo>
                  <a:lnTo>
                    <a:pt x="309347" y="255066"/>
                  </a:lnTo>
                  <a:lnTo>
                    <a:pt x="312062" y="250514"/>
                  </a:lnTo>
                  <a:lnTo>
                    <a:pt x="314631" y="245878"/>
                  </a:lnTo>
                  <a:lnTo>
                    <a:pt x="317053" y="241163"/>
                  </a:lnTo>
                  <a:lnTo>
                    <a:pt x="319323" y="236374"/>
                  </a:lnTo>
                  <a:lnTo>
                    <a:pt x="321441" y="231515"/>
                  </a:lnTo>
                  <a:lnTo>
                    <a:pt x="323403" y="226591"/>
                  </a:lnTo>
                  <a:lnTo>
                    <a:pt x="325209" y="221608"/>
                  </a:lnTo>
                  <a:lnTo>
                    <a:pt x="326855" y="216570"/>
                  </a:lnTo>
                  <a:lnTo>
                    <a:pt x="328341" y="211482"/>
                  </a:lnTo>
                  <a:lnTo>
                    <a:pt x="329665" y="206349"/>
                  </a:lnTo>
                  <a:lnTo>
                    <a:pt x="330826" y="201177"/>
                  </a:lnTo>
                  <a:lnTo>
                    <a:pt x="331822" y="195971"/>
                  </a:lnTo>
                  <a:lnTo>
                    <a:pt x="332652" y="190736"/>
                  </a:lnTo>
                  <a:lnTo>
                    <a:pt x="333316" y="185478"/>
                  </a:lnTo>
                  <a:lnTo>
                    <a:pt x="333813" y="180201"/>
                  </a:lnTo>
                  <a:lnTo>
                    <a:pt x="334143" y="174911"/>
                  </a:lnTo>
                  <a:lnTo>
                    <a:pt x="334304" y="169613"/>
                  </a:lnTo>
                  <a:lnTo>
                    <a:pt x="334298" y="164312"/>
                  </a:lnTo>
                  <a:lnTo>
                    <a:pt x="334123" y="159015"/>
                  </a:lnTo>
                  <a:lnTo>
                    <a:pt x="333781" y="153725"/>
                  </a:lnTo>
                  <a:lnTo>
                    <a:pt x="333271" y="148450"/>
                  </a:lnTo>
                  <a:lnTo>
                    <a:pt x="332594" y="143192"/>
                  </a:lnTo>
                  <a:lnTo>
                    <a:pt x="331751" y="137960"/>
                  </a:lnTo>
                  <a:lnTo>
                    <a:pt x="330742" y="132756"/>
                  </a:lnTo>
                  <a:lnTo>
                    <a:pt x="329569" y="127587"/>
                  </a:lnTo>
                  <a:lnTo>
                    <a:pt x="328232" y="122458"/>
                  </a:lnTo>
                  <a:lnTo>
                    <a:pt x="326734" y="117374"/>
                  </a:lnTo>
                  <a:lnTo>
                    <a:pt x="325075" y="112340"/>
                  </a:lnTo>
                  <a:lnTo>
                    <a:pt x="323258" y="107361"/>
                  </a:lnTo>
                  <a:lnTo>
                    <a:pt x="321283" y="102442"/>
                  </a:lnTo>
                  <a:lnTo>
                    <a:pt x="319154" y="97588"/>
                  </a:lnTo>
                  <a:lnTo>
                    <a:pt x="316871" y="92804"/>
                  </a:lnTo>
                  <a:lnTo>
                    <a:pt x="314438" y="88095"/>
                  </a:lnTo>
                  <a:lnTo>
                    <a:pt x="311858" y="83465"/>
                  </a:lnTo>
                  <a:lnTo>
                    <a:pt x="309131" y="78920"/>
                  </a:lnTo>
                  <a:lnTo>
                    <a:pt x="306262" y="74463"/>
                  </a:lnTo>
                  <a:lnTo>
                    <a:pt x="303253" y="70099"/>
                  </a:lnTo>
                  <a:lnTo>
                    <a:pt x="300107" y="65833"/>
                  </a:lnTo>
                  <a:lnTo>
                    <a:pt x="296828" y="61669"/>
                  </a:lnTo>
                  <a:lnTo>
                    <a:pt x="293418" y="57611"/>
                  </a:lnTo>
                  <a:lnTo>
                    <a:pt x="289881" y="53663"/>
                  </a:lnTo>
                  <a:lnTo>
                    <a:pt x="286221" y="49830"/>
                  </a:lnTo>
                  <a:lnTo>
                    <a:pt x="282441" y="46114"/>
                  </a:lnTo>
                  <a:lnTo>
                    <a:pt x="278546" y="42520"/>
                  </a:lnTo>
                  <a:lnTo>
                    <a:pt x="274538" y="39051"/>
                  </a:lnTo>
                  <a:lnTo>
                    <a:pt x="270422" y="35711"/>
                  </a:lnTo>
                  <a:lnTo>
                    <a:pt x="266203" y="32503"/>
                  </a:lnTo>
                  <a:lnTo>
                    <a:pt x="261884" y="29431"/>
                  </a:lnTo>
                  <a:lnTo>
                    <a:pt x="257469" y="26497"/>
                  </a:lnTo>
                  <a:lnTo>
                    <a:pt x="252964" y="23704"/>
                  </a:lnTo>
                  <a:lnTo>
                    <a:pt x="248373" y="21056"/>
                  </a:lnTo>
                  <a:lnTo>
                    <a:pt x="243700" y="18554"/>
                  </a:lnTo>
                  <a:lnTo>
                    <a:pt x="238950" y="16202"/>
                  </a:lnTo>
                  <a:lnTo>
                    <a:pt x="234128" y="14002"/>
                  </a:lnTo>
                  <a:lnTo>
                    <a:pt x="229238" y="11956"/>
                  </a:lnTo>
                  <a:lnTo>
                    <a:pt x="224286" y="10065"/>
                  </a:lnTo>
                  <a:lnTo>
                    <a:pt x="219277" y="8333"/>
                  </a:lnTo>
                  <a:lnTo>
                    <a:pt x="214215" y="6760"/>
                  </a:lnTo>
                  <a:lnTo>
                    <a:pt x="209106" y="5349"/>
                  </a:lnTo>
                  <a:lnTo>
                    <a:pt x="203955" y="4100"/>
                  </a:lnTo>
                  <a:lnTo>
                    <a:pt x="198767" y="3016"/>
                  </a:lnTo>
                  <a:lnTo>
                    <a:pt x="193547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61270" y="2126963"/>
              <a:ext cx="120017" cy="167167"/>
            </a:xfrm>
            <a:custGeom>
              <a:avLst/>
              <a:pathLst>
                <a:path w="120017" h="167167">
                  <a:moveTo>
                    <a:pt x="120017" y="0"/>
                  </a:moveTo>
                  <a:lnTo>
                    <a:pt x="114440" y="93"/>
                  </a:lnTo>
                  <a:lnTo>
                    <a:pt x="108869" y="372"/>
                  </a:lnTo>
                  <a:lnTo>
                    <a:pt x="103311" y="836"/>
                  </a:lnTo>
                  <a:lnTo>
                    <a:pt x="97771" y="1486"/>
                  </a:lnTo>
                  <a:lnTo>
                    <a:pt x="92255" y="2321"/>
                  </a:lnTo>
                  <a:lnTo>
                    <a:pt x="86771" y="3339"/>
                  </a:lnTo>
                  <a:lnTo>
                    <a:pt x="81324" y="4539"/>
                  </a:lnTo>
                  <a:lnTo>
                    <a:pt x="75920" y="5921"/>
                  </a:lnTo>
                  <a:lnTo>
                    <a:pt x="70565" y="7482"/>
                  </a:lnTo>
                  <a:lnTo>
                    <a:pt x="65265" y="9220"/>
                  </a:lnTo>
                  <a:lnTo>
                    <a:pt x="60026" y="11135"/>
                  </a:lnTo>
                  <a:lnTo>
                    <a:pt x="54854" y="13223"/>
                  </a:lnTo>
                  <a:lnTo>
                    <a:pt x="49754" y="15483"/>
                  </a:lnTo>
                  <a:lnTo>
                    <a:pt x="44732" y="17912"/>
                  </a:lnTo>
                  <a:lnTo>
                    <a:pt x="39795" y="20506"/>
                  </a:lnTo>
                  <a:lnTo>
                    <a:pt x="34946" y="23264"/>
                  </a:lnTo>
                  <a:lnTo>
                    <a:pt x="30193" y="26183"/>
                  </a:lnTo>
                  <a:lnTo>
                    <a:pt x="25539" y="29258"/>
                  </a:lnTo>
                  <a:lnTo>
                    <a:pt x="20991" y="32487"/>
                  </a:lnTo>
                  <a:lnTo>
                    <a:pt x="16553" y="35866"/>
                  </a:lnTo>
                  <a:lnTo>
                    <a:pt x="12230" y="39390"/>
                  </a:lnTo>
                  <a:lnTo>
                    <a:pt x="8027" y="43058"/>
                  </a:lnTo>
                  <a:lnTo>
                    <a:pt x="3949" y="46863"/>
                  </a:lnTo>
                  <a:lnTo>
                    <a:pt x="0" y="50802"/>
                  </a:lnTo>
                  <a:lnTo>
                    <a:pt x="12001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61270" y="2177766"/>
              <a:ext cx="120017" cy="116364"/>
            </a:xfrm>
            <a:custGeom>
              <a:avLst/>
              <a:pathLst>
                <a:path w="120017" h="116364">
                  <a:moveTo>
                    <a:pt x="0" y="0"/>
                  </a:moveTo>
                  <a:lnTo>
                    <a:pt x="120017" y="1163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14127" y="2127311"/>
              <a:ext cx="334309" cy="333986"/>
            </a:xfrm>
            <a:custGeom>
              <a:avLst/>
              <a:pathLst>
                <a:path w="334309" h="333986">
                  <a:moveTo>
                    <a:pt x="47142" y="50455"/>
                  </a:moveTo>
                  <a:lnTo>
                    <a:pt x="43516" y="54315"/>
                  </a:lnTo>
                  <a:lnTo>
                    <a:pt x="40014" y="58288"/>
                  </a:lnTo>
                  <a:lnTo>
                    <a:pt x="36640" y="62370"/>
                  </a:lnTo>
                  <a:lnTo>
                    <a:pt x="33396" y="66557"/>
                  </a:lnTo>
                  <a:lnTo>
                    <a:pt x="30287" y="70845"/>
                  </a:lnTo>
                  <a:lnTo>
                    <a:pt x="27316" y="75229"/>
                  </a:lnTo>
                  <a:lnTo>
                    <a:pt x="24485" y="79705"/>
                  </a:lnTo>
                  <a:lnTo>
                    <a:pt x="21797" y="84268"/>
                  </a:lnTo>
                  <a:lnTo>
                    <a:pt x="19255" y="88915"/>
                  </a:lnTo>
                  <a:lnTo>
                    <a:pt x="16861" y="93639"/>
                  </a:lnTo>
                  <a:lnTo>
                    <a:pt x="14618" y="98437"/>
                  </a:lnTo>
                  <a:lnTo>
                    <a:pt x="12529" y="103303"/>
                  </a:lnTo>
                  <a:lnTo>
                    <a:pt x="10594" y="108234"/>
                  </a:lnTo>
                  <a:lnTo>
                    <a:pt x="8817" y="113223"/>
                  </a:lnTo>
                  <a:lnTo>
                    <a:pt x="7198" y="118266"/>
                  </a:lnTo>
                  <a:lnTo>
                    <a:pt x="5741" y="123357"/>
                  </a:lnTo>
                  <a:lnTo>
                    <a:pt x="4445" y="128492"/>
                  </a:lnTo>
                  <a:lnTo>
                    <a:pt x="3312" y="133666"/>
                  </a:lnTo>
                  <a:lnTo>
                    <a:pt x="2344" y="138873"/>
                  </a:lnTo>
                  <a:lnTo>
                    <a:pt x="1542" y="144108"/>
                  </a:lnTo>
                  <a:lnTo>
                    <a:pt x="906" y="149366"/>
                  </a:lnTo>
                  <a:lnTo>
                    <a:pt x="436" y="154641"/>
                  </a:lnTo>
                  <a:lnTo>
                    <a:pt x="134" y="159929"/>
                  </a:lnTo>
                  <a:lnTo>
                    <a:pt x="0" y="165223"/>
                  </a:lnTo>
                  <a:lnTo>
                    <a:pt x="33" y="170519"/>
                  </a:lnTo>
                  <a:lnTo>
                    <a:pt x="234" y="175812"/>
                  </a:lnTo>
                  <a:lnTo>
                    <a:pt x="603" y="181095"/>
                  </a:lnTo>
                  <a:lnTo>
                    <a:pt x="1138" y="186364"/>
                  </a:lnTo>
                  <a:lnTo>
                    <a:pt x="1841" y="191614"/>
                  </a:lnTo>
                  <a:lnTo>
                    <a:pt x="2709" y="196838"/>
                  </a:lnTo>
                  <a:lnTo>
                    <a:pt x="3743" y="202032"/>
                  </a:lnTo>
                  <a:lnTo>
                    <a:pt x="4940" y="207191"/>
                  </a:lnTo>
                  <a:lnTo>
                    <a:pt x="6301" y="212310"/>
                  </a:lnTo>
                  <a:lnTo>
                    <a:pt x="7822" y="217383"/>
                  </a:lnTo>
                  <a:lnTo>
                    <a:pt x="9504" y="222405"/>
                  </a:lnTo>
                  <a:lnTo>
                    <a:pt x="11344" y="227371"/>
                  </a:lnTo>
                  <a:lnTo>
                    <a:pt x="13340" y="232277"/>
                  </a:lnTo>
                  <a:lnTo>
                    <a:pt x="15491" y="237117"/>
                  </a:lnTo>
                  <a:lnTo>
                    <a:pt x="17794" y="241886"/>
                  </a:lnTo>
                  <a:lnTo>
                    <a:pt x="20247" y="246580"/>
                  </a:lnTo>
                  <a:lnTo>
                    <a:pt x="22847" y="251194"/>
                  </a:lnTo>
                  <a:lnTo>
                    <a:pt x="25593" y="255723"/>
                  </a:lnTo>
                  <a:lnTo>
                    <a:pt x="28480" y="260163"/>
                  </a:lnTo>
                  <a:lnTo>
                    <a:pt x="31506" y="264509"/>
                  </a:lnTo>
                  <a:lnTo>
                    <a:pt x="34669" y="268757"/>
                  </a:lnTo>
                  <a:lnTo>
                    <a:pt x="37965" y="272903"/>
                  </a:lnTo>
                  <a:lnTo>
                    <a:pt x="41390" y="276942"/>
                  </a:lnTo>
                  <a:lnTo>
                    <a:pt x="44942" y="280871"/>
                  </a:lnTo>
                  <a:lnTo>
                    <a:pt x="48616" y="284686"/>
                  </a:lnTo>
                  <a:lnTo>
                    <a:pt x="52409" y="288382"/>
                  </a:lnTo>
                  <a:lnTo>
                    <a:pt x="56318" y="291956"/>
                  </a:lnTo>
                  <a:lnTo>
                    <a:pt x="60337" y="295404"/>
                  </a:lnTo>
                  <a:lnTo>
                    <a:pt x="64464" y="298723"/>
                  </a:lnTo>
                  <a:lnTo>
                    <a:pt x="68694" y="301910"/>
                  </a:lnTo>
                  <a:lnTo>
                    <a:pt x="73023" y="304962"/>
                  </a:lnTo>
                  <a:lnTo>
                    <a:pt x="77446" y="307874"/>
                  </a:lnTo>
                  <a:lnTo>
                    <a:pt x="81960" y="310646"/>
                  </a:lnTo>
                  <a:lnTo>
                    <a:pt x="86559" y="313272"/>
                  </a:lnTo>
                  <a:lnTo>
                    <a:pt x="91238" y="315752"/>
                  </a:lnTo>
                  <a:lnTo>
                    <a:pt x="95994" y="318082"/>
                  </a:lnTo>
                  <a:lnTo>
                    <a:pt x="100822" y="320261"/>
                  </a:lnTo>
                  <a:lnTo>
                    <a:pt x="105716" y="322285"/>
                  </a:lnTo>
                  <a:lnTo>
                    <a:pt x="110672" y="324154"/>
                  </a:lnTo>
                  <a:lnTo>
                    <a:pt x="115684" y="325864"/>
                  </a:lnTo>
                  <a:lnTo>
                    <a:pt x="120748" y="327415"/>
                  </a:lnTo>
                  <a:lnTo>
                    <a:pt x="125859" y="328805"/>
                  </a:lnTo>
                  <a:lnTo>
                    <a:pt x="131011" y="330032"/>
                  </a:lnTo>
                  <a:lnTo>
                    <a:pt x="136199" y="331095"/>
                  </a:lnTo>
                  <a:lnTo>
                    <a:pt x="141419" y="331993"/>
                  </a:lnTo>
                  <a:lnTo>
                    <a:pt x="146664" y="332726"/>
                  </a:lnTo>
                  <a:lnTo>
                    <a:pt x="151930" y="333292"/>
                  </a:lnTo>
                  <a:lnTo>
                    <a:pt x="157211" y="333691"/>
                  </a:lnTo>
                  <a:lnTo>
                    <a:pt x="162502" y="333922"/>
                  </a:lnTo>
                  <a:lnTo>
                    <a:pt x="167798" y="333986"/>
                  </a:lnTo>
                  <a:lnTo>
                    <a:pt x="173093" y="333881"/>
                  </a:lnTo>
                  <a:lnTo>
                    <a:pt x="178382" y="333610"/>
                  </a:lnTo>
                  <a:lnTo>
                    <a:pt x="183660" y="333170"/>
                  </a:lnTo>
                  <a:lnTo>
                    <a:pt x="188921" y="332564"/>
                  </a:lnTo>
                  <a:lnTo>
                    <a:pt x="194161" y="331792"/>
                  </a:lnTo>
                  <a:lnTo>
                    <a:pt x="199373" y="330854"/>
                  </a:lnTo>
                  <a:lnTo>
                    <a:pt x="204553" y="329751"/>
                  </a:lnTo>
                  <a:lnTo>
                    <a:pt x="209696" y="328484"/>
                  </a:lnTo>
                  <a:lnTo>
                    <a:pt x="214796" y="327056"/>
                  </a:lnTo>
                  <a:lnTo>
                    <a:pt x="219848" y="325466"/>
                  </a:lnTo>
                  <a:lnTo>
                    <a:pt x="224847" y="323718"/>
                  </a:lnTo>
                  <a:lnTo>
                    <a:pt x="229788" y="321811"/>
                  </a:lnTo>
                  <a:lnTo>
                    <a:pt x="234667" y="319750"/>
                  </a:lnTo>
                  <a:lnTo>
                    <a:pt x="239477" y="317534"/>
                  </a:lnTo>
                  <a:lnTo>
                    <a:pt x="244216" y="315168"/>
                  </a:lnTo>
                  <a:lnTo>
                    <a:pt x="248876" y="312652"/>
                  </a:lnTo>
                  <a:lnTo>
                    <a:pt x="253455" y="309991"/>
                  </a:lnTo>
                  <a:lnTo>
                    <a:pt x="257947" y="307185"/>
                  </a:lnTo>
                  <a:lnTo>
                    <a:pt x="262348" y="304239"/>
                  </a:lnTo>
                  <a:lnTo>
                    <a:pt x="266653" y="301154"/>
                  </a:lnTo>
                  <a:lnTo>
                    <a:pt x="270859" y="297935"/>
                  </a:lnTo>
                  <a:lnTo>
                    <a:pt x="274960" y="294584"/>
                  </a:lnTo>
                  <a:lnTo>
                    <a:pt x="278953" y="291105"/>
                  </a:lnTo>
                  <a:lnTo>
                    <a:pt x="282835" y="287502"/>
                  </a:lnTo>
                  <a:lnTo>
                    <a:pt x="286599" y="283777"/>
                  </a:lnTo>
                  <a:lnTo>
                    <a:pt x="290244" y="279934"/>
                  </a:lnTo>
                  <a:lnTo>
                    <a:pt x="293766" y="275979"/>
                  </a:lnTo>
                  <a:lnTo>
                    <a:pt x="297160" y="271913"/>
                  </a:lnTo>
                  <a:lnTo>
                    <a:pt x="300424" y="267742"/>
                  </a:lnTo>
                  <a:lnTo>
                    <a:pt x="303554" y="263470"/>
                  </a:lnTo>
                  <a:lnTo>
                    <a:pt x="306548" y="259101"/>
                  </a:lnTo>
                  <a:lnTo>
                    <a:pt x="309401" y="254639"/>
                  </a:lnTo>
                  <a:lnTo>
                    <a:pt x="312112" y="250089"/>
                  </a:lnTo>
                  <a:lnTo>
                    <a:pt x="314677" y="245455"/>
                  </a:lnTo>
                  <a:lnTo>
                    <a:pt x="317094" y="240743"/>
                  </a:lnTo>
                  <a:lnTo>
                    <a:pt x="319360" y="235956"/>
                  </a:lnTo>
                  <a:lnTo>
                    <a:pt x="321474" y="231100"/>
                  </a:lnTo>
                  <a:lnTo>
                    <a:pt x="323433" y="226179"/>
                  </a:lnTo>
                  <a:lnTo>
                    <a:pt x="325235" y="221199"/>
                  </a:lnTo>
                  <a:lnTo>
                    <a:pt x="326878" y="216164"/>
                  </a:lnTo>
                  <a:lnTo>
                    <a:pt x="328361" y="211080"/>
                  </a:lnTo>
                  <a:lnTo>
                    <a:pt x="329682" y="205951"/>
                  </a:lnTo>
                  <a:lnTo>
                    <a:pt x="330840" y="200783"/>
                  </a:lnTo>
                  <a:lnTo>
                    <a:pt x="331834" y="195581"/>
                  </a:lnTo>
                  <a:lnTo>
                    <a:pt x="332662" y="190350"/>
                  </a:lnTo>
                  <a:lnTo>
                    <a:pt x="333325" y="185096"/>
                  </a:lnTo>
                  <a:lnTo>
                    <a:pt x="333820" y="179823"/>
                  </a:lnTo>
                  <a:lnTo>
                    <a:pt x="334149" y="174537"/>
                  </a:lnTo>
                  <a:lnTo>
                    <a:pt x="334309" y="169243"/>
                  </a:lnTo>
                  <a:lnTo>
                    <a:pt x="334302" y="163947"/>
                  </a:lnTo>
                  <a:lnTo>
                    <a:pt x="334127" y="158653"/>
                  </a:lnTo>
                  <a:lnTo>
                    <a:pt x="333785" y="153368"/>
                  </a:lnTo>
                  <a:lnTo>
                    <a:pt x="333275" y="148097"/>
                  </a:lnTo>
                  <a:lnTo>
                    <a:pt x="332599" y="142844"/>
                  </a:lnTo>
                  <a:lnTo>
                    <a:pt x="331756" y="137615"/>
                  </a:lnTo>
                  <a:lnTo>
                    <a:pt x="330748" y="132416"/>
                  </a:lnTo>
                  <a:lnTo>
                    <a:pt x="329576" y="127251"/>
                  </a:lnTo>
                  <a:lnTo>
                    <a:pt x="328241" y="122126"/>
                  </a:lnTo>
                  <a:lnTo>
                    <a:pt x="326745" y="117045"/>
                  </a:lnTo>
                  <a:lnTo>
                    <a:pt x="325088" y="112015"/>
                  </a:lnTo>
                  <a:lnTo>
                    <a:pt x="323273" y="107040"/>
                  </a:lnTo>
                  <a:lnTo>
                    <a:pt x="321300" y="102124"/>
                  </a:lnTo>
                  <a:lnTo>
                    <a:pt x="319174" y="97274"/>
                  </a:lnTo>
                  <a:lnTo>
                    <a:pt x="316894" y="92493"/>
                  </a:lnTo>
                  <a:lnTo>
                    <a:pt x="314465" y="87787"/>
                  </a:lnTo>
                  <a:lnTo>
                    <a:pt x="311887" y="83161"/>
                  </a:lnTo>
                  <a:lnTo>
                    <a:pt x="309164" y="78618"/>
                  </a:lnTo>
                  <a:lnTo>
                    <a:pt x="306299" y="74164"/>
                  </a:lnTo>
                  <a:lnTo>
                    <a:pt x="303294" y="69803"/>
                  </a:lnTo>
                  <a:lnTo>
                    <a:pt x="300153" y="65539"/>
                  </a:lnTo>
                  <a:lnTo>
                    <a:pt x="296877" y="61377"/>
                  </a:lnTo>
                  <a:lnTo>
                    <a:pt x="293472" y="57320"/>
                  </a:lnTo>
                  <a:lnTo>
                    <a:pt x="289940" y="53374"/>
                  </a:lnTo>
                  <a:lnTo>
                    <a:pt x="286285" y="49541"/>
                  </a:lnTo>
                  <a:lnTo>
                    <a:pt x="282510" y="45827"/>
                  </a:lnTo>
                  <a:lnTo>
                    <a:pt x="278619" y="42233"/>
                  </a:lnTo>
                  <a:lnTo>
                    <a:pt x="274617" y="38765"/>
                  </a:lnTo>
                  <a:lnTo>
                    <a:pt x="270506" y="35425"/>
                  </a:lnTo>
                  <a:lnTo>
                    <a:pt x="266292" y="32217"/>
                  </a:lnTo>
                  <a:lnTo>
                    <a:pt x="261978" y="29145"/>
                  </a:lnTo>
                  <a:lnTo>
                    <a:pt x="257569" y="26210"/>
                  </a:lnTo>
                  <a:lnTo>
                    <a:pt x="253070" y="23417"/>
                  </a:lnTo>
                  <a:lnTo>
                    <a:pt x="248484" y="20767"/>
                  </a:lnTo>
                  <a:lnTo>
                    <a:pt x="243817" y="18264"/>
                  </a:lnTo>
                  <a:lnTo>
                    <a:pt x="239072" y="15910"/>
                  </a:lnTo>
                  <a:lnTo>
                    <a:pt x="234256" y="13708"/>
                  </a:lnTo>
                  <a:lnTo>
                    <a:pt x="229372" y="11660"/>
                  </a:lnTo>
                  <a:lnTo>
                    <a:pt x="224425" y="9767"/>
                  </a:lnTo>
                  <a:lnTo>
                    <a:pt x="219421" y="8031"/>
                  </a:lnTo>
                  <a:lnTo>
                    <a:pt x="214365" y="6456"/>
                  </a:lnTo>
                  <a:lnTo>
                    <a:pt x="209261" y="5041"/>
                  </a:lnTo>
                  <a:lnTo>
                    <a:pt x="204115" y="3788"/>
                  </a:lnTo>
                  <a:lnTo>
                    <a:pt x="198932" y="2699"/>
                  </a:lnTo>
                  <a:lnTo>
                    <a:pt x="193718" y="1775"/>
                  </a:lnTo>
                  <a:lnTo>
                    <a:pt x="188476" y="1017"/>
                  </a:lnTo>
                  <a:lnTo>
                    <a:pt x="183213" y="425"/>
                  </a:lnTo>
                  <a:lnTo>
                    <a:pt x="177934" y="0"/>
                  </a:lnTo>
                  <a:lnTo>
                    <a:pt x="167159" y="166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10774" cy="167167"/>
            </a:xfrm>
            <a:custGeom>
              <a:avLst/>
              <a:pathLst>
                <a:path w="10774" h="167167">
                  <a:moveTo>
                    <a:pt x="10774" y="3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23590" y="2633064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69" y="1335"/>
                  </a:lnTo>
                  <a:lnTo>
                    <a:pt x="140837" y="2085"/>
                  </a:lnTo>
                  <a:lnTo>
                    <a:pt x="135630" y="2999"/>
                  </a:lnTo>
                  <a:lnTo>
                    <a:pt x="130456" y="4078"/>
                  </a:lnTo>
                  <a:lnTo>
                    <a:pt x="125318" y="5320"/>
                  </a:lnTo>
                  <a:lnTo>
                    <a:pt x="120221" y="6724"/>
                  </a:lnTo>
                  <a:lnTo>
                    <a:pt x="115172" y="8288"/>
                  </a:lnTo>
                  <a:lnTo>
                    <a:pt x="110175" y="10011"/>
                  </a:lnTo>
                  <a:lnTo>
                    <a:pt x="105234" y="11892"/>
                  </a:lnTo>
                  <a:lnTo>
                    <a:pt x="100356" y="13927"/>
                  </a:lnTo>
                  <a:lnTo>
                    <a:pt x="95544" y="16116"/>
                  </a:lnTo>
                  <a:lnTo>
                    <a:pt x="90804" y="18456"/>
                  </a:lnTo>
                  <a:lnTo>
                    <a:pt x="86141" y="20944"/>
                  </a:lnTo>
                  <a:lnTo>
                    <a:pt x="81558" y="23579"/>
                  </a:lnTo>
                  <a:lnTo>
                    <a:pt x="77061" y="26357"/>
                  </a:lnTo>
                  <a:lnTo>
                    <a:pt x="72654" y="29276"/>
                  </a:lnTo>
                  <a:lnTo>
                    <a:pt x="68342" y="32333"/>
                  </a:lnTo>
                  <a:lnTo>
                    <a:pt x="64128" y="35524"/>
                  </a:lnTo>
                  <a:lnTo>
                    <a:pt x="60017" y="38848"/>
                  </a:lnTo>
                  <a:lnTo>
                    <a:pt x="56014" y="42299"/>
                  </a:lnTo>
                  <a:lnTo>
                    <a:pt x="52121" y="45876"/>
                  </a:lnTo>
                  <a:lnTo>
                    <a:pt x="48344" y="49574"/>
                  </a:lnTo>
                  <a:lnTo>
                    <a:pt x="44685" y="53389"/>
                  </a:lnTo>
                  <a:lnTo>
                    <a:pt x="41149" y="57318"/>
                  </a:lnTo>
                  <a:lnTo>
                    <a:pt x="37739" y="61357"/>
                  </a:lnTo>
                  <a:lnTo>
                    <a:pt x="34458" y="65502"/>
                  </a:lnTo>
                  <a:lnTo>
                    <a:pt x="31310" y="69748"/>
                  </a:lnTo>
                  <a:lnTo>
                    <a:pt x="28298" y="74092"/>
                  </a:lnTo>
                  <a:lnTo>
                    <a:pt x="25425" y="78529"/>
                  </a:lnTo>
                  <a:lnTo>
                    <a:pt x="22693" y="83055"/>
                  </a:lnTo>
                  <a:lnTo>
                    <a:pt x="20106" y="87664"/>
                  </a:lnTo>
                  <a:lnTo>
                    <a:pt x="17666" y="92353"/>
                  </a:lnTo>
                  <a:lnTo>
                    <a:pt x="15375" y="97117"/>
                  </a:lnTo>
                  <a:lnTo>
                    <a:pt x="13236" y="101951"/>
                  </a:lnTo>
                  <a:lnTo>
                    <a:pt x="11251" y="106851"/>
                  </a:lnTo>
                  <a:lnTo>
                    <a:pt x="9422" y="111810"/>
                  </a:lnTo>
                  <a:lnTo>
                    <a:pt x="7751" y="116825"/>
                  </a:lnTo>
                  <a:lnTo>
                    <a:pt x="6239" y="121890"/>
                  </a:lnTo>
                  <a:lnTo>
                    <a:pt x="4888" y="127001"/>
                  </a:lnTo>
                  <a:lnTo>
                    <a:pt x="3699" y="132151"/>
                  </a:lnTo>
                  <a:lnTo>
                    <a:pt x="2674" y="137337"/>
                  </a:lnTo>
                  <a:lnTo>
                    <a:pt x="1813" y="142552"/>
                  </a:lnTo>
                  <a:lnTo>
                    <a:pt x="1117" y="147792"/>
                  </a:lnTo>
                  <a:lnTo>
                    <a:pt x="588" y="153052"/>
                  </a:lnTo>
                  <a:lnTo>
                    <a:pt x="225" y="158325"/>
                  </a:lnTo>
                  <a:lnTo>
                    <a:pt x="28" y="163608"/>
                  </a:lnTo>
                  <a:lnTo>
                    <a:pt x="0" y="168894"/>
                  </a:lnTo>
                  <a:lnTo>
                    <a:pt x="138" y="174178"/>
                  </a:lnTo>
                  <a:lnTo>
                    <a:pt x="443" y="179455"/>
                  </a:lnTo>
                  <a:lnTo>
                    <a:pt x="915" y="184720"/>
                  </a:lnTo>
                  <a:lnTo>
                    <a:pt x="1553" y="189967"/>
                  </a:lnTo>
                  <a:lnTo>
                    <a:pt x="2356" y="195192"/>
                  </a:lnTo>
                  <a:lnTo>
                    <a:pt x="3325" y="200389"/>
                  </a:lnTo>
                  <a:lnTo>
                    <a:pt x="4457" y="205552"/>
                  </a:lnTo>
                  <a:lnTo>
                    <a:pt x="5752" y="210677"/>
                  </a:lnTo>
                  <a:lnTo>
                    <a:pt x="7209" y="215758"/>
                  </a:lnTo>
                  <a:lnTo>
                    <a:pt x="8825" y="220791"/>
                  </a:lnTo>
                  <a:lnTo>
                    <a:pt x="10599" y="225770"/>
                  </a:lnTo>
                  <a:lnTo>
                    <a:pt x="12531" y="230691"/>
                  </a:lnTo>
                  <a:lnTo>
                    <a:pt x="14616" y="235548"/>
                  </a:lnTo>
                  <a:lnTo>
                    <a:pt x="16855" y="240337"/>
                  </a:lnTo>
                  <a:lnTo>
                    <a:pt x="19243" y="245053"/>
                  </a:lnTo>
                  <a:lnTo>
                    <a:pt x="21780" y="249690"/>
                  </a:lnTo>
                  <a:lnTo>
                    <a:pt x="24462" y="254245"/>
                  </a:lnTo>
                  <a:lnTo>
                    <a:pt x="27286" y="258714"/>
                  </a:lnTo>
                  <a:lnTo>
                    <a:pt x="30250" y="263090"/>
                  </a:lnTo>
                  <a:lnTo>
                    <a:pt x="33352" y="267371"/>
                  </a:lnTo>
                  <a:lnTo>
                    <a:pt x="36587" y="271551"/>
                  </a:lnTo>
                  <a:lnTo>
                    <a:pt x="39952" y="275627"/>
                  </a:lnTo>
                  <a:lnTo>
                    <a:pt x="43445" y="279595"/>
                  </a:lnTo>
                  <a:lnTo>
                    <a:pt x="47062" y="283450"/>
                  </a:lnTo>
                  <a:lnTo>
                    <a:pt x="50798" y="287189"/>
                  </a:lnTo>
                  <a:lnTo>
                    <a:pt x="54651" y="290808"/>
                  </a:lnTo>
                  <a:lnTo>
                    <a:pt x="58617" y="294304"/>
                  </a:lnTo>
                  <a:lnTo>
                    <a:pt x="62691" y="297672"/>
                  </a:lnTo>
                  <a:lnTo>
                    <a:pt x="66869" y="300910"/>
                  </a:lnTo>
                  <a:lnTo>
                    <a:pt x="71148" y="304014"/>
                  </a:lnTo>
                  <a:lnTo>
                    <a:pt x="75523" y="306981"/>
                  </a:lnTo>
                  <a:lnTo>
                    <a:pt x="79989" y="309808"/>
                  </a:lnTo>
                  <a:lnTo>
                    <a:pt x="84542" y="312493"/>
                  </a:lnTo>
                  <a:lnTo>
                    <a:pt x="89179" y="315032"/>
                  </a:lnTo>
                  <a:lnTo>
                    <a:pt x="93893" y="317424"/>
                  </a:lnTo>
                  <a:lnTo>
                    <a:pt x="98680" y="319665"/>
                  </a:lnTo>
                  <a:lnTo>
                    <a:pt x="103536" y="321754"/>
                  </a:lnTo>
                  <a:lnTo>
                    <a:pt x="108455" y="323688"/>
                  </a:lnTo>
                  <a:lnTo>
                    <a:pt x="113433" y="325466"/>
                  </a:lnTo>
                  <a:lnTo>
                    <a:pt x="118465" y="327086"/>
                  </a:lnTo>
                  <a:lnTo>
                    <a:pt x="123546" y="328545"/>
                  </a:lnTo>
                  <a:lnTo>
                    <a:pt x="128670" y="329843"/>
                  </a:lnTo>
                  <a:lnTo>
                    <a:pt x="133832" y="330979"/>
                  </a:lnTo>
                  <a:lnTo>
                    <a:pt x="139028" y="331951"/>
                  </a:lnTo>
                  <a:lnTo>
                    <a:pt x="144252" y="332758"/>
                  </a:lnTo>
                  <a:lnTo>
                    <a:pt x="149499" y="333399"/>
                  </a:lnTo>
                  <a:lnTo>
                    <a:pt x="154764" y="333874"/>
                  </a:lnTo>
                  <a:lnTo>
                    <a:pt x="160041" y="334183"/>
                  </a:lnTo>
                  <a:lnTo>
                    <a:pt x="165325" y="334324"/>
                  </a:lnTo>
                  <a:lnTo>
                    <a:pt x="170611" y="334299"/>
                  </a:lnTo>
                  <a:lnTo>
                    <a:pt x="175894" y="334106"/>
                  </a:lnTo>
                  <a:lnTo>
                    <a:pt x="181168" y="333746"/>
                  </a:lnTo>
                  <a:lnTo>
                    <a:pt x="186427" y="333220"/>
                  </a:lnTo>
                  <a:lnTo>
                    <a:pt x="191668" y="332528"/>
                  </a:lnTo>
                  <a:lnTo>
                    <a:pt x="196884" y="331670"/>
                  </a:lnTo>
                  <a:lnTo>
                    <a:pt x="202070" y="330648"/>
                  </a:lnTo>
                  <a:lnTo>
                    <a:pt x="207221" y="329463"/>
                  </a:lnTo>
                  <a:lnTo>
                    <a:pt x="212333" y="328115"/>
                  </a:lnTo>
                  <a:lnTo>
                    <a:pt x="217399" y="326606"/>
                  </a:lnTo>
                  <a:lnTo>
                    <a:pt x="222415" y="324938"/>
                  </a:lnTo>
                  <a:lnTo>
                    <a:pt x="227375" y="323112"/>
                  </a:lnTo>
                  <a:lnTo>
                    <a:pt x="232276" y="321130"/>
                  </a:lnTo>
                  <a:lnTo>
                    <a:pt x="237111" y="318994"/>
                  </a:lnTo>
                  <a:lnTo>
                    <a:pt x="241877" y="316707"/>
                  </a:lnTo>
                  <a:lnTo>
                    <a:pt x="246567" y="314269"/>
                  </a:lnTo>
                  <a:lnTo>
                    <a:pt x="251179" y="311685"/>
                  </a:lnTo>
                  <a:lnTo>
                    <a:pt x="255706" y="308956"/>
                  </a:lnTo>
                  <a:lnTo>
                    <a:pt x="260145" y="306086"/>
                  </a:lnTo>
                  <a:lnTo>
                    <a:pt x="264490" y="303076"/>
                  </a:lnTo>
                  <a:lnTo>
                    <a:pt x="268739" y="299931"/>
                  </a:lnTo>
                  <a:lnTo>
                    <a:pt x="272886" y="296653"/>
                  </a:lnTo>
                  <a:lnTo>
                    <a:pt x="276927" y="293245"/>
                  </a:lnTo>
                  <a:lnTo>
                    <a:pt x="280858" y="289712"/>
                  </a:lnTo>
                  <a:lnTo>
                    <a:pt x="284676" y="286056"/>
                  </a:lnTo>
                  <a:lnTo>
                    <a:pt x="288376" y="282281"/>
                  </a:lnTo>
                  <a:lnTo>
                    <a:pt x="291955" y="278391"/>
                  </a:lnTo>
                  <a:lnTo>
                    <a:pt x="295409" y="274389"/>
                  </a:lnTo>
                  <a:lnTo>
                    <a:pt x="298735" y="270281"/>
                  </a:lnTo>
                  <a:lnTo>
                    <a:pt x="301929" y="266069"/>
                  </a:lnTo>
                  <a:lnTo>
                    <a:pt x="304989" y="261758"/>
                  </a:lnTo>
                  <a:lnTo>
                    <a:pt x="307911" y="257353"/>
                  </a:lnTo>
                  <a:lnTo>
                    <a:pt x="310692" y="252858"/>
                  </a:lnTo>
                  <a:lnTo>
                    <a:pt x="313330" y="248277"/>
                  </a:lnTo>
                  <a:lnTo>
                    <a:pt x="315821" y="243615"/>
                  </a:lnTo>
                  <a:lnTo>
                    <a:pt x="318164" y="238876"/>
                  </a:lnTo>
                  <a:lnTo>
                    <a:pt x="320355" y="234066"/>
                  </a:lnTo>
                  <a:lnTo>
                    <a:pt x="322394" y="229189"/>
                  </a:lnTo>
                  <a:lnTo>
                    <a:pt x="324277" y="224250"/>
                  </a:lnTo>
                  <a:lnTo>
                    <a:pt x="326004" y="219254"/>
                  </a:lnTo>
                  <a:lnTo>
                    <a:pt x="327571" y="214205"/>
                  </a:lnTo>
                  <a:lnTo>
                    <a:pt x="328978" y="209110"/>
                  </a:lnTo>
                  <a:lnTo>
                    <a:pt x="330223" y="203973"/>
                  </a:lnTo>
                  <a:lnTo>
                    <a:pt x="331305" y="198799"/>
                  </a:lnTo>
                  <a:lnTo>
                    <a:pt x="332224" y="193593"/>
                  </a:lnTo>
                  <a:lnTo>
                    <a:pt x="332977" y="188361"/>
                  </a:lnTo>
                  <a:lnTo>
                    <a:pt x="333564" y="183108"/>
                  </a:lnTo>
                  <a:lnTo>
                    <a:pt x="333985" y="177838"/>
                  </a:lnTo>
                  <a:lnTo>
                    <a:pt x="334239" y="172558"/>
                  </a:lnTo>
                  <a:lnTo>
                    <a:pt x="334325" y="167273"/>
                  </a:lnTo>
                  <a:lnTo>
                    <a:pt x="334245" y="161988"/>
                  </a:lnTo>
                  <a:lnTo>
                    <a:pt x="333998" y="156707"/>
                  </a:lnTo>
                  <a:lnTo>
                    <a:pt x="333584" y="151438"/>
                  </a:lnTo>
                  <a:lnTo>
                    <a:pt x="333003" y="146184"/>
                  </a:lnTo>
                  <a:lnTo>
                    <a:pt x="332257" y="140950"/>
                  </a:lnTo>
                  <a:lnTo>
                    <a:pt x="331345" y="135744"/>
                  </a:lnTo>
                  <a:lnTo>
                    <a:pt x="330270" y="130568"/>
                  </a:lnTo>
                  <a:lnTo>
                    <a:pt x="329031" y="125429"/>
                  </a:lnTo>
                  <a:lnTo>
                    <a:pt x="327631" y="120332"/>
                  </a:lnTo>
                  <a:lnTo>
                    <a:pt x="326070" y="115282"/>
                  </a:lnTo>
                  <a:lnTo>
                    <a:pt x="324350" y="110283"/>
                  </a:lnTo>
                  <a:lnTo>
                    <a:pt x="322473" y="105342"/>
                  </a:lnTo>
                  <a:lnTo>
                    <a:pt x="320440" y="100462"/>
                  </a:lnTo>
                  <a:lnTo>
                    <a:pt x="318255" y="9564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28714"/>
              <a:ext cx="151096" cy="71517"/>
            </a:xfrm>
            <a:custGeom>
              <a:avLst/>
              <a:pathLst>
                <a:path w="151096" h="71517">
                  <a:moveTo>
                    <a:pt x="151096" y="0"/>
                  </a:moveTo>
                  <a:lnTo>
                    <a:pt x="0" y="715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45426"/>
              <a:ext cx="151096" cy="154805"/>
            </a:xfrm>
            <a:custGeom>
              <a:avLst/>
              <a:pathLst>
                <a:path w="151096" h="154805">
                  <a:moveTo>
                    <a:pt x="151096" y="83287"/>
                  </a:moveTo>
                  <a:lnTo>
                    <a:pt x="148599" y="78235"/>
                  </a:lnTo>
                  <a:lnTo>
                    <a:pt x="145934" y="73269"/>
                  </a:lnTo>
                  <a:lnTo>
                    <a:pt x="143103" y="68396"/>
                  </a:lnTo>
                  <a:lnTo>
                    <a:pt x="140109" y="63621"/>
                  </a:lnTo>
                  <a:lnTo>
                    <a:pt x="136955" y="58950"/>
                  </a:lnTo>
                  <a:lnTo>
                    <a:pt x="133646" y="54388"/>
                  </a:lnTo>
                  <a:lnTo>
                    <a:pt x="130185" y="49940"/>
                  </a:lnTo>
                  <a:lnTo>
                    <a:pt x="126577" y="45612"/>
                  </a:lnTo>
                  <a:lnTo>
                    <a:pt x="122824" y="41407"/>
                  </a:lnTo>
                  <a:lnTo>
                    <a:pt x="118932" y="37331"/>
                  </a:lnTo>
                  <a:lnTo>
                    <a:pt x="114904" y="33389"/>
                  </a:lnTo>
                  <a:lnTo>
                    <a:pt x="110746" y="29585"/>
                  </a:lnTo>
                  <a:lnTo>
                    <a:pt x="106462" y="25923"/>
                  </a:lnTo>
                  <a:lnTo>
                    <a:pt x="102057" y="22407"/>
                  </a:lnTo>
                  <a:lnTo>
                    <a:pt x="97536" y="19042"/>
                  </a:lnTo>
                  <a:lnTo>
                    <a:pt x="92905" y="15832"/>
                  </a:lnTo>
                  <a:lnTo>
                    <a:pt x="88167" y="12779"/>
                  </a:lnTo>
                  <a:lnTo>
                    <a:pt x="83330" y="9888"/>
                  </a:lnTo>
                  <a:lnTo>
                    <a:pt x="78397" y="7161"/>
                  </a:lnTo>
                  <a:lnTo>
                    <a:pt x="73376" y="4602"/>
                  </a:lnTo>
                  <a:lnTo>
                    <a:pt x="68271" y="2214"/>
                  </a:lnTo>
                  <a:lnTo>
                    <a:pt x="63089" y="0"/>
                  </a:lnTo>
                  <a:lnTo>
                    <a:pt x="0" y="1548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63089" cy="167167"/>
            </a:xfrm>
            <a:custGeom>
              <a:avLst/>
              <a:pathLst>
                <a:path w="63089" h="167167">
                  <a:moveTo>
                    <a:pt x="63089" y="12362"/>
                  </a:moveTo>
                  <a:lnTo>
                    <a:pt x="57605" y="10238"/>
                  </a:lnTo>
                  <a:lnTo>
                    <a:pt x="52049" y="8309"/>
                  </a:lnTo>
                  <a:lnTo>
                    <a:pt x="46429" y="6577"/>
                  </a:lnTo>
                  <a:lnTo>
                    <a:pt x="40752" y="5043"/>
                  </a:lnTo>
                  <a:lnTo>
                    <a:pt x="35025" y="3710"/>
                  </a:lnTo>
                  <a:lnTo>
                    <a:pt x="29253" y="2579"/>
                  </a:lnTo>
                  <a:lnTo>
                    <a:pt x="23446" y="1652"/>
                  </a:lnTo>
                  <a:lnTo>
                    <a:pt x="17610" y="930"/>
                  </a:lnTo>
                  <a:lnTo>
                    <a:pt x="11752" y="413"/>
                  </a:lnTo>
                  <a:lnTo>
                    <a:pt x="587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358825" y="3170392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9" y="334"/>
                  </a:lnTo>
                  <a:lnTo>
                    <a:pt x="151304" y="753"/>
                  </a:lnTo>
                  <a:lnTo>
                    <a:pt x="146045" y="1338"/>
                  </a:lnTo>
                  <a:lnTo>
                    <a:pt x="140807" y="2089"/>
                  </a:lnTo>
                  <a:lnTo>
                    <a:pt x="135595" y="3006"/>
                  </a:lnTo>
                  <a:lnTo>
                    <a:pt x="130415" y="4087"/>
                  </a:lnTo>
                  <a:lnTo>
                    <a:pt x="125272" y="5331"/>
                  </a:lnTo>
                  <a:lnTo>
                    <a:pt x="120171" y="6738"/>
                  </a:lnTo>
                  <a:lnTo>
                    <a:pt x="115117" y="8305"/>
                  </a:lnTo>
                  <a:lnTo>
                    <a:pt x="110115" y="10032"/>
                  </a:lnTo>
                  <a:lnTo>
                    <a:pt x="105171" y="11916"/>
                  </a:lnTo>
                  <a:lnTo>
                    <a:pt x="100288" y="13955"/>
                  </a:lnTo>
                  <a:lnTo>
                    <a:pt x="95472" y="16149"/>
                  </a:lnTo>
                  <a:lnTo>
                    <a:pt x="90729" y="18493"/>
                  </a:lnTo>
                  <a:lnTo>
                    <a:pt x="86061" y="20986"/>
                  </a:lnTo>
                  <a:lnTo>
                    <a:pt x="81475" y="23626"/>
                  </a:lnTo>
                  <a:lnTo>
                    <a:pt x="76975" y="26410"/>
                  </a:lnTo>
                  <a:lnTo>
                    <a:pt x="72566" y="29334"/>
                  </a:lnTo>
                  <a:lnTo>
                    <a:pt x="68251" y="32397"/>
                  </a:lnTo>
                  <a:lnTo>
                    <a:pt x="64035" y="35595"/>
                  </a:lnTo>
                  <a:lnTo>
                    <a:pt x="59922" y="38925"/>
                  </a:lnTo>
                  <a:lnTo>
                    <a:pt x="55917" y="42383"/>
                  </a:lnTo>
                  <a:lnTo>
                    <a:pt x="52023" y="45966"/>
                  </a:lnTo>
                  <a:lnTo>
                    <a:pt x="48245" y="49671"/>
                  </a:lnTo>
                  <a:lnTo>
                    <a:pt x="44586" y="53493"/>
                  </a:lnTo>
                  <a:lnTo>
                    <a:pt x="41049" y="57429"/>
                  </a:lnTo>
                  <a:lnTo>
                    <a:pt x="37639" y="61475"/>
                  </a:lnTo>
                  <a:lnTo>
                    <a:pt x="34359" y="65628"/>
                  </a:lnTo>
                  <a:lnTo>
                    <a:pt x="31212" y="69881"/>
                  </a:lnTo>
                  <a:lnTo>
                    <a:pt x="28201" y="74233"/>
                  </a:lnTo>
                  <a:lnTo>
                    <a:pt x="25329" y="78677"/>
                  </a:lnTo>
                  <a:lnTo>
                    <a:pt x="22600" y="83210"/>
                  </a:lnTo>
                  <a:lnTo>
                    <a:pt x="20015" y="87827"/>
                  </a:lnTo>
                  <a:lnTo>
                    <a:pt x="17578" y="92524"/>
                  </a:lnTo>
                  <a:lnTo>
                    <a:pt x="15290" y="97296"/>
                  </a:lnTo>
                  <a:lnTo>
                    <a:pt x="13155" y="102137"/>
                  </a:lnTo>
                  <a:lnTo>
                    <a:pt x="11174" y="107044"/>
                  </a:lnTo>
                  <a:lnTo>
                    <a:pt x="9349" y="112011"/>
                  </a:lnTo>
                  <a:lnTo>
                    <a:pt x="7682" y="117033"/>
                  </a:lnTo>
                  <a:lnTo>
                    <a:pt x="6175" y="122105"/>
                  </a:lnTo>
                  <a:lnTo>
                    <a:pt x="4830" y="127223"/>
                  </a:lnTo>
                  <a:lnTo>
                    <a:pt x="3647" y="132380"/>
                  </a:lnTo>
                  <a:lnTo>
                    <a:pt x="2628" y="137573"/>
                  </a:lnTo>
                  <a:lnTo>
                    <a:pt x="1774" y="142795"/>
                  </a:lnTo>
                  <a:lnTo>
                    <a:pt x="1085" y="148041"/>
                  </a:lnTo>
                  <a:lnTo>
                    <a:pt x="563" y="153307"/>
                  </a:lnTo>
                  <a:lnTo>
                    <a:pt x="208" y="158587"/>
                  </a:lnTo>
                  <a:lnTo>
                    <a:pt x="20" y="163875"/>
                  </a:lnTo>
                  <a:lnTo>
                    <a:pt x="0" y="169166"/>
                  </a:lnTo>
                  <a:lnTo>
                    <a:pt x="147" y="174456"/>
                  </a:lnTo>
                  <a:lnTo>
                    <a:pt x="461" y="179738"/>
                  </a:lnTo>
                  <a:lnTo>
                    <a:pt x="942" y="185007"/>
                  </a:lnTo>
                  <a:lnTo>
                    <a:pt x="1590" y="190259"/>
                  </a:lnTo>
                  <a:lnTo>
                    <a:pt x="2404" y="195487"/>
                  </a:lnTo>
                  <a:lnTo>
                    <a:pt x="3383" y="200688"/>
                  </a:lnTo>
                  <a:lnTo>
                    <a:pt x="4526" y="205854"/>
                  </a:lnTo>
                  <a:lnTo>
                    <a:pt x="5832" y="210982"/>
                  </a:lnTo>
                  <a:lnTo>
                    <a:pt x="7299" y="216066"/>
                  </a:lnTo>
                  <a:lnTo>
                    <a:pt x="8927" y="221101"/>
                  </a:lnTo>
                  <a:lnTo>
                    <a:pt x="10713" y="226082"/>
                  </a:lnTo>
                  <a:lnTo>
                    <a:pt x="12656" y="231004"/>
                  </a:lnTo>
                  <a:lnTo>
                    <a:pt x="14754" y="235861"/>
                  </a:lnTo>
                  <a:lnTo>
                    <a:pt x="17005" y="240650"/>
                  </a:lnTo>
                  <a:lnTo>
                    <a:pt x="19406" y="245366"/>
                  </a:lnTo>
                  <a:lnTo>
                    <a:pt x="21955" y="250003"/>
                  </a:lnTo>
                  <a:lnTo>
                    <a:pt x="24649" y="254557"/>
                  </a:lnTo>
                  <a:lnTo>
                    <a:pt x="27486" y="259024"/>
                  </a:lnTo>
                  <a:lnTo>
                    <a:pt x="30464" y="263398"/>
                  </a:lnTo>
                  <a:lnTo>
                    <a:pt x="33578" y="267676"/>
                  </a:lnTo>
                  <a:lnTo>
                    <a:pt x="36826" y="271853"/>
                  </a:lnTo>
                  <a:lnTo>
                    <a:pt x="40204" y="275926"/>
                  </a:lnTo>
                  <a:lnTo>
                    <a:pt x="43710" y="279889"/>
                  </a:lnTo>
                  <a:lnTo>
                    <a:pt x="47340" y="283740"/>
                  </a:lnTo>
                  <a:lnTo>
                    <a:pt x="51089" y="287474"/>
                  </a:lnTo>
                  <a:lnTo>
                    <a:pt x="54955" y="291087"/>
                  </a:lnTo>
                  <a:lnTo>
                    <a:pt x="58933" y="294576"/>
                  </a:lnTo>
                  <a:lnTo>
                    <a:pt x="63020" y="297937"/>
                  </a:lnTo>
                  <a:lnTo>
                    <a:pt x="67211" y="301168"/>
                  </a:lnTo>
                  <a:lnTo>
                    <a:pt x="71502" y="304264"/>
                  </a:lnTo>
                  <a:lnTo>
                    <a:pt x="75889" y="307222"/>
                  </a:lnTo>
                  <a:lnTo>
                    <a:pt x="80368" y="310041"/>
                  </a:lnTo>
                  <a:lnTo>
                    <a:pt x="84933" y="312716"/>
                  </a:lnTo>
                  <a:lnTo>
                    <a:pt x="89581" y="315245"/>
                  </a:lnTo>
                  <a:lnTo>
                    <a:pt x="94306" y="317626"/>
                  </a:lnTo>
                  <a:lnTo>
                    <a:pt x="99105" y="319857"/>
                  </a:lnTo>
                  <a:lnTo>
                    <a:pt x="103972" y="321934"/>
                  </a:lnTo>
                  <a:lnTo>
                    <a:pt x="108902" y="323856"/>
                  </a:lnTo>
                  <a:lnTo>
                    <a:pt x="113890" y="325621"/>
                  </a:lnTo>
                  <a:lnTo>
                    <a:pt x="118932" y="327228"/>
                  </a:lnTo>
                  <a:lnTo>
                    <a:pt x="124022" y="328674"/>
                  </a:lnTo>
                  <a:lnTo>
                    <a:pt x="129155" y="329958"/>
                  </a:lnTo>
                  <a:lnTo>
                    <a:pt x="134326" y="331079"/>
                  </a:lnTo>
                  <a:lnTo>
                    <a:pt x="139531" y="332036"/>
                  </a:lnTo>
                  <a:lnTo>
                    <a:pt x="144763" y="332828"/>
                  </a:lnTo>
                  <a:lnTo>
                    <a:pt x="150017" y="333454"/>
                  </a:lnTo>
                  <a:lnTo>
                    <a:pt x="155288" y="333913"/>
                  </a:lnTo>
                  <a:lnTo>
                    <a:pt x="160572" y="334205"/>
                  </a:lnTo>
                  <a:lnTo>
                    <a:pt x="165862" y="334329"/>
                  </a:lnTo>
                  <a:lnTo>
                    <a:pt x="171153" y="334287"/>
                  </a:lnTo>
                  <a:lnTo>
                    <a:pt x="176440" y="334076"/>
                  </a:lnTo>
                  <a:lnTo>
                    <a:pt x="181718" y="333699"/>
                  </a:lnTo>
                  <a:lnTo>
                    <a:pt x="186982" y="333154"/>
                  </a:lnTo>
                  <a:lnTo>
                    <a:pt x="192225" y="332444"/>
                  </a:lnTo>
                  <a:lnTo>
                    <a:pt x="197444" y="331567"/>
                  </a:lnTo>
                  <a:lnTo>
                    <a:pt x="202632" y="330526"/>
                  </a:lnTo>
                  <a:lnTo>
                    <a:pt x="207784" y="329322"/>
                  </a:lnTo>
                  <a:lnTo>
                    <a:pt x="212896" y="327955"/>
                  </a:lnTo>
                  <a:lnTo>
                    <a:pt x="217962" y="326426"/>
                  </a:lnTo>
                  <a:lnTo>
                    <a:pt x="222977" y="324739"/>
                  </a:lnTo>
                  <a:lnTo>
                    <a:pt x="227937" y="322893"/>
                  </a:lnTo>
                  <a:lnTo>
                    <a:pt x="232835" y="320891"/>
                  </a:lnTo>
                  <a:lnTo>
                    <a:pt x="237667" y="318735"/>
                  </a:lnTo>
                  <a:lnTo>
                    <a:pt x="242429" y="316428"/>
                  </a:lnTo>
                  <a:lnTo>
                    <a:pt x="247115" y="313971"/>
                  </a:lnTo>
                  <a:lnTo>
                    <a:pt x="251722" y="311366"/>
                  </a:lnTo>
                  <a:lnTo>
                    <a:pt x="256243" y="308617"/>
                  </a:lnTo>
                  <a:lnTo>
                    <a:pt x="260675" y="305727"/>
                  </a:lnTo>
                  <a:lnTo>
                    <a:pt x="265014" y="302698"/>
                  </a:lnTo>
                  <a:lnTo>
                    <a:pt x="269254" y="299533"/>
                  </a:lnTo>
                  <a:lnTo>
                    <a:pt x="273393" y="296235"/>
                  </a:lnTo>
                  <a:lnTo>
                    <a:pt x="277424" y="292808"/>
                  </a:lnTo>
                  <a:lnTo>
                    <a:pt x="281346" y="289255"/>
                  </a:lnTo>
                  <a:lnTo>
                    <a:pt x="285152" y="285580"/>
                  </a:lnTo>
                  <a:lnTo>
                    <a:pt x="288841" y="281786"/>
                  </a:lnTo>
                  <a:lnTo>
                    <a:pt x="292408" y="277877"/>
                  </a:lnTo>
                  <a:lnTo>
                    <a:pt x="295849" y="273857"/>
                  </a:lnTo>
                  <a:lnTo>
                    <a:pt x="299161" y="269731"/>
                  </a:lnTo>
                  <a:lnTo>
                    <a:pt x="302341" y="265501"/>
                  </a:lnTo>
                  <a:lnTo>
                    <a:pt x="305386" y="261173"/>
                  </a:lnTo>
                  <a:lnTo>
                    <a:pt x="308292" y="256751"/>
                  </a:lnTo>
                  <a:lnTo>
                    <a:pt x="311056" y="252239"/>
                  </a:lnTo>
                  <a:lnTo>
                    <a:pt x="313677" y="247642"/>
                  </a:lnTo>
                  <a:lnTo>
                    <a:pt x="316151" y="242965"/>
                  </a:lnTo>
                  <a:lnTo>
                    <a:pt x="318475" y="238211"/>
                  </a:lnTo>
                  <a:lnTo>
                    <a:pt x="320648" y="233386"/>
                  </a:lnTo>
                  <a:lnTo>
                    <a:pt x="322667" y="228495"/>
                  </a:lnTo>
                  <a:lnTo>
                    <a:pt x="324530" y="223542"/>
                  </a:lnTo>
                  <a:lnTo>
                    <a:pt x="326235" y="218533"/>
                  </a:lnTo>
                  <a:lnTo>
                    <a:pt x="327781" y="213473"/>
                  </a:lnTo>
                  <a:lnTo>
                    <a:pt x="329166" y="208366"/>
                  </a:lnTo>
                  <a:lnTo>
                    <a:pt x="330389" y="203217"/>
                  </a:lnTo>
                  <a:lnTo>
                    <a:pt x="331448" y="198033"/>
                  </a:lnTo>
                  <a:lnTo>
                    <a:pt x="332343" y="192818"/>
                  </a:lnTo>
                  <a:lnTo>
                    <a:pt x="333072" y="187577"/>
                  </a:lnTo>
                  <a:lnTo>
                    <a:pt x="333635" y="182315"/>
                  </a:lnTo>
                  <a:lnTo>
                    <a:pt x="334031" y="177038"/>
                  </a:lnTo>
                  <a:lnTo>
                    <a:pt x="334260" y="171752"/>
                  </a:lnTo>
                  <a:lnTo>
                    <a:pt x="334321" y="166461"/>
                  </a:lnTo>
                  <a:lnTo>
                    <a:pt x="334215" y="161170"/>
                  </a:lnTo>
                  <a:lnTo>
                    <a:pt x="333941" y="155886"/>
                  </a:lnTo>
                  <a:lnTo>
                    <a:pt x="333501" y="150613"/>
                  </a:lnTo>
                  <a:lnTo>
                    <a:pt x="332893" y="145356"/>
                  </a:lnTo>
                  <a:lnTo>
                    <a:pt x="332120" y="140122"/>
                  </a:lnTo>
                  <a:lnTo>
                    <a:pt x="331182" y="134914"/>
                  </a:lnTo>
                  <a:lnTo>
                    <a:pt x="330079" y="129739"/>
                  </a:lnTo>
                  <a:lnTo>
                    <a:pt x="328812" y="124601"/>
                  </a:lnTo>
                  <a:lnTo>
                    <a:pt x="327384" y="119506"/>
                  </a:lnTo>
                  <a:lnTo>
                    <a:pt x="325795" y="114459"/>
                  </a:lnTo>
                  <a:lnTo>
                    <a:pt x="324048" y="109464"/>
                  </a:lnTo>
                  <a:lnTo>
                    <a:pt x="322143" y="104527"/>
                  </a:lnTo>
                  <a:lnTo>
                    <a:pt x="320083" y="99653"/>
                  </a:lnTo>
                  <a:lnTo>
                    <a:pt x="317869" y="94847"/>
                  </a:lnTo>
                  <a:lnTo>
                    <a:pt x="315505" y="90113"/>
                  </a:lnTo>
                  <a:lnTo>
                    <a:pt x="312992" y="85457"/>
                  </a:lnTo>
                  <a:lnTo>
                    <a:pt x="310333" y="80882"/>
                  </a:lnTo>
                  <a:lnTo>
                    <a:pt x="307530" y="76394"/>
                  </a:lnTo>
                  <a:lnTo>
                    <a:pt x="304587" y="71996"/>
                  </a:lnTo>
                  <a:lnTo>
                    <a:pt x="301506" y="67694"/>
                  </a:lnTo>
                  <a:lnTo>
                    <a:pt x="298290" y="63492"/>
                  </a:lnTo>
                  <a:lnTo>
                    <a:pt x="294943" y="59393"/>
                  </a:lnTo>
                  <a:lnTo>
                    <a:pt x="291468" y="55403"/>
                  </a:lnTo>
                  <a:lnTo>
                    <a:pt x="287868" y="51524"/>
                  </a:lnTo>
                  <a:lnTo>
                    <a:pt x="284148" y="47762"/>
                  </a:lnTo>
                  <a:lnTo>
                    <a:pt x="280310" y="44119"/>
                  </a:lnTo>
                  <a:lnTo>
                    <a:pt x="276359" y="40599"/>
                  </a:lnTo>
                  <a:lnTo>
                    <a:pt x="272298" y="37206"/>
                  </a:lnTo>
                  <a:lnTo>
                    <a:pt x="268133" y="33943"/>
                  </a:lnTo>
                  <a:lnTo>
                    <a:pt x="263865" y="30814"/>
                  </a:lnTo>
                  <a:lnTo>
                    <a:pt x="259501" y="27822"/>
                  </a:lnTo>
                  <a:lnTo>
                    <a:pt x="255045" y="2496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95361"/>
              <a:ext cx="87889" cy="142198"/>
            </a:xfrm>
            <a:custGeom>
              <a:avLst/>
              <a:pathLst>
                <a:path w="87889" h="142198">
                  <a:moveTo>
                    <a:pt x="87889" y="0"/>
                  </a:moveTo>
                  <a:lnTo>
                    <a:pt x="0" y="1421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9992"/>
              <a:ext cx="87889" cy="147567"/>
            </a:xfrm>
            <a:custGeom>
              <a:avLst/>
              <a:pathLst>
                <a:path w="87889" h="147567">
                  <a:moveTo>
                    <a:pt x="87889" y="5369"/>
                  </a:moveTo>
                  <a:lnTo>
                    <a:pt x="78542" y="0"/>
                  </a:lnTo>
                  <a:lnTo>
                    <a:pt x="0" y="1475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78542" cy="167167"/>
            </a:xfrm>
            <a:custGeom>
              <a:avLst/>
              <a:pathLst>
                <a:path w="78542" h="167167">
                  <a:moveTo>
                    <a:pt x="78542" y="19600"/>
                  </a:moveTo>
                  <a:lnTo>
                    <a:pt x="73339" y="16946"/>
                  </a:lnTo>
                  <a:lnTo>
                    <a:pt x="68047" y="14476"/>
                  </a:lnTo>
                  <a:lnTo>
                    <a:pt x="62672" y="12193"/>
                  </a:lnTo>
                  <a:lnTo>
                    <a:pt x="57221" y="10098"/>
                  </a:lnTo>
                  <a:lnTo>
                    <a:pt x="51700" y="8195"/>
                  </a:lnTo>
                  <a:lnTo>
                    <a:pt x="46115" y="6486"/>
                  </a:lnTo>
                  <a:lnTo>
                    <a:pt x="40475" y="4974"/>
                  </a:lnTo>
                  <a:lnTo>
                    <a:pt x="34785" y="3659"/>
                  </a:lnTo>
                  <a:lnTo>
                    <a:pt x="29052" y="2543"/>
                  </a:lnTo>
                  <a:lnTo>
                    <a:pt x="23284" y="1629"/>
                  </a:lnTo>
                  <a:lnTo>
                    <a:pt x="17488" y="917"/>
                  </a:lnTo>
                  <a:lnTo>
                    <a:pt x="11670" y="407"/>
                  </a:lnTo>
                  <a:lnTo>
                    <a:pt x="583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423590" y="3707720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5" y="5321"/>
                  </a:lnTo>
                  <a:lnTo>
                    <a:pt x="120218" y="6725"/>
                  </a:lnTo>
                  <a:lnTo>
                    <a:pt x="115168" y="8289"/>
                  </a:lnTo>
                  <a:lnTo>
                    <a:pt x="110171" y="10013"/>
                  </a:lnTo>
                  <a:lnTo>
                    <a:pt x="105230" y="11893"/>
                  </a:lnTo>
                  <a:lnTo>
                    <a:pt x="100352" y="13929"/>
                  </a:lnTo>
                  <a:lnTo>
                    <a:pt x="95540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3" y="23582"/>
                  </a:lnTo>
                  <a:lnTo>
                    <a:pt x="77055" y="26360"/>
                  </a:lnTo>
                  <a:lnTo>
                    <a:pt x="72648" y="29280"/>
                  </a:lnTo>
                  <a:lnTo>
                    <a:pt x="68336" y="32337"/>
                  </a:lnTo>
                  <a:lnTo>
                    <a:pt x="64122" y="35529"/>
                  </a:lnTo>
                  <a:lnTo>
                    <a:pt x="60011" y="38853"/>
                  </a:lnTo>
                  <a:lnTo>
                    <a:pt x="56007" y="42305"/>
                  </a:lnTo>
                  <a:lnTo>
                    <a:pt x="52115" y="45882"/>
                  </a:lnTo>
                  <a:lnTo>
                    <a:pt x="48337" y="49580"/>
                  </a:lnTo>
                  <a:lnTo>
                    <a:pt x="44679" y="53396"/>
                  </a:lnTo>
                  <a:lnTo>
                    <a:pt x="41143" y="57326"/>
                  </a:lnTo>
                  <a:lnTo>
                    <a:pt x="37732" y="61365"/>
                  </a:lnTo>
                  <a:lnTo>
                    <a:pt x="34452" y="65510"/>
                  </a:lnTo>
                  <a:lnTo>
                    <a:pt x="31304" y="69757"/>
                  </a:lnTo>
                  <a:lnTo>
                    <a:pt x="28292" y="74102"/>
                  </a:lnTo>
                  <a:lnTo>
                    <a:pt x="25419" y="78539"/>
                  </a:lnTo>
                  <a:lnTo>
                    <a:pt x="22687" y="83065"/>
                  </a:lnTo>
                  <a:lnTo>
                    <a:pt x="20100" y="87675"/>
                  </a:lnTo>
                  <a:lnTo>
                    <a:pt x="17660" y="92365"/>
                  </a:lnTo>
                  <a:lnTo>
                    <a:pt x="15370" y="97129"/>
                  </a:lnTo>
                  <a:lnTo>
                    <a:pt x="13231" y="101964"/>
                  </a:lnTo>
                  <a:lnTo>
                    <a:pt x="11246" y="106863"/>
                  </a:lnTo>
                  <a:lnTo>
                    <a:pt x="9417" y="111823"/>
                  </a:lnTo>
                  <a:lnTo>
                    <a:pt x="7746" y="116839"/>
                  </a:lnTo>
                  <a:lnTo>
                    <a:pt x="6235" y="121904"/>
                  </a:lnTo>
                  <a:lnTo>
                    <a:pt x="4884" y="127015"/>
                  </a:lnTo>
                  <a:lnTo>
                    <a:pt x="3696" y="132166"/>
                  </a:lnTo>
                  <a:lnTo>
                    <a:pt x="2671" y="137352"/>
                  </a:lnTo>
                  <a:lnTo>
                    <a:pt x="1810" y="142568"/>
                  </a:lnTo>
                  <a:lnTo>
                    <a:pt x="1115" y="147809"/>
                  </a:lnTo>
                  <a:lnTo>
                    <a:pt x="586" y="153069"/>
                  </a:lnTo>
                  <a:lnTo>
                    <a:pt x="223" y="158343"/>
                  </a:lnTo>
                  <a:lnTo>
                    <a:pt x="28" y="163625"/>
                  </a:lnTo>
                  <a:lnTo>
                    <a:pt x="0" y="168912"/>
                  </a:lnTo>
                  <a:lnTo>
                    <a:pt x="138" y="174196"/>
                  </a:lnTo>
                  <a:lnTo>
                    <a:pt x="444" y="179474"/>
                  </a:lnTo>
                  <a:lnTo>
                    <a:pt x="917" y="184739"/>
                  </a:lnTo>
                  <a:lnTo>
                    <a:pt x="1555" y="189987"/>
                  </a:lnTo>
                  <a:lnTo>
                    <a:pt x="2360" y="195212"/>
                  </a:lnTo>
                  <a:lnTo>
                    <a:pt x="3329" y="200408"/>
                  </a:lnTo>
                  <a:lnTo>
                    <a:pt x="4462" y="205572"/>
                  </a:lnTo>
                  <a:lnTo>
                    <a:pt x="5757" y="210697"/>
                  </a:lnTo>
                  <a:lnTo>
                    <a:pt x="7215" y="215779"/>
                  </a:lnTo>
                  <a:lnTo>
                    <a:pt x="8832" y="220812"/>
                  </a:lnTo>
                  <a:lnTo>
                    <a:pt x="10607" y="225791"/>
                  </a:lnTo>
                  <a:lnTo>
                    <a:pt x="12539" y="230712"/>
                  </a:lnTo>
                  <a:lnTo>
                    <a:pt x="14625" y="235569"/>
                  </a:lnTo>
                  <a:lnTo>
                    <a:pt x="16865" y="240358"/>
                  </a:lnTo>
                  <a:lnTo>
                    <a:pt x="19254" y="245073"/>
                  </a:lnTo>
                  <a:lnTo>
                    <a:pt x="21791" y="249711"/>
                  </a:lnTo>
                  <a:lnTo>
                    <a:pt x="24474" y="254266"/>
                  </a:lnTo>
                  <a:lnTo>
                    <a:pt x="27299" y="258734"/>
                  </a:lnTo>
                  <a:lnTo>
                    <a:pt x="30265" y="263111"/>
                  </a:lnTo>
                  <a:lnTo>
                    <a:pt x="33367" y="267391"/>
                  </a:lnTo>
                  <a:lnTo>
                    <a:pt x="36603" y="271571"/>
                  </a:lnTo>
                  <a:lnTo>
                    <a:pt x="39969" y="275647"/>
                  </a:lnTo>
                  <a:lnTo>
                    <a:pt x="43463" y="279615"/>
                  </a:lnTo>
                  <a:lnTo>
                    <a:pt x="47080" y="283470"/>
                  </a:lnTo>
                  <a:lnTo>
                    <a:pt x="50818" y="287208"/>
                  </a:lnTo>
                  <a:lnTo>
                    <a:pt x="54671" y="290827"/>
                  </a:lnTo>
                  <a:lnTo>
                    <a:pt x="58638" y="294322"/>
                  </a:lnTo>
                  <a:lnTo>
                    <a:pt x="62713" y="297690"/>
                  </a:lnTo>
                  <a:lnTo>
                    <a:pt x="66892" y="300927"/>
                  </a:lnTo>
                  <a:lnTo>
                    <a:pt x="71171" y="304030"/>
                  </a:lnTo>
                  <a:lnTo>
                    <a:pt x="75547" y="306997"/>
                  </a:lnTo>
                  <a:lnTo>
                    <a:pt x="80014" y="309824"/>
                  </a:lnTo>
                  <a:lnTo>
                    <a:pt x="84568" y="312508"/>
                  </a:lnTo>
                  <a:lnTo>
                    <a:pt x="89205" y="315046"/>
                  </a:lnTo>
                  <a:lnTo>
                    <a:pt x="93920" y="317437"/>
                  </a:lnTo>
                  <a:lnTo>
                    <a:pt x="98708" y="319678"/>
                  </a:lnTo>
                  <a:lnTo>
                    <a:pt x="103565" y="321766"/>
                  </a:lnTo>
                  <a:lnTo>
                    <a:pt x="108485" y="323699"/>
                  </a:lnTo>
                  <a:lnTo>
                    <a:pt x="113464" y="325476"/>
                  </a:lnTo>
                  <a:lnTo>
                    <a:pt x="118496" y="327095"/>
                  </a:lnTo>
                  <a:lnTo>
                    <a:pt x="123577" y="328554"/>
                  </a:lnTo>
                  <a:lnTo>
                    <a:pt x="128702" y="329851"/>
                  </a:lnTo>
                  <a:lnTo>
                    <a:pt x="133865" y="330986"/>
                  </a:lnTo>
                  <a:lnTo>
                    <a:pt x="139062" y="331956"/>
                  </a:lnTo>
                  <a:lnTo>
                    <a:pt x="144286" y="332762"/>
                  </a:lnTo>
                  <a:lnTo>
                    <a:pt x="149534" y="333403"/>
                  </a:lnTo>
                  <a:lnTo>
                    <a:pt x="154799" y="333877"/>
                  </a:lnTo>
                  <a:lnTo>
                    <a:pt x="160076" y="334184"/>
                  </a:lnTo>
                  <a:lnTo>
                    <a:pt x="165361" y="334325"/>
                  </a:lnTo>
                  <a:lnTo>
                    <a:pt x="170647" y="334298"/>
                  </a:lnTo>
                  <a:lnTo>
                    <a:pt x="175930" y="334104"/>
                  </a:lnTo>
                  <a:lnTo>
                    <a:pt x="181204" y="333743"/>
                  </a:lnTo>
                  <a:lnTo>
                    <a:pt x="186464" y="333216"/>
                  </a:lnTo>
                  <a:lnTo>
                    <a:pt x="191705" y="332522"/>
                  </a:lnTo>
                  <a:lnTo>
                    <a:pt x="196921" y="331663"/>
                  </a:lnTo>
                  <a:lnTo>
                    <a:pt x="202107" y="330640"/>
                  </a:lnTo>
                  <a:lnTo>
                    <a:pt x="207259" y="329453"/>
                  </a:lnTo>
                  <a:lnTo>
                    <a:pt x="212370" y="328104"/>
                  </a:lnTo>
                  <a:lnTo>
                    <a:pt x="217436" y="326594"/>
                  </a:lnTo>
                  <a:lnTo>
                    <a:pt x="222452" y="324925"/>
                  </a:lnTo>
                  <a:lnTo>
                    <a:pt x="227413" y="323097"/>
                  </a:lnTo>
                  <a:lnTo>
                    <a:pt x="232313" y="321114"/>
                  </a:lnTo>
                  <a:lnTo>
                    <a:pt x="237148" y="318977"/>
                  </a:lnTo>
                  <a:lnTo>
                    <a:pt x="241913" y="316688"/>
                  </a:lnTo>
                  <a:lnTo>
                    <a:pt x="246604" y="314250"/>
                  </a:lnTo>
                  <a:lnTo>
                    <a:pt x="251215" y="311664"/>
                  </a:lnTo>
                  <a:lnTo>
                    <a:pt x="255742" y="308934"/>
                  </a:lnTo>
                  <a:lnTo>
                    <a:pt x="260180" y="306062"/>
                  </a:lnTo>
                  <a:lnTo>
                    <a:pt x="264525" y="303051"/>
                  </a:lnTo>
                  <a:lnTo>
                    <a:pt x="268773" y="299905"/>
                  </a:lnTo>
                  <a:lnTo>
                    <a:pt x="272919" y="296625"/>
                  </a:lnTo>
                  <a:lnTo>
                    <a:pt x="276960" y="293216"/>
                  </a:lnTo>
                  <a:lnTo>
                    <a:pt x="280891" y="289682"/>
                  </a:lnTo>
                  <a:lnTo>
                    <a:pt x="284707" y="286024"/>
                  </a:lnTo>
                  <a:lnTo>
                    <a:pt x="288407" y="282248"/>
                  </a:lnTo>
                  <a:lnTo>
                    <a:pt x="291985" y="278357"/>
                  </a:lnTo>
                  <a:lnTo>
                    <a:pt x="295438" y="274354"/>
                  </a:lnTo>
                  <a:lnTo>
                    <a:pt x="298763" y="270244"/>
                  </a:lnTo>
                  <a:lnTo>
                    <a:pt x="301957" y="266031"/>
                  </a:lnTo>
                  <a:lnTo>
                    <a:pt x="305016" y="261720"/>
                  </a:lnTo>
                  <a:lnTo>
                    <a:pt x="307936" y="257313"/>
                  </a:lnTo>
                  <a:lnTo>
                    <a:pt x="310716" y="252817"/>
                  </a:lnTo>
                  <a:lnTo>
                    <a:pt x="313353" y="248235"/>
                  </a:lnTo>
                  <a:lnTo>
                    <a:pt x="315843" y="243572"/>
                  </a:lnTo>
                  <a:lnTo>
                    <a:pt x="318184" y="238832"/>
                  </a:lnTo>
                  <a:lnTo>
                    <a:pt x="320375" y="234021"/>
                  </a:lnTo>
                  <a:lnTo>
                    <a:pt x="322412" y="229143"/>
                  </a:lnTo>
                  <a:lnTo>
                    <a:pt x="324294" y="224203"/>
                  </a:lnTo>
                  <a:lnTo>
                    <a:pt x="326019" y="219206"/>
                  </a:lnTo>
                  <a:lnTo>
                    <a:pt x="327585" y="214157"/>
                  </a:lnTo>
                  <a:lnTo>
                    <a:pt x="328991" y="209061"/>
                  </a:lnTo>
                  <a:lnTo>
                    <a:pt x="330234" y="203923"/>
                  </a:lnTo>
                  <a:lnTo>
                    <a:pt x="331315" y="198748"/>
                  </a:lnTo>
                  <a:lnTo>
                    <a:pt x="332232" y="193542"/>
                  </a:lnTo>
                  <a:lnTo>
                    <a:pt x="332983" y="188309"/>
                  </a:lnTo>
                  <a:lnTo>
                    <a:pt x="333569" y="183055"/>
                  </a:lnTo>
                  <a:lnTo>
                    <a:pt x="333988" y="177785"/>
                  </a:lnTo>
                  <a:lnTo>
                    <a:pt x="334240" y="172505"/>
                  </a:lnTo>
                  <a:lnTo>
                    <a:pt x="334325" y="167219"/>
                  </a:lnTo>
                  <a:lnTo>
                    <a:pt x="334243" y="161933"/>
                  </a:lnTo>
                  <a:lnTo>
                    <a:pt x="333994" y="156653"/>
                  </a:lnTo>
                  <a:lnTo>
                    <a:pt x="333578" y="151383"/>
                  </a:lnTo>
                  <a:lnTo>
                    <a:pt x="332996" y="146129"/>
                  </a:lnTo>
                  <a:lnTo>
                    <a:pt x="332248" y="140895"/>
                  </a:lnTo>
                  <a:lnTo>
                    <a:pt x="331335" y="135688"/>
                  </a:lnTo>
                  <a:lnTo>
                    <a:pt x="330257" y="130513"/>
                  </a:lnTo>
                  <a:lnTo>
                    <a:pt x="329017" y="125374"/>
                  </a:lnTo>
                  <a:lnTo>
                    <a:pt x="327614" y="120277"/>
                  </a:lnTo>
                  <a:lnTo>
                    <a:pt x="326052" y="115227"/>
                  </a:lnTo>
                  <a:lnTo>
                    <a:pt x="324330" y="110229"/>
                  </a:lnTo>
                  <a:lnTo>
                    <a:pt x="322451" y="105288"/>
                  </a:lnTo>
                  <a:lnTo>
                    <a:pt x="320417" y="100408"/>
                  </a:lnTo>
                  <a:lnTo>
                    <a:pt x="318229" y="95596"/>
                  </a:lnTo>
                  <a:lnTo>
                    <a:pt x="315891" y="90855"/>
                  </a:lnTo>
                  <a:lnTo>
                    <a:pt x="313403" y="86190"/>
                  </a:lnTo>
                  <a:lnTo>
                    <a:pt x="310770" y="81607"/>
                  </a:lnTo>
                  <a:lnTo>
                    <a:pt x="307993" y="77108"/>
                  </a:lnTo>
                  <a:lnTo>
                    <a:pt x="305075" y="72700"/>
                  </a:lnTo>
                  <a:lnTo>
                    <a:pt x="302019" y="68387"/>
                  </a:lnTo>
                  <a:lnTo>
                    <a:pt x="298828" y="64172"/>
                  </a:lnTo>
                  <a:lnTo>
                    <a:pt x="295505" y="60060"/>
                  </a:lnTo>
                  <a:lnTo>
                    <a:pt x="292054" y="56055"/>
                  </a:lnTo>
                  <a:lnTo>
                    <a:pt x="288479" y="52162"/>
                  </a:lnTo>
                  <a:lnTo>
                    <a:pt x="284782" y="48383"/>
                  </a:lnTo>
                  <a:lnTo>
                    <a:pt x="280967" y="44723"/>
                  </a:lnTo>
                  <a:lnTo>
                    <a:pt x="277038" y="41186"/>
                  </a:lnTo>
                  <a:lnTo>
                    <a:pt x="273000" y="37775"/>
                  </a:lnTo>
                  <a:lnTo>
                    <a:pt x="268856" y="34493"/>
                  </a:lnTo>
                  <a:lnTo>
                    <a:pt x="264610" y="31343"/>
                  </a:lnTo>
                  <a:lnTo>
                    <a:pt x="260267" y="28330"/>
                  </a:lnTo>
                  <a:lnTo>
                    <a:pt x="255830" y="25455"/>
                  </a:lnTo>
                  <a:lnTo>
                    <a:pt x="251305" y="22722"/>
                  </a:lnTo>
                  <a:lnTo>
                    <a:pt x="246696" y="20134"/>
                  </a:lnTo>
                  <a:lnTo>
                    <a:pt x="242007" y="17693"/>
                  </a:lnTo>
                  <a:lnTo>
                    <a:pt x="237243" y="15401"/>
                  </a:lnTo>
                  <a:lnTo>
                    <a:pt x="232409" y="13260"/>
                  </a:lnTo>
                  <a:lnTo>
                    <a:pt x="227510" y="11274"/>
                  </a:lnTo>
                  <a:lnTo>
                    <a:pt x="222551" y="9444"/>
                  </a:lnTo>
                  <a:lnTo>
                    <a:pt x="217536" y="7771"/>
                  </a:lnTo>
                  <a:lnTo>
                    <a:pt x="212471" y="6258"/>
                  </a:lnTo>
                  <a:lnTo>
                    <a:pt x="207360" y="4906"/>
                  </a:lnTo>
                  <a:lnTo>
                    <a:pt x="202209" y="3716"/>
                  </a:lnTo>
                  <a:lnTo>
                    <a:pt x="197024" y="2689"/>
                  </a:lnTo>
                  <a:lnTo>
                    <a:pt x="191808" y="1827"/>
                  </a:lnTo>
                  <a:lnTo>
                    <a:pt x="186568" y="1130"/>
                  </a:lnTo>
                  <a:lnTo>
                    <a:pt x="181308" y="599"/>
                  </a:lnTo>
                  <a:lnTo>
                    <a:pt x="176034" y="235"/>
                  </a:lnTo>
                  <a:lnTo>
                    <a:pt x="170752" y="3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59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3593" cy="167167"/>
            </a:xfrm>
            <a:custGeom>
              <a:avLst/>
              <a:pathLst>
                <a:path w="3593" h="167167">
                  <a:moveTo>
                    <a:pt x="3593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614129" y="421382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5" y="5321"/>
                  </a:lnTo>
                  <a:lnTo>
                    <a:pt x="120218" y="6725"/>
                  </a:lnTo>
                  <a:lnTo>
                    <a:pt x="115168" y="8289"/>
                  </a:lnTo>
                  <a:lnTo>
                    <a:pt x="110171" y="10013"/>
                  </a:lnTo>
                  <a:lnTo>
                    <a:pt x="105230" y="11893"/>
                  </a:lnTo>
                  <a:lnTo>
                    <a:pt x="100352" y="13929"/>
                  </a:lnTo>
                  <a:lnTo>
                    <a:pt x="95540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3" y="23582"/>
                  </a:lnTo>
                  <a:lnTo>
                    <a:pt x="77055" y="26360"/>
                  </a:lnTo>
                  <a:lnTo>
                    <a:pt x="72648" y="29280"/>
                  </a:lnTo>
                  <a:lnTo>
                    <a:pt x="68336" y="32337"/>
                  </a:lnTo>
                  <a:lnTo>
                    <a:pt x="64122" y="35529"/>
                  </a:lnTo>
                  <a:lnTo>
                    <a:pt x="60011" y="38853"/>
                  </a:lnTo>
                  <a:lnTo>
                    <a:pt x="56007" y="42305"/>
                  </a:lnTo>
                  <a:lnTo>
                    <a:pt x="52115" y="45882"/>
                  </a:lnTo>
                  <a:lnTo>
                    <a:pt x="48337" y="49580"/>
                  </a:lnTo>
                  <a:lnTo>
                    <a:pt x="44679" y="53396"/>
                  </a:lnTo>
                  <a:lnTo>
                    <a:pt x="41143" y="57326"/>
                  </a:lnTo>
                  <a:lnTo>
                    <a:pt x="37732" y="61365"/>
                  </a:lnTo>
                  <a:lnTo>
                    <a:pt x="34452" y="65510"/>
                  </a:lnTo>
                  <a:lnTo>
                    <a:pt x="31304" y="69757"/>
                  </a:lnTo>
                  <a:lnTo>
                    <a:pt x="28292" y="74102"/>
                  </a:lnTo>
                  <a:lnTo>
                    <a:pt x="25419" y="78539"/>
                  </a:lnTo>
                  <a:lnTo>
                    <a:pt x="22687" y="83065"/>
                  </a:lnTo>
                  <a:lnTo>
                    <a:pt x="20100" y="87675"/>
                  </a:lnTo>
                  <a:lnTo>
                    <a:pt x="17660" y="92365"/>
                  </a:lnTo>
                  <a:lnTo>
                    <a:pt x="15370" y="97129"/>
                  </a:lnTo>
                  <a:lnTo>
                    <a:pt x="13231" y="101964"/>
                  </a:lnTo>
                  <a:lnTo>
                    <a:pt x="11246" y="106863"/>
                  </a:lnTo>
                  <a:lnTo>
                    <a:pt x="9417" y="111823"/>
                  </a:lnTo>
                  <a:lnTo>
                    <a:pt x="7746" y="116839"/>
                  </a:lnTo>
                  <a:lnTo>
                    <a:pt x="6235" y="121904"/>
                  </a:lnTo>
                  <a:lnTo>
                    <a:pt x="4884" y="127015"/>
                  </a:lnTo>
                  <a:lnTo>
                    <a:pt x="3696" y="132166"/>
                  </a:lnTo>
                  <a:lnTo>
                    <a:pt x="2671" y="137352"/>
                  </a:lnTo>
                  <a:lnTo>
                    <a:pt x="1810" y="142568"/>
                  </a:lnTo>
                  <a:lnTo>
                    <a:pt x="1115" y="147809"/>
                  </a:lnTo>
                  <a:lnTo>
                    <a:pt x="586" y="153069"/>
                  </a:lnTo>
                  <a:lnTo>
                    <a:pt x="223" y="158343"/>
                  </a:lnTo>
                  <a:lnTo>
                    <a:pt x="28" y="163625"/>
                  </a:lnTo>
                  <a:lnTo>
                    <a:pt x="0" y="168912"/>
                  </a:lnTo>
                  <a:lnTo>
                    <a:pt x="138" y="174196"/>
                  </a:lnTo>
                  <a:lnTo>
                    <a:pt x="444" y="179474"/>
                  </a:lnTo>
                  <a:lnTo>
                    <a:pt x="917" y="184739"/>
                  </a:lnTo>
                  <a:lnTo>
                    <a:pt x="1555" y="189987"/>
                  </a:lnTo>
                  <a:lnTo>
                    <a:pt x="2360" y="195212"/>
                  </a:lnTo>
                  <a:lnTo>
                    <a:pt x="3329" y="200408"/>
                  </a:lnTo>
                  <a:lnTo>
                    <a:pt x="4462" y="205572"/>
                  </a:lnTo>
                  <a:lnTo>
                    <a:pt x="5757" y="210697"/>
                  </a:lnTo>
                  <a:lnTo>
                    <a:pt x="7215" y="215779"/>
                  </a:lnTo>
                  <a:lnTo>
                    <a:pt x="8832" y="220812"/>
                  </a:lnTo>
                  <a:lnTo>
                    <a:pt x="10607" y="225791"/>
                  </a:lnTo>
                  <a:lnTo>
                    <a:pt x="12539" y="230712"/>
                  </a:lnTo>
                  <a:lnTo>
                    <a:pt x="14625" y="235569"/>
                  </a:lnTo>
                  <a:lnTo>
                    <a:pt x="16865" y="240358"/>
                  </a:lnTo>
                  <a:lnTo>
                    <a:pt x="19254" y="245073"/>
                  </a:lnTo>
                  <a:lnTo>
                    <a:pt x="21791" y="249711"/>
                  </a:lnTo>
                  <a:lnTo>
                    <a:pt x="24474" y="254266"/>
                  </a:lnTo>
                  <a:lnTo>
                    <a:pt x="27299" y="258734"/>
                  </a:lnTo>
                  <a:lnTo>
                    <a:pt x="30265" y="263111"/>
                  </a:lnTo>
                  <a:lnTo>
                    <a:pt x="33367" y="267391"/>
                  </a:lnTo>
                  <a:lnTo>
                    <a:pt x="36603" y="271571"/>
                  </a:lnTo>
                  <a:lnTo>
                    <a:pt x="39969" y="275647"/>
                  </a:lnTo>
                  <a:lnTo>
                    <a:pt x="43463" y="279615"/>
                  </a:lnTo>
                  <a:lnTo>
                    <a:pt x="47080" y="283470"/>
                  </a:lnTo>
                  <a:lnTo>
                    <a:pt x="50818" y="287208"/>
                  </a:lnTo>
                  <a:lnTo>
                    <a:pt x="54671" y="290827"/>
                  </a:lnTo>
                  <a:lnTo>
                    <a:pt x="58638" y="294322"/>
                  </a:lnTo>
                  <a:lnTo>
                    <a:pt x="62713" y="297690"/>
                  </a:lnTo>
                  <a:lnTo>
                    <a:pt x="66892" y="300927"/>
                  </a:lnTo>
                  <a:lnTo>
                    <a:pt x="71171" y="304030"/>
                  </a:lnTo>
                  <a:lnTo>
                    <a:pt x="75547" y="306997"/>
                  </a:lnTo>
                  <a:lnTo>
                    <a:pt x="80014" y="309824"/>
                  </a:lnTo>
                  <a:lnTo>
                    <a:pt x="84568" y="312508"/>
                  </a:lnTo>
                  <a:lnTo>
                    <a:pt x="89205" y="315046"/>
                  </a:lnTo>
                  <a:lnTo>
                    <a:pt x="93920" y="317437"/>
                  </a:lnTo>
                  <a:lnTo>
                    <a:pt x="98708" y="319678"/>
                  </a:lnTo>
                  <a:lnTo>
                    <a:pt x="103565" y="321766"/>
                  </a:lnTo>
                  <a:lnTo>
                    <a:pt x="108485" y="323699"/>
                  </a:lnTo>
                  <a:lnTo>
                    <a:pt x="113464" y="325476"/>
                  </a:lnTo>
                  <a:lnTo>
                    <a:pt x="118496" y="327095"/>
                  </a:lnTo>
                  <a:lnTo>
                    <a:pt x="123577" y="328554"/>
                  </a:lnTo>
                  <a:lnTo>
                    <a:pt x="128702" y="329851"/>
                  </a:lnTo>
                  <a:lnTo>
                    <a:pt x="133865" y="330986"/>
                  </a:lnTo>
                  <a:lnTo>
                    <a:pt x="139062" y="331956"/>
                  </a:lnTo>
                  <a:lnTo>
                    <a:pt x="144286" y="332762"/>
                  </a:lnTo>
                  <a:lnTo>
                    <a:pt x="149534" y="333403"/>
                  </a:lnTo>
                  <a:lnTo>
                    <a:pt x="154799" y="333877"/>
                  </a:lnTo>
                  <a:lnTo>
                    <a:pt x="160076" y="334184"/>
                  </a:lnTo>
                  <a:lnTo>
                    <a:pt x="165361" y="334325"/>
                  </a:lnTo>
                  <a:lnTo>
                    <a:pt x="170647" y="334298"/>
                  </a:lnTo>
                  <a:lnTo>
                    <a:pt x="175930" y="334104"/>
                  </a:lnTo>
                  <a:lnTo>
                    <a:pt x="181204" y="333743"/>
                  </a:lnTo>
                  <a:lnTo>
                    <a:pt x="186464" y="333216"/>
                  </a:lnTo>
                  <a:lnTo>
                    <a:pt x="191705" y="332522"/>
                  </a:lnTo>
                  <a:lnTo>
                    <a:pt x="196921" y="331663"/>
                  </a:lnTo>
                  <a:lnTo>
                    <a:pt x="202107" y="330640"/>
                  </a:lnTo>
                  <a:lnTo>
                    <a:pt x="207259" y="329453"/>
                  </a:lnTo>
                  <a:lnTo>
                    <a:pt x="212370" y="328104"/>
                  </a:lnTo>
                  <a:lnTo>
                    <a:pt x="217436" y="326594"/>
                  </a:lnTo>
                  <a:lnTo>
                    <a:pt x="222452" y="324925"/>
                  </a:lnTo>
                  <a:lnTo>
                    <a:pt x="227413" y="323097"/>
                  </a:lnTo>
                  <a:lnTo>
                    <a:pt x="232313" y="321114"/>
                  </a:lnTo>
                  <a:lnTo>
                    <a:pt x="237148" y="318977"/>
                  </a:lnTo>
                  <a:lnTo>
                    <a:pt x="241913" y="316688"/>
                  </a:lnTo>
                  <a:lnTo>
                    <a:pt x="246604" y="314250"/>
                  </a:lnTo>
                  <a:lnTo>
                    <a:pt x="251215" y="311664"/>
                  </a:lnTo>
                  <a:lnTo>
                    <a:pt x="255742" y="308934"/>
                  </a:lnTo>
                  <a:lnTo>
                    <a:pt x="260180" y="306062"/>
                  </a:lnTo>
                  <a:lnTo>
                    <a:pt x="264525" y="303051"/>
                  </a:lnTo>
                  <a:lnTo>
                    <a:pt x="268773" y="299905"/>
                  </a:lnTo>
                  <a:lnTo>
                    <a:pt x="272919" y="296625"/>
                  </a:lnTo>
                  <a:lnTo>
                    <a:pt x="276960" y="293216"/>
                  </a:lnTo>
                  <a:lnTo>
                    <a:pt x="280891" y="289682"/>
                  </a:lnTo>
                  <a:lnTo>
                    <a:pt x="284707" y="286024"/>
                  </a:lnTo>
                  <a:lnTo>
                    <a:pt x="288407" y="282248"/>
                  </a:lnTo>
                  <a:lnTo>
                    <a:pt x="291985" y="278357"/>
                  </a:lnTo>
                  <a:lnTo>
                    <a:pt x="295438" y="274354"/>
                  </a:lnTo>
                  <a:lnTo>
                    <a:pt x="298763" y="270244"/>
                  </a:lnTo>
                  <a:lnTo>
                    <a:pt x="301957" y="266031"/>
                  </a:lnTo>
                  <a:lnTo>
                    <a:pt x="305016" y="261720"/>
                  </a:lnTo>
                  <a:lnTo>
                    <a:pt x="307936" y="257313"/>
                  </a:lnTo>
                  <a:lnTo>
                    <a:pt x="310716" y="252817"/>
                  </a:lnTo>
                  <a:lnTo>
                    <a:pt x="313353" y="248235"/>
                  </a:lnTo>
                  <a:lnTo>
                    <a:pt x="315843" y="243572"/>
                  </a:lnTo>
                  <a:lnTo>
                    <a:pt x="318184" y="238832"/>
                  </a:lnTo>
                  <a:lnTo>
                    <a:pt x="320375" y="234021"/>
                  </a:lnTo>
                  <a:lnTo>
                    <a:pt x="322412" y="229143"/>
                  </a:lnTo>
                  <a:lnTo>
                    <a:pt x="324294" y="224203"/>
                  </a:lnTo>
                  <a:lnTo>
                    <a:pt x="326019" y="219206"/>
                  </a:lnTo>
                  <a:lnTo>
                    <a:pt x="327585" y="214157"/>
                  </a:lnTo>
                  <a:lnTo>
                    <a:pt x="328991" y="209061"/>
                  </a:lnTo>
                  <a:lnTo>
                    <a:pt x="330234" y="203923"/>
                  </a:lnTo>
                  <a:lnTo>
                    <a:pt x="331315" y="198748"/>
                  </a:lnTo>
                  <a:lnTo>
                    <a:pt x="332232" y="193542"/>
                  </a:lnTo>
                  <a:lnTo>
                    <a:pt x="332983" y="188309"/>
                  </a:lnTo>
                  <a:lnTo>
                    <a:pt x="333569" y="183055"/>
                  </a:lnTo>
                  <a:lnTo>
                    <a:pt x="333988" y="177785"/>
                  </a:lnTo>
                  <a:lnTo>
                    <a:pt x="334240" y="172505"/>
                  </a:lnTo>
                  <a:lnTo>
                    <a:pt x="334325" y="167219"/>
                  </a:lnTo>
                  <a:lnTo>
                    <a:pt x="334243" y="161933"/>
                  </a:lnTo>
                  <a:lnTo>
                    <a:pt x="333994" y="156653"/>
                  </a:lnTo>
                  <a:lnTo>
                    <a:pt x="333578" y="151383"/>
                  </a:lnTo>
                  <a:lnTo>
                    <a:pt x="332996" y="146129"/>
                  </a:lnTo>
                  <a:lnTo>
                    <a:pt x="332248" y="140895"/>
                  </a:lnTo>
                  <a:lnTo>
                    <a:pt x="331335" y="135688"/>
                  </a:lnTo>
                  <a:lnTo>
                    <a:pt x="330257" y="130513"/>
                  </a:lnTo>
                  <a:lnTo>
                    <a:pt x="329017" y="125374"/>
                  </a:lnTo>
                  <a:lnTo>
                    <a:pt x="327614" y="120277"/>
                  </a:lnTo>
                  <a:lnTo>
                    <a:pt x="326052" y="115227"/>
                  </a:lnTo>
                  <a:lnTo>
                    <a:pt x="324330" y="110229"/>
                  </a:lnTo>
                  <a:lnTo>
                    <a:pt x="322451" y="105288"/>
                  </a:lnTo>
                  <a:lnTo>
                    <a:pt x="320417" y="100408"/>
                  </a:lnTo>
                  <a:lnTo>
                    <a:pt x="318229" y="95596"/>
                  </a:lnTo>
                  <a:lnTo>
                    <a:pt x="315891" y="90855"/>
                  </a:lnTo>
                  <a:lnTo>
                    <a:pt x="313403" y="86190"/>
                  </a:lnTo>
                  <a:lnTo>
                    <a:pt x="310770" y="81607"/>
                  </a:lnTo>
                  <a:lnTo>
                    <a:pt x="307993" y="77108"/>
                  </a:lnTo>
                  <a:lnTo>
                    <a:pt x="305075" y="72700"/>
                  </a:lnTo>
                  <a:lnTo>
                    <a:pt x="302019" y="68387"/>
                  </a:lnTo>
                  <a:lnTo>
                    <a:pt x="298828" y="64172"/>
                  </a:lnTo>
                  <a:lnTo>
                    <a:pt x="295505" y="60060"/>
                  </a:lnTo>
                  <a:lnTo>
                    <a:pt x="292054" y="56055"/>
                  </a:lnTo>
                  <a:lnTo>
                    <a:pt x="288479" y="52162"/>
                  </a:lnTo>
                  <a:lnTo>
                    <a:pt x="284782" y="48383"/>
                  </a:lnTo>
                  <a:lnTo>
                    <a:pt x="280967" y="44723"/>
                  </a:lnTo>
                  <a:lnTo>
                    <a:pt x="277038" y="41186"/>
                  </a:lnTo>
                  <a:lnTo>
                    <a:pt x="273000" y="37775"/>
                  </a:lnTo>
                  <a:lnTo>
                    <a:pt x="268856" y="34493"/>
                  </a:lnTo>
                  <a:lnTo>
                    <a:pt x="264610" y="31343"/>
                  </a:lnTo>
                  <a:lnTo>
                    <a:pt x="260267" y="28330"/>
                  </a:lnTo>
                  <a:lnTo>
                    <a:pt x="255830" y="25455"/>
                  </a:lnTo>
                  <a:lnTo>
                    <a:pt x="251305" y="22722"/>
                  </a:lnTo>
                  <a:lnTo>
                    <a:pt x="246696" y="20134"/>
                  </a:lnTo>
                  <a:lnTo>
                    <a:pt x="242007" y="17693"/>
                  </a:lnTo>
                  <a:lnTo>
                    <a:pt x="237243" y="15401"/>
                  </a:lnTo>
                  <a:lnTo>
                    <a:pt x="232409" y="13260"/>
                  </a:lnTo>
                  <a:lnTo>
                    <a:pt x="227510" y="11274"/>
                  </a:lnTo>
                  <a:lnTo>
                    <a:pt x="222551" y="9444"/>
                  </a:lnTo>
                  <a:lnTo>
                    <a:pt x="217536" y="7771"/>
                  </a:lnTo>
                  <a:lnTo>
                    <a:pt x="212471" y="6258"/>
                  </a:lnTo>
                  <a:lnTo>
                    <a:pt x="207360" y="4906"/>
                  </a:lnTo>
                  <a:lnTo>
                    <a:pt x="202209" y="3716"/>
                  </a:lnTo>
                  <a:lnTo>
                    <a:pt x="197024" y="2689"/>
                  </a:lnTo>
                  <a:lnTo>
                    <a:pt x="191808" y="1827"/>
                  </a:lnTo>
                  <a:lnTo>
                    <a:pt x="186568" y="1130"/>
                  </a:lnTo>
                  <a:lnTo>
                    <a:pt x="181308" y="599"/>
                  </a:lnTo>
                  <a:lnTo>
                    <a:pt x="176034" y="235"/>
                  </a:lnTo>
                  <a:lnTo>
                    <a:pt x="170752" y="3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60"/>
              <a:ext cx="3593" cy="167128"/>
            </a:xfrm>
            <a:custGeom>
              <a:avLst/>
              <a:pathLst>
                <a:path w="3593" h="167128">
                  <a:moveTo>
                    <a:pt x="3593" y="0"/>
                  </a:moveTo>
                  <a:lnTo>
                    <a:pt x="0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3593" cy="167167"/>
            </a:xfrm>
            <a:custGeom>
              <a:avLst/>
              <a:pathLst>
                <a:path w="3593" h="167167">
                  <a:moveTo>
                    <a:pt x="3593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19374" y="4659281"/>
              <a:ext cx="167150" cy="201733"/>
            </a:xfrm>
            <a:custGeom>
              <a:avLst/>
              <a:pathLst>
                <a:path w="167150" h="201733">
                  <a:moveTo>
                    <a:pt x="167150" y="0"/>
                  </a:moveTo>
                  <a:lnTo>
                    <a:pt x="161744" y="87"/>
                  </a:lnTo>
                  <a:lnTo>
                    <a:pt x="156343" y="349"/>
                  </a:lnTo>
                  <a:lnTo>
                    <a:pt x="150954" y="786"/>
                  </a:lnTo>
                  <a:lnTo>
                    <a:pt x="145581" y="1397"/>
                  </a:lnTo>
                  <a:lnTo>
                    <a:pt x="140231" y="2181"/>
                  </a:lnTo>
                  <a:lnTo>
                    <a:pt x="134909" y="3138"/>
                  </a:lnTo>
                  <a:lnTo>
                    <a:pt x="129621" y="4267"/>
                  </a:lnTo>
                  <a:lnTo>
                    <a:pt x="124373" y="5565"/>
                  </a:lnTo>
                  <a:lnTo>
                    <a:pt x="119169" y="7033"/>
                  </a:lnTo>
                  <a:lnTo>
                    <a:pt x="114015" y="8669"/>
                  </a:lnTo>
                  <a:lnTo>
                    <a:pt x="108917" y="10470"/>
                  </a:lnTo>
                  <a:lnTo>
                    <a:pt x="103879" y="12436"/>
                  </a:lnTo>
                  <a:lnTo>
                    <a:pt x="98908" y="14563"/>
                  </a:lnTo>
                  <a:lnTo>
                    <a:pt x="94009" y="16850"/>
                  </a:lnTo>
                  <a:lnTo>
                    <a:pt x="89185" y="19294"/>
                  </a:lnTo>
                  <a:lnTo>
                    <a:pt x="84444" y="21893"/>
                  </a:lnTo>
                  <a:lnTo>
                    <a:pt x="79789" y="24643"/>
                  </a:lnTo>
                  <a:lnTo>
                    <a:pt x="75225" y="27543"/>
                  </a:lnTo>
                  <a:lnTo>
                    <a:pt x="70758" y="30589"/>
                  </a:lnTo>
                  <a:lnTo>
                    <a:pt x="66391" y="33778"/>
                  </a:lnTo>
                  <a:lnTo>
                    <a:pt x="62130" y="37107"/>
                  </a:lnTo>
                  <a:lnTo>
                    <a:pt x="57978" y="40571"/>
                  </a:lnTo>
                  <a:lnTo>
                    <a:pt x="53941" y="44168"/>
                  </a:lnTo>
                  <a:lnTo>
                    <a:pt x="50023" y="47894"/>
                  </a:lnTo>
                  <a:lnTo>
                    <a:pt x="46226" y="51744"/>
                  </a:lnTo>
                  <a:lnTo>
                    <a:pt x="42557" y="55715"/>
                  </a:lnTo>
                  <a:lnTo>
                    <a:pt x="39017" y="59803"/>
                  </a:lnTo>
                  <a:lnTo>
                    <a:pt x="35612" y="64003"/>
                  </a:lnTo>
                  <a:lnTo>
                    <a:pt x="32345" y="68311"/>
                  </a:lnTo>
                  <a:lnTo>
                    <a:pt x="29218" y="72723"/>
                  </a:lnTo>
                  <a:lnTo>
                    <a:pt x="26236" y="77233"/>
                  </a:lnTo>
                  <a:lnTo>
                    <a:pt x="23401" y="81837"/>
                  </a:lnTo>
                  <a:lnTo>
                    <a:pt x="20716" y="86531"/>
                  </a:lnTo>
                  <a:lnTo>
                    <a:pt x="18185" y="91309"/>
                  </a:lnTo>
                  <a:lnTo>
                    <a:pt x="15810" y="96166"/>
                  </a:lnTo>
                  <a:lnTo>
                    <a:pt x="13593" y="101098"/>
                  </a:lnTo>
                  <a:lnTo>
                    <a:pt x="11536" y="106099"/>
                  </a:lnTo>
                  <a:lnTo>
                    <a:pt x="9643" y="111164"/>
                  </a:lnTo>
                  <a:lnTo>
                    <a:pt x="7914" y="116287"/>
                  </a:lnTo>
                  <a:lnTo>
                    <a:pt x="6352" y="121463"/>
                  </a:lnTo>
                  <a:lnTo>
                    <a:pt x="4958" y="126688"/>
                  </a:lnTo>
                  <a:lnTo>
                    <a:pt x="3733" y="131954"/>
                  </a:lnTo>
                  <a:lnTo>
                    <a:pt x="2680" y="137258"/>
                  </a:lnTo>
                  <a:lnTo>
                    <a:pt x="1799" y="142593"/>
                  </a:lnTo>
                  <a:lnTo>
                    <a:pt x="1091" y="147953"/>
                  </a:lnTo>
                  <a:lnTo>
                    <a:pt x="556" y="153334"/>
                  </a:lnTo>
                  <a:lnTo>
                    <a:pt x="196" y="158729"/>
                  </a:lnTo>
                  <a:lnTo>
                    <a:pt x="10" y="164133"/>
                  </a:lnTo>
                  <a:lnTo>
                    <a:pt x="0" y="169540"/>
                  </a:lnTo>
                  <a:lnTo>
                    <a:pt x="164" y="174944"/>
                  </a:lnTo>
                  <a:lnTo>
                    <a:pt x="503" y="180341"/>
                  </a:lnTo>
                  <a:lnTo>
                    <a:pt x="1016" y="185723"/>
                  </a:lnTo>
                  <a:lnTo>
                    <a:pt x="1703" y="191087"/>
                  </a:lnTo>
                  <a:lnTo>
                    <a:pt x="2563" y="196425"/>
                  </a:lnTo>
                  <a:lnTo>
                    <a:pt x="3595" y="20173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2970" y="4826449"/>
              <a:ext cx="163554" cy="34565"/>
            </a:xfrm>
            <a:custGeom>
              <a:avLst/>
              <a:pathLst>
                <a:path w="163554" h="34565">
                  <a:moveTo>
                    <a:pt x="0" y="34565"/>
                  </a:moveTo>
                  <a:lnTo>
                    <a:pt x="1635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2970" y="4826449"/>
              <a:ext cx="163554" cy="34565"/>
            </a:xfrm>
            <a:custGeom>
              <a:avLst/>
              <a:pathLst>
                <a:path w="163554" h="34565">
                  <a:moveTo>
                    <a:pt x="0" y="34565"/>
                  </a:moveTo>
                  <a:lnTo>
                    <a:pt x="1635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2970" y="4826449"/>
              <a:ext cx="163554" cy="34565"/>
            </a:xfrm>
            <a:custGeom>
              <a:avLst/>
              <a:pathLst>
                <a:path w="163554" h="34565">
                  <a:moveTo>
                    <a:pt x="0" y="34565"/>
                  </a:moveTo>
                  <a:lnTo>
                    <a:pt x="16355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2970" y="4826449"/>
              <a:ext cx="163554" cy="34565"/>
            </a:xfrm>
            <a:custGeom>
              <a:avLst/>
              <a:pathLst>
                <a:path w="163554" h="34565">
                  <a:moveTo>
                    <a:pt x="0" y="34565"/>
                  </a:moveTo>
                  <a:lnTo>
                    <a:pt x="1635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2970" y="4826449"/>
              <a:ext cx="163554" cy="34565"/>
            </a:xfrm>
            <a:custGeom>
              <a:avLst/>
              <a:pathLst>
                <a:path w="163554" h="34565">
                  <a:moveTo>
                    <a:pt x="0" y="34565"/>
                  </a:moveTo>
                  <a:lnTo>
                    <a:pt x="1635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2970" y="4826449"/>
              <a:ext cx="163554" cy="34565"/>
            </a:xfrm>
            <a:custGeom>
              <a:avLst/>
              <a:pathLst>
                <a:path w="163554" h="34565">
                  <a:moveTo>
                    <a:pt x="0" y="34565"/>
                  </a:moveTo>
                  <a:lnTo>
                    <a:pt x="1635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2970" y="4826449"/>
              <a:ext cx="163554" cy="34565"/>
            </a:xfrm>
            <a:custGeom>
              <a:avLst/>
              <a:pathLst>
                <a:path w="163554" h="34565">
                  <a:moveTo>
                    <a:pt x="0" y="34565"/>
                  </a:moveTo>
                  <a:lnTo>
                    <a:pt x="1635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2970" y="4826449"/>
              <a:ext cx="163554" cy="34565"/>
            </a:xfrm>
            <a:custGeom>
              <a:avLst/>
              <a:pathLst>
                <a:path w="163554" h="34565">
                  <a:moveTo>
                    <a:pt x="0" y="34565"/>
                  </a:moveTo>
                  <a:lnTo>
                    <a:pt x="16355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2970" y="4826449"/>
              <a:ext cx="163554" cy="34565"/>
            </a:xfrm>
            <a:custGeom>
              <a:avLst/>
              <a:pathLst>
                <a:path w="163554" h="34565">
                  <a:moveTo>
                    <a:pt x="0" y="34565"/>
                  </a:moveTo>
                  <a:lnTo>
                    <a:pt x="16355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2970" y="4826449"/>
              <a:ext cx="163554" cy="55317"/>
            </a:xfrm>
            <a:custGeom>
              <a:avLst/>
              <a:pathLst>
                <a:path w="163554" h="55317">
                  <a:moveTo>
                    <a:pt x="0" y="34565"/>
                  </a:moveTo>
                  <a:lnTo>
                    <a:pt x="1636" y="41564"/>
                  </a:lnTo>
                  <a:lnTo>
                    <a:pt x="3573" y="48485"/>
                  </a:lnTo>
                  <a:lnTo>
                    <a:pt x="5805" y="55317"/>
                  </a:lnTo>
                  <a:lnTo>
                    <a:pt x="16355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8775" y="4659281"/>
              <a:ext cx="324899" cy="334334"/>
            </a:xfrm>
            <a:custGeom>
              <a:avLst/>
              <a:pathLst>
                <a:path w="324899" h="334334">
                  <a:moveTo>
                    <a:pt x="0" y="222485"/>
                  </a:moveTo>
                  <a:lnTo>
                    <a:pt x="1832" y="227457"/>
                  </a:lnTo>
                  <a:lnTo>
                    <a:pt x="3822" y="232369"/>
                  </a:lnTo>
                  <a:lnTo>
                    <a:pt x="5966" y="237216"/>
                  </a:lnTo>
                  <a:lnTo>
                    <a:pt x="8263" y="241992"/>
                  </a:lnTo>
                  <a:lnTo>
                    <a:pt x="10710" y="246693"/>
                  </a:lnTo>
                  <a:lnTo>
                    <a:pt x="13304" y="251314"/>
                  </a:lnTo>
                  <a:lnTo>
                    <a:pt x="16044" y="255850"/>
                  </a:lnTo>
                  <a:lnTo>
                    <a:pt x="18927" y="260298"/>
                  </a:lnTo>
                  <a:lnTo>
                    <a:pt x="21948" y="264651"/>
                  </a:lnTo>
                  <a:lnTo>
                    <a:pt x="25107" y="268907"/>
                  </a:lnTo>
                  <a:lnTo>
                    <a:pt x="28398" y="273060"/>
                  </a:lnTo>
                  <a:lnTo>
                    <a:pt x="31820" y="277107"/>
                  </a:lnTo>
                  <a:lnTo>
                    <a:pt x="35368" y="281044"/>
                  </a:lnTo>
                  <a:lnTo>
                    <a:pt x="39040" y="284866"/>
                  </a:lnTo>
                  <a:lnTo>
                    <a:pt x="42830" y="288570"/>
                  </a:lnTo>
                  <a:lnTo>
                    <a:pt x="46736" y="292151"/>
                  </a:lnTo>
                  <a:lnTo>
                    <a:pt x="50754" y="295607"/>
                  </a:lnTo>
                  <a:lnTo>
                    <a:pt x="54879" y="298934"/>
                  </a:lnTo>
                  <a:lnTo>
                    <a:pt x="59107" y="302129"/>
                  </a:lnTo>
                  <a:lnTo>
                    <a:pt x="63435" y="305188"/>
                  </a:lnTo>
                  <a:lnTo>
                    <a:pt x="67857" y="308108"/>
                  </a:lnTo>
                  <a:lnTo>
                    <a:pt x="72370" y="310887"/>
                  </a:lnTo>
                  <a:lnTo>
                    <a:pt x="76969" y="313521"/>
                  </a:lnTo>
                  <a:lnTo>
                    <a:pt x="81649" y="316008"/>
                  </a:lnTo>
                  <a:lnTo>
                    <a:pt x="86405" y="318346"/>
                  </a:lnTo>
                  <a:lnTo>
                    <a:pt x="91233" y="320531"/>
                  </a:lnTo>
                  <a:lnTo>
                    <a:pt x="96128" y="322562"/>
                  </a:lnTo>
                  <a:lnTo>
                    <a:pt x="101084" y="324438"/>
                  </a:lnTo>
                  <a:lnTo>
                    <a:pt x="106098" y="326155"/>
                  </a:lnTo>
                  <a:lnTo>
                    <a:pt x="111164" y="327712"/>
                  </a:lnTo>
                  <a:lnTo>
                    <a:pt x="116276" y="329108"/>
                  </a:lnTo>
                  <a:lnTo>
                    <a:pt x="121430" y="330341"/>
                  </a:lnTo>
                  <a:lnTo>
                    <a:pt x="126621" y="331411"/>
                  </a:lnTo>
                  <a:lnTo>
                    <a:pt x="131843" y="332315"/>
                  </a:lnTo>
                  <a:lnTo>
                    <a:pt x="137091" y="333053"/>
                  </a:lnTo>
                  <a:lnTo>
                    <a:pt x="142360" y="333625"/>
                  </a:lnTo>
                  <a:lnTo>
                    <a:pt x="147644" y="334029"/>
                  </a:lnTo>
                  <a:lnTo>
                    <a:pt x="152938" y="334265"/>
                  </a:lnTo>
                  <a:lnTo>
                    <a:pt x="158237" y="334334"/>
                  </a:lnTo>
                  <a:lnTo>
                    <a:pt x="163536" y="334234"/>
                  </a:lnTo>
                  <a:lnTo>
                    <a:pt x="168829" y="333967"/>
                  </a:lnTo>
                  <a:lnTo>
                    <a:pt x="174111" y="333532"/>
                  </a:lnTo>
                  <a:lnTo>
                    <a:pt x="179376" y="332930"/>
                  </a:lnTo>
                  <a:lnTo>
                    <a:pt x="184619" y="332161"/>
                  </a:lnTo>
                  <a:lnTo>
                    <a:pt x="189836" y="331226"/>
                  </a:lnTo>
                  <a:lnTo>
                    <a:pt x="195020" y="330126"/>
                  </a:lnTo>
                  <a:lnTo>
                    <a:pt x="200167" y="328863"/>
                  </a:lnTo>
                  <a:lnTo>
                    <a:pt x="205271" y="327437"/>
                  </a:lnTo>
                  <a:lnTo>
                    <a:pt x="210328" y="325850"/>
                  </a:lnTo>
                  <a:lnTo>
                    <a:pt x="215331" y="324104"/>
                  </a:lnTo>
                  <a:lnTo>
                    <a:pt x="220277" y="322200"/>
                  </a:lnTo>
                  <a:lnTo>
                    <a:pt x="225160" y="320140"/>
                  </a:lnTo>
                  <a:lnTo>
                    <a:pt x="229975" y="317926"/>
                  </a:lnTo>
                  <a:lnTo>
                    <a:pt x="234718" y="315561"/>
                  </a:lnTo>
                  <a:lnTo>
                    <a:pt x="239383" y="313047"/>
                  </a:lnTo>
                  <a:lnTo>
                    <a:pt x="243966" y="310386"/>
                  </a:lnTo>
                  <a:lnTo>
                    <a:pt x="248462" y="307581"/>
                  </a:lnTo>
                  <a:lnTo>
                    <a:pt x="252868" y="304635"/>
                  </a:lnTo>
                  <a:lnTo>
                    <a:pt x="257177" y="301551"/>
                  </a:lnTo>
                  <a:lnTo>
                    <a:pt x="261387" y="298331"/>
                  </a:lnTo>
                  <a:lnTo>
                    <a:pt x="265493" y="294980"/>
                  </a:lnTo>
                  <a:lnTo>
                    <a:pt x="269490" y="291501"/>
                  </a:lnTo>
                  <a:lnTo>
                    <a:pt x="273375" y="287896"/>
                  </a:lnTo>
                  <a:lnTo>
                    <a:pt x="277144" y="284170"/>
                  </a:lnTo>
                  <a:lnTo>
                    <a:pt x="280793" y="280327"/>
                  </a:lnTo>
                  <a:lnTo>
                    <a:pt x="284318" y="276370"/>
                  </a:lnTo>
                  <a:lnTo>
                    <a:pt x="287716" y="272303"/>
                  </a:lnTo>
                  <a:lnTo>
                    <a:pt x="290983" y="268130"/>
                  </a:lnTo>
                  <a:lnTo>
                    <a:pt x="294117" y="263856"/>
                  </a:lnTo>
                  <a:lnTo>
                    <a:pt x="297113" y="259485"/>
                  </a:lnTo>
                  <a:lnTo>
                    <a:pt x="299969" y="255021"/>
                  </a:lnTo>
                  <a:lnTo>
                    <a:pt x="302683" y="250469"/>
                  </a:lnTo>
                  <a:lnTo>
                    <a:pt x="305250" y="245833"/>
                  </a:lnTo>
                  <a:lnTo>
                    <a:pt x="307670" y="241117"/>
                  </a:lnTo>
                  <a:lnTo>
                    <a:pt x="309939" y="236328"/>
                  </a:lnTo>
                  <a:lnTo>
                    <a:pt x="312054" y="231469"/>
                  </a:lnTo>
                  <a:lnTo>
                    <a:pt x="314015" y="226546"/>
                  </a:lnTo>
                  <a:lnTo>
                    <a:pt x="315819" y="221562"/>
                  </a:lnTo>
                  <a:lnTo>
                    <a:pt x="317464" y="216524"/>
                  </a:lnTo>
                  <a:lnTo>
                    <a:pt x="318948" y="211437"/>
                  </a:lnTo>
                  <a:lnTo>
                    <a:pt x="320270" y="206305"/>
                  </a:lnTo>
                  <a:lnTo>
                    <a:pt x="321429" y="201134"/>
                  </a:lnTo>
                  <a:lnTo>
                    <a:pt x="322424" y="195928"/>
                  </a:lnTo>
                  <a:lnTo>
                    <a:pt x="323253" y="190694"/>
                  </a:lnTo>
                  <a:lnTo>
                    <a:pt x="323915" y="185436"/>
                  </a:lnTo>
                  <a:lnTo>
                    <a:pt x="324411" y="180159"/>
                  </a:lnTo>
                  <a:lnTo>
                    <a:pt x="324739" y="174870"/>
                  </a:lnTo>
                  <a:lnTo>
                    <a:pt x="324899" y="169573"/>
                  </a:lnTo>
                  <a:lnTo>
                    <a:pt x="324891" y="164273"/>
                  </a:lnTo>
                  <a:lnTo>
                    <a:pt x="324716" y="158976"/>
                  </a:lnTo>
                  <a:lnTo>
                    <a:pt x="324372" y="153688"/>
                  </a:lnTo>
                  <a:lnTo>
                    <a:pt x="323861" y="148413"/>
                  </a:lnTo>
                  <a:lnTo>
                    <a:pt x="323183" y="143157"/>
                  </a:lnTo>
                  <a:lnTo>
                    <a:pt x="322339" y="137925"/>
                  </a:lnTo>
                  <a:lnTo>
                    <a:pt x="321329" y="132722"/>
                  </a:lnTo>
                  <a:lnTo>
                    <a:pt x="320155" y="127554"/>
                  </a:lnTo>
                  <a:lnTo>
                    <a:pt x="318818" y="122426"/>
                  </a:lnTo>
                  <a:lnTo>
                    <a:pt x="317319" y="117343"/>
                  </a:lnTo>
                  <a:lnTo>
                    <a:pt x="315659" y="112310"/>
                  </a:lnTo>
                  <a:lnTo>
                    <a:pt x="313841" y="107332"/>
                  </a:lnTo>
                  <a:lnTo>
                    <a:pt x="311866" y="102414"/>
                  </a:lnTo>
                  <a:lnTo>
                    <a:pt x="309736" y="97562"/>
                  </a:lnTo>
                  <a:lnTo>
                    <a:pt x="307453" y="92779"/>
                  </a:lnTo>
                  <a:lnTo>
                    <a:pt x="305020" y="88071"/>
                  </a:lnTo>
                  <a:lnTo>
                    <a:pt x="302439" y="83442"/>
                  </a:lnTo>
                  <a:lnTo>
                    <a:pt x="299712" y="78898"/>
                  </a:lnTo>
                  <a:lnTo>
                    <a:pt x="296843" y="74442"/>
                  </a:lnTo>
                  <a:lnTo>
                    <a:pt x="293834" y="70080"/>
                  </a:lnTo>
                  <a:lnTo>
                    <a:pt x="290688" y="65815"/>
                  </a:lnTo>
                  <a:lnTo>
                    <a:pt x="287408" y="61652"/>
                  </a:lnTo>
                  <a:lnTo>
                    <a:pt x="283998" y="57595"/>
                  </a:lnTo>
                  <a:lnTo>
                    <a:pt x="280462" y="53648"/>
                  </a:lnTo>
                  <a:lnTo>
                    <a:pt x="276802" y="49815"/>
                  </a:lnTo>
                  <a:lnTo>
                    <a:pt x="273022" y="46101"/>
                  </a:lnTo>
                  <a:lnTo>
                    <a:pt x="269126" y="42507"/>
                  </a:lnTo>
                  <a:lnTo>
                    <a:pt x="265119" y="39040"/>
                  </a:lnTo>
                  <a:lnTo>
                    <a:pt x="261004" y="35700"/>
                  </a:lnTo>
                  <a:lnTo>
                    <a:pt x="256784" y="32494"/>
                  </a:lnTo>
                  <a:lnTo>
                    <a:pt x="252466" y="29422"/>
                  </a:lnTo>
                  <a:lnTo>
                    <a:pt x="248052" y="26489"/>
                  </a:lnTo>
                  <a:lnTo>
                    <a:pt x="243547" y="23697"/>
                  </a:lnTo>
                  <a:lnTo>
                    <a:pt x="238956" y="21049"/>
                  </a:lnTo>
                  <a:lnTo>
                    <a:pt x="234284" y="18549"/>
                  </a:lnTo>
                  <a:lnTo>
                    <a:pt x="229534" y="16197"/>
                  </a:lnTo>
                  <a:lnTo>
                    <a:pt x="224713" y="13998"/>
                  </a:lnTo>
                  <a:lnTo>
                    <a:pt x="219824" y="11952"/>
                  </a:lnTo>
                  <a:lnTo>
                    <a:pt x="214873" y="10062"/>
                  </a:lnTo>
                  <a:lnTo>
                    <a:pt x="209864" y="8331"/>
                  </a:lnTo>
                  <a:lnTo>
                    <a:pt x="204803" y="6758"/>
                  </a:lnTo>
                  <a:lnTo>
                    <a:pt x="199695" y="5348"/>
                  </a:lnTo>
                  <a:lnTo>
                    <a:pt x="194544" y="4099"/>
                  </a:lnTo>
                  <a:lnTo>
                    <a:pt x="189357" y="3015"/>
                  </a:lnTo>
                  <a:lnTo>
                    <a:pt x="184137" y="2095"/>
                  </a:lnTo>
                  <a:lnTo>
                    <a:pt x="178891" y="1342"/>
                  </a:lnTo>
                  <a:lnTo>
                    <a:pt x="173624" y="755"/>
                  </a:lnTo>
                  <a:lnTo>
                    <a:pt x="168342" y="335"/>
                  </a:lnTo>
                  <a:lnTo>
                    <a:pt x="163048" y="84"/>
                  </a:lnTo>
                  <a:lnTo>
                    <a:pt x="157749" y="0"/>
                  </a:lnTo>
                  <a:lnTo>
                    <a:pt x="1577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4228" y="5018213"/>
              <a:ext cx="4491" cy="167167"/>
            </a:xfrm>
            <a:custGeom>
              <a:avLst/>
              <a:pathLst>
                <a:path w="4491" h="167167">
                  <a:moveTo>
                    <a:pt x="4491" y="0"/>
                  </a:moveTo>
                  <a:lnTo>
                    <a:pt x="0" y="60"/>
                  </a:lnTo>
                  <a:lnTo>
                    <a:pt x="449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4228" y="5018273"/>
              <a:ext cx="4491" cy="167107"/>
            </a:xfrm>
            <a:custGeom>
              <a:avLst/>
              <a:pathLst>
                <a:path w="4491" h="167107">
                  <a:moveTo>
                    <a:pt x="0" y="0"/>
                  </a:moveTo>
                  <a:lnTo>
                    <a:pt x="4491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321558" y="5018273"/>
              <a:ext cx="334329" cy="334264"/>
            </a:xfrm>
            <a:custGeom>
              <a:avLst/>
              <a:pathLst>
                <a:path w="334329" h="334264">
                  <a:moveTo>
                    <a:pt x="162670" y="0"/>
                  </a:moveTo>
                  <a:lnTo>
                    <a:pt x="157380" y="226"/>
                  </a:lnTo>
                  <a:lnTo>
                    <a:pt x="152100" y="619"/>
                  </a:lnTo>
                  <a:lnTo>
                    <a:pt x="146835" y="1179"/>
                  </a:lnTo>
                  <a:lnTo>
                    <a:pt x="141591" y="1906"/>
                  </a:lnTo>
                  <a:lnTo>
                    <a:pt x="136372" y="2799"/>
                  </a:lnTo>
                  <a:lnTo>
                    <a:pt x="131184" y="3856"/>
                  </a:lnTo>
                  <a:lnTo>
                    <a:pt x="126033" y="5078"/>
                  </a:lnTo>
                  <a:lnTo>
                    <a:pt x="120922" y="6461"/>
                  </a:lnTo>
                  <a:lnTo>
                    <a:pt x="115858" y="8006"/>
                  </a:lnTo>
                  <a:lnTo>
                    <a:pt x="110845" y="9711"/>
                  </a:lnTo>
                  <a:lnTo>
                    <a:pt x="105889" y="11573"/>
                  </a:lnTo>
                  <a:lnTo>
                    <a:pt x="100995" y="13591"/>
                  </a:lnTo>
                  <a:lnTo>
                    <a:pt x="96166" y="15764"/>
                  </a:lnTo>
                  <a:lnTo>
                    <a:pt x="91409" y="18088"/>
                  </a:lnTo>
                  <a:lnTo>
                    <a:pt x="86728" y="20562"/>
                  </a:lnTo>
                  <a:lnTo>
                    <a:pt x="82128" y="23182"/>
                  </a:lnTo>
                  <a:lnTo>
                    <a:pt x="77613" y="25947"/>
                  </a:lnTo>
                  <a:lnTo>
                    <a:pt x="73187" y="28854"/>
                  </a:lnTo>
                  <a:lnTo>
                    <a:pt x="68856" y="31899"/>
                  </a:lnTo>
                  <a:lnTo>
                    <a:pt x="64624" y="35080"/>
                  </a:lnTo>
                  <a:lnTo>
                    <a:pt x="60494" y="38394"/>
                  </a:lnTo>
                  <a:lnTo>
                    <a:pt x="56472" y="41836"/>
                  </a:lnTo>
                  <a:lnTo>
                    <a:pt x="52560" y="45404"/>
                  </a:lnTo>
                  <a:lnTo>
                    <a:pt x="48764" y="49094"/>
                  </a:lnTo>
                  <a:lnTo>
                    <a:pt x="45086" y="52903"/>
                  </a:lnTo>
                  <a:lnTo>
                    <a:pt x="41530" y="56826"/>
                  </a:lnTo>
                  <a:lnTo>
                    <a:pt x="38101" y="60860"/>
                  </a:lnTo>
                  <a:lnTo>
                    <a:pt x="34801" y="65000"/>
                  </a:lnTo>
                  <a:lnTo>
                    <a:pt x="31634" y="69243"/>
                  </a:lnTo>
                  <a:lnTo>
                    <a:pt x="28603" y="73584"/>
                  </a:lnTo>
                  <a:lnTo>
                    <a:pt x="25711" y="78019"/>
                  </a:lnTo>
                  <a:lnTo>
                    <a:pt x="22960" y="82543"/>
                  </a:lnTo>
                  <a:lnTo>
                    <a:pt x="20355" y="87152"/>
                  </a:lnTo>
                  <a:lnTo>
                    <a:pt x="17897" y="91841"/>
                  </a:lnTo>
                  <a:lnTo>
                    <a:pt x="15588" y="96606"/>
                  </a:lnTo>
                  <a:lnTo>
                    <a:pt x="13431" y="101441"/>
                  </a:lnTo>
                  <a:lnTo>
                    <a:pt x="11429" y="106342"/>
                  </a:lnTo>
                  <a:lnTo>
                    <a:pt x="9583" y="111304"/>
                  </a:lnTo>
                  <a:lnTo>
                    <a:pt x="7895" y="116323"/>
                  </a:lnTo>
                  <a:lnTo>
                    <a:pt x="6366" y="121392"/>
                  </a:lnTo>
                  <a:lnTo>
                    <a:pt x="4999" y="126507"/>
                  </a:lnTo>
                  <a:lnTo>
                    <a:pt x="3795" y="131662"/>
                  </a:lnTo>
                  <a:lnTo>
                    <a:pt x="2754" y="136854"/>
                  </a:lnTo>
                  <a:lnTo>
                    <a:pt x="1879" y="142075"/>
                  </a:lnTo>
                  <a:lnTo>
                    <a:pt x="1169" y="147322"/>
                  </a:lnTo>
                  <a:lnTo>
                    <a:pt x="626" y="152588"/>
                  </a:lnTo>
                  <a:lnTo>
                    <a:pt x="249" y="157870"/>
                  </a:lnTo>
                  <a:lnTo>
                    <a:pt x="41" y="163160"/>
                  </a:lnTo>
                  <a:lnTo>
                    <a:pt x="0" y="168454"/>
                  </a:lnTo>
                  <a:lnTo>
                    <a:pt x="126" y="173747"/>
                  </a:lnTo>
                  <a:lnTo>
                    <a:pt x="420" y="179034"/>
                  </a:lnTo>
                  <a:lnTo>
                    <a:pt x="881" y="184308"/>
                  </a:lnTo>
                  <a:lnTo>
                    <a:pt x="1510" y="189565"/>
                  </a:lnTo>
                  <a:lnTo>
                    <a:pt x="2304" y="194800"/>
                  </a:lnTo>
                  <a:lnTo>
                    <a:pt x="3264" y="200006"/>
                  </a:lnTo>
                  <a:lnTo>
                    <a:pt x="4388" y="205180"/>
                  </a:lnTo>
                  <a:lnTo>
                    <a:pt x="5675" y="210316"/>
                  </a:lnTo>
                  <a:lnTo>
                    <a:pt x="7124" y="215408"/>
                  </a:lnTo>
                  <a:lnTo>
                    <a:pt x="8734" y="220452"/>
                  </a:lnTo>
                  <a:lnTo>
                    <a:pt x="10503" y="225442"/>
                  </a:lnTo>
                  <a:lnTo>
                    <a:pt x="12429" y="230374"/>
                  </a:lnTo>
                  <a:lnTo>
                    <a:pt x="14510" y="235242"/>
                  </a:lnTo>
                  <a:lnTo>
                    <a:pt x="16744" y="240042"/>
                  </a:lnTo>
                  <a:lnTo>
                    <a:pt x="19129" y="244769"/>
                  </a:lnTo>
                  <a:lnTo>
                    <a:pt x="21663" y="249418"/>
                  </a:lnTo>
                  <a:lnTo>
                    <a:pt x="24343" y="253984"/>
                  </a:lnTo>
                  <a:lnTo>
                    <a:pt x="27166" y="258464"/>
                  </a:lnTo>
                  <a:lnTo>
                    <a:pt x="30129" y="262851"/>
                  </a:lnTo>
                  <a:lnTo>
                    <a:pt x="33230" y="267143"/>
                  </a:lnTo>
                  <a:lnTo>
                    <a:pt x="36465" y="271334"/>
                  </a:lnTo>
                  <a:lnTo>
                    <a:pt x="39831" y="275420"/>
                  </a:lnTo>
                  <a:lnTo>
                    <a:pt x="43325" y="279398"/>
                  </a:lnTo>
                  <a:lnTo>
                    <a:pt x="46943" y="283264"/>
                  </a:lnTo>
                  <a:lnTo>
                    <a:pt x="50682" y="287012"/>
                  </a:lnTo>
                  <a:lnTo>
                    <a:pt x="54537" y="290641"/>
                  </a:lnTo>
                  <a:lnTo>
                    <a:pt x="58506" y="294146"/>
                  </a:lnTo>
                  <a:lnTo>
                    <a:pt x="62583" y="297523"/>
                  </a:lnTo>
                  <a:lnTo>
                    <a:pt x="66766" y="300769"/>
                  </a:lnTo>
                  <a:lnTo>
                    <a:pt x="71049" y="303881"/>
                  </a:lnTo>
                  <a:lnTo>
                    <a:pt x="75429" y="306856"/>
                  </a:lnTo>
                  <a:lnTo>
                    <a:pt x="79900" y="309691"/>
                  </a:lnTo>
                  <a:lnTo>
                    <a:pt x="84459" y="312383"/>
                  </a:lnTo>
                  <a:lnTo>
                    <a:pt x="89101" y="314929"/>
                  </a:lnTo>
                  <a:lnTo>
                    <a:pt x="93822" y="317327"/>
                  </a:lnTo>
                  <a:lnTo>
                    <a:pt x="98616" y="319574"/>
                  </a:lnTo>
                  <a:lnTo>
                    <a:pt x="103478" y="321669"/>
                  </a:lnTo>
                  <a:lnTo>
                    <a:pt x="108405" y="323608"/>
                  </a:lnTo>
                  <a:lnTo>
                    <a:pt x="113391" y="325390"/>
                  </a:lnTo>
                  <a:lnTo>
                    <a:pt x="118430" y="327013"/>
                  </a:lnTo>
                  <a:lnTo>
                    <a:pt x="123518" y="328476"/>
                  </a:lnTo>
                  <a:lnTo>
                    <a:pt x="128651" y="329778"/>
                  </a:lnTo>
                  <a:lnTo>
                    <a:pt x="133821" y="330916"/>
                  </a:lnTo>
                  <a:lnTo>
                    <a:pt x="139025" y="331889"/>
                  </a:lnTo>
                  <a:lnTo>
                    <a:pt x="144258" y="332698"/>
                  </a:lnTo>
                  <a:lnTo>
                    <a:pt x="149513" y="333340"/>
                  </a:lnTo>
                  <a:lnTo>
                    <a:pt x="154786" y="333815"/>
                  </a:lnTo>
                  <a:lnTo>
                    <a:pt x="160072" y="334124"/>
                  </a:lnTo>
                  <a:lnTo>
                    <a:pt x="165365" y="334264"/>
                  </a:lnTo>
                  <a:lnTo>
                    <a:pt x="170659" y="334237"/>
                  </a:lnTo>
                  <a:lnTo>
                    <a:pt x="175950" y="334043"/>
                  </a:lnTo>
                  <a:lnTo>
                    <a:pt x="181232" y="333681"/>
                  </a:lnTo>
                  <a:lnTo>
                    <a:pt x="186500" y="333152"/>
                  </a:lnTo>
                  <a:lnTo>
                    <a:pt x="191749" y="332456"/>
                  </a:lnTo>
                  <a:lnTo>
                    <a:pt x="196973" y="331594"/>
                  </a:lnTo>
                  <a:lnTo>
                    <a:pt x="202167" y="330568"/>
                  </a:lnTo>
                  <a:lnTo>
                    <a:pt x="207325" y="329377"/>
                  </a:lnTo>
                  <a:lnTo>
                    <a:pt x="212444" y="328024"/>
                  </a:lnTo>
                  <a:lnTo>
                    <a:pt x="217517" y="326509"/>
                  </a:lnTo>
                  <a:lnTo>
                    <a:pt x="222540" y="324835"/>
                  </a:lnTo>
                  <a:lnTo>
                    <a:pt x="227507" y="323002"/>
                  </a:lnTo>
                  <a:lnTo>
                    <a:pt x="232414" y="321013"/>
                  </a:lnTo>
                  <a:lnTo>
                    <a:pt x="237255" y="318869"/>
                  </a:lnTo>
                  <a:lnTo>
                    <a:pt x="242026" y="316573"/>
                  </a:lnTo>
                  <a:lnTo>
                    <a:pt x="246721" y="314128"/>
                  </a:lnTo>
                  <a:lnTo>
                    <a:pt x="251337" y="311534"/>
                  </a:lnTo>
                  <a:lnTo>
                    <a:pt x="255869" y="308796"/>
                  </a:lnTo>
                  <a:lnTo>
                    <a:pt x="260311" y="305916"/>
                  </a:lnTo>
                  <a:lnTo>
                    <a:pt x="264660" y="302897"/>
                  </a:lnTo>
                  <a:lnTo>
                    <a:pt x="268912" y="299741"/>
                  </a:lnTo>
                  <a:lnTo>
                    <a:pt x="273061" y="296452"/>
                  </a:lnTo>
                  <a:lnTo>
                    <a:pt x="277104" y="293034"/>
                  </a:lnTo>
                  <a:lnTo>
                    <a:pt x="281037" y="289489"/>
                  </a:lnTo>
                  <a:lnTo>
                    <a:pt x="284855" y="285821"/>
                  </a:lnTo>
                  <a:lnTo>
                    <a:pt x="288556" y="282035"/>
                  </a:lnTo>
                  <a:lnTo>
                    <a:pt x="292134" y="278133"/>
                  </a:lnTo>
                  <a:lnTo>
                    <a:pt x="295587" y="274119"/>
                  </a:lnTo>
                  <a:lnTo>
                    <a:pt x="298912" y="269999"/>
                  </a:lnTo>
                  <a:lnTo>
                    <a:pt x="302104" y="265775"/>
                  </a:lnTo>
                  <a:lnTo>
                    <a:pt x="305161" y="261452"/>
                  </a:lnTo>
                  <a:lnTo>
                    <a:pt x="308080" y="257035"/>
                  </a:lnTo>
                  <a:lnTo>
                    <a:pt x="310857" y="252527"/>
                  </a:lnTo>
                  <a:lnTo>
                    <a:pt x="313490" y="247934"/>
                  </a:lnTo>
                  <a:lnTo>
                    <a:pt x="315976" y="243259"/>
                  </a:lnTo>
                  <a:lnTo>
                    <a:pt x="318313" y="238508"/>
                  </a:lnTo>
                  <a:lnTo>
                    <a:pt x="320498" y="233686"/>
                  </a:lnTo>
                  <a:lnTo>
                    <a:pt x="322530" y="228797"/>
                  </a:lnTo>
                  <a:lnTo>
                    <a:pt x="324405" y="223845"/>
                  </a:lnTo>
                  <a:lnTo>
                    <a:pt x="326123" y="218837"/>
                  </a:lnTo>
                  <a:lnTo>
                    <a:pt x="327682" y="213777"/>
                  </a:lnTo>
                  <a:lnTo>
                    <a:pt x="329079" y="208671"/>
                  </a:lnTo>
                  <a:lnTo>
                    <a:pt x="330314" y="203522"/>
                  </a:lnTo>
                  <a:lnTo>
                    <a:pt x="331386" y="198337"/>
                  </a:lnTo>
                  <a:lnTo>
                    <a:pt x="332292" y="193121"/>
                  </a:lnTo>
                  <a:lnTo>
                    <a:pt x="333033" y="187879"/>
                  </a:lnTo>
                  <a:lnTo>
                    <a:pt x="333608" y="182615"/>
                  </a:lnTo>
                  <a:lnTo>
                    <a:pt x="334016" y="177337"/>
                  </a:lnTo>
                  <a:lnTo>
                    <a:pt x="334256" y="172048"/>
                  </a:lnTo>
                  <a:lnTo>
                    <a:pt x="334329" y="166754"/>
                  </a:lnTo>
                  <a:lnTo>
                    <a:pt x="334234" y="161460"/>
                  </a:lnTo>
                  <a:lnTo>
                    <a:pt x="333971" y="156172"/>
                  </a:lnTo>
                  <a:lnTo>
                    <a:pt x="333541" y="150895"/>
                  </a:lnTo>
                  <a:lnTo>
                    <a:pt x="332944" y="145634"/>
                  </a:lnTo>
                  <a:lnTo>
                    <a:pt x="332181" y="140395"/>
                  </a:lnTo>
                  <a:lnTo>
                    <a:pt x="331252" y="135183"/>
                  </a:lnTo>
                  <a:lnTo>
                    <a:pt x="330159" y="130002"/>
                  </a:lnTo>
                  <a:lnTo>
                    <a:pt x="328902" y="124859"/>
                  </a:lnTo>
                  <a:lnTo>
                    <a:pt x="327483" y="119758"/>
                  </a:lnTo>
                  <a:lnTo>
                    <a:pt x="325903" y="114705"/>
                  </a:lnTo>
                  <a:lnTo>
                    <a:pt x="324164" y="109704"/>
                  </a:lnTo>
                  <a:lnTo>
                    <a:pt x="322268" y="104761"/>
                  </a:lnTo>
                  <a:lnTo>
                    <a:pt x="320216" y="99880"/>
                  </a:lnTo>
                  <a:lnTo>
                    <a:pt x="318010" y="95067"/>
                  </a:lnTo>
                  <a:lnTo>
                    <a:pt x="315653" y="90326"/>
                  </a:lnTo>
                  <a:lnTo>
                    <a:pt x="313147" y="85662"/>
                  </a:lnTo>
                  <a:lnTo>
                    <a:pt x="310495" y="81080"/>
                  </a:lnTo>
                  <a:lnTo>
                    <a:pt x="307699" y="76584"/>
                  </a:lnTo>
                  <a:lnTo>
                    <a:pt x="304761" y="72179"/>
                  </a:lnTo>
                  <a:lnTo>
                    <a:pt x="301686" y="67869"/>
                  </a:lnTo>
                  <a:lnTo>
                    <a:pt x="298476" y="63659"/>
                  </a:lnTo>
                  <a:lnTo>
                    <a:pt x="295134" y="59552"/>
                  </a:lnTo>
                  <a:lnTo>
                    <a:pt x="291664" y="55554"/>
                  </a:lnTo>
                  <a:lnTo>
                    <a:pt x="288069" y="51667"/>
                  </a:lnTo>
                  <a:lnTo>
                    <a:pt x="284353" y="47896"/>
                  </a:lnTo>
                  <a:lnTo>
                    <a:pt x="280519" y="44245"/>
                  </a:lnTo>
                  <a:lnTo>
                    <a:pt x="276571" y="40716"/>
                  </a:lnTo>
                  <a:lnTo>
                    <a:pt x="272514" y="37315"/>
                  </a:lnTo>
                  <a:lnTo>
                    <a:pt x="268351" y="34044"/>
                  </a:lnTo>
                  <a:lnTo>
                    <a:pt x="264086" y="30906"/>
                  </a:lnTo>
                  <a:lnTo>
                    <a:pt x="259724" y="27905"/>
                  </a:lnTo>
                  <a:lnTo>
                    <a:pt x="255270" y="25044"/>
                  </a:lnTo>
                  <a:lnTo>
                    <a:pt x="250727" y="22325"/>
                  </a:lnTo>
                  <a:lnTo>
                    <a:pt x="246100" y="19751"/>
                  </a:lnTo>
                  <a:lnTo>
                    <a:pt x="241394" y="17325"/>
                  </a:lnTo>
                  <a:lnTo>
                    <a:pt x="236613" y="15049"/>
                  </a:lnTo>
                  <a:lnTo>
                    <a:pt x="231763" y="12926"/>
                  </a:lnTo>
                  <a:lnTo>
                    <a:pt x="226848" y="10958"/>
                  </a:lnTo>
                  <a:lnTo>
                    <a:pt x="221873" y="9146"/>
                  </a:lnTo>
                  <a:lnTo>
                    <a:pt x="216844" y="7493"/>
                  </a:lnTo>
                  <a:lnTo>
                    <a:pt x="211764" y="5999"/>
                  </a:lnTo>
                  <a:lnTo>
                    <a:pt x="206640" y="4668"/>
                  </a:lnTo>
                  <a:lnTo>
                    <a:pt x="201476" y="3499"/>
                  </a:lnTo>
                  <a:lnTo>
                    <a:pt x="196278" y="2494"/>
                  </a:lnTo>
                  <a:lnTo>
                    <a:pt x="191050" y="1655"/>
                  </a:lnTo>
                  <a:lnTo>
                    <a:pt x="185799" y="981"/>
                  </a:lnTo>
                  <a:lnTo>
                    <a:pt x="180528" y="474"/>
                  </a:lnTo>
                  <a:lnTo>
                    <a:pt x="175245" y="135"/>
                  </a:lnTo>
                  <a:lnTo>
                    <a:pt x="167162" y="167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8083" cy="167167"/>
            </a:xfrm>
            <a:custGeom>
              <a:avLst/>
              <a:pathLst>
                <a:path w="8083" h="167167">
                  <a:moveTo>
                    <a:pt x="8083" y="19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797350" y="5269756"/>
              <a:ext cx="167151" cy="218226"/>
            </a:xfrm>
            <a:custGeom>
              <a:avLst/>
              <a:pathLst>
                <a:path w="167151" h="218226">
                  <a:moveTo>
                    <a:pt x="167151" y="0"/>
                  </a:moveTo>
                  <a:lnTo>
                    <a:pt x="161730" y="87"/>
                  </a:lnTo>
                  <a:lnTo>
                    <a:pt x="156314" y="351"/>
                  </a:lnTo>
                  <a:lnTo>
                    <a:pt x="150910" y="790"/>
                  </a:lnTo>
                  <a:lnTo>
                    <a:pt x="145524" y="1404"/>
                  </a:lnTo>
                  <a:lnTo>
                    <a:pt x="140160" y="2193"/>
                  </a:lnTo>
                  <a:lnTo>
                    <a:pt x="134824" y="3155"/>
                  </a:lnTo>
                  <a:lnTo>
                    <a:pt x="129522" y="4290"/>
                  </a:lnTo>
                  <a:lnTo>
                    <a:pt x="124260" y="5595"/>
                  </a:lnTo>
                  <a:lnTo>
                    <a:pt x="119043" y="7071"/>
                  </a:lnTo>
                  <a:lnTo>
                    <a:pt x="113877" y="8716"/>
                  </a:lnTo>
                  <a:lnTo>
                    <a:pt x="108766" y="10527"/>
                  </a:lnTo>
                  <a:lnTo>
                    <a:pt x="103717" y="12502"/>
                  </a:lnTo>
                  <a:lnTo>
                    <a:pt x="98735" y="14641"/>
                  </a:lnTo>
                  <a:lnTo>
                    <a:pt x="93825" y="16940"/>
                  </a:lnTo>
                  <a:lnTo>
                    <a:pt x="88992" y="19396"/>
                  </a:lnTo>
                  <a:lnTo>
                    <a:pt x="84241" y="22009"/>
                  </a:lnTo>
                  <a:lnTo>
                    <a:pt x="79577" y="24774"/>
                  </a:lnTo>
                  <a:lnTo>
                    <a:pt x="75006" y="27688"/>
                  </a:lnTo>
                  <a:lnTo>
                    <a:pt x="70531" y="30750"/>
                  </a:lnTo>
                  <a:lnTo>
                    <a:pt x="66158" y="33955"/>
                  </a:lnTo>
                  <a:lnTo>
                    <a:pt x="61891" y="37300"/>
                  </a:lnTo>
                  <a:lnTo>
                    <a:pt x="57735" y="40782"/>
                  </a:lnTo>
                  <a:lnTo>
                    <a:pt x="53694" y="44396"/>
                  </a:lnTo>
                  <a:lnTo>
                    <a:pt x="49773" y="48140"/>
                  </a:lnTo>
                  <a:lnTo>
                    <a:pt x="45974" y="52009"/>
                  </a:lnTo>
                  <a:lnTo>
                    <a:pt x="42304" y="55999"/>
                  </a:lnTo>
                  <a:lnTo>
                    <a:pt x="38764" y="60107"/>
                  </a:lnTo>
                  <a:lnTo>
                    <a:pt x="35360" y="64326"/>
                  </a:lnTo>
                  <a:lnTo>
                    <a:pt x="32094" y="68654"/>
                  </a:lnTo>
                  <a:lnTo>
                    <a:pt x="28971" y="73086"/>
                  </a:lnTo>
                  <a:lnTo>
                    <a:pt x="25993" y="77616"/>
                  </a:lnTo>
                  <a:lnTo>
                    <a:pt x="23163" y="82241"/>
                  </a:lnTo>
                  <a:lnTo>
                    <a:pt x="20485" y="86955"/>
                  </a:lnTo>
                  <a:lnTo>
                    <a:pt x="17960" y="91753"/>
                  </a:lnTo>
                  <a:lnTo>
                    <a:pt x="15593" y="96631"/>
                  </a:lnTo>
                  <a:lnTo>
                    <a:pt x="13386" y="101583"/>
                  </a:lnTo>
                  <a:lnTo>
                    <a:pt x="11340" y="106604"/>
                  </a:lnTo>
                  <a:lnTo>
                    <a:pt x="9458" y="111688"/>
                  </a:lnTo>
                  <a:lnTo>
                    <a:pt x="7742" y="116831"/>
                  </a:lnTo>
                  <a:lnTo>
                    <a:pt x="6193" y="122027"/>
                  </a:lnTo>
                  <a:lnTo>
                    <a:pt x="4814" y="127271"/>
                  </a:lnTo>
                  <a:lnTo>
                    <a:pt x="3606" y="132556"/>
                  </a:lnTo>
                  <a:lnTo>
                    <a:pt x="2569" y="137878"/>
                  </a:lnTo>
                  <a:lnTo>
                    <a:pt x="1706" y="143230"/>
                  </a:lnTo>
                  <a:lnTo>
                    <a:pt x="1017" y="148608"/>
                  </a:lnTo>
                  <a:lnTo>
                    <a:pt x="502" y="154005"/>
                  </a:lnTo>
                  <a:lnTo>
                    <a:pt x="163" y="159416"/>
                  </a:lnTo>
                  <a:lnTo>
                    <a:pt x="0" y="164836"/>
                  </a:lnTo>
                  <a:lnTo>
                    <a:pt x="12" y="170257"/>
                  </a:lnTo>
                  <a:lnTo>
                    <a:pt x="200" y="175676"/>
                  </a:lnTo>
                  <a:lnTo>
                    <a:pt x="564" y="181085"/>
                  </a:lnTo>
                  <a:lnTo>
                    <a:pt x="1103" y="186480"/>
                  </a:lnTo>
                  <a:lnTo>
                    <a:pt x="1816" y="191855"/>
                  </a:lnTo>
                  <a:lnTo>
                    <a:pt x="2704" y="197203"/>
                  </a:lnTo>
                  <a:lnTo>
                    <a:pt x="3764" y="202520"/>
                  </a:lnTo>
                  <a:lnTo>
                    <a:pt x="4997" y="207800"/>
                  </a:lnTo>
                  <a:lnTo>
                    <a:pt x="6400" y="213037"/>
                  </a:lnTo>
                  <a:lnTo>
                    <a:pt x="7972" y="21822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805322" y="5269756"/>
              <a:ext cx="326332" cy="334331"/>
            </a:xfrm>
            <a:custGeom>
              <a:avLst/>
              <a:pathLst>
                <a:path w="326332" h="334331">
                  <a:moveTo>
                    <a:pt x="0" y="218226"/>
                  </a:moveTo>
                  <a:lnTo>
                    <a:pt x="1696" y="223241"/>
                  </a:lnTo>
                  <a:lnTo>
                    <a:pt x="3550" y="228199"/>
                  </a:lnTo>
                  <a:lnTo>
                    <a:pt x="5561" y="233096"/>
                  </a:lnTo>
                  <a:lnTo>
                    <a:pt x="7726" y="237927"/>
                  </a:lnTo>
                  <a:lnTo>
                    <a:pt x="10042" y="242687"/>
                  </a:lnTo>
                  <a:lnTo>
                    <a:pt x="12508" y="247372"/>
                  </a:lnTo>
                  <a:lnTo>
                    <a:pt x="15121" y="251975"/>
                  </a:lnTo>
                  <a:lnTo>
                    <a:pt x="17879" y="256494"/>
                  </a:lnTo>
                  <a:lnTo>
                    <a:pt x="20778" y="260924"/>
                  </a:lnTo>
                  <a:lnTo>
                    <a:pt x="23816" y="265259"/>
                  </a:lnTo>
                  <a:lnTo>
                    <a:pt x="26990" y="269496"/>
                  </a:lnTo>
                  <a:lnTo>
                    <a:pt x="30296" y="273630"/>
                  </a:lnTo>
                  <a:lnTo>
                    <a:pt x="33732" y="277658"/>
                  </a:lnTo>
                  <a:lnTo>
                    <a:pt x="37294" y="281574"/>
                  </a:lnTo>
                  <a:lnTo>
                    <a:pt x="40977" y="285376"/>
                  </a:lnTo>
                  <a:lnTo>
                    <a:pt x="44779" y="289060"/>
                  </a:lnTo>
                  <a:lnTo>
                    <a:pt x="48696" y="292621"/>
                  </a:lnTo>
                  <a:lnTo>
                    <a:pt x="52724" y="296056"/>
                  </a:lnTo>
                  <a:lnTo>
                    <a:pt x="56859" y="299362"/>
                  </a:lnTo>
                  <a:lnTo>
                    <a:pt x="61096" y="302536"/>
                  </a:lnTo>
                  <a:lnTo>
                    <a:pt x="65431" y="305574"/>
                  </a:lnTo>
                  <a:lnTo>
                    <a:pt x="69861" y="308473"/>
                  </a:lnTo>
                  <a:lnTo>
                    <a:pt x="74380" y="311230"/>
                  </a:lnTo>
                  <a:lnTo>
                    <a:pt x="78984" y="313843"/>
                  </a:lnTo>
                  <a:lnTo>
                    <a:pt x="83668" y="316308"/>
                  </a:lnTo>
                  <a:lnTo>
                    <a:pt x="88428" y="318625"/>
                  </a:lnTo>
                  <a:lnTo>
                    <a:pt x="93260" y="320789"/>
                  </a:lnTo>
                  <a:lnTo>
                    <a:pt x="98157" y="322799"/>
                  </a:lnTo>
                  <a:lnTo>
                    <a:pt x="103115" y="324653"/>
                  </a:lnTo>
                  <a:lnTo>
                    <a:pt x="108130" y="326349"/>
                  </a:lnTo>
                  <a:lnTo>
                    <a:pt x="113196" y="327886"/>
                  </a:lnTo>
                  <a:lnTo>
                    <a:pt x="118308" y="329261"/>
                  </a:lnTo>
                  <a:lnTo>
                    <a:pt x="123461" y="330474"/>
                  </a:lnTo>
                  <a:lnTo>
                    <a:pt x="128650" y="331523"/>
                  </a:lnTo>
                  <a:lnTo>
                    <a:pt x="133869" y="332407"/>
                  </a:lnTo>
                  <a:lnTo>
                    <a:pt x="139114" y="333126"/>
                  </a:lnTo>
                  <a:lnTo>
                    <a:pt x="144379" y="333678"/>
                  </a:lnTo>
                  <a:lnTo>
                    <a:pt x="149659" y="334063"/>
                  </a:lnTo>
                  <a:lnTo>
                    <a:pt x="154948" y="334281"/>
                  </a:lnTo>
                  <a:lnTo>
                    <a:pt x="160242" y="334331"/>
                  </a:lnTo>
                  <a:lnTo>
                    <a:pt x="165534" y="334214"/>
                  </a:lnTo>
                  <a:lnTo>
                    <a:pt x="170820" y="333929"/>
                  </a:lnTo>
                  <a:lnTo>
                    <a:pt x="176095" y="333476"/>
                  </a:lnTo>
                  <a:lnTo>
                    <a:pt x="181352" y="332857"/>
                  </a:lnTo>
                  <a:lnTo>
                    <a:pt x="186588" y="332072"/>
                  </a:lnTo>
                  <a:lnTo>
                    <a:pt x="191795" y="331121"/>
                  </a:lnTo>
                  <a:lnTo>
                    <a:pt x="196970" y="330006"/>
                  </a:lnTo>
                  <a:lnTo>
                    <a:pt x="202108" y="328728"/>
                  </a:lnTo>
                  <a:lnTo>
                    <a:pt x="207202" y="327288"/>
                  </a:lnTo>
                  <a:lnTo>
                    <a:pt x="212248" y="325687"/>
                  </a:lnTo>
                  <a:lnTo>
                    <a:pt x="217240" y="323927"/>
                  </a:lnTo>
                  <a:lnTo>
                    <a:pt x="222175" y="322010"/>
                  </a:lnTo>
                  <a:lnTo>
                    <a:pt x="227046" y="319938"/>
                  </a:lnTo>
                  <a:lnTo>
                    <a:pt x="231849" y="317712"/>
                  </a:lnTo>
                  <a:lnTo>
                    <a:pt x="236580" y="315336"/>
                  </a:lnTo>
                  <a:lnTo>
                    <a:pt x="241233" y="312811"/>
                  </a:lnTo>
                  <a:lnTo>
                    <a:pt x="245803" y="310139"/>
                  </a:lnTo>
                  <a:lnTo>
                    <a:pt x="250287" y="307325"/>
                  </a:lnTo>
                  <a:lnTo>
                    <a:pt x="254679" y="304370"/>
                  </a:lnTo>
                  <a:lnTo>
                    <a:pt x="258975" y="301277"/>
                  </a:lnTo>
                  <a:lnTo>
                    <a:pt x="263172" y="298050"/>
                  </a:lnTo>
                  <a:lnTo>
                    <a:pt x="267264" y="294691"/>
                  </a:lnTo>
                  <a:lnTo>
                    <a:pt x="271248" y="291205"/>
                  </a:lnTo>
                  <a:lnTo>
                    <a:pt x="275119" y="287594"/>
                  </a:lnTo>
                  <a:lnTo>
                    <a:pt x="278874" y="283863"/>
                  </a:lnTo>
                  <a:lnTo>
                    <a:pt x="282509" y="280014"/>
                  </a:lnTo>
                  <a:lnTo>
                    <a:pt x="286020" y="276053"/>
                  </a:lnTo>
                  <a:lnTo>
                    <a:pt x="289404" y="271982"/>
                  </a:lnTo>
                  <a:lnTo>
                    <a:pt x="292658" y="267806"/>
                  </a:lnTo>
                  <a:lnTo>
                    <a:pt x="295778" y="263529"/>
                  </a:lnTo>
                  <a:lnTo>
                    <a:pt x="298760" y="259155"/>
                  </a:lnTo>
                  <a:lnTo>
                    <a:pt x="301603" y="254690"/>
                  </a:lnTo>
                  <a:lnTo>
                    <a:pt x="304303" y="250136"/>
                  </a:lnTo>
                  <a:lnTo>
                    <a:pt x="306857" y="245499"/>
                  </a:lnTo>
                  <a:lnTo>
                    <a:pt x="309263" y="240784"/>
                  </a:lnTo>
                  <a:lnTo>
                    <a:pt x="311519" y="235995"/>
                  </a:lnTo>
                  <a:lnTo>
                    <a:pt x="313622" y="231137"/>
                  </a:lnTo>
                  <a:lnTo>
                    <a:pt x="315570" y="226214"/>
                  </a:lnTo>
                  <a:lnTo>
                    <a:pt x="317361" y="221233"/>
                  </a:lnTo>
                  <a:lnTo>
                    <a:pt x="318994" y="216197"/>
                  </a:lnTo>
                  <a:lnTo>
                    <a:pt x="320466" y="211112"/>
                  </a:lnTo>
                  <a:lnTo>
                    <a:pt x="321777" y="205983"/>
                  </a:lnTo>
                  <a:lnTo>
                    <a:pt x="322924" y="200815"/>
                  </a:lnTo>
                  <a:lnTo>
                    <a:pt x="323908" y="195613"/>
                  </a:lnTo>
                  <a:lnTo>
                    <a:pt x="324726" y="190383"/>
                  </a:lnTo>
                  <a:lnTo>
                    <a:pt x="325378" y="185130"/>
                  </a:lnTo>
                  <a:lnTo>
                    <a:pt x="325863" y="179858"/>
                  </a:lnTo>
                  <a:lnTo>
                    <a:pt x="326182" y="174574"/>
                  </a:lnTo>
                  <a:lnTo>
                    <a:pt x="326332" y="169282"/>
                  </a:lnTo>
                  <a:lnTo>
                    <a:pt x="326316" y="163988"/>
                  </a:lnTo>
                  <a:lnTo>
                    <a:pt x="326131" y="158698"/>
                  </a:lnTo>
                  <a:lnTo>
                    <a:pt x="325779" y="153416"/>
                  </a:lnTo>
                  <a:lnTo>
                    <a:pt x="325260" y="148147"/>
                  </a:lnTo>
                  <a:lnTo>
                    <a:pt x="324575" y="142898"/>
                  </a:lnTo>
                  <a:lnTo>
                    <a:pt x="323723" y="137673"/>
                  </a:lnTo>
                  <a:lnTo>
                    <a:pt x="322707" y="132478"/>
                  </a:lnTo>
                  <a:lnTo>
                    <a:pt x="321527" y="127317"/>
                  </a:lnTo>
                  <a:lnTo>
                    <a:pt x="320184" y="122197"/>
                  </a:lnTo>
                  <a:lnTo>
                    <a:pt x="318679" y="117121"/>
                  </a:lnTo>
                  <a:lnTo>
                    <a:pt x="317014" y="112096"/>
                  </a:lnTo>
                  <a:lnTo>
                    <a:pt x="315191" y="107126"/>
                  </a:lnTo>
                  <a:lnTo>
                    <a:pt x="313212" y="102216"/>
                  </a:lnTo>
                  <a:lnTo>
                    <a:pt x="311078" y="97372"/>
                  </a:lnTo>
                  <a:lnTo>
                    <a:pt x="308792" y="92597"/>
                  </a:lnTo>
                  <a:lnTo>
                    <a:pt x="306356" y="87897"/>
                  </a:lnTo>
                  <a:lnTo>
                    <a:pt x="303772" y="83276"/>
                  </a:lnTo>
                  <a:lnTo>
                    <a:pt x="301043" y="78740"/>
                  </a:lnTo>
                  <a:lnTo>
                    <a:pt x="298172" y="74293"/>
                  </a:lnTo>
                  <a:lnTo>
                    <a:pt x="295162" y="69938"/>
                  </a:lnTo>
                  <a:lnTo>
                    <a:pt x="292015" y="65681"/>
                  </a:lnTo>
                  <a:lnTo>
                    <a:pt x="288735" y="61526"/>
                  </a:lnTo>
                  <a:lnTo>
                    <a:pt x="285325" y="57477"/>
                  </a:lnTo>
                  <a:lnTo>
                    <a:pt x="281789" y="53537"/>
                  </a:lnTo>
                  <a:lnTo>
                    <a:pt x="278129" y="49712"/>
                  </a:lnTo>
                  <a:lnTo>
                    <a:pt x="274350" y="46004"/>
                  </a:lnTo>
                  <a:lnTo>
                    <a:pt x="270456" y="42418"/>
                  </a:lnTo>
                  <a:lnTo>
                    <a:pt x="266450" y="38957"/>
                  </a:lnTo>
                  <a:lnTo>
                    <a:pt x="262337" y="35625"/>
                  </a:lnTo>
                  <a:lnTo>
                    <a:pt x="258120" y="32425"/>
                  </a:lnTo>
                  <a:lnTo>
                    <a:pt x="253804" y="29359"/>
                  </a:lnTo>
                  <a:lnTo>
                    <a:pt x="249393" y="26432"/>
                  </a:lnTo>
                  <a:lnTo>
                    <a:pt x="244892" y="23646"/>
                  </a:lnTo>
                  <a:lnTo>
                    <a:pt x="240304" y="21004"/>
                  </a:lnTo>
                  <a:lnTo>
                    <a:pt x="235636" y="18509"/>
                  </a:lnTo>
                  <a:lnTo>
                    <a:pt x="230890" y="16162"/>
                  </a:lnTo>
                  <a:lnTo>
                    <a:pt x="226073" y="13968"/>
                  </a:lnTo>
                  <a:lnTo>
                    <a:pt x="221189" y="11926"/>
                  </a:lnTo>
                  <a:lnTo>
                    <a:pt x="216242" y="10041"/>
                  </a:lnTo>
                  <a:lnTo>
                    <a:pt x="211238" y="8313"/>
                  </a:lnTo>
                  <a:lnTo>
                    <a:pt x="206182" y="6744"/>
                  </a:lnTo>
                  <a:lnTo>
                    <a:pt x="201079" y="5336"/>
                  </a:lnTo>
                  <a:lnTo>
                    <a:pt x="195934" y="4090"/>
                  </a:lnTo>
                  <a:lnTo>
                    <a:pt x="190752" y="3008"/>
                  </a:lnTo>
                  <a:lnTo>
                    <a:pt x="185538" y="2091"/>
                  </a:lnTo>
                  <a:lnTo>
                    <a:pt x="180298" y="1339"/>
                  </a:lnTo>
                  <a:lnTo>
                    <a:pt x="175037" y="753"/>
                  </a:lnTo>
                  <a:lnTo>
                    <a:pt x="169759" y="335"/>
                  </a:lnTo>
                  <a:lnTo>
                    <a:pt x="164472" y="83"/>
                  </a:lnTo>
                  <a:lnTo>
                    <a:pt x="159178" y="0"/>
                  </a:lnTo>
                  <a:lnTo>
                    <a:pt x="15917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62041" y="5399291"/>
              <a:ext cx="24174" cy="167167"/>
            </a:xfrm>
            <a:custGeom>
              <a:avLst/>
              <a:pathLst>
                <a:path w="24174" h="167167">
                  <a:moveTo>
                    <a:pt x="24174" y="0"/>
                  </a:moveTo>
                  <a:lnTo>
                    <a:pt x="16091" y="195"/>
                  </a:lnTo>
                  <a:lnTo>
                    <a:pt x="8026" y="781"/>
                  </a:lnTo>
                  <a:lnTo>
                    <a:pt x="0" y="1757"/>
                  </a:lnTo>
                  <a:lnTo>
                    <a:pt x="2417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2041" y="5401048"/>
              <a:ext cx="24174" cy="165410"/>
            </a:xfrm>
            <a:custGeom>
              <a:avLst/>
              <a:pathLst>
                <a:path w="24174" h="165410">
                  <a:moveTo>
                    <a:pt x="0" y="0"/>
                  </a:moveTo>
                  <a:lnTo>
                    <a:pt x="24174" y="1654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319049" y="5400798"/>
              <a:ext cx="334316" cy="332825"/>
            </a:xfrm>
            <a:custGeom>
              <a:avLst/>
              <a:pathLst>
                <a:path w="334316" h="332825">
                  <a:moveTo>
                    <a:pt x="142991" y="250"/>
                  </a:moveTo>
                  <a:lnTo>
                    <a:pt x="137778" y="1096"/>
                  </a:lnTo>
                  <a:lnTo>
                    <a:pt x="132593" y="2107"/>
                  </a:lnTo>
                  <a:lnTo>
                    <a:pt x="127443" y="3281"/>
                  </a:lnTo>
                  <a:lnTo>
                    <a:pt x="122333" y="4617"/>
                  </a:lnTo>
                  <a:lnTo>
                    <a:pt x="117268" y="6113"/>
                  </a:lnTo>
                  <a:lnTo>
                    <a:pt x="112252" y="7770"/>
                  </a:lnTo>
                  <a:lnTo>
                    <a:pt x="107291" y="9583"/>
                  </a:lnTo>
                  <a:lnTo>
                    <a:pt x="102390" y="11553"/>
                  </a:lnTo>
                  <a:lnTo>
                    <a:pt x="97554" y="13676"/>
                  </a:lnTo>
                  <a:lnTo>
                    <a:pt x="92787" y="15951"/>
                  </a:lnTo>
                  <a:lnTo>
                    <a:pt x="88094" y="18376"/>
                  </a:lnTo>
                  <a:lnTo>
                    <a:pt x="83480" y="20948"/>
                  </a:lnTo>
                  <a:lnTo>
                    <a:pt x="78950" y="23664"/>
                  </a:lnTo>
                  <a:lnTo>
                    <a:pt x="74508" y="26522"/>
                  </a:lnTo>
                  <a:lnTo>
                    <a:pt x="70159" y="29518"/>
                  </a:lnTo>
                  <a:lnTo>
                    <a:pt x="65906" y="32651"/>
                  </a:lnTo>
                  <a:lnTo>
                    <a:pt x="61754" y="35917"/>
                  </a:lnTo>
                  <a:lnTo>
                    <a:pt x="57708" y="39312"/>
                  </a:lnTo>
                  <a:lnTo>
                    <a:pt x="53771" y="42833"/>
                  </a:lnTo>
                  <a:lnTo>
                    <a:pt x="49947" y="46477"/>
                  </a:lnTo>
                  <a:lnTo>
                    <a:pt x="46240" y="50239"/>
                  </a:lnTo>
                  <a:lnTo>
                    <a:pt x="42654" y="54118"/>
                  </a:lnTo>
                  <a:lnTo>
                    <a:pt x="39192" y="58107"/>
                  </a:lnTo>
                  <a:lnTo>
                    <a:pt x="35858" y="62204"/>
                  </a:lnTo>
                  <a:lnTo>
                    <a:pt x="32655" y="66404"/>
                  </a:lnTo>
                  <a:lnTo>
                    <a:pt x="29586" y="70703"/>
                  </a:lnTo>
                  <a:lnTo>
                    <a:pt x="26655" y="75097"/>
                  </a:lnTo>
                  <a:lnTo>
                    <a:pt x="23864" y="79581"/>
                  </a:lnTo>
                  <a:lnTo>
                    <a:pt x="21216" y="84152"/>
                  </a:lnTo>
                  <a:lnTo>
                    <a:pt x="18714" y="88803"/>
                  </a:lnTo>
                  <a:lnTo>
                    <a:pt x="16360" y="93532"/>
                  </a:lnTo>
                  <a:lnTo>
                    <a:pt x="14156" y="98332"/>
                  </a:lnTo>
                  <a:lnTo>
                    <a:pt x="12106" y="103200"/>
                  </a:lnTo>
                  <a:lnTo>
                    <a:pt x="10210" y="108130"/>
                  </a:lnTo>
                  <a:lnTo>
                    <a:pt x="8470" y="113117"/>
                  </a:lnTo>
                  <a:lnTo>
                    <a:pt x="6890" y="118157"/>
                  </a:lnTo>
                  <a:lnTo>
                    <a:pt x="5469" y="123245"/>
                  </a:lnTo>
                  <a:lnTo>
                    <a:pt x="4210" y="128374"/>
                  </a:lnTo>
                  <a:lnTo>
                    <a:pt x="3113" y="133541"/>
                  </a:lnTo>
                  <a:lnTo>
                    <a:pt x="2180" y="138740"/>
                  </a:lnTo>
                  <a:lnTo>
                    <a:pt x="1412" y="143966"/>
                  </a:lnTo>
                  <a:lnTo>
                    <a:pt x="809" y="149213"/>
                  </a:lnTo>
                  <a:lnTo>
                    <a:pt x="373" y="154477"/>
                  </a:lnTo>
                  <a:lnTo>
                    <a:pt x="103" y="159752"/>
                  </a:lnTo>
                  <a:lnTo>
                    <a:pt x="0" y="165033"/>
                  </a:lnTo>
                  <a:lnTo>
                    <a:pt x="63" y="170315"/>
                  </a:lnTo>
                  <a:lnTo>
                    <a:pt x="294" y="175592"/>
                  </a:lnTo>
                  <a:lnTo>
                    <a:pt x="691" y="180859"/>
                  </a:lnTo>
                  <a:lnTo>
                    <a:pt x="1254" y="186111"/>
                  </a:lnTo>
                  <a:lnTo>
                    <a:pt x="1983" y="191342"/>
                  </a:lnTo>
                  <a:lnTo>
                    <a:pt x="2877" y="196548"/>
                  </a:lnTo>
                  <a:lnTo>
                    <a:pt x="3935" y="201723"/>
                  </a:lnTo>
                  <a:lnTo>
                    <a:pt x="5155" y="206862"/>
                  </a:lnTo>
                  <a:lnTo>
                    <a:pt x="6538" y="211960"/>
                  </a:lnTo>
                  <a:lnTo>
                    <a:pt x="8081" y="217012"/>
                  </a:lnTo>
                  <a:lnTo>
                    <a:pt x="9783" y="222012"/>
                  </a:lnTo>
                  <a:lnTo>
                    <a:pt x="11642" y="226956"/>
                  </a:lnTo>
                  <a:lnTo>
                    <a:pt x="13656" y="231839"/>
                  </a:lnTo>
                  <a:lnTo>
                    <a:pt x="15823" y="236656"/>
                  </a:lnTo>
                  <a:lnTo>
                    <a:pt x="18142" y="241402"/>
                  </a:lnTo>
                  <a:lnTo>
                    <a:pt x="20609" y="246072"/>
                  </a:lnTo>
                  <a:lnTo>
                    <a:pt x="23223" y="250662"/>
                  </a:lnTo>
                  <a:lnTo>
                    <a:pt x="25980" y="255167"/>
                  </a:lnTo>
                  <a:lnTo>
                    <a:pt x="28878" y="259583"/>
                  </a:lnTo>
                  <a:lnTo>
                    <a:pt x="31915" y="263905"/>
                  </a:lnTo>
                  <a:lnTo>
                    <a:pt x="35086" y="268129"/>
                  </a:lnTo>
                  <a:lnTo>
                    <a:pt x="38389" y="272251"/>
                  </a:lnTo>
                  <a:lnTo>
                    <a:pt x="41821" y="276266"/>
                  </a:lnTo>
                  <a:lnTo>
                    <a:pt x="45378" y="280171"/>
                  </a:lnTo>
                  <a:lnTo>
                    <a:pt x="49057" y="283961"/>
                  </a:lnTo>
                  <a:lnTo>
                    <a:pt x="52853" y="287634"/>
                  </a:lnTo>
                  <a:lnTo>
                    <a:pt x="56764" y="291184"/>
                  </a:lnTo>
                  <a:lnTo>
                    <a:pt x="60785" y="294610"/>
                  </a:lnTo>
                  <a:lnTo>
                    <a:pt x="64912" y="297906"/>
                  </a:lnTo>
                  <a:lnTo>
                    <a:pt x="69141" y="301071"/>
                  </a:lnTo>
                  <a:lnTo>
                    <a:pt x="73468" y="304100"/>
                  </a:lnTo>
                  <a:lnTo>
                    <a:pt x="77888" y="306991"/>
                  </a:lnTo>
                  <a:lnTo>
                    <a:pt x="82398" y="309741"/>
                  </a:lnTo>
                  <a:lnTo>
                    <a:pt x="86992" y="312347"/>
                  </a:lnTo>
                  <a:lnTo>
                    <a:pt x="91667" y="314807"/>
                  </a:lnTo>
                  <a:lnTo>
                    <a:pt x="96416" y="317118"/>
                  </a:lnTo>
                  <a:lnTo>
                    <a:pt x="101237" y="319277"/>
                  </a:lnTo>
                  <a:lnTo>
                    <a:pt x="106123" y="321284"/>
                  </a:lnTo>
                  <a:lnTo>
                    <a:pt x="111070" y="323135"/>
                  </a:lnTo>
                  <a:lnTo>
                    <a:pt x="116073" y="324828"/>
                  </a:lnTo>
                  <a:lnTo>
                    <a:pt x="121127" y="326363"/>
                  </a:lnTo>
                  <a:lnTo>
                    <a:pt x="126227" y="327737"/>
                  </a:lnTo>
                  <a:lnTo>
                    <a:pt x="131368" y="328950"/>
                  </a:lnTo>
                  <a:lnTo>
                    <a:pt x="136545" y="329999"/>
                  </a:lnTo>
                  <a:lnTo>
                    <a:pt x="141752" y="330884"/>
                  </a:lnTo>
                  <a:lnTo>
                    <a:pt x="146985" y="331605"/>
                  </a:lnTo>
                  <a:lnTo>
                    <a:pt x="152238" y="332160"/>
                  </a:lnTo>
                  <a:lnTo>
                    <a:pt x="157505" y="332548"/>
                  </a:lnTo>
                  <a:lnTo>
                    <a:pt x="162783" y="332770"/>
                  </a:lnTo>
                  <a:lnTo>
                    <a:pt x="168064" y="332825"/>
                  </a:lnTo>
                  <a:lnTo>
                    <a:pt x="173345" y="332713"/>
                  </a:lnTo>
                  <a:lnTo>
                    <a:pt x="178620" y="332435"/>
                  </a:lnTo>
                  <a:lnTo>
                    <a:pt x="183883" y="331990"/>
                  </a:lnTo>
                  <a:lnTo>
                    <a:pt x="189129" y="331378"/>
                  </a:lnTo>
                  <a:lnTo>
                    <a:pt x="194354" y="330602"/>
                  </a:lnTo>
                  <a:lnTo>
                    <a:pt x="199552" y="329660"/>
                  </a:lnTo>
                  <a:lnTo>
                    <a:pt x="204717" y="328555"/>
                  </a:lnTo>
                  <a:lnTo>
                    <a:pt x="209844" y="327288"/>
                  </a:lnTo>
                  <a:lnTo>
                    <a:pt x="214929" y="325859"/>
                  </a:lnTo>
                  <a:lnTo>
                    <a:pt x="219967" y="324270"/>
                  </a:lnTo>
                  <a:lnTo>
                    <a:pt x="224951" y="322522"/>
                  </a:lnTo>
                  <a:lnTo>
                    <a:pt x="229878" y="320618"/>
                  </a:lnTo>
                  <a:lnTo>
                    <a:pt x="234742" y="318560"/>
                  </a:lnTo>
                  <a:lnTo>
                    <a:pt x="239539" y="316349"/>
                  </a:lnTo>
                  <a:lnTo>
                    <a:pt x="244264" y="313987"/>
                  </a:lnTo>
                  <a:lnTo>
                    <a:pt x="248912" y="311477"/>
                  </a:lnTo>
                  <a:lnTo>
                    <a:pt x="253478" y="308822"/>
                  </a:lnTo>
                  <a:lnTo>
                    <a:pt x="257957" y="306023"/>
                  </a:lnTo>
                  <a:lnTo>
                    <a:pt x="262347" y="303085"/>
                  </a:lnTo>
                  <a:lnTo>
                    <a:pt x="266641" y="300009"/>
                  </a:lnTo>
                  <a:lnTo>
                    <a:pt x="270836" y="296799"/>
                  </a:lnTo>
                  <a:lnTo>
                    <a:pt x="274927" y="293459"/>
                  </a:lnTo>
                  <a:lnTo>
                    <a:pt x="278911" y="289990"/>
                  </a:lnTo>
                  <a:lnTo>
                    <a:pt x="282783" y="286398"/>
                  </a:lnTo>
                  <a:lnTo>
                    <a:pt x="286540" y="282685"/>
                  </a:lnTo>
                  <a:lnTo>
                    <a:pt x="290177" y="278855"/>
                  </a:lnTo>
                  <a:lnTo>
                    <a:pt x="293692" y="274912"/>
                  </a:lnTo>
                  <a:lnTo>
                    <a:pt x="297081" y="270860"/>
                  </a:lnTo>
                  <a:lnTo>
                    <a:pt x="300339" y="266703"/>
                  </a:lnTo>
                  <a:lnTo>
                    <a:pt x="303465" y="262446"/>
                  </a:lnTo>
                  <a:lnTo>
                    <a:pt x="306455" y="258091"/>
                  </a:lnTo>
                  <a:lnTo>
                    <a:pt x="309305" y="253645"/>
                  </a:lnTo>
                  <a:lnTo>
                    <a:pt x="312014" y="249110"/>
                  </a:lnTo>
                  <a:lnTo>
                    <a:pt x="314578" y="244492"/>
                  </a:lnTo>
                  <a:lnTo>
                    <a:pt x="316995" y="239796"/>
                  </a:lnTo>
                  <a:lnTo>
                    <a:pt x="319263" y="235025"/>
                  </a:lnTo>
                  <a:lnTo>
                    <a:pt x="321378" y="230185"/>
                  </a:lnTo>
                  <a:lnTo>
                    <a:pt x="323340" y="225281"/>
                  </a:lnTo>
                  <a:lnTo>
                    <a:pt x="325145" y="220317"/>
                  </a:lnTo>
                  <a:lnTo>
                    <a:pt x="326793" y="215299"/>
                  </a:lnTo>
                  <a:lnTo>
                    <a:pt x="328282" y="210231"/>
                  </a:lnTo>
                  <a:lnTo>
                    <a:pt x="329610" y="205118"/>
                  </a:lnTo>
                  <a:lnTo>
                    <a:pt x="330775" y="199967"/>
                  </a:lnTo>
                  <a:lnTo>
                    <a:pt x="331777" y="194780"/>
                  </a:lnTo>
                  <a:lnTo>
                    <a:pt x="332615" y="189565"/>
                  </a:lnTo>
                  <a:lnTo>
                    <a:pt x="333288" y="184326"/>
                  </a:lnTo>
                  <a:lnTo>
                    <a:pt x="333795" y="179069"/>
                  </a:lnTo>
                  <a:lnTo>
                    <a:pt x="334135" y="173798"/>
                  </a:lnTo>
                  <a:lnTo>
                    <a:pt x="334309" y="168519"/>
                  </a:lnTo>
                  <a:lnTo>
                    <a:pt x="334316" y="163237"/>
                  </a:lnTo>
                  <a:lnTo>
                    <a:pt x="334156" y="157957"/>
                  </a:lnTo>
                  <a:lnTo>
                    <a:pt x="333829" y="152685"/>
                  </a:lnTo>
                  <a:lnTo>
                    <a:pt x="333336" y="147426"/>
                  </a:lnTo>
                  <a:lnTo>
                    <a:pt x="332677" y="142185"/>
                  </a:lnTo>
                  <a:lnTo>
                    <a:pt x="331853" y="136968"/>
                  </a:lnTo>
                  <a:lnTo>
                    <a:pt x="330864" y="131779"/>
                  </a:lnTo>
                  <a:lnTo>
                    <a:pt x="329712" y="126625"/>
                  </a:lnTo>
                  <a:lnTo>
                    <a:pt x="328397" y="121509"/>
                  </a:lnTo>
                  <a:lnTo>
                    <a:pt x="326922" y="116437"/>
                  </a:lnTo>
                  <a:lnTo>
                    <a:pt x="325287" y="111414"/>
                  </a:lnTo>
                  <a:lnTo>
                    <a:pt x="323494" y="106446"/>
                  </a:lnTo>
                  <a:lnTo>
                    <a:pt x="321546" y="101537"/>
                  </a:lnTo>
                  <a:lnTo>
                    <a:pt x="319443" y="96691"/>
                  </a:lnTo>
                  <a:lnTo>
                    <a:pt x="317188" y="91915"/>
                  </a:lnTo>
                  <a:lnTo>
                    <a:pt x="314783" y="87212"/>
                  </a:lnTo>
                  <a:lnTo>
                    <a:pt x="312231" y="82587"/>
                  </a:lnTo>
                  <a:lnTo>
                    <a:pt x="309534" y="78046"/>
                  </a:lnTo>
                  <a:lnTo>
                    <a:pt x="306695" y="73592"/>
                  </a:lnTo>
                  <a:lnTo>
                    <a:pt x="303716" y="69230"/>
                  </a:lnTo>
                  <a:lnTo>
                    <a:pt x="300602" y="64964"/>
                  </a:lnTo>
                  <a:lnTo>
                    <a:pt x="297354" y="60798"/>
                  </a:lnTo>
                  <a:lnTo>
                    <a:pt x="293976" y="56737"/>
                  </a:lnTo>
                  <a:lnTo>
                    <a:pt x="290471" y="52786"/>
                  </a:lnTo>
                  <a:lnTo>
                    <a:pt x="286844" y="48946"/>
                  </a:lnTo>
                  <a:lnTo>
                    <a:pt x="283097" y="45224"/>
                  </a:lnTo>
                  <a:lnTo>
                    <a:pt x="279234" y="41621"/>
                  </a:lnTo>
                  <a:lnTo>
                    <a:pt x="275259" y="38142"/>
                  </a:lnTo>
                  <a:lnTo>
                    <a:pt x="271177" y="34791"/>
                  </a:lnTo>
                  <a:lnTo>
                    <a:pt x="266990" y="31570"/>
                  </a:lnTo>
                  <a:lnTo>
                    <a:pt x="262704" y="28483"/>
                  </a:lnTo>
                  <a:lnTo>
                    <a:pt x="258322" y="25534"/>
                  </a:lnTo>
                  <a:lnTo>
                    <a:pt x="253850" y="22724"/>
                  </a:lnTo>
                  <a:lnTo>
                    <a:pt x="249291" y="20056"/>
                  </a:lnTo>
                  <a:lnTo>
                    <a:pt x="244650" y="17534"/>
                  </a:lnTo>
                  <a:lnTo>
                    <a:pt x="239931" y="15160"/>
                  </a:lnTo>
                  <a:lnTo>
                    <a:pt x="235140" y="12937"/>
                  </a:lnTo>
                  <a:lnTo>
                    <a:pt x="230281" y="10865"/>
                  </a:lnTo>
                  <a:lnTo>
                    <a:pt x="225359" y="8949"/>
                  </a:lnTo>
                  <a:lnTo>
                    <a:pt x="220379" y="7188"/>
                  </a:lnTo>
                  <a:lnTo>
                    <a:pt x="215346" y="5586"/>
                  </a:lnTo>
                  <a:lnTo>
                    <a:pt x="210265" y="4144"/>
                  </a:lnTo>
                  <a:lnTo>
                    <a:pt x="205140" y="2863"/>
                  </a:lnTo>
                  <a:lnTo>
                    <a:pt x="199978" y="1745"/>
                  </a:lnTo>
                  <a:lnTo>
                    <a:pt x="194783" y="790"/>
                  </a:lnTo>
                  <a:lnTo>
                    <a:pt x="189561" y="0"/>
                  </a:lnTo>
                  <a:lnTo>
                    <a:pt x="167166" y="1656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22394" cy="167167"/>
            </a:xfrm>
            <a:custGeom>
              <a:avLst/>
              <a:pathLst>
                <a:path w="22394" h="167167">
                  <a:moveTo>
                    <a:pt x="22394" y="1506"/>
                  </a:moveTo>
                  <a:lnTo>
                    <a:pt x="14954" y="670"/>
                  </a:lnTo>
                  <a:lnTo>
                    <a:pt x="7484" y="16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856376" y="5399291"/>
              <a:ext cx="167167" cy="334334"/>
            </a:xfrm>
            <a:custGeom>
              <a:avLst/>
              <a:pathLst>
                <a:path w="167167" h="334334">
                  <a:moveTo>
                    <a:pt x="167167" y="0"/>
                  </a:moveTo>
                  <a:lnTo>
                    <a:pt x="161813" y="85"/>
                  </a:lnTo>
                  <a:lnTo>
                    <a:pt x="156465" y="342"/>
                  </a:lnTo>
                  <a:lnTo>
                    <a:pt x="151129" y="771"/>
                  </a:lnTo>
                  <a:lnTo>
                    <a:pt x="145808" y="1370"/>
                  </a:lnTo>
                  <a:lnTo>
                    <a:pt x="140510" y="2139"/>
                  </a:lnTo>
                  <a:lnTo>
                    <a:pt x="135238" y="3077"/>
                  </a:lnTo>
                  <a:lnTo>
                    <a:pt x="130000" y="4184"/>
                  </a:lnTo>
                  <a:lnTo>
                    <a:pt x="124799" y="5457"/>
                  </a:lnTo>
                  <a:lnTo>
                    <a:pt x="119643" y="6897"/>
                  </a:lnTo>
                  <a:lnTo>
                    <a:pt x="114534" y="8501"/>
                  </a:lnTo>
                  <a:lnTo>
                    <a:pt x="109480" y="10268"/>
                  </a:lnTo>
                  <a:lnTo>
                    <a:pt x="104485" y="12196"/>
                  </a:lnTo>
                  <a:lnTo>
                    <a:pt x="99555" y="14283"/>
                  </a:lnTo>
                  <a:lnTo>
                    <a:pt x="94693" y="16526"/>
                  </a:lnTo>
                  <a:lnTo>
                    <a:pt x="89906" y="18925"/>
                  </a:lnTo>
                  <a:lnTo>
                    <a:pt x="85199" y="21475"/>
                  </a:lnTo>
                  <a:lnTo>
                    <a:pt x="80575" y="24175"/>
                  </a:lnTo>
                  <a:lnTo>
                    <a:pt x="76040" y="27021"/>
                  </a:lnTo>
                  <a:lnTo>
                    <a:pt x="71599" y="30011"/>
                  </a:lnTo>
                  <a:lnTo>
                    <a:pt x="67256" y="33142"/>
                  </a:lnTo>
                  <a:lnTo>
                    <a:pt x="63015" y="36410"/>
                  </a:lnTo>
                  <a:lnTo>
                    <a:pt x="58881" y="39813"/>
                  </a:lnTo>
                  <a:lnTo>
                    <a:pt x="54858" y="43346"/>
                  </a:lnTo>
                  <a:lnTo>
                    <a:pt x="50950" y="47006"/>
                  </a:lnTo>
                  <a:lnTo>
                    <a:pt x="47162" y="50789"/>
                  </a:lnTo>
                  <a:lnTo>
                    <a:pt x="43497" y="54692"/>
                  </a:lnTo>
                  <a:lnTo>
                    <a:pt x="39958" y="58710"/>
                  </a:lnTo>
                  <a:lnTo>
                    <a:pt x="36550" y="62839"/>
                  </a:lnTo>
                  <a:lnTo>
                    <a:pt x="33276" y="67076"/>
                  </a:lnTo>
                  <a:lnTo>
                    <a:pt x="30139" y="71415"/>
                  </a:lnTo>
                  <a:lnTo>
                    <a:pt x="27143" y="75852"/>
                  </a:lnTo>
                  <a:lnTo>
                    <a:pt x="24291" y="80383"/>
                  </a:lnTo>
                  <a:lnTo>
                    <a:pt x="21585" y="85003"/>
                  </a:lnTo>
                  <a:lnTo>
                    <a:pt x="19028" y="89707"/>
                  </a:lnTo>
                  <a:lnTo>
                    <a:pt x="16624" y="94491"/>
                  </a:lnTo>
                  <a:lnTo>
                    <a:pt x="14374" y="99349"/>
                  </a:lnTo>
                  <a:lnTo>
                    <a:pt x="12280" y="104277"/>
                  </a:lnTo>
                  <a:lnTo>
                    <a:pt x="10346" y="109270"/>
                  </a:lnTo>
                  <a:lnTo>
                    <a:pt x="8572" y="114321"/>
                  </a:lnTo>
                  <a:lnTo>
                    <a:pt x="6961" y="119427"/>
                  </a:lnTo>
                  <a:lnTo>
                    <a:pt x="5514" y="124582"/>
                  </a:lnTo>
                  <a:lnTo>
                    <a:pt x="4234" y="129781"/>
                  </a:lnTo>
                  <a:lnTo>
                    <a:pt x="3120" y="135018"/>
                  </a:lnTo>
                  <a:lnTo>
                    <a:pt x="2174" y="140288"/>
                  </a:lnTo>
                  <a:lnTo>
                    <a:pt x="1398" y="145585"/>
                  </a:lnTo>
                  <a:lnTo>
                    <a:pt x="792" y="150905"/>
                  </a:lnTo>
                  <a:lnTo>
                    <a:pt x="357" y="156241"/>
                  </a:lnTo>
                  <a:lnTo>
                    <a:pt x="92" y="161589"/>
                  </a:lnTo>
                  <a:lnTo>
                    <a:pt x="0" y="166942"/>
                  </a:lnTo>
                  <a:lnTo>
                    <a:pt x="78" y="172296"/>
                  </a:lnTo>
                  <a:lnTo>
                    <a:pt x="328" y="177644"/>
                  </a:lnTo>
                  <a:lnTo>
                    <a:pt x="749" y="182982"/>
                  </a:lnTo>
                  <a:lnTo>
                    <a:pt x="1341" y="188303"/>
                  </a:lnTo>
                  <a:lnTo>
                    <a:pt x="2103" y="193602"/>
                  </a:lnTo>
                  <a:lnTo>
                    <a:pt x="3034" y="198875"/>
                  </a:lnTo>
                  <a:lnTo>
                    <a:pt x="4134" y="204115"/>
                  </a:lnTo>
                  <a:lnTo>
                    <a:pt x="5401" y="209317"/>
                  </a:lnTo>
                  <a:lnTo>
                    <a:pt x="6833" y="214476"/>
                  </a:lnTo>
                  <a:lnTo>
                    <a:pt x="8431" y="219586"/>
                  </a:lnTo>
                  <a:lnTo>
                    <a:pt x="10191" y="224643"/>
                  </a:lnTo>
                  <a:lnTo>
                    <a:pt x="12112" y="229640"/>
                  </a:lnTo>
                  <a:lnTo>
                    <a:pt x="14192" y="234574"/>
                  </a:lnTo>
                  <a:lnTo>
                    <a:pt x="16429" y="239438"/>
                  </a:lnTo>
                  <a:lnTo>
                    <a:pt x="18821" y="244228"/>
                  </a:lnTo>
                  <a:lnTo>
                    <a:pt x="21365" y="248939"/>
                  </a:lnTo>
                  <a:lnTo>
                    <a:pt x="24058" y="253566"/>
                  </a:lnTo>
                  <a:lnTo>
                    <a:pt x="26898" y="258105"/>
                  </a:lnTo>
                  <a:lnTo>
                    <a:pt x="29883" y="262550"/>
                  </a:lnTo>
                  <a:lnTo>
                    <a:pt x="33008" y="266898"/>
                  </a:lnTo>
                  <a:lnTo>
                    <a:pt x="36270" y="271143"/>
                  </a:lnTo>
                  <a:lnTo>
                    <a:pt x="39667" y="275282"/>
                  </a:lnTo>
                  <a:lnTo>
                    <a:pt x="43195" y="279309"/>
                  </a:lnTo>
                  <a:lnTo>
                    <a:pt x="46850" y="283222"/>
                  </a:lnTo>
                  <a:lnTo>
                    <a:pt x="50628" y="287015"/>
                  </a:lnTo>
                  <a:lnTo>
                    <a:pt x="54526" y="290686"/>
                  </a:lnTo>
                  <a:lnTo>
                    <a:pt x="58539" y="294230"/>
                  </a:lnTo>
                  <a:lnTo>
                    <a:pt x="62664" y="297643"/>
                  </a:lnTo>
                  <a:lnTo>
                    <a:pt x="66896" y="300923"/>
                  </a:lnTo>
                  <a:lnTo>
                    <a:pt x="71231" y="304066"/>
                  </a:lnTo>
                  <a:lnTo>
                    <a:pt x="75664" y="307068"/>
                  </a:lnTo>
                  <a:lnTo>
                    <a:pt x="80191" y="309926"/>
                  </a:lnTo>
                  <a:lnTo>
                    <a:pt x="84807" y="312638"/>
                  </a:lnTo>
                  <a:lnTo>
                    <a:pt x="89508" y="315201"/>
                  </a:lnTo>
                  <a:lnTo>
                    <a:pt x="94289" y="317612"/>
                  </a:lnTo>
                  <a:lnTo>
                    <a:pt x="99144" y="319869"/>
                  </a:lnTo>
                  <a:lnTo>
                    <a:pt x="104069" y="321969"/>
                  </a:lnTo>
                  <a:lnTo>
                    <a:pt x="109059" y="323910"/>
                  </a:lnTo>
                  <a:lnTo>
                    <a:pt x="114108" y="325691"/>
                  </a:lnTo>
                  <a:lnTo>
                    <a:pt x="119212" y="327308"/>
                  </a:lnTo>
                  <a:lnTo>
                    <a:pt x="124365" y="328762"/>
                  </a:lnTo>
                  <a:lnTo>
                    <a:pt x="129562" y="330050"/>
                  </a:lnTo>
                  <a:lnTo>
                    <a:pt x="134797" y="331171"/>
                  </a:lnTo>
                  <a:lnTo>
                    <a:pt x="140066" y="332123"/>
                  </a:lnTo>
                  <a:lnTo>
                    <a:pt x="145363" y="332906"/>
                  </a:lnTo>
                  <a:lnTo>
                    <a:pt x="150681" y="333520"/>
                  </a:lnTo>
                  <a:lnTo>
                    <a:pt x="156017" y="333962"/>
                  </a:lnTo>
                  <a:lnTo>
                    <a:pt x="161364" y="334234"/>
                  </a:lnTo>
                  <a:lnTo>
                    <a:pt x="166718" y="33433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094" y="5566459"/>
              <a:ext cx="449" cy="167166"/>
            </a:xfrm>
            <a:custGeom>
              <a:avLst/>
              <a:pathLst>
                <a:path w="449" h="167166">
                  <a:moveTo>
                    <a:pt x="0" y="167166"/>
                  </a:moveTo>
                  <a:lnTo>
                    <a:pt x="4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094" y="5566459"/>
              <a:ext cx="449" cy="167166"/>
            </a:xfrm>
            <a:custGeom>
              <a:avLst/>
              <a:pathLst>
                <a:path w="449" h="167166">
                  <a:moveTo>
                    <a:pt x="0" y="167166"/>
                  </a:moveTo>
                  <a:lnTo>
                    <a:pt x="4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094" y="5566459"/>
              <a:ext cx="449" cy="167166"/>
            </a:xfrm>
            <a:custGeom>
              <a:avLst/>
              <a:pathLst>
                <a:path w="449" h="167166">
                  <a:moveTo>
                    <a:pt x="0" y="167166"/>
                  </a:moveTo>
                  <a:lnTo>
                    <a:pt x="4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094" y="5566459"/>
              <a:ext cx="449" cy="167166"/>
            </a:xfrm>
            <a:custGeom>
              <a:avLst/>
              <a:pathLst>
                <a:path w="449" h="167166">
                  <a:moveTo>
                    <a:pt x="0" y="167166"/>
                  </a:moveTo>
                  <a:lnTo>
                    <a:pt x="4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094" y="5566459"/>
              <a:ext cx="449" cy="167166"/>
            </a:xfrm>
            <a:custGeom>
              <a:avLst/>
              <a:pathLst>
                <a:path w="449" h="167166">
                  <a:moveTo>
                    <a:pt x="0" y="167166"/>
                  </a:moveTo>
                  <a:lnTo>
                    <a:pt x="4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094" y="5566459"/>
              <a:ext cx="107634" cy="167166"/>
            </a:xfrm>
            <a:custGeom>
              <a:avLst/>
              <a:pathLst>
                <a:path w="107634" h="167166">
                  <a:moveTo>
                    <a:pt x="0" y="167166"/>
                  </a:moveTo>
                  <a:lnTo>
                    <a:pt x="5561" y="167089"/>
                  </a:lnTo>
                  <a:lnTo>
                    <a:pt x="11117" y="166826"/>
                  </a:lnTo>
                  <a:lnTo>
                    <a:pt x="16660" y="166379"/>
                  </a:lnTo>
                  <a:lnTo>
                    <a:pt x="22186" y="165748"/>
                  </a:lnTo>
                  <a:lnTo>
                    <a:pt x="27688" y="164933"/>
                  </a:lnTo>
                  <a:lnTo>
                    <a:pt x="33160" y="163935"/>
                  </a:lnTo>
                  <a:lnTo>
                    <a:pt x="38595" y="162756"/>
                  </a:lnTo>
                  <a:lnTo>
                    <a:pt x="43989" y="161397"/>
                  </a:lnTo>
                  <a:lnTo>
                    <a:pt x="49334" y="159859"/>
                  </a:lnTo>
                  <a:lnTo>
                    <a:pt x="54625" y="158145"/>
                  </a:lnTo>
                  <a:lnTo>
                    <a:pt x="59856" y="156255"/>
                  </a:lnTo>
                  <a:lnTo>
                    <a:pt x="65021" y="154192"/>
                  </a:lnTo>
                  <a:lnTo>
                    <a:pt x="70115" y="151959"/>
                  </a:lnTo>
                  <a:lnTo>
                    <a:pt x="75131" y="149557"/>
                  </a:lnTo>
                  <a:lnTo>
                    <a:pt x="80065" y="146990"/>
                  </a:lnTo>
                  <a:lnTo>
                    <a:pt x="84911" y="144260"/>
                  </a:lnTo>
                  <a:lnTo>
                    <a:pt x="89663" y="141370"/>
                  </a:lnTo>
                  <a:lnTo>
                    <a:pt x="94317" y="138324"/>
                  </a:lnTo>
                  <a:lnTo>
                    <a:pt x="98866" y="135125"/>
                  </a:lnTo>
                  <a:lnTo>
                    <a:pt x="103307" y="131776"/>
                  </a:lnTo>
                  <a:lnTo>
                    <a:pt x="107634" y="12828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167164" cy="295449"/>
            </a:xfrm>
            <a:custGeom>
              <a:avLst/>
              <a:pathLst>
                <a:path w="167164" h="295449">
                  <a:moveTo>
                    <a:pt x="107185" y="295449"/>
                  </a:moveTo>
                  <a:lnTo>
                    <a:pt x="111256" y="291934"/>
                  </a:lnTo>
                  <a:lnTo>
                    <a:pt x="115213" y="288290"/>
                  </a:lnTo>
                  <a:lnTo>
                    <a:pt x="119050" y="284521"/>
                  </a:lnTo>
                  <a:lnTo>
                    <a:pt x="122764" y="280630"/>
                  </a:lnTo>
                  <a:lnTo>
                    <a:pt x="126351" y="276621"/>
                  </a:lnTo>
                  <a:lnTo>
                    <a:pt x="129807" y="272500"/>
                  </a:lnTo>
                  <a:lnTo>
                    <a:pt x="133129" y="268269"/>
                  </a:lnTo>
                  <a:lnTo>
                    <a:pt x="136312" y="263933"/>
                  </a:lnTo>
                  <a:lnTo>
                    <a:pt x="139355" y="259498"/>
                  </a:lnTo>
                  <a:lnTo>
                    <a:pt x="142254" y="254966"/>
                  </a:lnTo>
                  <a:lnTo>
                    <a:pt x="145005" y="250344"/>
                  </a:lnTo>
                  <a:lnTo>
                    <a:pt x="147606" y="245636"/>
                  </a:lnTo>
                  <a:lnTo>
                    <a:pt x="150054" y="240846"/>
                  </a:lnTo>
                  <a:lnTo>
                    <a:pt x="152347" y="235981"/>
                  </a:lnTo>
                  <a:lnTo>
                    <a:pt x="154482" y="231044"/>
                  </a:lnTo>
                  <a:lnTo>
                    <a:pt x="156457" y="226040"/>
                  </a:lnTo>
                  <a:lnTo>
                    <a:pt x="158270" y="220976"/>
                  </a:lnTo>
                  <a:lnTo>
                    <a:pt x="159919" y="215856"/>
                  </a:lnTo>
                  <a:lnTo>
                    <a:pt x="161403" y="210686"/>
                  </a:lnTo>
                  <a:lnTo>
                    <a:pt x="162719" y="205471"/>
                  </a:lnTo>
                  <a:lnTo>
                    <a:pt x="163868" y="200216"/>
                  </a:lnTo>
                  <a:lnTo>
                    <a:pt x="164846" y="194927"/>
                  </a:lnTo>
                  <a:lnTo>
                    <a:pt x="165654" y="189609"/>
                  </a:lnTo>
                  <a:lnTo>
                    <a:pt x="166290" y="184268"/>
                  </a:lnTo>
                  <a:lnTo>
                    <a:pt x="166754" y="178909"/>
                  </a:lnTo>
                  <a:lnTo>
                    <a:pt x="167046" y="173538"/>
                  </a:lnTo>
                  <a:lnTo>
                    <a:pt x="167164" y="168160"/>
                  </a:lnTo>
                  <a:lnTo>
                    <a:pt x="167109" y="162781"/>
                  </a:lnTo>
                  <a:lnTo>
                    <a:pt x="166882" y="157407"/>
                  </a:lnTo>
                  <a:lnTo>
                    <a:pt x="166481" y="152043"/>
                  </a:lnTo>
                  <a:lnTo>
                    <a:pt x="165909" y="146695"/>
                  </a:lnTo>
                  <a:lnTo>
                    <a:pt x="165164" y="141368"/>
                  </a:lnTo>
                  <a:lnTo>
                    <a:pt x="164249" y="136067"/>
                  </a:lnTo>
                  <a:lnTo>
                    <a:pt x="163163" y="130799"/>
                  </a:lnTo>
                  <a:lnTo>
                    <a:pt x="161908" y="125568"/>
                  </a:lnTo>
                  <a:lnTo>
                    <a:pt x="160486" y="120381"/>
                  </a:lnTo>
                  <a:lnTo>
                    <a:pt x="158898" y="115242"/>
                  </a:lnTo>
                  <a:lnTo>
                    <a:pt x="157145" y="110157"/>
                  </a:lnTo>
                  <a:lnTo>
                    <a:pt x="155230" y="105130"/>
                  </a:lnTo>
                  <a:lnTo>
                    <a:pt x="153153" y="100168"/>
                  </a:lnTo>
                  <a:lnTo>
                    <a:pt x="150919" y="95275"/>
                  </a:lnTo>
                  <a:lnTo>
                    <a:pt x="148528" y="90457"/>
                  </a:lnTo>
                  <a:lnTo>
                    <a:pt x="145983" y="85718"/>
                  </a:lnTo>
                  <a:lnTo>
                    <a:pt x="143287" y="81064"/>
                  </a:lnTo>
                  <a:lnTo>
                    <a:pt x="140442" y="76498"/>
                  </a:lnTo>
                  <a:lnTo>
                    <a:pt x="137453" y="72027"/>
                  </a:lnTo>
                  <a:lnTo>
                    <a:pt x="134320" y="67654"/>
                  </a:lnTo>
                  <a:lnTo>
                    <a:pt x="131049" y="63384"/>
                  </a:lnTo>
                  <a:lnTo>
                    <a:pt x="127643" y="59222"/>
                  </a:lnTo>
                  <a:lnTo>
                    <a:pt x="124104" y="55171"/>
                  </a:lnTo>
                  <a:lnTo>
                    <a:pt x="120436" y="51236"/>
                  </a:lnTo>
                  <a:lnTo>
                    <a:pt x="116644" y="47421"/>
                  </a:lnTo>
                  <a:lnTo>
                    <a:pt x="112731" y="43730"/>
                  </a:lnTo>
                  <a:lnTo>
                    <a:pt x="108701" y="40167"/>
                  </a:lnTo>
                  <a:lnTo>
                    <a:pt x="104559" y="36736"/>
                  </a:lnTo>
                  <a:lnTo>
                    <a:pt x="100309" y="33440"/>
                  </a:lnTo>
                  <a:lnTo>
                    <a:pt x="95954" y="30282"/>
                  </a:lnTo>
                  <a:lnTo>
                    <a:pt x="91501" y="27265"/>
                  </a:lnTo>
                  <a:lnTo>
                    <a:pt x="86952" y="24394"/>
                  </a:lnTo>
                  <a:lnTo>
                    <a:pt x="82314" y="21670"/>
                  </a:lnTo>
                  <a:lnTo>
                    <a:pt x="77590" y="19097"/>
                  </a:lnTo>
                  <a:lnTo>
                    <a:pt x="72786" y="16678"/>
                  </a:lnTo>
                  <a:lnTo>
                    <a:pt x="67907" y="14414"/>
                  </a:lnTo>
                  <a:lnTo>
                    <a:pt x="62957" y="12308"/>
                  </a:lnTo>
                  <a:lnTo>
                    <a:pt x="57942" y="10363"/>
                  </a:lnTo>
                  <a:lnTo>
                    <a:pt x="52868" y="8580"/>
                  </a:lnTo>
                  <a:lnTo>
                    <a:pt x="47738" y="6961"/>
                  </a:lnTo>
                  <a:lnTo>
                    <a:pt x="42559" y="5508"/>
                  </a:lnTo>
                  <a:lnTo>
                    <a:pt x="37336" y="4222"/>
                  </a:lnTo>
                  <a:lnTo>
                    <a:pt x="32074" y="3105"/>
                  </a:lnTo>
                  <a:lnTo>
                    <a:pt x="26779" y="2158"/>
                  </a:lnTo>
                  <a:lnTo>
                    <a:pt x="21457" y="1382"/>
                  </a:lnTo>
                  <a:lnTo>
                    <a:pt x="16112" y="778"/>
                  </a:lnTo>
                  <a:lnTo>
                    <a:pt x="10750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404133" y="5269756"/>
              <a:ext cx="141124" cy="167167"/>
            </a:xfrm>
            <a:custGeom>
              <a:avLst/>
              <a:pathLst>
                <a:path w="141124" h="167167">
                  <a:moveTo>
                    <a:pt x="141124" y="0"/>
                  </a:moveTo>
                  <a:lnTo>
                    <a:pt x="135525" y="93"/>
                  </a:lnTo>
                  <a:lnTo>
                    <a:pt x="129931" y="375"/>
                  </a:lnTo>
                  <a:lnTo>
                    <a:pt x="124351" y="843"/>
                  </a:lnTo>
                  <a:lnTo>
                    <a:pt x="118789" y="1498"/>
                  </a:lnTo>
                  <a:lnTo>
                    <a:pt x="113252" y="2340"/>
                  </a:lnTo>
                  <a:lnTo>
                    <a:pt x="107746" y="3366"/>
                  </a:lnTo>
                  <a:lnTo>
                    <a:pt x="102278" y="4576"/>
                  </a:lnTo>
                  <a:lnTo>
                    <a:pt x="96854" y="5968"/>
                  </a:lnTo>
                  <a:lnTo>
                    <a:pt x="91479" y="7541"/>
                  </a:lnTo>
                  <a:lnTo>
                    <a:pt x="86160" y="9294"/>
                  </a:lnTo>
                  <a:lnTo>
                    <a:pt x="80902" y="11224"/>
                  </a:lnTo>
                  <a:lnTo>
                    <a:pt x="75713" y="13329"/>
                  </a:lnTo>
                  <a:lnTo>
                    <a:pt x="70596" y="15606"/>
                  </a:lnTo>
                  <a:lnTo>
                    <a:pt x="65559" y="18053"/>
                  </a:lnTo>
                  <a:lnTo>
                    <a:pt x="60607" y="20668"/>
                  </a:lnTo>
                  <a:lnTo>
                    <a:pt x="55745" y="23448"/>
                  </a:lnTo>
                  <a:lnTo>
                    <a:pt x="50978" y="26388"/>
                  </a:lnTo>
                  <a:lnTo>
                    <a:pt x="46313" y="29487"/>
                  </a:lnTo>
                  <a:lnTo>
                    <a:pt x="41755" y="32740"/>
                  </a:lnTo>
                  <a:lnTo>
                    <a:pt x="37307" y="36144"/>
                  </a:lnTo>
                  <a:lnTo>
                    <a:pt x="32977" y="39695"/>
                  </a:lnTo>
                  <a:lnTo>
                    <a:pt x="28768" y="43389"/>
                  </a:lnTo>
                  <a:lnTo>
                    <a:pt x="24685" y="47222"/>
                  </a:lnTo>
                  <a:lnTo>
                    <a:pt x="20732" y="51190"/>
                  </a:lnTo>
                  <a:lnTo>
                    <a:pt x="16915" y="55288"/>
                  </a:lnTo>
                  <a:lnTo>
                    <a:pt x="13237" y="59511"/>
                  </a:lnTo>
                  <a:lnTo>
                    <a:pt x="9703" y="63855"/>
                  </a:lnTo>
                  <a:lnTo>
                    <a:pt x="6316" y="68316"/>
                  </a:lnTo>
                  <a:lnTo>
                    <a:pt x="3080" y="72887"/>
                  </a:lnTo>
                  <a:lnTo>
                    <a:pt x="0" y="77564"/>
                  </a:lnTo>
                  <a:lnTo>
                    <a:pt x="1411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04133" y="5347320"/>
              <a:ext cx="141124" cy="89603"/>
            </a:xfrm>
            <a:custGeom>
              <a:avLst/>
              <a:pathLst>
                <a:path w="141124" h="89603">
                  <a:moveTo>
                    <a:pt x="0" y="0"/>
                  </a:moveTo>
                  <a:lnTo>
                    <a:pt x="141124" y="89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404133" y="5347320"/>
              <a:ext cx="141124" cy="89603"/>
            </a:xfrm>
            <a:custGeom>
              <a:avLst/>
              <a:pathLst>
                <a:path w="141124" h="89603">
                  <a:moveTo>
                    <a:pt x="0" y="0"/>
                  </a:moveTo>
                  <a:lnTo>
                    <a:pt x="141124" y="89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404133" y="5347320"/>
              <a:ext cx="141124" cy="89603"/>
            </a:xfrm>
            <a:custGeom>
              <a:avLst/>
              <a:pathLst>
                <a:path w="141124" h="89603">
                  <a:moveTo>
                    <a:pt x="0" y="0"/>
                  </a:moveTo>
                  <a:lnTo>
                    <a:pt x="141124" y="896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04133" y="5347320"/>
              <a:ext cx="141124" cy="89603"/>
            </a:xfrm>
            <a:custGeom>
              <a:avLst/>
              <a:pathLst>
                <a:path w="141124" h="89603">
                  <a:moveTo>
                    <a:pt x="0" y="0"/>
                  </a:moveTo>
                  <a:lnTo>
                    <a:pt x="141124" y="896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85147" y="5347320"/>
              <a:ext cx="160111" cy="89603"/>
            </a:xfrm>
            <a:custGeom>
              <a:avLst/>
              <a:pathLst>
                <a:path w="160111" h="89603">
                  <a:moveTo>
                    <a:pt x="18986" y="0"/>
                  </a:moveTo>
                  <a:lnTo>
                    <a:pt x="15586" y="5593"/>
                  </a:lnTo>
                  <a:lnTo>
                    <a:pt x="12408" y="11316"/>
                  </a:lnTo>
                  <a:lnTo>
                    <a:pt x="9456" y="17158"/>
                  </a:lnTo>
                  <a:lnTo>
                    <a:pt x="6736" y="23112"/>
                  </a:lnTo>
                  <a:lnTo>
                    <a:pt x="4250" y="29167"/>
                  </a:lnTo>
                  <a:lnTo>
                    <a:pt x="2004" y="35315"/>
                  </a:lnTo>
                  <a:lnTo>
                    <a:pt x="0" y="41547"/>
                  </a:lnTo>
                  <a:lnTo>
                    <a:pt x="160111" y="896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094" y="5269756"/>
              <a:ext cx="334317" cy="334331"/>
            </a:xfrm>
            <a:custGeom>
              <a:avLst/>
              <a:pathLst>
                <a:path w="334317" h="334331">
                  <a:moveTo>
                    <a:pt x="7052" y="119111"/>
                  </a:moveTo>
                  <a:lnTo>
                    <a:pt x="5611" y="124205"/>
                  </a:lnTo>
                  <a:lnTo>
                    <a:pt x="4331" y="129342"/>
                  </a:lnTo>
                  <a:lnTo>
                    <a:pt x="3215" y="134518"/>
                  </a:lnTo>
                  <a:lnTo>
                    <a:pt x="2264" y="139725"/>
                  </a:lnTo>
                  <a:lnTo>
                    <a:pt x="1477" y="144961"/>
                  </a:lnTo>
                  <a:lnTo>
                    <a:pt x="857" y="150218"/>
                  </a:lnTo>
                  <a:lnTo>
                    <a:pt x="404" y="155493"/>
                  </a:lnTo>
                  <a:lnTo>
                    <a:pt x="118" y="160779"/>
                  </a:lnTo>
                  <a:lnTo>
                    <a:pt x="0" y="166072"/>
                  </a:lnTo>
                  <a:lnTo>
                    <a:pt x="49" y="171366"/>
                  </a:lnTo>
                  <a:lnTo>
                    <a:pt x="265" y="176656"/>
                  </a:lnTo>
                  <a:lnTo>
                    <a:pt x="650" y="181936"/>
                  </a:lnTo>
                  <a:lnTo>
                    <a:pt x="1201" y="187201"/>
                  </a:lnTo>
                  <a:lnTo>
                    <a:pt x="1918" y="192446"/>
                  </a:lnTo>
                  <a:lnTo>
                    <a:pt x="2802" y="197666"/>
                  </a:lnTo>
                  <a:lnTo>
                    <a:pt x="3850" y="202856"/>
                  </a:lnTo>
                  <a:lnTo>
                    <a:pt x="5062" y="208009"/>
                  </a:lnTo>
                  <a:lnTo>
                    <a:pt x="6437" y="213122"/>
                  </a:lnTo>
                  <a:lnTo>
                    <a:pt x="7972" y="218188"/>
                  </a:lnTo>
                  <a:lnTo>
                    <a:pt x="9668" y="223203"/>
                  </a:lnTo>
                  <a:lnTo>
                    <a:pt x="11521" y="228162"/>
                  </a:lnTo>
                  <a:lnTo>
                    <a:pt x="13531" y="233060"/>
                  </a:lnTo>
                  <a:lnTo>
                    <a:pt x="15694" y="237892"/>
                  </a:lnTo>
                  <a:lnTo>
                    <a:pt x="18010" y="242653"/>
                  </a:lnTo>
                  <a:lnTo>
                    <a:pt x="20475" y="247338"/>
                  </a:lnTo>
                  <a:lnTo>
                    <a:pt x="23087" y="251943"/>
                  </a:lnTo>
                  <a:lnTo>
                    <a:pt x="25844" y="256463"/>
                  </a:lnTo>
                  <a:lnTo>
                    <a:pt x="28742" y="260893"/>
                  </a:lnTo>
                  <a:lnTo>
                    <a:pt x="31779" y="265229"/>
                  </a:lnTo>
                  <a:lnTo>
                    <a:pt x="34953" y="269467"/>
                  </a:lnTo>
                  <a:lnTo>
                    <a:pt x="38258" y="273602"/>
                  </a:lnTo>
                  <a:lnTo>
                    <a:pt x="41693" y="277630"/>
                  </a:lnTo>
                  <a:lnTo>
                    <a:pt x="45254" y="281548"/>
                  </a:lnTo>
                  <a:lnTo>
                    <a:pt x="48937" y="285351"/>
                  </a:lnTo>
                  <a:lnTo>
                    <a:pt x="52739" y="289035"/>
                  </a:lnTo>
                  <a:lnTo>
                    <a:pt x="56655" y="292598"/>
                  </a:lnTo>
                  <a:lnTo>
                    <a:pt x="60682" y="296034"/>
                  </a:lnTo>
                  <a:lnTo>
                    <a:pt x="64816" y="299341"/>
                  </a:lnTo>
                  <a:lnTo>
                    <a:pt x="69053" y="302516"/>
                  </a:lnTo>
                  <a:lnTo>
                    <a:pt x="73388" y="305555"/>
                  </a:lnTo>
                  <a:lnTo>
                    <a:pt x="77817" y="308455"/>
                  </a:lnTo>
                  <a:lnTo>
                    <a:pt x="82336" y="311213"/>
                  </a:lnTo>
                  <a:lnTo>
                    <a:pt x="86940" y="313827"/>
                  </a:lnTo>
                  <a:lnTo>
                    <a:pt x="91624" y="316294"/>
                  </a:lnTo>
                  <a:lnTo>
                    <a:pt x="96384" y="318611"/>
                  </a:lnTo>
                  <a:lnTo>
                    <a:pt x="101215" y="320776"/>
                  </a:lnTo>
                  <a:lnTo>
                    <a:pt x="106112" y="322787"/>
                  </a:lnTo>
                  <a:lnTo>
                    <a:pt x="111071" y="324643"/>
                  </a:lnTo>
                  <a:lnTo>
                    <a:pt x="116085" y="326340"/>
                  </a:lnTo>
                  <a:lnTo>
                    <a:pt x="121151" y="327877"/>
                  </a:lnTo>
                  <a:lnTo>
                    <a:pt x="126263" y="329254"/>
                  </a:lnTo>
                  <a:lnTo>
                    <a:pt x="131416" y="330468"/>
                  </a:lnTo>
                  <a:lnTo>
                    <a:pt x="136605" y="331518"/>
                  </a:lnTo>
                  <a:lnTo>
                    <a:pt x="141825" y="332403"/>
                  </a:lnTo>
                  <a:lnTo>
                    <a:pt x="147070" y="333122"/>
                  </a:lnTo>
                  <a:lnTo>
                    <a:pt x="152335" y="333675"/>
                  </a:lnTo>
                  <a:lnTo>
                    <a:pt x="157615" y="334061"/>
                  </a:lnTo>
                  <a:lnTo>
                    <a:pt x="162904" y="334280"/>
                  </a:lnTo>
                  <a:lnTo>
                    <a:pt x="168198" y="334331"/>
                  </a:lnTo>
                  <a:lnTo>
                    <a:pt x="173491" y="334215"/>
                  </a:lnTo>
                  <a:lnTo>
                    <a:pt x="178778" y="333930"/>
                  </a:lnTo>
                  <a:lnTo>
                    <a:pt x="184052" y="333479"/>
                  </a:lnTo>
                  <a:lnTo>
                    <a:pt x="189310" y="332861"/>
                  </a:lnTo>
                  <a:lnTo>
                    <a:pt x="194546" y="332076"/>
                  </a:lnTo>
                  <a:lnTo>
                    <a:pt x="199754" y="331127"/>
                  </a:lnTo>
                  <a:lnTo>
                    <a:pt x="204930" y="330012"/>
                  </a:lnTo>
                  <a:lnTo>
                    <a:pt x="210067" y="328735"/>
                  </a:lnTo>
                  <a:lnTo>
                    <a:pt x="215162" y="327295"/>
                  </a:lnTo>
                  <a:lnTo>
                    <a:pt x="220208" y="325695"/>
                  </a:lnTo>
                  <a:lnTo>
                    <a:pt x="225202" y="323936"/>
                  </a:lnTo>
                  <a:lnTo>
                    <a:pt x="230137" y="322020"/>
                  </a:lnTo>
                  <a:lnTo>
                    <a:pt x="235009" y="319948"/>
                  </a:lnTo>
                  <a:lnTo>
                    <a:pt x="239812" y="317723"/>
                  </a:lnTo>
                  <a:lnTo>
                    <a:pt x="244543" y="315347"/>
                  </a:lnTo>
                  <a:lnTo>
                    <a:pt x="249197" y="312822"/>
                  </a:lnTo>
                  <a:lnTo>
                    <a:pt x="253768" y="310152"/>
                  </a:lnTo>
                  <a:lnTo>
                    <a:pt x="258252" y="307338"/>
                  </a:lnTo>
                  <a:lnTo>
                    <a:pt x="262645" y="304383"/>
                  </a:lnTo>
                  <a:lnTo>
                    <a:pt x="266942" y="301291"/>
                  </a:lnTo>
                  <a:lnTo>
                    <a:pt x="271139" y="298064"/>
                  </a:lnTo>
                  <a:lnTo>
                    <a:pt x="275232" y="294706"/>
                  </a:lnTo>
                  <a:lnTo>
                    <a:pt x="279216" y="291220"/>
                  </a:lnTo>
                  <a:lnTo>
                    <a:pt x="283088" y="287609"/>
                  </a:lnTo>
                  <a:lnTo>
                    <a:pt x="286844" y="283878"/>
                  </a:lnTo>
                  <a:lnTo>
                    <a:pt x="290480" y="280030"/>
                  </a:lnTo>
                  <a:lnTo>
                    <a:pt x="293992" y="276068"/>
                  </a:lnTo>
                  <a:lnTo>
                    <a:pt x="297377" y="271998"/>
                  </a:lnTo>
                  <a:lnTo>
                    <a:pt x="300631" y="267822"/>
                  </a:lnTo>
                  <a:lnTo>
                    <a:pt x="303751" y="263545"/>
                  </a:lnTo>
                  <a:lnTo>
                    <a:pt x="306734" y="259172"/>
                  </a:lnTo>
                  <a:lnTo>
                    <a:pt x="309578" y="254706"/>
                  </a:lnTo>
                  <a:lnTo>
                    <a:pt x="312278" y="250152"/>
                  </a:lnTo>
                  <a:lnTo>
                    <a:pt x="314833" y="245516"/>
                  </a:lnTo>
                  <a:lnTo>
                    <a:pt x="317240" y="240800"/>
                  </a:lnTo>
                  <a:lnTo>
                    <a:pt x="319497" y="236011"/>
                  </a:lnTo>
                  <a:lnTo>
                    <a:pt x="321600" y="231153"/>
                  </a:lnTo>
                  <a:lnTo>
                    <a:pt x="323549" y="226231"/>
                  </a:lnTo>
                  <a:lnTo>
                    <a:pt x="325341" y="221249"/>
                  </a:lnTo>
                  <a:lnTo>
                    <a:pt x="326974" y="216213"/>
                  </a:lnTo>
                  <a:lnTo>
                    <a:pt x="328447" y="211128"/>
                  </a:lnTo>
                  <a:lnTo>
                    <a:pt x="329758" y="205999"/>
                  </a:lnTo>
                  <a:lnTo>
                    <a:pt x="330906" y="200831"/>
                  </a:lnTo>
                  <a:lnTo>
                    <a:pt x="331890" y="195629"/>
                  </a:lnTo>
                  <a:lnTo>
                    <a:pt x="332709" y="190398"/>
                  </a:lnTo>
                  <a:lnTo>
                    <a:pt x="333361" y="185145"/>
                  </a:lnTo>
                  <a:lnTo>
                    <a:pt x="333847" y="179873"/>
                  </a:lnTo>
                  <a:lnTo>
                    <a:pt x="334166" y="174588"/>
                  </a:lnTo>
                  <a:lnTo>
                    <a:pt x="334317" y="169297"/>
                  </a:lnTo>
                  <a:lnTo>
                    <a:pt x="334301" y="164002"/>
                  </a:lnTo>
                  <a:lnTo>
                    <a:pt x="334117" y="158712"/>
                  </a:lnTo>
                  <a:lnTo>
                    <a:pt x="333765" y="153429"/>
                  </a:lnTo>
                  <a:lnTo>
                    <a:pt x="333247" y="148161"/>
                  </a:lnTo>
                  <a:lnTo>
                    <a:pt x="332562" y="142911"/>
                  </a:lnTo>
                  <a:lnTo>
                    <a:pt x="331711" y="137686"/>
                  </a:lnTo>
                  <a:lnTo>
                    <a:pt x="330695" y="132490"/>
                  </a:lnTo>
                  <a:lnTo>
                    <a:pt x="329515" y="127329"/>
                  </a:lnTo>
                  <a:lnTo>
                    <a:pt x="328172" y="122208"/>
                  </a:lnTo>
                  <a:lnTo>
                    <a:pt x="326667" y="117132"/>
                  </a:lnTo>
                  <a:lnTo>
                    <a:pt x="325003" y="112107"/>
                  </a:lnTo>
                  <a:lnTo>
                    <a:pt x="323180" y="107136"/>
                  </a:lnTo>
                  <a:lnTo>
                    <a:pt x="321201" y="102226"/>
                  </a:lnTo>
                  <a:lnTo>
                    <a:pt x="319067" y="97381"/>
                  </a:lnTo>
                  <a:lnTo>
                    <a:pt x="316782" y="92606"/>
                  </a:lnTo>
                  <a:lnTo>
                    <a:pt x="314345" y="87905"/>
                  </a:lnTo>
                  <a:lnTo>
                    <a:pt x="311762" y="83285"/>
                  </a:lnTo>
                  <a:lnTo>
                    <a:pt x="309033" y="78748"/>
                  </a:lnTo>
                  <a:lnTo>
                    <a:pt x="306162" y="74300"/>
                  </a:lnTo>
                  <a:lnTo>
                    <a:pt x="303152" y="69945"/>
                  </a:lnTo>
                  <a:lnTo>
                    <a:pt x="300005" y="65688"/>
                  </a:lnTo>
                  <a:lnTo>
                    <a:pt x="296725" y="61532"/>
                  </a:lnTo>
                  <a:lnTo>
                    <a:pt x="293315" y="57482"/>
                  </a:lnTo>
                  <a:lnTo>
                    <a:pt x="289779" y="53543"/>
                  </a:lnTo>
                  <a:lnTo>
                    <a:pt x="286119" y="49717"/>
                  </a:lnTo>
                  <a:lnTo>
                    <a:pt x="282340" y="46009"/>
                  </a:lnTo>
                  <a:lnTo>
                    <a:pt x="278446" y="42423"/>
                  </a:lnTo>
                  <a:lnTo>
                    <a:pt x="274440" y="38962"/>
                  </a:lnTo>
                  <a:lnTo>
                    <a:pt x="270327" y="35629"/>
                  </a:lnTo>
                  <a:lnTo>
                    <a:pt x="266110" y="32428"/>
                  </a:lnTo>
                  <a:lnTo>
                    <a:pt x="261794" y="29362"/>
                  </a:lnTo>
                  <a:lnTo>
                    <a:pt x="257383" y="26435"/>
                  </a:lnTo>
                  <a:lnTo>
                    <a:pt x="252881" y="23649"/>
                  </a:lnTo>
                  <a:lnTo>
                    <a:pt x="248293" y="21007"/>
                  </a:lnTo>
                  <a:lnTo>
                    <a:pt x="243624" y="18511"/>
                  </a:lnTo>
                  <a:lnTo>
                    <a:pt x="238879" y="16164"/>
                  </a:lnTo>
                  <a:lnTo>
                    <a:pt x="234061" y="13969"/>
                  </a:lnTo>
                  <a:lnTo>
                    <a:pt x="229177" y="11927"/>
                  </a:lnTo>
                  <a:lnTo>
                    <a:pt x="224230" y="10042"/>
                  </a:lnTo>
                  <a:lnTo>
                    <a:pt x="219226" y="8313"/>
                  </a:lnTo>
                  <a:lnTo>
                    <a:pt x="214170" y="6744"/>
                  </a:lnTo>
                  <a:lnTo>
                    <a:pt x="209066" y="5336"/>
                  </a:lnTo>
                  <a:lnTo>
                    <a:pt x="203921" y="4091"/>
                  </a:lnTo>
                  <a:lnTo>
                    <a:pt x="198738" y="3009"/>
                  </a:lnTo>
                  <a:lnTo>
                    <a:pt x="193524" y="2091"/>
                  </a:lnTo>
                  <a:lnTo>
                    <a:pt x="188284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53871" y="5018213"/>
              <a:ext cx="167167" cy="177717"/>
            </a:xfrm>
            <a:custGeom>
              <a:avLst/>
              <a:pathLst>
                <a:path w="167167" h="177717">
                  <a:moveTo>
                    <a:pt x="167167" y="0"/>
                  </a:moveTo>
                  <a:lnTo>
                    <a:pt x="161812" y="85"/>
                  </a:lnTo>
                  <a:lnTo>
                    <a:pt x="156463" y="343"/>
                  </a:lnTo>
                  <a:lnTo>
                    <a:pt x="151124" y="771"/>
                  </a:lnTo>
                  <a:lnTo>
                    <a:pt x="145802" y="1370"/>
                  </a:lnTo>
                  <a:lnTo>
                    <a:pt x="140502" y="2140"/>
                  </a:lnTo>
                  <a:lnTo>
                    <a:pt x="135230" y="3079"/>
                  </a:lnTo>
                  <a:lnTo>
                    <a:pt x="129990" y="4186"/>
                  </a:lnTo>
                  <a:lnTo>
                    <a:pt x="124788" y="5460"/>
                  </a:lnTo>
                  <a:lnTo>
                    <a:pt x="119630" y="6901"/>
                  </a:lnTo>
                  <a:lnTo>
                    <a:pt x="114521" y="8506"/>
                  </a:lnTo>
                  <a:lnTo>
                    <a:pt x="109466" y="10274"/>
                  </a:lnTo>
                  <a:lnTo>
                    <a:pt x="104469" y="12202"/>
                  </a:lnTo>
                  <a:lnTo>
                    <a:pt x="99538" y="14290"/>
                  </a:lnTo>
                  <a:lnTo>
                    <a:pt x="94675" y="16535"/>
                  </a:lnTo>
                  <a:lnTo>
                    <a:pt x="89887" y="18935"/>
                  </a:lnTo>
                  <a:lnTo>
                    <a:pt x="85179" y="21486"/>
                  </a:lnTo>
                  <a:lnTo>
                    <a:pt x="80554" y="24187"/>
                  </a:lnTo>
                  <a:lnTo>
                    <a:pt x="76019" y="27035"/>
                  </a:lnTo>
                  <a:lnTo>
                    <a:pt x="71577" y="30027"/>
                  </a:lnTo>
                  <a:lnTo>
                    <a:pt x="67233" y="33159"/>
                  </a:lnTo>
                  <a:lnTo>
                    <a:pt x="62991" y="36429"/>
                  </a:lnTo>
                  <a:lnTo>
                    <a:pt x="58857" y="39833"/>
                  </a:lnTo>
                  <a:lnTo>
                    <a:pt x="54834" y="43368"/>
                  </a:lnTo>
                  <a:lnTo>
                    <a:pt x="50926" y="47030"/>
                  </a:lnTo>
                  <a:lnTo>
                    <a:pt x="47137" y="50815"/>
                  </a:lnTo>
                  <a:lnTo>
                    <a:pt x="43471" y="54720"/>
                  </a:lnTo>
                  <a:lnTo>
                    <a:pt x="39933" y="58740"/>
                  </a:lnTo>
                  <a:lnTo>
                    <a:pt x="36525" y="62871"/>
                  </a:lnTo>
                  <a:lnTo>
                    <a:pt x="33251" y="67109"/>
                  </a:lnTo>
                  <a:lnTo>
                    <a:pt x="30115" y="71450"/>
                  </a:lnTo>
                  <a:lnTo>
                    <a:pt x="27119" y="75890"/>
                  </a:lnTo>
                  <a:lnTo>
                    <a:pt x="24267" y="80423"/>
                  </a:lnTo>
                  <a:lnTo>
                    <a:pt x="21562" y="85045"/>
                  </a:lnTo>
                  <a:lnTo>
                    <a:pt x="19006" y="89751"/>
                  </a:lnTo>
                  <a:lnTo>
                    <a:pt x="16602" y="94537"/>
                  </a:lnTo>
                  <a:lnTo>
                    <a:pt x="14353" y="99397"/>
                  </a:lnTo>
                  <a:lnTo>
                    <a:pt x="12260" y="104327"/>
                  </a:lnTo>
                  <a:lnTo>
                    <a:pt x="10327" y="109321"/>
                  </a:lnTo>
                  <a:lnTo>
                    <a:pt x="8554" y="114375"/>
                  </a:lnTo>
                  <a:lnTo>
                    <a:pt x="6945" y="119483"/>
                  </a:lnTo>
                  <a:lnTo>
                    <a:pt x="5499" y="124639"/>
                  </a:lnTo>
                  <a:lnTo>
                    <a:pt x="4220" y="129840"/>
                  </a:lnTo>
                  <a:lnTo>
                    <a:pt x="3108" y="135079"/>
                  </a:lnTo>
                  <a:lnTo>
                    <a:pt x="2164" y="140350"/>
                  </a:lnTo>
                  <a:lnTo>
                    <a:pt x="1390" y="145650"/>
                  </a:lnTo>
                  <a:lnTo>
                    <a:pt x="786" y="150971"/>
                  </a:lnTo>
                  <a:lnTo>
                    <a:pt x="352" y="156309"/>
                  </a:lnTo>
                  <a:lnTo>
                    <a:pt x="90" y="161658"/>
                  </a:lnTo>
                  <a:lnTo>
                    <a:pt x="0" y="167013"/>
                  </a:lnTo>
                  <a:lnTo>
                    <a:pt x="80" y="172368"/>
                  </a:lnTo>
                  <a:lnTo>
                    <a:pt x="333" y="17771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54204" y="5185380"/>
              <a:ext cx="166834" cy="10550"/>
            </a:xfrm>
            <a:custGeom>
              <a:avLst/>
              <a:pathLst>
                <a:path w="166834" h="10550">
                  <a:moveTo>
                    <a:pt x="0" y="10550"/>
                  </a:moveTo>
                  <a:lnTo>
                    <a:pt x="1668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54204" y="5185380"/>
              <a:ext cx="166834" cy="10550"/>
            </a:xfrm>
            <a:custGeom>
              <a:avLst/>
              <a:pathLst>
                <a:path w="166834" h="10550">
                  <a:moveTo>
                    <a:pt x="0" y="10550"/>
                  </a:moveTo>
                  <a:lnTo>
                    <a:pt x="16683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54204" y="5185380"/>
              <a:ext cx="166834" cy="10550"/>
            </a:xfrm>
            <a:custGeom>
              <a:avLst/>
              <a:pathLst>
                <a:path w="166834" h="10550">
                  <a:moveTo>
                    <a:pt x="0" y="10550"/>
                  </a:moveTo>
                  <a:lnTo>
                    <a:pt x="16683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4204" y="5185380"/>
              <a:ext cx="166834" cy="75150"/>
            </a:xfrm>
            <a:custGeom>
              <a:avLst/>
              <a:pathLst>
                <a:path w="166834" h="75150">
                  <a:moveTo>
                    <a:pt x="0" y="10550"/>
                  </a:moveTo>
                  <a:lnTo>
                    <a:pt x="498" y="16655"/>
                  </a:lnTo>
                  <a:lnTo>
                    <a:pt x="1220" y="22738"/>
                  </a:lnTo>
                  <a:lnTo>
                    <a:pt x="2164" y="28791"/>
                  </a:lnTo>
                  <a:lnTo>
                    <a:pt x="3330" y="34805"/>
                  </a:lnTo>
                  <a:lnTo>
                    <a:pt x="4715" y="40772"/>
                  </a:lnTo>
                  <a:lnTo>
                    <a:pt x="6317" y="46684"/>
                  </a:lnTo>
                  <a:lnTo>
                    <a:pt x="8136" y="52534"/>
                  </a:lnTo>
                  <a:lnTo>
                    <a:pt x="10167" y="58313"/>
                  </a:lnTo>
                  <a:lnTo>
                    <a:pt x="12409" y="64014"/>
                  </a:lnTo>
                  <a:lnTo>
                    <a:pt x="14858" y="69629"/>
                  </a:lnTo>
                  <a:lnTo>
                    <a:pt x="17511" y="75150"/>
                  </a:lnTo>
                  <a:lnTo>
                    <a:pt x="16683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71716" y="5018213"/>
              <a:ext cx="316474" cy="334333"/>
            </a:xfrm>
            <a:custGeom>
              <a:avLst/>
              <a:pathLst>
                <a:path w="316474" h="334333">
                  <a:moveTo>
                    <a:pt x="0" y="242318"/>
                  </a:moveTo>
                  <a:lnTo>
                    <a:pt x="2455" y="247011"/>
                  </a:lnTo>
                  <a:lnTo>
                    <a:pt x="5059" y="251624"/>
                  </a:lnTo>
                  <a:lnTo>
                    <a:pt x="7807" y="256152"/>
                  </a:lnTo>
                  <a:lnTo>
                    <a:pt x="10697" y="260591"/>
                  </a:lnTo>
                  <a:lnTo>
                    <a:pt x="13727" y="264936"/>
                  </a:lnTo>
                  <a:lnTo>
                    <a:pt x="16892" y="269183"/>
                  </a:lnTo>
                  <a:lnTo>
                    <a:pt x="20191" y="273327"/>
                  </a:lnTo>
                  <a:lnTo>
                    <a:pt x="23619" y="277365"/>
                  </a:lnTo>
                  <a:lnTo>
                    <a:pt x="27174" y="281293"/>
                  </a:lnTo>
                  <a:lnTo>
                    <a:pt x="30851" y="285105"/>
                  </a:lnTo>
                  <a:lnTo>
                    <a:pt x="34647" y="288799"/>
                  </a:lnTo>
                  <a:lnTo>
                    <a:pt x="38558" y="292372"/>
                  </a:lnTo>
                  <a:lnTo>
                    <a:pt x="42580" y="295818"/>
                  </a:lnTo>
                  <a:lnTo>
                    <a:pt x="46710" y="299135"/>
                  </a:lnTo>
                  <a:lnTo>
                    <a:pt x="50942" y="302320"/>
                  </a:lnTo>
                  <a:lnTo>
                    <a:pt x="55274" y="305369"/>
                  </a:lnTo>
                  <a:lnTo>
                    <a:pt x="59699" y="308279"/>
                  </a:lnTo>
                  <a:lnTo>
                    <a:pt x="64215" y="311048"/>
                  </a:lnTo>
                  <a:lnTo>
                    <a:pt x="68816" y="313672"/>
                  </a:lnTo>
                  <a:lnTo>
                    <a:pt x="73498" y="316149"/>
                  </a:lnTo>
                  <a:lnTo>
                    <a:pt x="78256" y="318477"/>
                  </a:lnTo>
                  <a:lnTo>
                    <a:pt x="83086" y="320652"/>
                  </a:lnTo>
                  <a:lnTo>
                    <a:pt x="87982" y="322674"/>
                  </a:lnTo>
                  <a:lnTo>
                    <a:pt x="92939" y="324539"/>
                  </a:lnTo>
                  <a:lnTo>
                    <a:pt x="97954" y="326246"/>
                  </a:lnTo>
                  <a:lnTo>
                    <a:pt x="103019" y="327794"/>
                  </a:lnTo>
                  <a:lnTo>
                    <a:pt x="108132" y="329180"/>
                  </a:lnTo>
                  <a:lnTo>
                    <a:pt x="113285" y="330404"/>
                  </a:lnTo>
                  <a:lnTo>
                    <a:pt x="118475" y="331464"/>
                  </a:lnTo>
                  <a:lnTo>
                    <a:pt x="123696" y="332358"/>
                  </a:lnTo>
                  <a:lnTo>
                    <a:pt x="128942" y="333087"/>
                  </a:lnTo>
                  <a:lnTo>
                    <a:pt x="134209" y="333650"/>
                  </a:lnTo>
                  <a:lnTo>
                    <a:pt x="139491" y="334045"/>
                  </a:lnTo>
                  <a:lnTo>
                    <a:pt x="144783" y="334273"/>
                  </a:lnTo>
                  <a:lnTo>
                    <a:pt x="150080" y="334333"/>
                  </a:lnTo>
                  <a:lnTo>
                    <a:pt x="155376" y="334225"/>
                  </a:lnTo>
                  <a:lnTo>
                    <a:pt x="160665" y="333949"/>
                  </a:lnTo>
                  <a:lnTo>
                    <a:pt x="165944" y="333506"/>
                  </a:lnTo>
                  <a:lnTo>
                    <a:pt x="171205" y="332896"/>
                  </a:lnTo>
                  <a:lnTo>
                    <a:pt x="176445" y="332119"/>
                  </a:lnTo>
                  <a:lnTo>
                    <a:pt x="181658" y="331177"/>
                  </a:lnTo>
                  <a:lnTo>
                    <a:pt x="186837" y="330070"/>
                  </a:lnTo>
                  <a:lnTo>
                    <a:pt x="191980" y="328800"/>
                  </a:lnTo>
                  <a:lnTo>
                    <a:pt x="197079" y="327368"/>
                  </a:lnTo>
                  <a:lnTo>
                    <a:pt x="202131" y="325774"/>
                  </a:lnTo>
                  <a:lnTo>
                    <a:pt x="207129" y="324021"/>
                  </a:lnTo>
                  <a:lnTo>
                    <a:pt x="212070" y="322111"/>
                  </a:lnTo>
                  <a:lnTo>
                    <a:pt x="216947" y="320045"/>
                  </a:lnTo>
                  <a:lnTo>
                    <a:pt x="221757" y="317826"/>
                  </a:lnTo>
                  <a:lnTo>
                    <a:pt x="226494" y="315456"/>
                  </a:lnTo>
                  <a:lnTo>
                    <a:pt x="231153" y="312936"/>
                  </a:lnTo>
                  <a:lnTo>
                    <a:pt x="235730" y="310270"/>
                  </a:lnTo>
                  <a:lnTo>
                    <a:pt x="240221" y="307461"/>
                  </a:lnTo>
                  <a:lnTo>
                    <a:pt x="244620" y="304511"/>
                  </a:lnTo>
                  <a:lnTo>
                    <a:pt x="248923" y="301423"/>
                  </a:lnTo>
                  <a:lnTo>
                    <a:pt x="253127" y="298200"/>
                  </a:lnTo>
                  <a:lnTo>
                    <a:pt x="257226" y="294845"/>
                  </a:lnTo>
                  <a:lnTo>
                    <a:pt x="261217" y="291362"/>
                  </a:lnTo>
                  <a:lnTo>
                    <a:pt x="265096" y="287755"/>
                  </a:lnTo>
                  <a:lnTo>
                    <a:pt x="268858" y="284026"/>
                  </a:lnTo>
                  <a:lnTo>
                    <a:pt x="272500" y="280181"/>
                  </a:lnTo>
                  <a:lnTo>
                    <a:pt x="276019" y="276221"/>
                  </a:lnTo>
                  <a:lnTo>
                    <a:pt x="279411" y="272153"/>
                  </a:lnTo>
                  <a:lnTo>
                    <a:pt x="282671" y="267978"/>
                  </a:lnTo>
                  <a:lnTo>
                    <a:pt x="285798" y="263703"/>
                  </a:lnTo>
                  <a:lnTo>
                    <a:pt x="288788" y="259331"/>
                  </a:lnTo>
                  <a:lnTo>
                    <a:pt x="291638" y="254866"/>
                  </a:lnTo>
                  <a:lnTo>
                    <a:pt x="294345" y="250313"/>
                  </a:lnTo>
                  <a:lnTo>
                    <a:pt x="296907" y="245676"/>
                  </a:lnTo>
                  <a:lnTo>
                    <a:pt x="299320" y="240961"/>
                  </a:lnTo>
                  <a:lnTo>
                    <a:pt x="301583" y="236172"/>
                  </a:lnTo>
                  <a:lnTo>
                    <a:pt x="303693" y="231313"/>
                  </a:lnTo>
                  <a:lnTo>
                    <a:pt x="305647" y="226390"/>
                  </a:lnTo>
                  <a:lnTo>
                    <a:pt x="307445" y="221408"/>
                  </a:lnTo>
                  <a:lnTo>
                    <a:pt x="309084" y="216371"/>
                  </a:lnTo>
                  <a:lnTo>
                    <a:pt x="310563" y="211285"/>
                  </a:lnTo>
                  <a:lnTo>
                    <a:pt x="311880" y="206154"/>
                  </a:lnTo>
                  <a:lnTo>
                    <a:pt x="313033" y="200984"/>
                  </a:lnTo>
                  <a:lnTo>
                    <a:pt x="314023" y="195781"/>
                  </a:lnTo>
                  <a:lnTo>
                    <a:pt x="314846" y="190548"/>
                  </a:lnTo>
                  <a:lnTo>
                    <a:pt x="315504" y="185292"/>
                  </a:lnTo>
                  <a:lnTo>
                    <a:pt x="315995" y="180018"/>
                  </a:lnTo>
                  <a:lnTo>
                    <a:pt x="316318" y="174731"/>
                  </a:lnTo>
                  <a:lnTo>
                    <a:pt x="316474" y="169437"/>
                  </a:lnTo>
                  <a:lnTo>
                    <a:pt x="316462" y="164140"/>
                  </a:lnTo>
                  <a:lnTo>
                    <a:pt x="316282" y="158846"/>
                  </a:lnTo>
                  <a:lnTo>
                    <a:pt x="315935" y="153560"/>
                  </a:lnTo>
                  <a:lnTo>
                    <a:pt x="315420" y="148289"/>
                  </a:lnTo>
                  <a:lnTo>
                    <a:pt x="314739" y="143036"/>
                  </a:lnTo>
                  <a:lnTo>
                    <a:pt x="313891" y="137807"/>
                  </a:lnTo>
                  <a:lnTo>
                    <a:pt x="312878" y="132608"/>
                  </a:lnTo>
                  <a:lnTo>
                    <a:pt x="311701" y="127443"/>
                  </a:lnTo>
                  <a:lnTo>
                    <a:pt x="310361" y="122319"/>
                  </a:lnTo>
                  <a:lnTo>
                    <a:pt x="308860" y="117239"/>
                  </a:lnTo>
                  <a:lnTo>
                    <a:pt x="307198" y="112210"/>
                  </a:lnTo>
                  <a:lnTo>
                    <a:pt x="305377" y="107236"/>
                  </a:lnTo>
                  <a:lnTo>
                    <a:pt x="303400" y="102322"/>
                  </a:lnTo>
                  <a:lnTo>
                    <a:pt x="301268" y="97473"/>
                  </a:lnTo>
                  <a:lnTo>
                    <a:pt x="298984" y="92694"/>
                  </a:lnTo>
                  <a:lnTo>
                    <a:pt x="296549" y="87989"/>
                  </a:lnTo>
                  <a:lnTo>
                    <a:pt x="293967" y="83365"/>
                  </a:lnTo>
                  <a:lnTo>
                    <a:pt x="291239" y="78824"/>
                  </a:lnTo>
                  <a:lnTo>
                    <a:pt x="288369" y="74372"/>
                  </a:lnTo>
                  <a:lnTo>
                    <a:pt x="285360" y="70013"/>
                  </a:lnTo>
                  <a:lnTo>
                    <a:pt x="282213" y="65752"/>
                  </a:lnTo>
                  <a:lnTo>
                    <a:pt x="278933" y="61593"/>
                  </a:lnTo>
                  <a:lnTo>
                    <a:pt x="275524" y="57539"/>
                  </a:lnTo>
                  <a:lnTo>
                    <a:pt x="271987" y="53596"/>
                  </a:lnTo>
                  <a:lnTo>
                    <a:pt x="268327" y="49767"/>
                  </a:lnTo>
                  <a:lnTo>
                    <a:pt x="264548" y="46055"/>
                  </a:lnTo>
                  <a:lnTo>
                    <a:pt x="260653" y="42466"/>
                  </a:lnTo>
                  <a:lnTo>
                    <a:pt x="256646" y="39001"/>
                  </a:lnTo>
                  <a:lnTo>
                    <a:pt x="252532" y="35665"/>
                  </a:lnTo>
                  <a:lnTo>
                    <a:pt x="248314" y="32461"/>
                  </a:lnTo>
                  <a:lnTo>
                    <a:pt x="243996" y="29393"/>
                  </a:lnTo>
                  <a:lnTo>
                    <a:pt x="239584" y="26462"/>
                  </a:lnTo>
                  <a:lnTo>
                    <a:pt x="235081" y="23673"/>
                  </a:lnTo>
                  <a:lnTo>
                    <a:pt x="230491" y="21028"/>
                  </a:lnTo>
                  <a:lnTo>
                    <a:pt x="225821" y="18530"/>
                  </a:lnTo>
                  <a:lnTo>
                    <a:pt x="221073" y="16181"/>
                  </a:lnTo>
                  <a:lnTo>
                    <a:pt x="216254" y="13984"/>
                  </a:lnTo>
                  <a:lnTo>
                    <a:pt x="211367" y="11940"/>
                  </a:lnTo>
                  <a:lnTo>
                    <a:pt x="206418" y="10052"/>
                  </a:lnTo>
                  <a:lnTo>
                    <a:pt x="201411" y="8322"/>
                  </a:lnTo>
                  <a:lnTo>
                    <a:pt x="196353" y="6752"/>
                  </a:lnTo>
                  <a:lnTo>
                    <a:pt x="191247" y="5342"/>
                  </a:lnTo>
                  <a:lnTo>
                    <a:pt x="186099" y="4095"/>
                  </a:lnTo>
                  <a:lnTo>
                    <a:pt x="180914" y="3012"/>
                  </a:lnTo>
                  <a:lnTo>
                    <a:pt x="175697" y="2093"/>
                  </a:lnTo>
                  <a:lnTo>
                    <a:pt x="170454" y="1341"/>
                  </a:lnTo>
                  <a:lnTo>
                    <a:pt x="165190" y="754"/>
                  </a:lnTo>
                  <a:lnTo>
                    <a:pt x="159909" y="335"/>
                  </a:lnTo>
                  <a:lnTo>
                    <a:pt x="154618" y="83"/>
                  </a:lnTo>
                  <a:lnTo>
                    <a:pt x="149322" y="0"/>
                  </a:lnTo>
                  <a:lnTo>
                    <a:pt x="14932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256067" y="4659281"/>
              <a:ext cx="167167" cy="332237"/>
            </a:xfrm>
            <a:custGeom>
              <a:avLst/>
              <a:pathLst>
                <a:path w="167167" h="332237">
                  <a:moveTo>
                    <a:pt x="167167" y="0"/>
                  </a:moveTo>
                  <a:lnTo>
                    <a:pt x="161806" y="85"/>
                  </a:lnTo>
                  <a:lnTo>
                    <a:pt x="156450" y="343"/>
                  </a:lnTo>
                  <a:lnTo>
                    <a:pt x="151106" y="773"/>
                  </a:lnTo>
                  <a:lnTo>
                    <a:pt x="145778" y="1374"/>
                  </a:lnTo>
                  <a:lnTo>
                    <a:pt x="140472" y="2145"/>
                  </a:lnTo>
                  <a:lnTo>
                    <a:pt x="135193" y="3086"/>
                  </a:lnTo>
                  <a:lnTo>
                    <a:pt x="129947" y="4196"/>
                  </a:lnTo>
                  <a:lnTo>
                    <a:pt x="124740" y="5473"/>
                  </a:lnTo>
                  <a:lnTo>
                    <a:pt x="119576" y="6917"/>
                  </a:lnTo>
                  <a:lnTo>
                    <a:pt x="114462" y="8526"/>
                  </a:lnTo>
                  <a:lnTo>
                    <a:pt x="109401" y="10297"/>
                  </a:lnTo>
                  <a:lnTo>
                    <a:pt x="104400" y="12231"/>
                  </a:lnTo>
                  <a:lnTo>
                    <a:pt x="99463" y="14323"/>
                  </a:lnTo>
                  <a:lnTo>
                    <a:pt x="94596" y="16573"/>
                  </a:lnTo>
                  <a:lnTo>
                    <a:pt x="89804" y="18978"/>
                  </a:lnTo>
                  <a:lnTo>
                    <a:pt x="85092" y="21535"/>
                  </a:lnTo>
                  <a:lnTo>
                    <a:pt x="80463" y="24242"/>
                  </a:lnTo>
                  <a:lnTo>
                    <a:pt x="75924" y="27096"/>
                  </a:lnTo>
                  <a:lnTo>
                    <a:pt x="71479" y="30095"/>
                  </a:lnTo>
                  <a:lnTo>
                    <a:pt x="67132" y="33234"/>
                  </a:lnTo>
                  <a:lnTo>
                    <a:pt x="62889" y="36511"/>
                  </a:lnTo>
                  <a:lnTo>
                    <a:pt x="58752" y="39922"/>
                  </a:lnTo>
                  <a:lnTo>
                    <a:pt x="54727" y="43465"/>
                  </a:lnTo>
                  <a:lnTo>
                    <a:pt x="50818" y="47134"/>
                  </a:lnTo>
                  <a:lnTo>
                    <a:pt x="47028" y="50927"/>
                  </a:lnTo>
                  <a:lnTo>
                    <a:pt x="43362" y="54840"/>
                  </a:lnTo>
                  <a:lnTo>
                    <a:pt x="39824" y="58868"/>
                  </a:lnTo>
                  <a:lnTo>
                    <a:pt x="36416" y="63008"/>
                  </a:lnTo>
                  <a:lnTo>
                    <a:pt x="33143" y="67255"/>
                  </a:lnTo>
                  <a:lnTo>
                    <a:pt x="30007" y="71604"/>
                  </a:lnTo>
                  <a:lnTo>
                    <a:pt x="27013" y="76052"/>
                  </a:lnTo>
                  <a:lnTo>
                    <a:pt x="24163" y="80594"/>
                  </a:lnTo>
                  <a:lnTo>
                    <a:pt x="21460" y="85224"/>
                  </a:lnTo>
                  <a:lnTo>
                    <a:pt x="18908" y="89939"/>
                  </a:lnTo>
                  <a:lnTo>
                    <a:pt x="16507" y="94734"/>
                  </a:lnTo>
                  <a:lnTo>
                    <a:pt x="14262" y="99603"/>
                  </a:lnTo>
                  <a:lnTo>
                    <a:pt x="12173" y="104541"/>
                  </a:lnTo>
                  <a:lnTo>
                    <a:pt x="10245" y="109544"/>
                  </a:lnTo>
                  <a:lnTo>
                    <a:pt x="8478" y="114606"/>
                  </a:lnTo>
                  <a:lnTo>
                    <a:pt x="6874" y="119722"/>
                  </a:lnTo>
                  <a:lnTo>
                    <a:pt x="5434" y="124887"/>
                  </a:lnTo>
                  <a:lnTo>
                    <a:pt x="4162" y="130096"/>
                  </a:lnTo>
                  <a:lnTo>
                    <a:pt x="3057" y="135343"/>
                  </a:lnTo>
                  <a:lnTo>
                    <a:pt x="2120" y="140622"/>
                  </a:lnTo>
                  <a:lnTo>
                    <a:pt x="1354" y="145929"/>
                  </a:lnTo>
                  <a:lnTo>
                    <a:pt x="758" y="151257"/>
                  </a:lnTo>
                  <a:lnTo>
                    <a:pt x="334" y="156602"/>
                  </a:lnTo>
                  <a:lnTo>
                    <a:pt x="81" y="161958"/>
                  </a:lnTo>
                  <a:lnTo>
                    <a:pt x="0" y="167319"/>
                  </a:lnTo>
                  <a:lnTo>
                    <a:pt x="90" y="172680"/>
                  </a:lnTo>
                  <a:lnTo>
                    <a:pt x="353" y="178035"/>
                  </a:lnTo>
                  <a:lnTo>
                    <a:pt x="787" y="183380"/>
                  </a:lnTo>
                  <a:lnTo>
                    <a:pt x="1393" y="188707"/>
                  </a:lnTo>
                  <a:lnTo>
                    <a:pt x="2169" y="194012"/>
                  </a:lnTo>
                  <a:lnTo>
                    <a:pt x="3115" y="199290"/>
                  </a:lnTo>
                  <a:lnTo>
                    <a:pt x="4229" y="204535"/>
                  </a:lnTo>
                  <a:lnTo>
                    <a:pt x="5512" y="209741"/>
                  </a:lnTo>
                  <a:lnTo>
                    <a:pt x="6960" y="214903"/>
                  </a:lnTo>
                  <a:lnTo>
                    <a:pt x="8573" y="220017"/>
                  </a:lnTo>
                  <a:lnTo>
                    <a:pt x="10350" y="225076"/>
                  </a:lnTo>
                  <a:lnTo>
                    <a:pt x="12288" y="230075"/>
                  </a:lnTo>
                  <a:lnTo>
                    <a:pt x="14385" y="235010"/>
                  </a:lnTo>
                  <a:lnTo>
                    <a:pt x="16639" y="239874"/>
                  </a:lnTo>
                  <a:lnTo>
                    <a:pt x="19048" y="244664"/>
                  </a:lnTo>
                  <a:lnTo>
                    <a:pt x="21610" y="249375"/>
                  </a:lnTo>
                  <a:lnTo>
                    <a:pt x="24321" y="254001"/>
                  </a:lnTo>
                  <a:lnTo>
                    <a:pt x="27179" y="258537"/>
                  </a:lnTo>
                  <a:lnTo>
                    <a:pt x="30182" y="262979"/>
                  </a:lnTo>
                  <a:lnTo>
                    <a:pt x="33325" y="267323"/>
                  </a:lnTo>
                  <a:lnTo>
                    <a:pt x="36606" y="271564"/>
                  </a:lnTo>
                  <a:lnTo>
                    <a:pt x="40021" y="275697"/>
                  </a:lnTo>
                  <a:lnTo>
                    <a:pt x="43567" y="279719"/>
                  </a:lnTo>
                  <a:lnTo>
                    <a:pt x="47240" y="283625"/>
                  </a:lnTo>
                  <a:lnTo>
                    <a:pt x="51037" y="287411"/>
                  </a:lnTo>
                  <a:lnTo>
                    <a:pt x="54953" y="291074"/>
                  </a:lnTo>
                  <a:lnTo>
                    <a:pt x="58984" y="294609"/>
                  </a:lnTo>
                  <a:lnTo>
                    <a:pt x="63127" y="298013"/>
                  </a:lnTo>
                  <a:lnTo>
                    <a:pt x="67376" y="301282"/>
                  </a:lnTo>
                  <a:lnTo>
                    <a:pt x="71729" y="304413"/>
                  </a:lnTo>
                  <a:lnTo>
                    <a:pt x="76180" y="307403"/>
                  </a:lnTo>
                  <a:lnTo>
                    <a:pt x="80724" y="310249"/>
                  </a:lnTo>
                  <a:lnTo>
                    <a:pt x="85357" y="312948"/>
                  </a:lnTo>
                  <a:lnTo>
                    <a:pt x="90074" y="315497"/>
                  </a:lnTo>
                  <a:lnTo>
                    <a:pt x="94871" y="317893"/>
                  </a:lnTo>
                  <a:lnTo>
                    <a:pt x="99742" y="320134"/>
                  </a:lnTo>
                  <a:lnTo>
                    <a:pt x="104682" y="322217"/>
                  </a:lnTo>
                  <a:lnTo>
                    <a:pt x="109687" y="324141"/>
                  </a:lnTo>
                  <a:lnTo>
                    <a:pt x="114750" y="325904"/>
                  </a:lnTo>
                  <a:lnTo>
                    <a:pt x="119868" y="327503"/>
                  </a:lnTo>
                  <a:lnTo>
                    <a:pt x="125034" y="328938"/>
                  </a:lnTo>
                  <a:lnTo>
                    <a:pt x="130244" y="330206"/>
                  </a:lnTo>
                  <a:lnTo>
                    <a:pt x="135492" y="331306"/>
                  </a:lnTo>
                  <a:lnTo>
                    <a:pt x="140772" y="33223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396840" y="4826449"/>
              <a:ext cx="26394" cy="165070"/>
            </a:xfrm>
            <a:custGeom>
              <a:avLst/>
              <a:pathLst>
                <a:path w="26394" h="165070">
                  <a:moveTo>
                    <a:pt x="0" y="165070"/>
                  </a:moveTo>
                  <a:lnTo>
                    <a:pt x="2639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396840" y="4826449"/>
              <a:ext cx="26394" cy="165070"/>
            </a:xfrm>
            <a:custGeom>
              <a:avLst/>
              <a:pathLst>
                <a:path w="26394" h="165070">
                  <a:moveTo>
                    <a:pt x="0" y="165070"/>
                  </a:moveTo>
                  <a:lnTo>
                    <a:pt x="2639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396840" y="4826449"/>
              <a:ext cx="88233" cy="167160"/>
            </a:xfrm>
            <a:custGeom>
              <a:avLst/>
              <a:pathLst>
                <a:path w="88233" h="167160">
                  <a:moveTo>
                    <a:pt x="0" y="165070"/>
                  </a:moveTo>
                  <a:lnTo>
                    <a:pt x="5559" y="165863"/>
                  </a:lnTo>
                  <a:lnTo>
                    <a:pt x="11141" y="166470"/>
                  </a:lnTo>
                  <a:lnTo>
                    <a:pt x="16741" y="166888"/>
                  </a:lnTo>
                  <a:lnTo>
                    <a:pt x="22351" y="167118"/>
                  </a:lnTo>
                  <a:lnTo>
                    <a:pt x="27967" y="167160"/>
                  </a:lnTo>
                  <a:lnTo>
                    <a:pt x="33580" y="167012"/>
                  </a:lnTo>
                  <a:lnTo>
                    <a:pt x="39185" y="166677"/>
                  </a:lnTo>
                  <a:lnTo>
                    <a:pt x="44776" y="166153"/>
                  </a:lnTo>
                  <a:lnTo>
                    <a:pt x="50346" y="165442"/>
                  </a:lnTo>
                  <a:lnTo>
                    <a:pt x="55889" y="164544"/>
                  </a:lnTo>
                  <a:lnTo>
                    <a:pt x="61399" y="163461"/>
                  </a:lnTo>
                  <a:lnTo>
                    <a:pt x="66870" y="162193"/>
                  </a:lnTo>
                  <a:lnTo>
                    <a:pt x="72294" y="160742"/>
                  </a:lnTo>
                  <a:lnTo>
                    <a:pt x="77667" y="159110"/>
                  </a:lnTo>
                  <a:lnTo>
                    <a:pt x="82982" y="157298"/>
                  </a:lnTo>
                  <a:lnTo>
                    <a:pt x="88233" y="155308"/>
                  </a:lnTo>
                  <a:lnTo>
                    <a:pt x="2639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167166" cy="322476"/>
            </a:xfrm>
            <a:custGeom>
              <a:avLst/>
              <a:pathLst>
                <a:path w="167166" h="322476">
                  <a:moveTo>
                    <a:pt x="61839" y="322476"/>
                  </a:moveTo>
                  <a:lnTo>
                    <a:pt x="66795" y="320410"/>
                  </a:lnTo>
                  <a:lnTo>
                    <a:pt x="71682" y="318185"/>
                  </a:lnTo>
                  <a:lnTo>
                    <a:pt x="76496" y="315805"/>
                  </a:lnTo>
                  <a:lnTo>
                    <a:pt x="81230" y="313271"/>
                  </a:lnTo>
                  <a:lnTo>
                    <a:pt x="85881" y="310587"/>
                  </a:lnTo>
                  <a:lnTo>
                    <a:pt x="90443" y="307755"/>
                  </a:lnTo>
                  <a:lnTo>
                    <a:pt x="94912" y="304777"/>
                  </a:lnTo>
                  <a:lnTo>
                    <a:pt x="99283" y="301658"/>
                  </a:lnTo>
                  <a:lnTo>
                    <a:pt x="103551" y="298399"/>
                  </a:lnTo>
                  <a:lnTo>
                    <a:pt x="107713" y="295006"/>
                  </a:lnTo>
                  <a:lnTo>
                    <a:pt x="111763" y="291480"/>
                  </a:lnTo>
                  <a:lnTo>
                    <a:pt x="115699" y="287826"/>
                  </a:lnTo>
                  <a:lnTo>
                    <a:pt x="119514" y="284048"/>
                  </a:lnTo>
                  <a:lnTo>
                    <a:pt x="123207" y="280149"/>
                  </a:lnTo>
                  <a:lnTo>
                    <a:pt x="126772" y="276134"/>
                  </a:lnTo>
                  <a:lnTo>
                    <a:pt x="130206" y="272006"/>
                  </a:lnTo>
                  <a:lnTo>
                    <a:pt x="133506" y="267769"/>
                  </a:lnTo>
                  <a:lnTo>
                    <a:pt x="136669" y="263430"/>
                  </a:lnTo>
                  <a:lnTo>
                    <a:pt x="139690" y="258990"/>
                  </a:lnTo>
                  <a:lnTo>
                    <a:pt x="142567" y="254456"/>
                  </a:lnTo>
                  <a:lnTo>
                    <a:pt x="145297" y="249832"/>
                  </a:lnTo>
                  <a:lnTo>
                    <a:pt x="147877" y="245123"/>
                  </a:lnTo>
                  <a:lnTo>
                    <a:pt x="150305" y="240333"/>
                  </a:lnTo>
                  <a:lnTo>
                    <a:pt x="152577" y="235468"/>
                  </a:lnTo>
                  <a:lnTo>
                    <a:pt x="154692" y="230532"/>
                  </a:lnTo>
                  <a:lnTo>
                    <a:pt x="156648" y="225531"/>
                  </a:lnTo>
                  <a:lnTo>
                    <a:pt x="158441" y="220469"/>
                  </a:lnTo>
                  <a:lnTo>
                    <a:pt x="160072" y="215353"/>
                  </a:lnTo>
                  <a:lnTo>
                    <a:pt x="161537" y="210187"/>
                  </a:lnTo>
                  <a:lnTo>
                    <a:pt x="162835" y="204976"/>
                  </a:lnTo>
                  <a:lnTo>
                    <a:pt x="163965" y="199727"/>
                  </a:lnTo>
                  <a:lnTo>
                    <a:pt x="164927" y="194443"/>
                  </a:lnTo>
                  <a:lnTo>
                    <a:pt x="165718" y="189132"/>
                  </a:lnTo>
                  <a:lnTo>
                    <a:pt x="166338" y="183798"/>
                  </a:lnTo>
                  <a:lnTo>
                    <a:pt x="166786" y="178447"/>
                  </a:lnTo>
                  <a:lnTo>
                    <a:pt x="167062" y="173084"/>
                  </a:lnTo>
                  <a:lnTo>
                    <a:pt x="167166" y="167715"/>
                  </a:lnTo>
                  <a:lnTo>
                    <a:pt x="167097" y="162346"/>
                  </a:lnTo>
                  <a:lnTo>
                    <a:pt x="166856" y="156982"/>
                  </a:lnTo>
                  <a:lnTo>
                    <a:pt x="166443" y="151628"/>
                  </a:lnTo>
                  <a:lnTo>
                    <a:pt x="165858" y="146290"/>
                  </a:lnTo>
                  <a:lnTo>
                    <a:pt x="165102" y="140973"/>
                  </a:lnTo>
                  <a:lnTo>
                    <a:pt x="164176" y="135684"/>
                  </a:lnTo>
                  <a:lnTo>
                    <a:pt x="163080" y="130427"/>
                  </a:lnTo>
                  <a:lnTo>
                    <a:pt x="161816" y="125208"/>
                  </a:lnTo>
                  <a:lnTo>
                    <a:pt x="160384" y="120033"/>
                  </a:lnTo>
                  <a:lnTo>
                    <a:pt x="158788" y="114906"/>
                  </a:lnTo>
                  <a:lnTo>
                    <a:pt x="157027" y="109833"/>
                  </a:lnTo>
                  <a:lnTo>
                    <a:pt x="155105" y="104819"/>
                  </a:lnTo>
                  <a:lnTo>
                    <a:pt x="153022" y="99869"/>
                  </a:lnTo>
                  <a:lnTo>
                    <a:pt x="150782" y="94989"/>
                  </a:lnTo>
                  <a:lnTo>
                    <a:pt x="148386" y="90183"/>
                  </a:lnTo>
                  <a:lnTo>
                    <a:pt x="145837" y="85457"/>
                  </a:lnTo>
                  <a:lnTo>
                    <a:pt x="143137" y="80815"/>
                  </a:lnTo>
                  <a:lnTo>
                    <a:pt x="140290" y="76262"/>
                  </a:lnTo>
                  <a:lnTo>
                    <a:pt x="137297" y="71803"/>
                  </a:lnTo>
                  <a:lnTo>
                    <a:pt x="134164" y="67443"/>
                  </a:lnTo>
                  <a:lnTo>
                    <a:pt x="130891" y="63185"/>
                  </a:lnTo>
                  <a:lnTo>
                    <a:pt x="127484" y="59035"/>
                  </a:lnTo>
                  <a:lnTo>
                    <a:pt x="123945" y="54996"/>
                  </a:lnTo>
                  <a:lnTo>
                    <a:pt x="120279" y="51073"/>
                  </a:lnTo>
                  <a:lnTo>
                    <a:pt x="116488" y="47269"/>
                  </a:lnTo>
                  <a:lnTo>
                    <a:pt x="112577" y="43590"/>
                  </a:lnTo>
                  <a:lnTo>
                    <a:pt x="108550" y="40038"/>
                  </a:lnTo>
                  <a:lnTo>
                    <a:pt x="104410" y="36617"/>
                  </a:lnTo>
                  <a:lnTo>
                    <a:pt x="100163" y="33331"/>
                  </a:lnTo>
                  <a:lnTo>
                    <a:pt x="95813" y="30183"/>
                  </a:lnTo>
                  <a:lnTo>
                    <a:pt x="91364" y="27176"/>
                  </a:lnTo>
                  <a:lnTo>
                    <a:pt x="86821" y="24314"/>
                  </a:lnTo>
                  <a:lnTo>
                    <a:pt x="82188" y="21599"/>
                  </a:lnTo>
                  <a:lnTo>
                    <a:pt x="77470" y="19034"/>
                  </a:lnTo>
                  <a:lnTo>
                    <a:pt x="72672" y="16622"/>
                  </a:lnTo>
                  <a:lnTo>
                    <a:pt x="67799" y="14366"/>
                  </a:lnTo>
                  <a:lnTo>
                    <a:pt x="62856" y="12267"/>
                  </a:lnTo>
                  <a:lnTo>
                    <a:pt x="57849" y="10328"/>
                  </a:lnTo>
                  <a:lnTo>
                    <a:pt x="52782" y="8551"/>
                  </a:lnTo>
                  <a:lnTo>
                    <a:pt x="47660" y="6938"/>
                  </a:lnTo>
                  <a:lnTo>
                    <a:pt x="42489" y="5489"/>
                  </a:lnTo>
                  <a:lnTo>
                    <a:pt x="37274" y="4208"/>
                  </a:lnTo>
                  <a:lnTo>
                    <a:pt x="32021" y="3095"/>
                  </a:lnTo>
                  <a:lnTo>
                    <a:pt x="26735" y="2151"/>
                  </a:lnTo>
                  <a:lnTo>
                    <a:pt x="21421" y="1378"/>
                  </a:lnTo>
                  <a:lnTo>
                    <a:pt x="16085" y="775"/>
                  </a:lnTo>
                  <a:lnTo>
                    <a:pt x="10732" y="344"/>
                  </a:lnTo>
                  <a:lnTo>
                    <a:pt x="536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561312" y="4213821"/>
              <a:ext cx="226486" cy="334322"/>
            </a:xfrm>
            <a:custGeom>
              <a:avLst/>
              <a:pathLst>
                <a:path w="226486" h="334322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4" y="1355"/>
                  </a:lnTo>
                  <a:lnTo>
                    <a:pt x="140643" y="2116"/>
                  </a:lnTo>
                  <a:lnTo>
                    <a:pt x="135399" y="3044"/>
                  </a:lnTo>
                  <a:lnTo>
                    <a:pt x="130188" y="4139"/>
                  </a:lnTo>
                  <a:lnTo>
                    <a:pt x="125014" y="5399"/>
                  </a:lnTo>
                  <a:lnTo>
                    <a:pt x="119882" y="6824"/>
                  </a:lnTo>
                  <a:lnTo>
                    <a:pt x="114799" y="8411"/>
                  </a:lnTo>
                  <a:lnTo>
                    <a:pt x="109769" y="10160"/>
                  </a:lnTo>
                  <a:lnTo>
                    <a:pt x="104797" y="12067"/>
                  </a:lnTo>
                  <a:lnTo>
                    <a:pt x="99888" y="14132"/>
                  </a:lnTo>
                  <a:lnTo>
                    <a:pt x="95048" y="16353"/>
                  </a:lnTo>
                  <a:lnTo>
                    <a:pt x="90280" y="18726"/>
                  </a:lnTo>
                  <a:lnTo>
                    <a:pt x="85591" y="21250"/>
                  </a:lnTo>
                  <a:lnTo>
                    <a:pt x="80985" y="23923"/>
                  </a:lnTo>
                  <a:lnTo>
                    <a:pt x="76466" y="26740"/>
                  </a:lnTo>
                  <a:lnTo>
                    <a:pt x="72039" y="29700"/>
                  </a:lnTo>
                  <a:lnTo>
                    <a:pt x="67708" y="32800"/>
                  </a:lnTo>
                  <a:lnTo>
                    <a:pt x="63479" y="36036"/>
                  </a:lnTo>
                  <a:lnTo>
                    <a:pt x="59354" y="39405"/>
                  </a:lnTo>
                  <a:lnTo>
                    <a:pt x="55340" y="42904"/>
                  </a:lnTo>
                  <a:lnTo>
                    <a:pt x="51438" y="46528"/>
                  </a:lnTo>
                  <a:lnTo>
                    <a:pt x="47654" y="50276"/>
                  </a:lnTo>
                  <a:lnTo>
                    <a:pt x="43992" y="54142"/>
                  </a:lnTo>
                  <a:lnTo>
                    <a:pt x="40454" y="58122"/>
                  </a:lnTo>
                  <a:lnTo>
                    <a:pt x="37045" y="62213"/>
                  </a:lnTo>
                  <a:lnTo>
                    <a:pt x="33768" y="66411"/>
                  </a:lnTo>
                  <a:lnTo>
                    <a:pt x="30626" y="70711"/>
                  </a:lnTo>
                  <a:lnTo>
                    <a:pt x="27623" y="75109"/>
                  </a:lnTo>
                  <a:lnTo>
                    <a:pt x="24762" y="79600"/>
                  </a:lnTo>
                  <a:lnTo>
                    <a:pt x="22045" y="84180"/>
                  </a:lnTo>
                  <a:lnTo>
                    <a:pt x="19475" y="88845"/>
                  </a:lnTo>
                  <a:lnTo>
                    <a:pt x="17055" y="93589"/>
                  </a:lnTo>
                  <a:lnTo>
                    <a:pt x="14788" y="98407"/>
                  </a:lnTo>
                  <a:lnTo>
                    <a:pt x="12675" y="103296"/>
                  </a:lnTo>
                  <a:lnTo>
                    <a:pt x="10719" y="108249"/>
                  </a:lnTo>
                  <a:lnTo>
                    <a:pt x="8921" y="113262"/>
                  </a:lnTo>
                  <a:lnTo>
                    <a:pt x="7285" y="118329"/>
                  </a:lnTo>
                  <a:lnTo>
                    <a:pt x="5810" y="123447"/>
                  </a:lnTo>
                  <a:lnTo>
                    <a:pt x="4499" y="128608"/>
                  </a:lnTo>
                  <a:lnTo>
                    <a:pt x="3354" y="133809"/>
                  </a:lnTo>
                  <a:lnTo>
                    <a:pt x="2374" y="139044"/>
                  </a:lnTo>
                  <a:lnTo>
                    <a:pt x="1562" y="144307"/>
                  </a:lnTo>
                  <a:lnTo>
                    <a:pt x="918" y="149593"/>
                  </a:lnTo>
                  <a:lnTo>
                    <a:pt x="442" y="154897"/>
                  </a:lnTo>
                  <a:lnTo>
                    <a:pt x="136" y="160214"/>
                  </a:lnTo>
                  <a:lnTo>
                    <a:pt x="0" y="165537"/>
                  </a:lnTo>
                  <a:lnTo>
                    <a:pt x="32" y="170863"/>
                  </a:lnTo>
                  <a:lnTo>
                    <a:pt x="235" y="176184"/>
                  </a:lnTo>
                  <a:lnTo>
                    <a:pt x="607" y="181497"/>
                  </a:lnTo>
                  <a:lnTo>
                    <a:pt x="1148" y="186795"/>
                  </a:lnTo>
                  <a:lnTo>
                    <a:pt x="1857" y="192073"/>
                  </a:lnTo>
                  <a:lnTo>
                    <a:pt x="2734" y="197325"/>
                  </a:lnTo>
                  <a:lnTo>
                    <a:pt x="3779" y="202547"/>
                  </a:lnTo>
                  <a:lnTo>
                    <a:pt x="4988" y="207733"/>
                  </a:lnTo>
                  <a:lnTo>
                    <a:pt x="6363" y="212878"/>
                  </a:lnTo>
                  <a:lnTo>
                    <a:pt x="7900" y="217977"/>
                  </a:lnTo>
                  <a:lnTo>
                    <a:pt x="9600" y="223024"/>
                  </a:lnTo>
                  <a:lnTo>
                    <a:pt x="11459" y="228014"/>
                  </a:lnTo>
                  <a:lnTo>
                    <a:pt x="13476" y="232943"/>
                  </a:lnTo>
                  <a:lnTo>
                    <a:pt x="15649" y="237805"/>
                  </a:lnTo>
                  <a:lnTo>
                    <a:pt x="17976" y="242595"/>
                  </a:lnTo>
                  <a:lnTo>
                    <a:pt x="20454" y="247309"/>
                  </a:lnTo>
                  <a:lnTo>
                    <a:pt x="23082" y="251941"/>
                  </a:lnTo>
                  <a:lnTo>
                    <a:pt x="25855" y="256487"/>
                  </a:lnTo>
                  <a:lnTo>
                    <a:pt x="28772" y="260943"/>
                  </a:lnTo>
                  <a:lnTo>
                    <a:pt x="31829" y="265303"/>
                  </a:lnTo>
                  <a:lnTo>
                    <a:pt x="35024" y="269564"/>
                  </a:lnTo>
                  <a:lnTo>
                    <a:pt x="38352" y="273721"/>
                  </a:lnTo>
                  <a:lnTo>
                    <a:pt x="41812" y="277770"/>
                  </a:lnTo>
                  <a:lnTo>
                    <a:pt x="45398" y="281706"/>
                  </a:lnTo>
                  <a:lnTo>
                    <a:pt x="49108" y="285527"/>
                  </a:lnTo>
                  <a:lnTo>
                    <a:pt x="52938" y="289227"/>
                  </a:lnTo>
                  <a:lnTo>
                    <a:pt x="56884" y="292803"/>
                  </a:lnTo>
                  <a:lnTo>
                    <a:pt x="60942" y="296252"/>
                  </a:lnTo>
                  <a:lnTo>
                    <a:pt x="65108" y="299570"/>
                  </a:lnTo>
                  <a:lnTo>
                    <a:pt x="69377" y="302753"/>
                  </a:lnTo>
                  <a:lnTo>
                    <a:pt x="73745" y="305799"/>
                  </a:lnTo>
                  <a:lnTo>
                    <a:pt x="78208" y="308704"/>
                  </a:lnTo>
                  <a:lnTo>
                    <a:pt x="82762" y="311466"/>
                  </a:lnTo>
                  <a:lnTo>
                    <a:pt x="87401" y="314081"/>
                  </a:lnTo>
                  <a:lnTo>
                    <a:pt x="92121" y="316547"/>
                  </a:lnTo>
                  <a:lnTo>
                    <a:pt x="96917" y="318861"/>
                  </a:lnTo>
                  <a:lnTo>
                    <a:pt x="101785" y="321021"/>
                  </a:lnTo>
                  <a:lnTo>
                    <a:pt x="106719" y="323026"/>
                  </a:lnTo>
                  <a:lnTo>
                    <a:pt x="111714" y="324872"/>
                  </a:lnTo>
                  <a:lnTo>
                    <a:pt x="116765" y="326558"/>
                  </a:lnTo>
                  <a:lnTo>
                    <a:pt x="121868" y="328082"/>
                  </a:lnTo>
                  <a:lnTo>
                    <a:pt x="127017" y="329443"/>
                  </a:lnTo>
                  <a:lnTo>
                    <a:pt x="132206" y="330639"/>
                  </a:lnTo>
                  <a:lnTo>
                    <a:pt x="137431" y="331670"/>
                  </a:lnTo>
                  <a:lnTo>
                    <a:pt x="142686" y="332533"/>
                  </a:lnTo>
                  <a:lnTo>
                    <a:pt x="147965" y="333229"/>
                  </a:lnTo>
                  <a:lnTo>
                    <a:pt x="153265" y="333756"/>
                  </a:lnTo>
                  <a:lnTo>
                    <a:pt x="158578" y="334114"/>
                  </a:lnTo>
                  <a:lnTo>
                    <a:pt x="163900" y="334303"/>
                  </a:lnTo>
                  <a:lnTo>
                    <a:pt x="169225" y="334322"/>
                  </a:lnTo>
                  <a:lnTo>
                    <a:pt x="174549" y="334171"/>
                  </a:lnTo>
                  <a:lnTo>
                    <a:pt x="179865" y="333851"/>
                  </a:lnTo>
                  <a:lnTo>
                    <a:pt x="185167" y="333362"/>
                  </a:lnTo>
                  <a:lnTo>
                    <a:pt x="190452" y="332704"/>
                  </a:lnTo>
                  <a:lnTo>
                    <a:pt x="195713" y="331878"/>
                  </a:lnTo>
                  <a:lnTo>
                    <a:pt x="200945" y="330885"/>
                  </a:lnTo>
                  <a:lnTo>
                    <a:pt x="206143" y="329725"/>
                  </a:lnTo>
                  <a:lnTo>
                    <a:pt x="211301" y="328401"/>
                  </a:lnTo>
                  <a:lnTo>
                    <a:pt x="216414" y="326913"/>
                  </a:lnTo>
                  <a:lnTo>
                    <a:pt x="221478" y="325263"/>
                  </a:lnTo>
                  <a:lnTo>
                    <a:pt x="226486" y="323453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380988"/>
              <a:ext cx="59326" cy="156285"/>
            </a:xfrm>
            <a:custGeom>
              <a:avLst/>
              <a:pathLst>
                <a:path w="59326" h="156285">
                  <a:moveTo>
                    <a:pt x="59326" y="1562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380988"/>
              <a:ext cx="133720" cy="156285"/>
            </a:xfrm>
            <a:custGeom>
              <a:avLst/>
              <a:pathLst>
                <a:path w="133720" h="156285">
                  <a:moveTo>
                    <a:pt x="59326" y="156285"/>
                  </a:moveTo>
                  <a:lnTo>
                    <a:pt x="64801" y="154096"/>
                  </a:lnTo>
                  <a:lnTo>
                    <a:pt x="70195" y="151715"/>
                  </a:lnTo>
                  <a:lnTo>
                    <a:pt x="75501" y="149145"/>
                  </a:lnTo>
                  <a:lnTo>
                    <a:pt x="80714" y="146390"/>
                  </a:lnTo>
                  <a:lnTo>
                    <a:pt x="85826" y="143452"/>
                  </a:lnTo>
                  <a:lnTo>
                    <a:pt x="90832" y="140336"/>
                  </a:lnTo>
                  <a:lnTo>
                    <a:pt x="95724" y="137046"/>
                  </a:lnTo>
                  <a:lnTo>
                    <a:pt x="100498" y="133585"/>
                  </a:lnTo>
                  <a:lnTo>
                    <a:pt x="105146" y="129958"/>
                  </a:lnTo>
                  <a:lnTo>
                    <a:pt x="109664" y="126169"/>
                  </a:lnTo>
                  <a:lnTo>
                    <a:pt x="114045" y="122223"/>
                  </a:lnTo>
                  <a:lnTo>
                    <a:pt x="118284" y="118125"/>
                  </a:lnTo>
                  <a:lnTo>
                    <a:pt x="122376" y="113880"/>
                  </a:lnTo>
                  <a:lnTo>
                    <a:pt x="126316" y="109494"/>
                  </a:lnTo>
                  <a:lnTo>
                    <a:pt x="130099" y="104971"/>
                  </a:lnTo>
                  <a:lnTo>
                    <a:pt x="133720" y="1003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167167" cy="267486"/>
            </a:xfrm>
            <a:custGeom>
              <a:avLst/>
              <a:pathLst>
                <a:path w="167167" h="267486">
                  <a:moveTo>
                    <a:pt x="133720" y="267486"/>
                  </a:moveTo>
                  <a:lnTo>
                    <a:pt x="136870" y="263143"/>
                  </a:lnTo>
                  <a:lnTo>
                    <a:pt x="139879" y="258702"/>
                  </a:lnTo>
                  <a:lnTo>
                    <a:pt x="142744" y="254166"/>
                  </a:lnTo>
                  <a:lnTo>
                    <a:pt x="145462" y="249541"/>
                  </a:lnTo>
                  <a:lnTo>
                    <a:pt x="148031" y="244831"/>
                  </a:lnTo>
                  <a:lnTo>
                    <a:pt x="150447" y="240041"/>
                  </a:lnTo>
                  <a:lnTo>
                    <a:pt x="152707" y="235176"/>
                  </a:lnTo>
                  <a:lnTo>
                    <a:pt x="154811" y="230241"/>
                  </a:lnTo>
                  <a:lnTo>
                    <a:pt x="156755" y="225241"/>
                  </a:lnTo>
                  <a:lnTo>
                    <a:pt x="158538" y="220181"/>
                  </a:lnTo>
                  <a:lnTo>
                    <a:pt x="160157" y="215067"/>
                  </a:lnTo>
                  <a:lnTo>
                    <a:pt x="161612" y="209903"/>
                  </a:lnTo>
                  <a:lnTo>
                    <a:pt x="162900" y="204695"/>
                  </a:lnTo>
                  <a:lnTo>
                    <a:pt x="164020" y="199449"/>
                  </a:lnTo>
                  <a:lnTo>
                    <a:pt x="164972" y="194169"/>
                  </a:lnTo>
                  <a:lnTo>
                    <a:pt x="165753" y="188862"/>
                  </a:lnTo>
                  <a:lnTo>
                    <a:pt x="166364" y="183532"/>
                  </a:lnTo>
                  <a:lnTo>
                    <a:pt x="166803" y="178185"/>
                  </a:lnTo>
                  <a:lnTo>
                    <a:pt x="167071" y="172827"/>
                  </a:lnTo>
                  <a:lnTo>
                    <a:pt x="167167" y="167463"/>
                  </a:lnTo>
                  <a:lnTo>
                    <a:pt x="167090" y="162099"/>
                  </a:lnTo>
                  <a:lnTo>
                    <a:pt x="166841" y="156740"/>
                  </a:lnTo>
                  <a:lnTo>
                    <a:pt x="166421" y="151392"/>
                  </a:lnTo>
                  <a:lnTo>
                    <a:pt x="165829" y="146060"/>
                  </a:lnTo>
                  <a:lnTo>
                    <a:pt x="165066" y="140750"/>
                  </a:lnTo>
                  <a:lnTo>
                    <a:pt x="164134" y="135467"/>
                  </a:lnTo>
                  <a:lnTo>
                    <a:pt x="163032" y="130216"/>
                  </a:lnTo>
                  <a:lnTo>
                    <a:pt x="161762" y="125004"/>
                  </a:lnTo>
                  <a:lnTo>
                    <a:pt x="160326" y="119835"/>
                  </a:lnTo>
                  <a:lnTo>
                    <a:pt x="158725" y="114715"/>
                  </a:lnTo>
                  <a:lnTo>
                    <a:pt x="156960" y="109649"/>
                  </a:lnTo>
                  <a:lnTo>
                    <a:pt x="155034" y="104642"/>
                  </a:lnTo>
                  <a:lnTo>
                    <a:pt x="152947" y="99699"/>
                  </a:lnTo>
                  <a:lnTo>
                    <a:pt x="150704" y="94826"/>
                  </a:lnTo>
                  <a:lnTo>
                    <a:pt x="148305" y="90028"/>
                  </a:lnTo>
                  <a:lnTo>
                    <a:pt x="145753" y="85309"/>
                  </a:lnTo>
                  <a:lnTo>
                    <a:pt x="143052" y="80674"/>
                  </a:lnTo>
                  <a:lnTo>
                    <a:pt x="140203" y="76128"/>
                  </a:lnTo>
                  <a:lnTo>
                    <a:pt x="137209" y="71676"/>
                  </a:lnTo>
                  <a:lnTo>
                    <a:pt x="134075" y="67323"/>
                  </a:lnTo>
                  <a:lnTo>
                    <a:pt x="130802" y="63072"/>
                  </a:lnTo>
                  <a:lnTo>
                    <a:pt x="127394" y="58929"/>
                  </a:lnTo>
                  <a:lnTo>
                    <a:pt x="123856" y="54897"/>
                  </a:lnTo>
                  <a:lnTo>
                    <a:pt x="120189" y="50980"/>
                  </a:lnTo>
                  <a:lnTo>
                    <a:pt x="116399" y="47183"/>
                  </a:lnTo>
                  <a:lnTo>
                    <a:pt x="112489" y="43510"/>
                  </a:lnTo>
                  <a:lnTo>
                    <a:pt x="108463" y="39964"/>
                  </a:lnTo>
                  <a:lnTo>
                    <a:pt x="104326" y="36549"/>
                  </a:lnTo>
                  <a:lnTo>
                    <a:pt x="100081" y="33269"/>
                  </a:lnTo>
                  <a:lnTo>
                    <a:pt x="95733" y="30127"/>
                  </a:lnTo>
                  <a:lnTo>
                    <a:pt x="91286" y="27125"/>
                  </a:lnTo>
                  <a:lnTo>
                    <a:pt x="86746" y="24268"/>
                  </a:lnTo>
                  <a:lnTo>
                    <a:pt x="82116" y="21558"/>
                  </a:lnTo>
                  <a:lnTo>
                    <a:pt x="77401" y="18998"/>
                  </a:lnTo>
                  <a:lnTo>
                    <a:pt x="72607" y="16591"/>
                  </a:lnTo>
                  <a:lnTo>
                    <a:pt x="67738" y="14339"/>
                  </a:lnTo>
                  <a:lnTo>
                    <a:pt x="62799" y="12244"/>
                  </a:lnTo>
                  <a:lnTo>
                    <a:pt x="57796" y="10309"/>
                  </a:lnTo>
                  <a:lnTo>
                    <a:pt x="52733" y="8535"/>
                  </a:lnTo>
                  <a:lnTo>
                    <a:pt x="47615" y="6924"/>
                  </a:lnTo>
                  <a:lnTo>
                    <a:pt x="42449" y="5479"/>
                  </a:lnTo>
                  <a:lnTo>
                    <a:pt x="37239" y="4200"/>
                  </a:lnTo>
                  <a:lnTo>
                    <a:pt x="31991" y="3089"/>
                  </a:lnTo>
                  <a:lnTo>
                    <a:pt x="26709" y="2147"/>
                  </a:lnTo>
                  <a:lnTo>
                    <a:pt x="21400" y="1375"/>
                  </a:lnTo>
                  <a:lnTo>
                    <a:pt x="16069" y="774"/>
                  </a:lnTo>
                  <a:lnTo>
                    <a:pt x="10722" y="344"/>
                  </a:lnTo>
                  <a:lnTo>
                    <a:pt x="536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751844" y="3707720"/>
              <a:ext cx="172108" cy="334334"/>
            </a:xfrm>
            <a:custGeom>
              <a:avLst/>
              <a:pathLst>
                <a:path w="172108" h="334334">
                  <a:moveTo>
                    <a:pt x="167167" y="0"/>
                  </a:moveTo>
                  <a:lnTo>
                    <a:pt x="161813" y="85"/>
                  </a:lnTo>
                  <a:lnTo>
                    <a:pt x="156465" y="342"/>
                  </a:lnTo>
                  <a:lnTo>
                    <a:pt x="151127" y="771"/>
                  </a:lnTo>
                  <a:lnTo>
                    <a:pt x="145807" y="1370"/>
                  </a:lnTo>
                  <a:lnTo>
                    <a:pt x="140508" y="2139"/>
                  </a:lnTo>
                  <a:lnTo>
                    <a:pt x="135236" y="3077"/>
                  </a:lnTo>
                  <a:lnTo>
                    <a:pt x="129997" y="4184"/>
                  </a:lnTo>
                  <a:lnTo>
                    <a:pt x="124797" y="5458"/>
                  </a:lnTo>
                  <a:lnTo>
                    <a:pt x="119639" y="6898"/>
                  </a:lnTo>
                  <a:lnTo>
                    <a:pt x="114531" y="8502"/>
                  </a:lnTo>
                  <a:lnTo>
                    <a:pt x="109477" y="10270"/>
                  </a:lnTo>
                  <a:lnTo>
                    <a:pt x="104481" y="12198"/>
                  </a:lnTo>
                  <a:lnTo>
                    <a:pt x="99550" y="14285"/>
                  </a:lnTo>
                  <a:lnTo>
                    <a:pt x="94689" y="16529"/>
                  </a:lnTo>
                  <a:lnTo>
                    <a:pt x="89902" y="18927"/>
                  </a:lnTo>
                  <a:lnTo>
                    <a:pt x="85194" y="21478"/>
                  </a:lnTo>
                  <a:lnTo>
                    <a:pt x="80570" y="24178"/>
                  </a:lnTo>
                  <a:lnTo>
                    <a:pt x="76035" y="27025"/>
                  </a:lnTo>
                  <a:lnTo>
                    <a:pt x="71593" y="30015"/>
                  </a:lnTo>
                  <a:lnTo>
                    <a:pt x="67250" y="33146"/>
                  </a:lnTo>
                  <a:lnTo>
                    <a:pt x="63009" y="36415"/>
                  </a:lnTo>
                  <a:lnTo>
                    <a:pt x="58875" y="39818"/>
                  </a:lnTo>
                  <a:lnTo>
                    <a:pt x="54852" y="43351"/>
                  </a:lnTo>
                  <a:lnTo>
                    <a:pt x="50944" y="47012"/>
                  </a:lnTo>
                  <a:lnTo>
                    <a:pt x="47156" y="50796"/>
                  </a:lnTo>
                  <a:lnTo>
                    <a:pt x="43490" y="54699"/>
                  </a:lnTo>
                  <a:lnTo>
                    <a:pt x="39952" y="58718"/>
                  </a:lnTo>
                  <a:lnTo>
                    <a:pt x="36544" y="62848"/>
                  </a:lnTo>
                  <a:lnTo>
                    <a:pt x="33270" y="67084"/>
                  </a:lnTo>
                  <a:lnTo>
                    <a:pt x="30133" y="71424"/>
                  </a:lnTo>
                  <a:lnTo>
                    <a:pt x="27137" y="75862"/>
                  </a:lnTo>
                  <a:lnTo>
                    <a:pt x="24285" y="80393"/>
                  </a:lnTo>
                  <a:lnTo>
                    <a:pt x="21579" y="85014"/>
                  </a:lnTo>
                  <a:lnTo>
                    <a:pt x="19023" y="89719"/>
                  </a:lnTo>
                  <a:lnTo>
                    <a:pt x="16618" y="94503"/>
                  </a:lnTo>
                  <a:lnTo>
                    <a:pt x="14368" y="99362"/>
                  </a:lnTo>
                  <a:lnTo>
                    <a:pt x="12275" y="104290"/>
                  </a:lnTo>
                  <a:lnTo>
                    <a:pt x="10341" y="109283"/>
                  </a:lnTo>
                  <a:lnTo>
                    <a:pt x="8567" y="114335"/>
                  </a:lnTo>
                  <a:lnTo>
                    <a:pt x="6957" y="119442"/>
                  </a:lnTo>
                  <a:lnTo>
                    <a:pt x="5511" y="124597"/>
                  </a:lnTo>
                  <a:lnTo>
                    <a:pt x="4230" y="129796"/>
                  </a:lnTo>
                  <a:lnTo>
                    <a:pt x="3117" y="135034"/>
                  </a:lnTo>
                  <a:lnTo>
                    <a:pt x="2172" y="140304"/>
                  </a:lnTo>
                  <a:lnTo>
                    <a:pt x="1396" y="145602"/>
                  </a:lnTo>
                  <a:lnTo>
                    <a:pt x="791" y="150922"/>
                  </a:lnTo>
                  <a:lnTo>
                    <a:pt x="356" y="156259"/>
                  </a:lnTo>
                  <a:lnTo>
                    <a:pt x="92" y="161607"/>
                  </a:lnTo>
                  <a:lnTo>
                    <a:pt x="0" y="166960"/>
                  </a:lnTo>
                  <a:lnTo>
                    <a:pt x="79" y="172314"/>
                  </a:lnTo>
                  <a:lnTo>
                    <a:pt x="329" y="177663"/>
                  </a:lnTo>
                  <a:lnTo>
                    <a:pt x="751" y="183001"/>
                  </a:lnTo>
                  <a:lnTo>
                    <a:pt x="1343" y="188322"/>
                  </a:lnTo>
                  <a:lnTo>
                    <a:pt x="2106" y="193622"/>
                  </a:lnTo>
                  <a:lnTo>
                    <a:pt x="3038" y="198895"/>
                  </a:lnTo>
                  <a:lnTo>
                    <a:pt x="4138" y="204135"/>
                  </a:lnTo>
                  <a:lnTo>
                    <a:pt x="5406" y="209337"/>
                  </a:lnTo>
                  <a:lnTo>
                    <a:pt x="6839" y="214496"/>
                  </a:lnTo>
                  <a:lnTo>
                    <a:pt x="8437" y="219607"/>
                  </a:lnTo>
                  <a:lnTo>
                    <a:pt x="10198" y="224663"/>
                  </a:lnTo>
                  <a:lnTo>
                    <a:pt x="12120" y="229661"/>
                  </a:lnTo>
                  <a:lnTo>
                    <a:pt x="14201" y="234595"/>
                  </a:lnTo>
                  <a:lnTo>
                    <a:pt x="16439" y="239459"/>
                  </a:lnTo>
                  <a:lnTo>
                    <a:pt x="18832" y="244249"/>
                  </a:lnTo>
                  <a:lnTo>
                    <a:pt x="21376" y="248960"/>
                  </a:lnTo>
                  <a:lnTo>
                    <a:pt x="24071" y="253587"/>
                  </a:lnTo>
                  <a:lnTo>
                    <a:pt x="26912" y="258126"/>
                  </a:lnTo>
                  <a:lnTo>
                    <a:pt x="29897" y="262571"/>
                  </a:lnTo>
                  <a:lnTo>
                    <a:pt x="33023" y="266918"/>
                  </a:lnTo>
                  <a:lnTo>
                    <a:pt x="36286" y="271163"/>
                  </a:lnTo>
                  <a:lnTo>
                    <a:pt x="39684" y="275302"/>
                  </a:lnTo>
                  <a:lnTo>
                    <a:pt x="43213" y="279329"/>
                  </a:lnTo>
                  <a:lnTo>
                    <a:pt x="46868" y="283241"/>
                  </a:lnTo>
                  <a:lnTo>
                    <a:pt x="50648" y="287034"/>
                  </a:lnTo>
                  <a:lnTo>
                    <a:pt x="54546" y="290705"/>
                  </a:lnTo>
                  <a:lnTo>
                    <a:pt x="58560" y="294248"/>
                  </a:lnTo>
                  <a:lnTo>
                    <a:pt x="62686" y="297661"/>
                  </a:lnTo>
                  <a:lnTo>
                    <a:pt x="66919" y="300940"/>
                  </a:lnTo>
                  <a:lnTo>
                    <a:pt x="71255" y="304082"/>
                  </a:lnTo>
                  <a:lnTo>
                    <a:pt x="75689" y="307084"/>
                  </a:lnTo>
                  <a:lnTo>
                    <a:pt x="80217" y="309942"/>
                  </a:lnTo>
                  <a:lnTo>
                    <a:pt x="84834" y="312653"/>
                  </a:lnTo>
                  <a:lnTo>
                    <a:pt x="89536" y="315215"/>
                  </a:lnTo>
                  <a:lnTo>
                    <a:pt x="94317" y="317626"/>
                  </a:lnTo>
                  <a:lnTo>
                    <a:pt x="99173" y="319882"/>
                  </a:lnTo>
                  <a:lnTo>
                    <a:pt x="104099" y="321981"/>
                  </a:lnTo>
                  <a:lnTo>
                    <a:pt x="109089" y="323921"/>
                  </a:lnTo>
                  <a:lnTo>
                    <a:pt x="114139" y="325701"/>
                  </a:lnTo>
                  <a:lnTo>
                    <a:pt x="119244" y="327318"/>
                  </a:lnTo>
                  <a:lnTo>
                    <a:pt x="124397" y="328771"/>
                  </a:lnTo>
                  <a:lnTo>
                    <a:pt x="129595" y="330057"/>
                  </a:lnTo>
                  <a:lnTo>
                    <a:pt x="134831" y="331177"/>
                  </a:lnTo>
                  <a:lnTo>
                    <a:pt x="140100" y="332129"/>
                  </a:lnTo>
                  <a:lnTo>
                    <a:pt x="145397" y="332911"/>
                  </a:lnTo>
                  <a:lnTo>
                    <a:pt x="150716" y="333523"/>
                  </a:lnTo>
                  <a:lnTo>
                    <a:pt x="156053" y="333965"/>
                  </a:lnTo>
                  <a:lnTo>
                    <a:pt x="161400" y="334235"/>
                  </a:lnTo>
                  <a:lnTo>
                    <a:pt x="166754" y="334334"/>
                  </a:lnTo>
                  <a:lnTo>
                    <a:pt x="172108" y="33426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15236"/>
              <a:ext cx="167162" cy="326746"/>
            </a:xfrm>
            <a:custGeom>
              <a:avLst/>
              <a:pathLst>
                <a:path w="167162" h="326746">
                  <a:moveTo>
                    <a:pt x="4941" y="326746"/>
                  </a:moveTo>
                  <a:lnTo>
                    <a:pt x="10275" y="326503"/>
                  </a:lnTo>
                  <a:lnTo>
                    <a:pt x="15598" y="326090"/>
                  </a:lnTo>
                  <a:lnTo>
                    <a:pt x="20906" y="325507"/>
                  </a:lnTo>
                  <a:lnTo>
                    <a:pt x="26193" y="324754"/>
                  </a:lnTo>
                  <a:lnTo>
                    <a:pt x="31452" y="323833"/>
                  </a:lnTo>
                  <a:lnTo>
                    <a:pt x="36680" y="322745"/>
                  </a:lnTo>
                  <a:lnTo>
                    <a:pt x="41870" y="321490"/>
                  </a:lnTo>
                  <a:lnTo>
                    <a:pt x="47018" y="320071"/>
                  </a:lnTo>
                  <a:lnTo>
                    <a:pt x="52117" y="318487"/>
                  </a:lnTo>
                  <a:lnTo>
                    <a:pt x="57163" y="316742"/>
                  </a:lnTo>
                  <a:lnTo>
                    <a:pt x="62151" y="314836"/>
                  </a:lnTo>
                  <a:lnTo>
                    <a:pt x="67076" y="312771"/>
                  </a:lnTo>
                  <a:lnTo>
                    <a:pt x="71932" y="310551"/>
                  </a:lnTo>
                  <a:lnTo>
                    <a:pt x="76715" y="308177"/>
                  </a:lnTo>
                  <a:lnTo>
                    <a:pt x="81419" y="305651"/>
                  </a:lnTo>
                  <a:lnTo>
                    <a:pt x="86041" y="302976"/>
                  </a:lnTo>
                  <a:lnTo>
                    <a:pt x="90575" y="300155"/>
                  </a:lnTo>
                  <a:lnTo>
                    <a:pt x="95016" y="297190"/>
                  </a:lnTo>
                  <a:lnTo>
                    <a:pt x="99360" y="294085"/>
                  </a:lnTo>
                  <a:lnTo>
                    <a:pt x="103603" y="290843"/>
                  </a:lnTo>
                  <a:lnTo>
                    <a:pt x="107740" y="287468"/>
                  </a:lnTo>
                  <a:lnTo>
                    <a:pt x="111767" y="283961"/>
                  </a:lnTo>
                  <a:lnTo>
                    <a:pt x="115681" y="280328"/>
                  </a:lnTo>
                  <a:lnTo>
                    <a:pt x="119476" y="276572"/>
                  </a:lnTo>
                  <a:lnTo>
                    <a:pt x="123149" y="272697"/>
                  </a:lnTo>
                  <a:lnTo>
                    <a:pt x="126697" y="268706"/>
                  </a:lnTo>
                  <a:lnTo>
                    <a:pt x="130115" y="264604"/>
                  </a:lnTo>
                  <a:lnTo>
                    <a:pt x="133401" y="260394"/>
                  </a:lnTo>
                  <a:lnTo>
                    <a:pt x="136550" y="256082"/>
                  </a:lnTo>
                  <a:lnTo>
                    <a:pt x="139560" y="251672"/>
                  </a:lnTo>
                  <a:lnTo>
                    <a:pt x="142428" y="247168"/>
                  </a:lnTo>
                  <a:lnTo>
                    <a:pt x="145150" y="242574"/>
                  </a:lnTo>
                  <a:lnTo>
                    <a:pt x="147725" y="237896"/>
                  </a:lnTo>
                  <a:lnTo>
                    <a:pt x="150148" y="233138"/>
                  </a:lnTo>
                  <a:lnTo>
                    <a:pt x="152419" y="228305"/>
                  </a:lnTo>
                  <a:lnTo>
                    <a:pt x="154534" y="223402"/>
                  </a:lnTo>
                  <a:lnTo>
                    <a:pt x="156491" y="218434"/>
                  </a:lnTo>
                  <a:lnTo>
                    <a:pt x="158289" y="213406"/>
                  </a:lnTo>
                  <a:lnTo>
                    <a:pt x="159925" y="208323"/>
                  </a:lnTo>
                  <a:lnTo>
                    <a:pt x="161398" y="203191"/>
                  </a:lnTo>
                  <a:lnTo>
                    <a:pt x="162706" y="198014"/>
                  </a:lnTo>
                  <a:lnTo>
                    <a:pt x="163848" y="192797"/>
                  </a:lnTo>
                  <a:lnTo>
                    <a:pt x="164823" y="187548"/>
                  </a:lnTo>
                  <a:lnTo>
                    <a:pt x="165630" y="182269"/>
                  </a:lnTo>
                  <a:lnTo>
                    <a:pt x="166268" y="176968"/>
                  </a:lnTo>
                  <a:lnTo>
                    <a:pt x="166736" y="171649"/>
                  </a:lnTo>
                  <a:lnTo>
                    <a:pt x="167034" y="166317"/>
                  </a:lnTo>
                  <a:lnTo>
                    <a:pt x="167162" y="160979"/>
                  </a:lnTo>
                  <a:lnTo>
                    <a:pt x="167119" y="155639"/>
                  </a:lnTo>
                  <a:lnTo>
                    <a:pt x="166905" y="150304"/>
                  </a:lnTo>
                  <a:lnTo>
                    <a:pt x="166522" y="144978"/>
                  </a:lnTo>
                  <a:lnTo>
                    <a:pt x="165968" y="139667"/>
                  </a:lnTo>
                  <a:lnTo>
                    <a:pt x="165245" y="134377"/>
                  </a:lnTo>
                  <a:lnTo>
                    <a:pt x="164354" y="129112"/>
                  </a:lnTo>
                  <a:lnTo>
                    <a:pt x="163294" y="123878"/>
                  </a:lnTo>
                  <a:lnTo>
                    <a:pt x="162069" y="118681"/>
                  </a:lnTo>
                  <a:lnTo>
                    <a:pt x="160677" y="113526"/>
                  </a:lnTo>
                  <a:lnTo>
                    <a:pt x="159122" y="108418"/>
                  </a:lnTo>
                  <a:lnTo>
                    <a:pt x="157405" y="103362"/>
                  </a:lnTo>
                  <a:lnTo>
                    <a:pt x="155527" y="98363"/>
                  </a:lnTo>
                  <a:lnTo>
                    <a:pt x="153490" y="93427"/>
                  </a:lnTo>
                  <a:lnTo>
                    <a:pt x="151296" y="88559"/>
                  </a:lnTo>
                  <a:lnTo>
                    <a:pt x="148949" y="83763"/>
                  </a:lnTo>
                  <a:lnTo>
                    <a:pt x="146449" y="79044"/>
                  </a:lnTo>
                  <a:lnTo>
                    <a:pt x="143800" y="74408"/>
                  </a:lnTo>
                  <a:lnTo>
                    <a:pt x="141004" y="69859"/>
                  </a:lnTo>
                  <a:lnTo>
                    <a:pt x="138064" y="65401"/>
                  </a:lnTo>
                  <a:lnTo>
                    <a:pt x="134983" y="61040"/>
                  </a:lnTo>
                  <a:lnTo>
                    <a:pt x="131765" y="56779"/>
                  </a:lnTo>
                  <a:lnTo>
                    <a:pt x="128412" y="52623"/>
                  </a:lnTo>
                  <a:lnTo>
                    <a:pt x="124929" y="48576"/>
                  </a:lnTo>
                  <a:lnTo>
                    <a:pt x="121317" y="44643"/>
                  </a:lnTo>
                  <a:lnTo>
                    <a:pt x="117582" y="40827"/>
                  </a:lnTo>
                  <a:lnTo>
                    <a:pt x="113727" y="37132"/>
                  </a:lnTo>
                  <a:lnTo>
                    <a:pt x="109756" y="33563"/>
                  </a:lnTo>
                  <a:lnTo>
                    <a:pt x="105673" y="30122"/>
                  </a:lnTo>
                  <a:lnTo>
                    <a:pt x="101482" y="26813"/>
                  </a:lnTo>
                  <a:lnTo>
                    <a:pt x="97188" y="23639"/>
                  </a:lnTo>
                  <a:lnTo>
                    <a:pt x="92794" y="20605"/>
                  </a:lnTo>
                  <a:lnTo>
                    <a:pt x="88306" y="17712"/>
                  </a:lnTo>
                  <a:lnTo>
                    <a:pt x="83728" y="14964"/>
                  </a:lnTo>
                  <a:lnTo>
                    <a:pt x="79064" y="12364"/>
                  </a:lnTo>
                  <a:lnTo>
                    <a:pt x="74319" y="9913"/>
                  </a:lnTo>
                  <a:lnTo>
                    <a:pt x="69499" y="7616"/>
                  </a:lnTo>
                  <a:lnTo>
                    <a:pt x="64608" y="5474"/>
                  </a:lnTo>
                  <a:lnTo>
                    <a:pt x="59651" y="3489"/>
                  </a:lnTo>
                  <a:lnTo>
                    <a:pt x="54633" y="1664"/>
                  </a:lnTo>
                  <a:lnTo>
                    <a:pt x="49559" y="0"/>
                  </a:lnTo>
                  <a:lnTo>
                    <a:pt x="0" y="159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49559" cy="167167"/>
            </a:xfrm>
            <a:custGeom>
              <a:avLst/>
              <a:pathLst>
                <a:path w="49559" h="167167">
                  <a:moveTo>
                    <a:pt x="49559" y="7515"/>
                  </a:moveTo>
                  <a:lnTo>
                    <a:pt x="43519" y="5764"/>
                  </a:lnTo>
                  <a:lnTo>
                    <a:pt x="37417" y="4241"/>
                  </a:lnTo>
                  <a:lnTo>
                    <a:pt x="31262" y="2949"/>
                  </a:lnTo>
                  <a:lnTo>
                    <a:pt x="25063" y="1889"/>
                  </a:lnTo>
                  <a:lnTo>
                    <a:pt x="18828" y="1063"/>
                  </a:lnTo>
                  <a:lnTo>
                    <a:pt x="12567" y="473"/>
                  </a:lnTo>
                  <a:lnTo>
                    <a:pt x="6288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tx80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2025-06-05T14:08:58Z</dcterms:modified>
  <cp:category/>
</cp:coreProperties>
</file>