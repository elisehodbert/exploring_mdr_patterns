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2020_BLSE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211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2749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2045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2119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1565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2749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2511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1565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045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3178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3242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2789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211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2511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3178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211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211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2636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1982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3498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3681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2119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3349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3539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2119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3615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3719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2119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3615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3719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2119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2511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2656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2636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3085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2151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2511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2761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2789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3178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3178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2656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1982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3810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2749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2045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3242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2789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2119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3223774" y="194410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1565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2749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2045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2511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3178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2119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2749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2045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220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2119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636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1982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3498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3681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2749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2045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2119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923194" y="3170392"/>
              <a:ext cx="60584" cy="167167"/>
            </a:xfrm>
            <a:custGeom>
              <a:avLst/>
              <a:pathLst>
                <a:path w="60584" h="167167">
                  <a:moveTo>
                    <a:pt x="60584" y="0"/>
                  </a:moveTo>
                  <a:lnTo>
                    <a:pt x="54386" y="114"/>
                  </a:lnTo>
                  <a:lnTo>
                    <a:pt x="48197" y="459"/>
                  </a:lnTo>
                  <a:lnTo>
                    <a:pt x="42024" y="1033"/>
                  </a:lnTo>
                  <a:lnTo>
                    <a:pt x="35877" y="1836"/>
                  </a:lnTo>
                  <a:lnTo>
                    <a:pt x="29764" y="2865"/>
                  </a:lnTo>
                  <a:lnTo>
                    <a:pt x="23693" y="4121"/>
                  </a:lnTo>
                  <a:lnTo>
                    <a:pt x="17673" y="5601"/>
                  </a:lnTo>
                  <a:lnTo>
                    <a:pt x="11712" y="7303"/>
                  </a:lnTo>
                  <a:lnTo>
                    <a:pt x="5818" y="9225"/>
                  </a:lnTo>
                  <a:lnTo>
                    <a:pt x="0" y="11364"/>
                  </a:lnTo>
                  <a:lnTo>
                    <a:pt x="6058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923194" y="3181757"/>
              <a:ext cx="60584" cy="155802"/>
            </a:xfrm>
            <a:custGeom>
              <a:avLst/>
              <a:pathLst>
                <a:path w="60584" h="155802">
                  <a:moveTo>
                    <a:pt x="0" y="0"/>
                  </a:moveTo>
                  <a:lnTo>
                    <a:pt x="60584" y="15580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923194" y="3181757"/>
              <a:ext cx="60584" cy="155802"/>
            </a:xfrm>
            <a:custGeom>
              <a:avLst/>
              <a:pathLst>
                <a:path w="60584" h="155802">
                  <a:moveTo>
                    <a:pt x="0" y="0"/>
                  </a:moveTo>
                  <a:lnTo>
                    <a:pt x="60584" y="15580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923194" y="3181757"/>
              <a:ext cx="60584" cy="155802"/>
            </a:xfrm>
            <a:custGeom>
              <a:avLst/>
              <a:pathLst>
                <a:path w="60584" h="155802">
                  <a:moveTo>
                    <a:pt x="0" y="0"/>
                  </a:moveTo>
                  <a:lnTo>
                    <a:pt x="60584" y="15580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923194" y="3181757"/>
              <a:ext cx="60584" cy="155802"/>
            </a:xfrm>
            <a:custGeom>
              <a:avLst/>
              <a:pathLst>
                <a:path w="60584" h="155802">
                  <a:moveTo>
                    <a:pt x="0" y="0"/>
                  </a:moveTo>
                  <a:lnTo>
                    <a:pt x="60584" y="15580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923194" y="3181757"/>
              <a:ext cx="60584" cy="155802"/>
            </a:xfrm>
            <a:custGeom>
              <a:avLst/>
              <a:pathLst>
                <a:path w="60584" h="155802">
                  <a:moveTo>
                    <a:pt x="0" y="0"/>
                  </a:moveTo>
                  <a:lnTo>
                    <a:pt x="60584" y="15580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923194" y="3181757"/>
              <a:ext cx="60584" cy="155802"/>
            </a:xfrm>
            <a:custGeom>
              <a:avLst/>
              <a:pathLst>
                <a:path w="60584" h="155802">
                  <a:moveTo>
                    <a:pt x="0" y="0"/>
                  </a:moveTo>
                  <a:lnTo>
                    <a:pt x="60584" y="15580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923194" y="3181757"/>
              <a:ext cx="60584" cy="155802"/>
            </a:xfrm>
            <a:custGeom>
              <a:avLst/>
              <a:pathLst>
                <a:path w="60584" h="155802">
                  <a:moveTo>
                    <a:pt x="0" y="0"/>
                  </a:moveTo>
                  <a:lnTo>
                    <a:pt x="60584" y="15580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923194" y="3181757"/>
              <a:ext cx="60584" cy="155802"/>
            </a:xfrm>
            <a:custGeom>
              <a:avLst/>
              <a:pathLst>
                <a:path w="60584" h="155802">
                  <a:moveTo>
                    <a:pt x="0" y="0"/>
                  </a:moveTo>
                  <a:lnTo>
                    <a:pt x="60584" y="15580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923194" y="3181757"/>
              <a:ext cx="60584" cy="155802"/>
            </a:xfrm>
            <a:custGeom>
              <a:avLst/>
              <a:pathLst>
                <a:path w="60584" h="155802">
                  <a:moveTo>
                    <a:pt x="0" y="0"/>
                  </a:moveTo>
                  <a:lnTo>
                    <a:pt x="60584" y="15580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923194" y="3181757"/>
              <a:ext cx="60584" cy="155802"/>
            </a:xfrm>
            <a:custGeom>
              <a:avLst/>
              <a:pathLst>
                <a:path w="60584" h="155802">
                  <a:moveTo>
                    <a:pt x="0" y="0"/>
                  </a:moveTo>
                  <a:lnTo>
                    <a:pt x="60584" y="15580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923194" y="3181757"/>
              <a:ext cx="60584" cy="155802"/>
            </a:xfrm>
            <a:custGeom>
              <a:avLst/>
              <a:pathLst>
                <a:path w="60584" h="155802">
                  <a:moveTo>
                    <a:pt x="0" y="0"/>
                  </a:moveTo>
                  <a:lnTo>
                    <a:pt x="60584" y="15580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923194" y="3181757"/>
              <a:ext cx="60584" cy="155802"/>
            </a:xfrm>
            <a:custGeom>
              <a:avLst/>
              <a:pathLst>
                <a:path w="60584" h="155802">
                  <a:moveTo>
                    <a:pt x="0" y="0"/>
                  </a:moveTo>
                  <a:lnTo>
                    <a:pt x="60584" y="1558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923194" y="3181757"/>
              <a:ext cx="60584" cy="155802"/>
            </a:xfrm>
            <a:custGeom>
              <a:avLst/>
              <a:pathLst>
                <a:path w="60584" h="155802">
                  <a:moveTo>
                    <a:pt x="0" y="0"/>
                  </a:moveTo>
                  <a:lnTo>
                    <a:pt x="60584" y="1558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23194" y="3181757"/>
              <a:ext cx="60584" cy="155802"/>
            </a:xfrm>
            <a:custGeom>
              <a:avLst/>
              <a:pathLst>
                <a:path w="60584" h="155802">
                  <a:moveTo>
                    <a:pt x="0" y="0"/>
                  </a:moveTo>
                  <a:lnTo>
                    <a:pt x="60584" y="1558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23194" y="3181757"/>
              <a:ext cx="60584" cy="155802"/>
            </a:xfrm>
            <a:custGeom>
              <a:avLst/>
              <a:pathLst>
                <a:path w="60584" h="155802">
                  <a:moveTo>
                    <a:pt x="0" y="0"/>
                  </a:moveTo>
                  <a:lnTo>
                    <a:pt x="60584" y="1558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23194" y="3181757"/>
              <a:ext cx="60584" cy="155802"/>
            </a:xfrm>
            <a:custGeom>
              <a:avLst/>
              <a:pathLst>
                <a:path w="60584" h="155802">
                  <a:moveTo>
                    <a:pt x="0" y="0"/>
                  </a:moveTo>
                  <a:lnTo>
                    <a:pt x="60584" y="15580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23194" y="3181757"/>
              <a:ext cx="60584" cy="155802"/>
            </a:xfrm>
            <a:custGeom>
              <a:avLst/>
              <a:pathLst>
                <a:path w="60584" h="155802">
                  <a:moveTo>
                    <a:pt x="0" y="0"/>
                  </a:moveTo>
                  <a:lnTo>
                    <a:pt x="60584" y="15580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23194" y="3181757"/>
              <a:ext cx="60584" cy="155802"/>
            </a:xfrm>
            <a:custGeom>
              <a:avLst/>
              <a:pathLst>
                <a:path w="60584" h="155802">
                  <a:moveTo>
                    <a:pt x="0" y="0"/>
                  </a:moveTo>
                  <a:lnTo>
                    <a:pt x="60584" y="15580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23194" y="3181757"/>
              <a:ext cx="60584" cy="155802"/>
            </a:xfrm>
            <a:custGeom>
              <a:avLst/>
              <a:pathLst>
                <a:path w="60584" h="155802">
                  <a:moveTo>
                    <a:pt x="0" y="0"/>
                  </a:moveTo>
                  <a:lnTo>
                    <a:pt x="60584" y="15580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23194" y="3181757"/>
              <a:ext cx="60584" cy="155802"/>
            </a:xfrm>
            <a:custGeom>
              <a:avLst/>
              <a:pathLst>
                <a:path w="60584" h="155802">
                  <a:moveTo>
                    <a:pt x="0" y="0"/>
                  </a:moveTo>
                  <a:lnTo>
                    <a:pt x="60584" y="1558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23194" y="3181757"/>
              <a:ext cx="60584" cy="155802"/>
            </a:xfrm>
            <a:custGeom>
              <a:avLst/>
              <a:pathLst>
                <a:path w="60584" h="155802">
                  <a:moveTo>
                    <a:pt x="0" y="0"/>
                  </a:moveTo>
                  <a:lnTo>
                    <a:pt x="60584" y="1558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23194" y="3181757"/>
              <a:ext cx="60584" cy="155802"/>
            </a:xfrm>
            <a:custGeom>
              <a:avLst/>
              <a:pathLst>
                <a:path w="60584" h="155802">
                  <a:moveTo>
                    <a:pt x="0" y="0"/>
                  </a:moveTo>
                  <a:lnTo>
                    <a:pt x="60584" y="1558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23194" y="3181757"/>
              <a:ext cx="60584" cy="155802"/>
            </a:xfrm>
            <a:custGeom>
              <a:avLst/>
              <a:pathLst>
                <a:path w="60584" h="155802">
                  <a:moveTo>
                    <a:pt x="0" y="0"/>
                  </a:moveTo>
                  <a:lnTo>
                    <a:pt x="60584" y="1558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23194" y="3181757"/>
              <a:ext cx="60584" cy="155802"/>
            </a:xfrm>
            <a:custGeom>
              <a:avLst/>
              <a:pathLst>
                <a:path w="60584" h="155802">
                  <a:moveTo>
                    <a:pt x="0" y="0"/>
                  </a:moveTo>
                  <a:lnTo>
                    <a:pt x="60584" y="15580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23194" y="3181757"/>
              <a:ext cx="60584" cy="155802"/>
            </a:xfrm>
            <a:custGeom>
              <a:avLst/>
              <a:pathLst>
                <a:path w="60584" h="155802">
                  <a:moveTo>
                    <a:pt x="0" y="0"/>
                  </a:moveTo>
                  <a:lnTo>
                    <a:pt x="60584" y="15580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816612" y="3170452"/>
              <a:ext cx="334330" cy="334258"/>
            </a:xfrm>
            <a:custGeom>
              <a:avLst/>
              <a:pathLst>
                <a:path w="334330" h="334258">
                  <a:moveTo>
                    <a:pt x="106581" y="11304"/>
                  </a:moveTo>
                  <a:lnTo>
                    <a:pt x="101683" y="13299"/>
                  </a:lnTo>
                  <a:lnTo>
                    <a:pt x="96849" y="15447"/>
                  </a:lnTo>
                  <a:lnTo>
                    <a:pt x="92087" y="17748"/>
                  </a:lnTo>
                  <a:lnTo>
                    <a:pt x="87399" y="20198"/>
                  </a:lnTo>
                  <a:lnTo>
                    <a:pt x="82791" y="22795"/>
                  </a:lnTo>
                  <a:lnTo>
                    <a:pt x="78268" y="25537"/>
                  </a:lnTo>
                  <a:lnTo>
                    <a:pt x="73834" y="28420"/>
                  </a:lnTo>
                  <a:lnTo>
                    <a:pt x="69493" y="31442"/>
                  </a:lnTo>
                  <a:lnTo>
                    <a:pt x="65250" y="34600"/>
                  </a:lnTo>
                  <a:lnTo>
                    <a:pt x="61108" y="37891"/>
                  </a:lnTo>
                  <a:lnTo>
                    <a:pt x="57074" y="41311"/>
                  </a:lnTo>
                  <a:lnTo>
                    <a:pt x="53149" y="44857"/>
                  </a:lnTo>
                  <a:lnTo>
                    <a:pt x="49338" y="48525"/>
                  </a:lnTo>
                  <a:lnTo>
                    <a:pt x="45646" y="52312"/>
                  </a:lnTo>
                  <a:lnTo>
                    <a:pt x="42075" y="56214"/>
                  </a:lnTo>
                  <a:lnTo>
                    <a:pt x="38629" y="60227"/>
                  </a:lnTo>
                  <a:lnTo>
                    <a:pt x="35312" y="64347"/>
                  </a:lnTo>
                  <a:lnTo>
                    <a:pt x="32127" y="68570"/>
                  </a:lnTo>
                  <a:lnTo>
                    <a:pt x="29078" y="72892"/>
                  </a:lnTo>
                  <a:lnTo>
                    <a:pt x="26166" y="77308"/>
                  </a:lnTo>
                  <a:lnTo>
                    <a:pt x="23396" y="81814"/>
                  </a:lnTo>
                  <a:lnTo>
                    <a:pt x="20769" y="86405"/>
                  </a:lnTo>
                  <a:lnTo>
                    <a:pt x="18289" y="91077"/>
                  </a:lnTo>
                  <a:lnTo>
                    <a:pt x="15958" y="95825"/>
                  </a:lnTo>
                  <a:lnTo>
                    <a:pt x="13779" y="100644"/>
                  </a:lnTo>
                  <a:lnTo>
                    <a:pt x="11753" y="105530"/>
                  </a:lnTo>
                  <a:lnTo>
                    <a:pt x="9883" y="110478"/>
                  </a:lnTo>
                  <a:lnTo>
                    <a:pt x="8170" y="115482"/>
                  </a:lnTo>
                  <a:lnTo>
                    <a:pt x="6616" y="120538"/>
                  </a:lnTo>
                  <a:lnTo>
                    <a:pt x="5223" y="125641"/>
                  </a:lnTo>
                  <a:lnTo>
                    <a:pt x="3993" y="130785"/>
                  </a:lnTo>
                  <a:lnTo>
                    <a:pt x="2925" y="135965"/>
                  </a:lnTo>
                  <a:lnTo>
                    <a:pt x="2022" y="141177"/>
                  </a:lnTo>
                  <a:lnTo>
                    <a:pt x="1285" y="146415"/>
                  </a:lnTo>
                  <a:lnTo>
                    <a:pt x="713" y="151673"/>
                  </a:lnTo>
                  <a:lnTo>
                    <a:pt x="308" y="156947"/>
                  </a:lnTo>
                  <a:lnTo>
                    <a:pt x="70" y="162231"/>
                  </a:lnTo>
                  <a:lnTo>
                    <a:pt x="0" y="167520"/>
                  </a:lnTo>
                  <a:lnTo>
                    <a:pt x="96" y="172808"/>
                  </a:lnTo>
                  <a:lnTo>
                    <a:pt x="360" y="178091"/>
                  </a:lnTo>
                  <a:lnTo>
                    <a:pt x="791" y="183363"/>
                  </a:lnTo>
                  <a:lnTo>
                    <a:pt x="1389" y="188618"/>
                  </a:lnTo>
                  <a:lnTo>
                    <a:pt x="2152" y="193852"/>
                  </a:lnTo>
                  <a:lnTo>
                    <a:pt x="3081" y="199059"/>
                  </a:lnTo>
                  <a:lnTo>
                    <a:pt x="4174" y="204234"/>
                  </a:lnTo>
                  <a:lnTo>
                    <a:pt x="5430" y="209372"/>
                  </a:lnTo>
                  <a:lnTo>
                    <a:pt x="6848" y="214468"/>
                  </a:lnTo>
                  <a:lnTo>
                    <a:pt x="8427" y="219516"/>
                  </a:lnTo>
                  <a:lnTo>
                    <a:pt x="10165" y="224512"/>
                  </a:lnTo>
                  <a:lnTo>
                    <a:pt x="12059" y="229450"/>
                  </a:lnTo>
                  <a:lnTo>
                    <a:pt x="14109" y="234326"/>
                  </a:lnTo>
                  <a:lnTo>
                    <a:pt x="16313" y="239135"/>
                  </a:lnTo>
                  <a:lnTo>
                    <a:pt x="18667" y="243871"/>
                  </a:lnTo>
                  <a:lnTo>
                    <a:pt x="21170" y="248531"/>
                  </a:lnTo>
                  <a:lnTo>
                    <a:pt x="23819" y="253109"/>
                  </a:lnTo>
                  <a:lnTo>
                    <a:pt x="26611" y="257601"/>
                  </a:lnTo>
                  <a:lnTo>
                    <a:pt x="29545" y="262002"/>
                  </a:lnTo>
                  <a:lnTo>
                    <a:pt x="32616" y="266309"/>
                  </a:lnTo>
                  <a:lnTo>
                    <a:pt x="35822" y="270516"/>
                  </a:lnTo>
                  <a:lnTo>
                    <a:pt x="39159" y="274620"/>
                  </a:lnTo>
                  <a:lnTo>
                    <a:pt x="42624" y="278615"/>
                  </a:lnTo>
                  <a:lnTo>
                    <a:pt x="46215" y="282500"/>
                  </a:lnTo>
                  <a:lnTo>
                    <a:pt x="49926" y="286269"/>
                  </a:lnTo>
                  <a:lnTo>
                    <a:pt x="53754" y="289918"/>
                  </a:lnTo>
                  <a:lnTo>
                    <a:pt x="57697" y="293445"/>
                  </a:lnTo>
                  <a:lnTo>
                    <a:pt x="61748" y="296845"/>
                  </a:lnTo>
                  <a:lnTo>
                    <a:pt x="65906" y="300115"/>
                  </a:lnTo>
                  <a:lnTo>
                    <a:pt x="70164" y="303252"/>
                  </a:lnTo>
                  <a:lnTo>
                    <a:pt x="74520" y="306253"/>
                  </a:lnTo>
                  <a:lnTo>
                    <a:pt x="78969" y="309114"/>
                  </a:lnTo>
                  <a:lnTo>
                    <a:pt x="83505" y="311833"/>
                  </a:lnTo>
                  <a:lnTo>
                    <a:pt x="88126" y="314407"/>
                  </a:lnTo>
                  <a:lnTo>
                    <a:pt x="92826" y="316834"/>
                  </a:lnTo>
                  <a:lnTo>
                    <a:pt x="97600" y="319111"/>
                  </a:lnTo>
                  <a:lnTo>
                    <a:pt x="102444" y="321236"/>
                  </a:lnTo>
                  <a:lnTo>
                    <a:pt x="107352" y="323207"/>
                  </a:lnTo>
                  <a:lnTo>
                    <a:pt x="112321" y="325021"/>
                  </a:lnTo>
                  <a:lnTo>
                    <a:pt x="117344" y="326677"/>
                  </a:lnTo>
                  <a:lnTo>
                    <a:pt x="122417" y="328173"/>
                  </a:lnTo>
                  <a:lnTo>
                    <a:pt x="127535" y="329508"/>
                  </a:lnTo>
                  <a:lnTo>
                    <a:pt x="132693" y="330681"/>
                  </a:lnTo>
                  <a:lnTo>
                    <a:pt x="137885" y="331690"/>
                  </a:lnTo>
                  <a:lnTo>
                    <a:pt x="143107" y="332534"/>
                  </a:lnTo>
                  <a:lnTo>
                    <a:pt x="148352" y="333212"/>
                  </a:lnTo>
                  <a:lnTo>
                    <a:pt x="153617" y="333724"/>
                  </a:lnTo>
                  <a:lnTo>
                    <a:pt x="158895" y="334069"/>
                  </a:lnTo>
                  <a:lnTo>
                    <a:pt x="164181" y="334247"/>
                  </a:lnTo>
                  <a:lnTo>
                    <a:pt x="169471" y="334258"/>
                  </a:lnTo>
                  <a:lnTo>
                    <a:pt x="174758" y="334102"/>
                  </a:lnTo>
                  <a:lnTo>
                    <a:pt x="180037" y="333778"/>
                  </a:lnTo>
                  <a:lnTo>
                    <a:pt x="185304" y="333287"/>
                  </a:lnTo>
                  <a:lnTo>
                    <a:pt x="190552" y="332630"/>
                  </a:lnTo>
                  <a:lnTo>
                    <a:pt x="195777" y="331808"/>
                  </a:lnTo>
                  <a:lnTo>
                    <a:pt x="200973" y="330820"/>
                  </a:lnTo>
                  <a:lnTo>
                    <a:pt x="206136" y="329668"/>
                  </a:lnTo>
                  <a:lnTo>
                    <a:pt x="211259" y="328354"/>
                  </a:lnTo>
                  <a:lnTo>
                    <a:pt x="216338" y="326879"/>
                  </a:lnTo>
                  <a:lnTo>
                    <a:pt x="221368" y="325243"/>
                  </a:lnTo>
                  <a:lnTo>
                    <a:pt x="226344" y="323449"/>
                  </a:lnTo>
                  <a:lnTo>
                    <a:pt x="231261" y="321499"/>
                  </a:lnTo>
                  <a:lnTo>
                    <a:pt x="236113" y="319393"/>
                  </a:lnTo>
                  <a:lnTo>
                    <a:pt x="240897" y="317136"/>
                  </a:lnTo>
                  <a:lnTo>
                    <a:pt x="245606" y="314728"/>
                  </a:lnTo>
                  <a:lnTo>
                    <a:pt x="250237" y="312173"/>
                  </a:lnTo>
                  <a:lnTo>
                    <a:pt x="254785" y="309472"/>
                  </a:lnTo>
                  <a:lnTo>
                    <a:pt x="259245" y="306629"/>
                  </a:lnTo>
                  <a:lnTo>
                    <a:pt x="263613" y="303646"/>
                  </a:lnTo>
                  <a:lnTo>
                    <a:pt x="267885" y="300526"/>
                  </a:lnTo>
                  <a:lnTo>
                    <a:pt x="272055" y="297273"/>
                  </a:lnTo>
                  <a:lnTo>
                    <a:pt x="276121" y="293890"/>
                  </a:lnTo>
                  <a:lnTo>
                    <a:pt x="280077" y="290379"/>
                  </a:lnTo>
                  <a:lnTo>
                    <a:pt x="283921" y="286745"/>
                  </a:lnTo>
                  <a:lnTo>
                    <a:pt x="287647" y="282992"/>
                  </a:lnTo>
                  <a:lnTo>
                    <a:pt x="291253" y="279122"/>
                  </a:lnTo>
                  <a:lnTo>
                    <a:pt x="294735" y="275140"/>
                  </a:lnTo>
                  <a:lnTo>
                    <a:pt x="298089" y="271050"/>
                  </a:lnTo>
                  <a:lnTo>
                    <a:pt x="301312" y="266856"/>
                  </a:lnTo>
                  <a:lnTo>
                    <a:pt x="304400" y="262562"/>
                  </a:lnTo>
                  <a:lnTo>
                    <a:pt x="307352" y="258173"/>
                  </a:lnTo>
                  <a:lnTo>
                    <a:pt x="310162" y="253692"/>
                  </a:lnTo>
                  <a:lnTo>
                    <a:pt x="312830" y="249125"/>
                  </a:lnTo>
                  <a:lnTo>
                    <a:pt x="315352" y="244476"/>
                  </a:lnTo>
                  <a:lnTo>
                    <a:pt x="317726" y="239749"/>
                  </a:lnTo>
                  <a:lnTo>
                    <a:pt x="319948" y="234949"/>
                  </a:lnTo>
                  <a:lnTo>
                    <a:pt x="322018" y="230082"/>
                  </a:lnTo>
                  <a:lnTo>
                    <a:pt x="323933" y="225151"/>
                  </a:lnTo>
                  <a:lnTo>
                    <a:pt x="325691" y="220162"/>
                  </a:lnTo>
                  <a:lnTo>
                    <a:pt x="327290" y="215121"/>
                  </a:lnTo>
                  <a:lnTo>
                    <a:pt x="328729" y="210031"/>
                  </a:lnTo>
                  <a:lnTo>
                    <a:pt x="330006" y="204898"/>
                  </a:lnTo>
                  <a:lnTo>
                    <a:pt x="331120" y="199727"/>
                  </a:lnTo>
                  <a:lnTo>
                    <a:pt x="332070" y="194524"/>
                  </a:lnTo>
                  <a:lnTo>
                    <a:pt x="332855" y="189293"/>
                  </a:lnTo>
                  <a:lnTo>
                    <a:pt x="333474" y="184040"/>
                  </a:lnTo>
                  <a:lnTo>
                    <a:pt x="333926" y="178770"/>
                  </a:lnTo>
                  <a:lnTo>
                    <a:pt x="334212" y="173489"/>
                  </a:lnTo>
                  <a:lnTo>
                    <a:pt x="334330" y="168201"/>
                  </a:lnTo>
                  <a:lnTo>
                    <a:pt x="334281" y="162912"/>
                  </a:lnTo>
                  <a:lnTo>
                    <a:pt x="334065" y="157627"/>
                  </a:lnTo>
                  <a:lnTo>
                    <a:pt x="333681" y="152351"/>
                  </a:lnTo>
                  <a:lnTo>
                    <a:pt x="333131" y="147091"/>
                  </a:lnTo>
                  <a:lnTo>
                    <a:pt x="332415" y="141850"/>
                  </a:lnTo>
                  <a:lnTo>
                    <a:pt x="331533" y="136635"/>
                  </a:lnTo>
                  <a:lnTo>
                    <a:pt x="330487" y="131450"/>
                  </a:lnTo>
                  <a:lnTo>
                    <a:pt x="329277" y="126301"/>
                  </a:lnTo>
                  <a:lnTo>
                    <a:pt x="327905" y="121193"/>
                  </a:lnTo>
                  <a:lnTo>
                    <a:pt x="326372" y="116130"/>
                  </a:lnTo>
                  <a:lnTo>
                    <a:pt x="324679" y="111119"/>
                  </a:lnTo>
                  <a:lnTo>
                    <a:pt x="322829" y="106164"/>
                  </a:lnTo>
                  <a:lnTo>
                    <a:pt x="320823" y="101270"/>
                  </a:lnTo>
                  <a:lnTo>
                    <a:pt x="318664" y="96441"/>
                  </a:lnTo>
                  <a:lnTo>
                    <a:pt x="316352" y="91684"/>
                  </a:lnTo>
                  <a:lnTo>
                    <a:pt x="313891" y="87002"/>
                  </a:lnTo>
                  <a:lnTo>
                    <a:pt x="311284" y="82400"/>
                  </a:lnTo>
                  <a:lnTo>
                    <a:pt x="308532" y="77883"/>
                  </a:lnTo>
                  <a:lnTo>
                    <a:pt x="305638" y="73455"/>
                  </a:lnTo>
                  <a:lnTo>
                    <a:pt x="302606" y="69121"/>
                  </a:lnTo>
                  <a:lnTo>
                    <a:pt x="299438" y="64886"/>
                  </a:lnTo>
                  <a:lnTo>
                    <a:pt x="296138" y="60752"/>
                  </a:lnTo>
                  <a:lnTo>
                    <a:pt x="292709" y="56725"/>
                  </a:lnTo>
                  <a:lnTo>
                    <a:pt x="289154" y="52809"/>
                  </a:lnTo>
                  <a:lnTo>
                    <a:pt x="285477" y="49006"/>
                  </a:lnTo>
                  <a:lnTo>
                    <a:pt x="281681" y="45323"/>
                  </a:lnTo>
                  <a:lnTo>
                    <a:pt x="277771" y="41761"/>
                  </a:lnTo>
                  <a:lnTo>
                    <a:pt x="273750" y="38324"/>
                  </a:lnTo>
                  <a:lnTo>
                    <a:pt x="269622" y="35017"/>
                  </a:lnTo>
                  <a:lnTo>
                    <a:pt x="265392" y="31841"/>
                  </a:lnTo>
                  <a:lnTo>
                    <a:pt x="261064" y="28802"/>
                  </a:lnTo>
                  <a:lnTo>
                    <a:pt x="256641" y="25900"/>
                  </a:lnTo>
                  <a:lnTo>
                    <a:pt x="252129" y="23140"/>
                  </a:lnTo>
                  <a:lnTo>
                    <a:pt x="247532" y="20524"/>
                  </a:lnTo>
                  <a:lnTo>
                    <a:pt x="242854" y="18055"/>
                  </a:lnTo>
                  <a:lnTo>
                    <a:pt x="238101" y="15735"/>
                  </a:lnTo>
                  <a:lnTo>
                    <a:pt x="233276" y="13567"/>
                  </a:lnTo>
                  <a:lnTo>
                    <a:pt x="228386" y="11552"/>
                  </a:lnTo>
                  <a:lnTo>
                    <a:pt x="223434" y="9693"/>
                  </a:lnTo>
                  <a:lnTo>
                    <a:pt x="218426" y="7992"/>
                  </a:lnTo>
                  <a:lnTo>
                    <a:pt x="213366" y="6450"/>
                  </a:lnTo>
                  <a:lnTo>
                    <a:pt x="208260" y="5069"/>
                  </a:lnTo>
                  <a:lnTo>
                    <a:pt x="203113" y="3850"/>
                  </a:lnTo>
                  <a:lnTo>
                    <a:pt x="197930" y="2794"/>
                  </a:lnTo>
                  <a:lnTo>
                    <a:pt x="192717" y="1903"/>
                  </a:lnTo>
                  <a:lnTo>
                    <a:pt x="187477" y="1178"/>
                  </a:lnTo>
                  <a:lnTo>
                    <a:pt x="182218" y="618"/>
                  </a:lnTo>
                  <a:lnTo>
                    <a:pt x="176943" y="225"/>
                  </a:lnTo>
                  <a:lnTo>
                    <a:pt x="171658" y="0"/>
                  </a:lnTo>
                  <a:lnTo>
                    <a:pt x="167166" y="16710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83779" y="3170392"/>
              <a:ext cx="4491" cy="167167"/>
            </a:xfrm>
            <a:custGeom>
              <a:avLst/>
              <a:pathLst>
                <a:path w="4491" h="167167">
                  <a:moveTo>
                    <a:pt x="4491" y="6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54349" y="2633064"/>
              <a:ext cx="164662" cy="167167"/>
            </a:xfrm>
            <a:custGeom>
              <a:avLst/>
              <a:pathLst>
                <a:path w="164662" h="167167">
                  <a:moveTo>
                    <a:pt x="164662" y="0"/>
                  </a:moveTo>
                  <a:lnTo>
                    <a:pt x="159230" y="88"/>
                  </a:lnTo>
                  <a:lnTo>
                    <a:pt x="153804" y="352"/>
                  </a:lnTo>
                  <a:lnTo>
                    <a:pt x="148389" y="793"/>
                  </a:lnTo>
                  <a:lnTo>
                    <a:pt x="142992" y="1410"/>
                  </a:lnTo>
                  <a:lnTo>
                    <a:pt x="137617" y="2202"/>
                  </a:lnTo>
                  <a:lnTo>
                    <a:pt x="132271" y="3168"/>
                  </a:lnTo>
                  <a:lnTo>
                    <a:pt x="126960" y="4307"/>
                  </a:lnTo>
                  <a:lnTo>
                    <a:pt x="121688" y="5618"/>
                  </a:lnTo>
                  <a:lnTo>
                    <a:pt x="116461" y="7099"/>
                  </a:lnTo>
                  <a:lnTo>
                    <a:pt x="111285" y="8750"/>
                  </a:lnTo>
                  <a:lnTo>
                    <a:pt x="106166" y="10568"/>
                  </a:lnTo>
                  <a:lnTo>
                    <a:pt x="101109" y="12552"/>
                  </a:lnTo>
                  <a:lnTo>
                    <a:pt x="96118" y="14698"/>
                  </a:lnTo>
                  <a:lnTo>
                    <a:pt x="91200" y="17006"/>
                  </a:lnTo>
                  <a:lnTo>
                    <a:pt x="86360" y="19472"/>
                  </a:lnTo>
                  <a:lnTo>
                    <a:pt x="81602" y="22095"/>
                  </a:lnTo>
                  <a:lnTo>
                    <a:pt x="76932" y="24870"/>
                  </a:lnTo>
                  <a:lnTo>
                    <a:pt x="72355" y="27796"/>
                  </a:lnTo>
                  <a:lnTo>
                    <a:pt x="67875" y="30869"/>
                  </a:lnTo>
                  <a:lnTo>
                    <a:pt x="63497" y="34086"/>
                  </a:lnTo>
                  <a:lnTo>
                    <a:pt x="59226" y="37443"/>
                  </a:lnTo>
                  <a:lnTo>
                    <a:pt x="55067" y="40938"/>
                  </a:lnTo>
                  <a:lnTo>
                    <a:pt x="51023" y="44565"/>
                  </a:lnTo>
                  <a:lnTo>
                    <a:pt x="47099" y="48323"/>
                  </a:lnTo>
                  <a:lnTo>
                    <a:pt x="43300" y="52205"/>
                  </a:lnTo>
                  <a:lnTo>
                    <a:pt x="39628" y="56209"/>
                  </a:lnTo>
                  <a:lnTo>
                    <a:pt x="36089" y="60331"/>
                  </a:lnTo>
                  <a:lnTo>
                    <a:pt x="32685" y="64565"/>
                  </a:lnTo>
                  <a:lnTo>
                    <a:pt x="29421" y="68908"/>
                  </a:lnTo>
                  <a:lnTo>
                    <a:pt x="26300" y="73354"/>
                  </a:lnTo>
                  <a:lnTo>
                    <a:pt x="23325" y="77899"/>
                  </a:lnTo>
                  <a:lnTo>
                    <a:pt x="20499" y="82539"/>
                  </a:lnTo>
                  <a:lnTo>
                    <a:pt x="17825" y="87268"/>
                  </a:lnTo>
                  <a:lnTo>
                    <a:pt x="15306" y="92081"/>
                  </a:lnTo>
                  <a:lnTo>
                    <a:pt x="12945" y="96974"/>
                  </a:lnTo>
                  <a:lnTo>
                    <a:pt x="10745" y="101941"/>
                  </a:lnTo>
                  <a:lnTo>
                    <a:pt x="8706" y="106977"/>
                  </a:lnTo>
                  <a:lnTo>
                    <a:pt x="6833" y="112076"/>
                  </a:lnTo>
                  <a:lnTo>
                    <a:pt x="5126" y="117233"/>
                  </a:lnTo>
                  <a:lnTo>
                    <a:pt x="3588" y="122444"/>
                  </a:lnTo>
                  <a:lnTo>
                    <a:pt x="2220" y="127701"/>
                  </a:lnTo>
                  <a:lnTo>
                    <a:pt x="1023" y="133000"/>
                  </a:lnTo>
                  <a:lnTo>
                    <a:pt x="0" y="138335"/>
                  </a:lnTo>
                  <a:lnTo>
                    <a:pt x="164662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54349" y="2771400"/>
              <a:ext cx="164662" cy="28831"/>
            </a:xfrm>
            <a:custGeom>
              <a:avLst/>
              <a:pathLst>
                <a:path w="164662" h="28831">
                  <a:moveTo>
                    <a:pt x="0" y="0"/>
                  </a:moveTo>
                  <a:lnTo>
                    <a:pt x="164662" y="2883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54349" y="2771400"/>
              <a:ext cx="164662" cy="28831"/>
            </a:xfrm>
            <a:custGeom>
              <a:avLst/>
              <a:pathLst>
                <a:path w="164662" h="28831">
                  <a:moveTo>
                    <a:pt x="0" y="0"/>
                  </a:moveTo>
                  <a:lnTo>
                    <a:pt x="164662" y="2883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54349" y="2771400"/>
              <a:ext cx="164662" cy="28831"/>
            </a:xfrm>
            <a:custGeom>
              <a:avLst/>
              <a:pathLst>
                <a:path w="164662" h="28831">
                  <a:moveTo>
                    <a:pt x="0" y="0"/>
                  </a:moveTo>
                  <a:lnTo>
                    <a:pt x="164662" y="2883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54349" y="2771400"/>
              <a:ext cx="164662" cy="28831"/>
            </a:xfrm>
            <a:custGeom>
              <a:avLst/>
              <a:pathLst>
                <a:path w="164662" h="28831">
                  <a:moveTo>
                    <a:pt x="0" y="0"/>
                  </a:moveTo>
                  <a:lnTo>
                    <a:pt x="164662" y="2883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54349" y="2771400"/>
              <a:ext cx="164662" cy="28831"/>
            </a:xfrm>
            <a:custGeom>
              <a:avLst/>
              <a:pathLst>
                <a:path w="164662" h="28831">
                  <a:moveTo>
                    <a:pt x="0" y="0"/>
                  </a:moveTo>
                  <a:lnTo>
                    <a:pt x="164662" y="2883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54349" y="2771400"/>
              <a:ext cx="164662" cy="28831"/>
            </a:xfrm>
            <a:custGeom>
              <a:avLst/>
              <a:pathLst>
                <a:path w="164662" h="28831">
                  <a:moveTo>
                    <a:pt x="0" y="0"/>
                  </a:moveTo>
                  <a:lnTo>
                    <a:pt x="164662" y="2883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54349" y="2771400"/>
              <a:ext cx="164662" cy="28831"/>
            </a:xfrm>
            <a:custGeom>
              <a:avLst/>
              <a:pathLst>
                <a:path w="164662" h="28831">
                  <a:moveTo>
                    <a:pt x="0" y="0"/>
                  </a:moveTo>
                  <a:lnTo>
                    <a:pt x="164662" y="2883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54349" y="2771400"/>
              <a:ext cx="164662" cy="28831"/>
            </a:xfrm>
            <a:custGeom>
              <a:avLst/>
              <a:pathLst>
                <a:path w="164662" h="28831">
                  <a:moveTo>
                    <a:pt x="0" y="0"/>
                  </a:moveTo>
                  <a:lnTo>
                    <a:pt x="164662" y="2883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54349" y="2771400"/>
              <a:ext cx="164662" cy="28831"/>
            </a:xfrm>
            <a:custGeom>
              <a:avLst/>
              <a:pathLst>
                <a:path w="164662" h="28831">
                  <a:moveTo>
                    <a:pt x="0" y="0"/>
                  </a:moveTo>
                  <a:lnTo>
                    <a:pt x="164662" y="2883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54349" y="2771400"/>
              <a:ext cx="164662" cy="28831"/>
            </a:xfrm>
            <a:custGeom>
              <a:avLst/>
              <a:pathLst>
                <a:path w="164662" h="28831">
                  <a:moveTo>
                    <a:pt x="0" y="0"/>
                  </a:moveTo>
                  <a:lnTo>
                    <a:pt x="164662" y="2883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54349" y="2771400"/>
              <a:ext cx="164662" cy="28831"/>
            </a:xfrm>
            <a:custGeom>
              <a:avLst/>
              <a:pathLst>
                <a:path w="164662" h="28831">
                  <a:moveTo>
                    <a:pt x="0" y="0"/>
                  </a:moveTo>
                  <a:lnTo>
                    <a:pt x="164662" y="288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54349" y="2771400"/>
              <a:ext cx="164662" cy="28831"/>
            </a:xfrm>
            <a:custGeom>
              <a:avLst/>
              <a:pathLst>
                <a:path w="164662" h="28831">
                  <a:moveTo>
                    <a:pt x="0" y="0"/>
                  </a:moveTo>
                  <a:lnTo>
                    <a:pt x="164662" y="288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54349" y="2771400"/>
              <a:ext cx="164662" cy="28831"/>
            </a:xfrm>
            <a:custGeom>
              <a:avLst/>
              <a:pathLst>
                <a:path w="164662" h="28831">
                  <a:moveTo>
                    <a:pt x="0" y="0"/>
                  </a:moveTo>
                  <a:lnTo>
                    <a:pt x="164662" y="288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54349" y="2771400"/>
              <a:ext cx="164662" cy="28831"/>
            </a:xfrm>
            <a:custGeom>
              <a:avLst/>
              <a:pathLst>
                <a:path w="164662" h="28831">
                  <a:moveTo>
                    <a:pt x="0" y="0"/>
                  </a:moveTo>
                  <a:lnTo>
                    <a:pt x="164662" y="288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54349" y="2771400"/>
              <a:ext cx="164662" cy="28831"/>
            </a:xfrm>
            <a:custGeom>
              <a:avLst/>
              <a:pathLst>
                <a:path w="164662" h="28831">
                  <a:moveTo>
                    <a:pt x="0" y="0"/>
                  </a:moveTo>
                  <a:lnTo>
                    <a:pt x="164662" y="2883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54349" y="2771400"/>
              <a:ext cx="164662" cy="28831"/>
            </a:xfrm>
            <a:custGeom>
              <a:avLst/>
              <a:pathLst>
                <a:path w="164662" h="28831">
                  <a:moveTo>
                    <a:pt x="0" y="0"/>
                  </a:moveTo>
                  <a:lnTo>
                    <a:pt x="164662" y="2883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54349" y="2771400"/>
              <a:ext cx="164662" cy="28831"/>
            </a:xfrm>
            <a:custGeom>
              <a:avLst/>
              <a:pathLst>
                <a:path w="164662" h="28831">
                  <a:moveTo>
                    <a:pt x="0" y="0"/>
                  </a:moveTo>
                  <a:lnTo>
                    <a:pt x="164662" y="2883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54349" y="2771400"/>
              <a:ext cx="164662" cy="28831"/>
            </a:xfrm>
            <a:custGeom>
              <a:avLst/>
              <a:pathLst>
                <a:path w="164662" h="28831">
                  <a:moveTo>
                    <a:pt x="0" y="0"/>
                  </a:moveTo>
                  <a:lnTo>
                    <a:pt x="164662" y="2883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54349" y="2771400"/>
              <a:ext cx="164662" cy="28831"/>
            </a:xfrm>
            <a:custGeom>
              <a:avLst/>
              <a:pathLst>
                <a:path w="164662" h="28831">
                  <a:moveTo>
                    <a:pt x="0" y="0"/>
                  </a:moveTo>
                  <a:lnTo>
                    <a:pt x="164662" y="288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4349" y="2771400"/>
              <a:ext cx="164662" cy="28831"/>
            </a:xfrm>
            <a:custGeom>
              <a:avLst/>
              <a:pathLst>
                <a:path w="164662" h="28831">
                  <a:moveTo>
                    <a:pt x="0" y="0"/>
                  </a:moveTo>
                  <a:lnTo>
                    <a:pt x="164662" y="288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4349" y="2771400"/>
              <a:ext cx="164662" cy="28831"/>
            </a:xfrm>
            <a:custGeom>
              <a:avLst/>
              <a:pathLst>
                <a:path w="164662" h="28831">
                  <a:moveTo>
                    <a:pt x="0" y="0"/>
                  </a:moveTo>
                  <a:lnTo>
                    <a:pt x="164662" y="288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4349" y="2771400"/>
              <a:ext cx="164662" cy="28831"/>
            </a:xfrm>
            <a:custGeom>
              <a:avLst/>
              <a:pathLst>
                <a:path w="164662" h="28831">
                  <a:moveTo>
                    <a:pt x="0" y="0"/>
                  </a:moveTo>
                  <a:lnTo>
                    <a:pt x="164662" y="288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4349" y="2771400"/>
              <a:ext cx="164662" cy="28831"/>
            </a:xfrm>
            <a:custGeom>
              <a:avLst/>
              <a:pathLst>
                <a:path w="164662" h="28831">
                  <a:moveTo>
                    <a:pt x="0" y="0"/>
                  </a:moveTo>
                  <a:lnTo>
                    <a:pt x="164662" y="2883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4349" y="2771400"/>
              <a:ext cx="164662" cy="28831"/>
            </a:xfrm>
            <a:custGeom>
              <a:avLst/>
              <a:pathLst>
                <a:path w="164662" h="28831">
                  <a:moveTo>
                    <a:pt x="0" y="0"/>
                  </a:moveTo>
                  <a:lnTo>
                    <a:pt x="164662" y="2883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1859" y="2717557"/>
              <a:ext cx="334315" cy="249829"/>
            </a:xfrm>
            <a:custGeom>
              <a:avLst/>
              <a:pathLst>
                <a:path w="334315" h="249829">
                  <a:moveTo>
                    <a:pt x="2489" y="53842"/>
                  </a:moveTo>
                  <a:lnTo>
                    <a:pt x="1652" y="59114"/>
                  </a:lnTo>
                  <a:lnTo>
                    <a:pt x="984" y="64411"/>
                  </a:lnTo>
                  <a:lnTo>
                    <a:pt x="486" y="69726"/>
                  </a:lnTo>
                  <a:lnTo>
                    <a:pt x="158" y="75054"/>
                  </a:lnTo>
                  <a:lnTo>
                    <a:pt x="0" y="80390"/>
                  </a:lnTo>
                  <a:lnTo>
                    <a:pt x="12" y="85728"/>
                  </a:lnTo>
                  <a:lnTo>
                    <a:pt x="195" y="91064"/>
                  </a:lnTo>
                  <a:lnTo>
                    <a:pt x="548" y="96390"/>
                  </a:lnTo>
                  <a:lnTo>
                    <a:pt x="1071" y="101703"/>
                  </a:lnTo>
                  <a:lnTo>
                    <a:pt x="1763" y="106996"/>
                  </a:lnTo>
                  <a:lnTo>
                    <a:pt x="2624" y="112265"/>
                  </a:lnTo>
                  <a:lnTo>
                    <a:pt x="3652" y="117503"/>
                  </a:lnTo>
                  <a:lnTo>
                    <a:pt x="4848" y="122706"/>
                  </a:lnTo>
                  <a:lnTo>
                    <a:pt x="6209" y="127868"/>
                  </a:lnTo>
                  <a:lnTo>
                    <a:pt x="7734" y="132984"/>
                  </a:lnTo>
                  <a:lnTo>
                    <a:pt x="9422" y="138048"/>
                  </a:lnTo>
                  <a:lnTo>
                    <a:pt x="11270" y="143056"/>
                  </a:lnTo>
                  <a:lnTo>
                    <a:pt x="13278" y="148003"/>
                  </a:lnTo>
                  <a:lnTo>
                    <a:pt x="15442" y="152883"/>
                  </a:lnTo>
                  <a:lnTo>
                    <a:pt x="17761" y="157691"/>
                  </a:lnTo>
                  <a:lnTo>
                    <a:pt x="20233" y="162423"/>
                  </a:lnTo>
                  <a:lnTo>
                    <a:pt x="22854" y="167073"/>
                  </a:lnTo>
                  <a:lnTo>
                    <a:pt x="25623" y="171638"/>
                  </a:lnTo>
                  <a:lnTo>
                    <a:pt x="28535" y="176111"/>
                  </a:lnTo>
                  <a:lnTo>
                    <a:pt x="31589" y="180490"/>
                  </a:lnTo>
                  <a:lnTo>
                    <a:pt x="34782" y="184768"/>
                  </a:lnTo>
                  <a:lnTo>
                    <a:pt x="38109" y="188943"/>
                  </a:lnTo>
                  <a:lnTo>
                    <a:pt x="41568" y="193009"/>
                  </a:lnTo>
                  <a:lnTo>
                    <a:pt x="45155" y="196962"/>
                  </a:lnTo>
                  <a:lnTo>
                    <a:pt x="48867" y="200800"/>
                  </a:lnTo>
                  <a:lnTo>
                    <a:pt x="52699" y="204516"/>
                  </a:lnTo>
                  <a:lnTo>
                    <a:pt x="56648" y="208109"/>
                  </a:lnTo>
                  <a:lnTo>
                    <a:pt x="60709" y="211573"/>
                  </a:lnTo>
                  <a:lnTo>
                    <a:pt x="64879" y="214906"/>
                  </a:lnTo>
                  <a:lnTo>
                    <a:pt x="69153" y="218104"/>
                  </a:lnTo>
                  <a:lnTo>
                    <a:pt x="73528" y="221164"/>
                  </a:lnTo>
                  <a:lnTo>
                    <a:pt x="77997" y="224083"/>
                  </a:lnTo>
                  <a:lnTo>
                    <a:pt x="82558" y="226857"/>
                  </a:lnTo>
                  <a:lnTo>
                    <a:pt x="87205" y="229485"/>
                  </a:lnTo>
                  <a:lnTo>
                    <a:pt x="91933" y="231963"/>
                  </a:lnTo>
                  <a:lnTo>
                    <a:pt x="96739" y="234288"/>
                  </a:lnTo>
                  <a:lnTo>
                    <a:pt x="101616" y="236459"/>
                  </a:lnTo>
                  <a:lnTo>
                    <a:pt x="106559" y="238474"/>
                  </a:lnTo>
                  <a:lnTo>
                    <a:pt x="111565" y="240329"/>
                  </a:lnTo>
                  <a:lnTo>
                    <a:pt x="116627" y="242023"/>
                  </a:lnTo>
                  <a:lnTo>
                    <a:pt x="121741" y="243555"/>
                  </a:lnTo>
                  <a:lnTo>
                    <a:pt x="126901" y="244923"/>
                  </a:lnTo>
                  <a:lnTo>
                    <a:pt x="132102" y="246126"/>
                  </a:lnTo>
                  <a:lnTo>
                    <a:pt x="137339" y="247161"/>
                  </a:lnTo>
                  <a:lnTo>
                    <a:pt x="142607" y="248029"/>
                  </a:lnTo>
                  <a:lnTo>
                    <a:pt x="147899" y="248729"/>
                  </a:lnTo>
                  <a:lnTo>
                    <a:pt x="153211" y="249259"/>
                  </a:lnTo>
                  <a:lnTo>
                    <a:pt x="158537" y="249619"/>
                  </a:lnTo>
                  <a:lnTo>
                    <a:pt x="163872" y="249809"/>
                  </a:lnTo>
                  <a:lnTo>
                    <a:pt x="169210" y="249829"/>
                  </a:lnTo>
                  <a:lnTo>
                    <a:pt x="174547" y="249678"/>
                  </a:lnTo>
                  <a:lnTo>
                    <a:pt x="179875" y="249356"/>
                  </a:lnTo>
                  <a:lnTo>
                    <a:pt x="185191" y="248865"/>
                  </a:lnTo>
                  <a:lnTo>
                    <a:pt x="190488" y="248204"/>
                  </a:lnTo>
                  <a:lnTo>
                    <a:pt x="195762" y="247375"/>
                  </a:lnTo>
                  <a:lnTo>
                    <a:pt x="201006" y="246377"/>
                  </a:lnTo>
                  <a:lnTo>
                    <a:pt x="206216" y="245213"/>
                  </a:lnTo>
                  <a:lnTo>
                    <a:pt x="211386" y="243883"/>
                  </a:lnTo>
                  <a:lnTo>
                    <a:pt x="216511" y="242388"/>
                  </a:lnTo>
                  <a:lnTo>
                    <a:pt x="221585" y="240730"/>
                  </a:lnTo>
                  <a:lnTo>
                    <a:pt x="226604" y="238912"/>
                  </a:lnTo>
                  <a:lnTo>
                    <a:pt x="231563" y="236934"/>
                  </a:lnTo>
                  <a:lnTo>
                    <a:pt x="236455" y="234798"/>
                  </a:lnTo>
                  <a:lnTo>
                    <a:pt x="241277" y="232508"/>
                  </a:lnTo>
                  <a:lnTo>
                    <a:pt x="246024" y="230065"/>
                  </a:lnTo>
                  <a:lnTo>
                    <a:pt x="250690" y="227471"/>
                  </a:lnTo>
                  <a:lnTo>
                    <a:pt x="255270" y="224730"/>
                  </a:lnTo>
                  <a:lnTo>
                    <a:pt x="259761" y="221844"/>
                  </a:lnTo>
                  <a:lnTo>
                    <a:pt x="264158" y="218816"/>
                  </a:lnTo>
                  <a:lnTo>
                    <a:pt x="268455" y="215649"/>
                  </a:lnTo>
                  <a:lnTo>
                    <a:pt x="272650" y="212347"/>
                  </a:lnTo>
                  <a:lnTo>
                    <a:pt x="276736" y="208912"/>
                  </a:lnTo>
                  <a:lnTo>
                    <a:pt x="280711" y="205349"/>
                  </a:lnTo>
                  <a:lnTo>
                    <a:pt x="284570" y="201660"/>
                  </a:lnTo>
                  <a:lnTo>
                    <a:pt x="288310" y="197850"/>
                  </a:lnTo>
                  <a:lnTo>
                    <a:pt x="291926" y="193923"/>
                  </a:lnTo>
                  <a:lnTo>
                    <a:pt x="295414" y="189882"/>
                  </a:lnTo>
                  <a:lnTo>
                    <a:pt x="298772" y="185732"/>
                  </a:lnTo>
                  <a:lnTo>
                    <a:pt x="301995" y="181477"/>
                  </a:lnTo>
                  <a:lnTo>
                    <a:pt x="305081" y="177121"/>
                  </a:lnTo>
                  <a:lnTo>
                    <a:pt x="308027" y="172668"/>
                  </a:lnTo>
                  <a:lnTo>
                    <a:pt x="310829" y="168124"/>
                  </a:lnTo>
                  <a:lnTo>
                    <a:pt x="313484" y="163493"/>
                  </a:lnTo>
                  <a:lnTo>
                    <a:pt x="315990" y="158780"/>
                  </a:lnTo>
                  <a:lnTo>
                    <a:pt x="318344" y="153988"/>
                  </a:lnTo>
                  <a:lnTo>
                    <a:pt x="320544" y="149124"/>
                  </a:lnTo>
                  <a:lnTo>
                    <a:pt x="322587" y="144193"/>
                  </a:lnTo>
                  <a:lnTo>
                    <a:pt x="324472" y="139198"/>
                  </a:lnTo>
                  <a:lnTo>
                    <a:pt x="326197" y="134146"/>
                  </a:lnTo>
                  <a:lnTo>
                    <a:pt x="327759" y="129042"/>
                  </a:lnTo>
                  <a:lnTo>
                    <a:pt x="329158" y="123890"/>
                  </a:lnTo>
                  <a:lnTo>
                    <a:pt x="330392" y="118696"/>
                  </a:lnTo>
                  <a:lnTo>
                    <a:pt x="331459" y="113465"/>
                  </a:lnTo>
                  <a:lnTo>
                    <a:pt x="332358" y="108203"/>
                  </a:lnTo>
                  <a:lnTo>
                    <a:pt x="333089" y="102915"/>
                  </a:lnTo>
                  <a:lnTo>
                    <a:pt x="333651" y="97606"/>
                  </a:lnTo>
                  <a:lnTo>
                    <a:pt x="334042" y="92282"/>
                  </a:lnTo>
                  <a:lnTo>
                    <a:pt x="334264" y="86949"/>
                  </a:lnTo>
                  <a:lnTo>
                    <a:pt x="334315" y="81611"/>
                  </a:lnTo>
                  <a:lnTo>
                    <a:pt x="334196" y="76274"/>
                  </a:lnTo>
                  <a:lnTo>
                    <a:pt x="333907" y="70943"/>
                  </a:lnTo>
                  <a:lnTo>
                    <a:pt x="333447" y="65625"/>
                  </a:lnTo>
                  <a:lnTo>
                    <a:pt x="332818" y="60323"/>
                  </a:lnTo>
                  <a:lnTo>
                    <a:pt x="332020" y="55045"/>
                  </a:lnTo>
                  <a:lnTo>
                    <a:pt x="331054" y="49795"/>
                  </a:lnTo>
                  <a:lnTo>
                    <a:pt x="329920" y="44578"/>
                  </a:lnTo>
                  <a:lnTo>
                    <a:pt x="328621" y="39400"/>
                  </a:lnTo>
                  <a:lnTo>
                    <a:pt x="327157" y="34267"/>
                  </a:lnTo>
                  <a:lnTo>
                    <a:pt x="325529" y="29182"/>
                  </a:lnTo>
                  <a:lnTo>
                    <a:pt x="323741" y="24153"/>
                  </a:lnTo>
                  <a:lnTo>
                    <a:pt x="321792" y="19183"/>
                  </a:lnTo>
                  <a:lnTo>
                    <a:pt x="319686" y="14277"/>
                  </a:lnTo>
                  <a:lnTo>
                    <a:pt x="317425" y="9442"/>
                  </a:lnTo>
                  <a:lnTo>
                    <a:pt x="315010" y="4681"/>
                  </a:lnTo>
                  <a:lnTo>
                    <a:pt x="312444" y="0"/>
                  </a:lnTo>
                  <a:lnTo>
                    <a:pt x="167151" y="8267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919011" y="2633064"/>
              <a:ext cx="145292" cy="167167"/>
            </a:xfrm>
            <a:custGeom>
              <a:avLst/>
              <a:pathLst>
                <a:path w="145292" h="167167">
                  <a:moveTo>
                    <a:pt x="145292" y="84493"/>
                  </a:moveTo>
                  <a:lnTo>
                    <a:pt x="142492" y="79755"/>
                  </a:lnTo>
                  <a:lnTo>
                    <a:pt x="139538" y="75112"/>
                  </a:lnTo>
                  <a:lnTo>
                    <a:pt x="136432" y="70569"/>
                  </a:lnTo>
                  <a:lnTo>
                    <a:pt x="133179" y="66131"/>
                  </a:lnTo>
                  <a:lnTo>
                    <a:pt x="129781" y="61802"/>
                  </a:lnTo>
                  <a:lnTo>
                    <a:pt x="126243" y="57588"/>
                  </a:lnTo>
                  <a:lnTo>
                    <a:pt x="122567" y="53492"/>
                  </a:lnTo>
                  <a:lnTo>
                    <a:pt x="118759" y="49519"/>
                  </a:lnTo>
                  <a:lnTo>
                    <a:pt x="114823" y="45674"/>
                  </a:lnTo>
                  <a:lnTo>
                    <a:pt x="110761" y="41960"/>
                  </a:lnTo>
                  <a:lnTo>
                    <a:pt x="106580" y="38382"/>
                  </a:lnTo>
                  <a:lnTo>
                    <a:pt x="102284" y="34944"/>
                  </a:lnTo>
                  <a:lnTo>
                    <a:pt x="97876" y="31649"/>
                  </a:lnTo>
                  <a:lnTo>
                    <a:pt x="93362" y="28501"/>
                  </a:lnTo>
                  <a:lnTo>
                    <a:pt x="88748" y="25503"/>
                  </a:lnTo>
                  <a:lnTo>
                    <a:pt x="84037" y="22658"/>
                  </a:lnTo>
                  <a:lnTo>
                    <a:pt x="79235" y="19971"/>
                  </a:lnTo>
                  <a:lnTo>
                    <a:pt x="74347" y="17442"/>
                  </a:lnTo>
                  <a:lnTo>
                    <a:pt x="69378" y="15076"/>
                  </a:lnTo>
                  <a:lnTo>
                    <a:pt x="64335" y="12875"/>
                  </a:lnTo>
                  <a:lnTo>
                    <a:pt x="59221" y="10841"/>
                  </a:lnTo>
                  <a:lnTo>
                    <a:pt x="54044" y="8977"/>
                  </a:lnTo>
                  <a:lnTo>
                    <a:pt x="48808" y="7284"/>
                  </a:lnTo>
                  <a:lnTo>
                    <a:pt x="43519" y="5764"/>
                  </a:lnTo>
                  <a:lnTo>
                    <a:pt x="38183" y="4419"/>
                  </a:lnTo>
                  <a:lnTo>
                    <a:pt x="32805" y="3250"/>
                  </a:lnTo>
                  <a:lnTo>
                    <a:pt x="27392" y="2259"/>
                  </a:lnTo>
                  <a:lnTo>
                    <a:pt x="21949" y="1447"/>
                  </a:lnTo>
                  <a:lnTo>
                    <a:pt x="16483" y="814"/>
                  </a:lnTo>
                  <a:lnTo>
                    <a:pt x="10998" y="362"/>
                  </a:lnTo>
                  <a:lnTo>
                    <a:pt x="5502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656346" y="2126963"/>
              <a:ext cx="72126" cy="167167"/>
            </a:xfrm>
            <a:custGeom>
              <a:avLst/>
              <a:pathLst>
                <a:path w="72126" h="167167">
                  <a:moveTo>
                    <a:pt x="72126" y="0"/>
                  </a:moveTo>
                  <a:lnTo>
                    <a:pt x="66390" y="98"/>
                  </a:lnTo>
                  <a:lnTo>
                    <a:pt x="60662" y="393"/>
                  </a:lnTo>
                  <a:lnTo>
                    <a:pt x="54946" y="885"/>
                  </a:lnTo>
                  <a:lnTo>
                    <a:pt x="49251" y="1572"/>
                  </a:lnTo>
                  <a:lnTo>
                    <a:pt x="43583" y="2454"/>
                  </a:lnTo>
                  <a:lnTo>
                    <a:pt x="37949" y="3530"/>
                  </a:lnTo>
                  <a:lnTo>
                    <a:pt x="32355" y="4799"/>
                  </a:lnTo>
                  <a:lnTo>
                    <a:pt x="26808" y="6259"/>
                  </a:lnTo>
                  <a:lnTo>
                    <a:pt x="21314" y="7909"/>
                  </a:lnTo>
                  <a:lnTo>
                    <a:pt x="15879" y="9746"/>
                  </a:lnTo>
                  <a:lnTo>
                    <a:pt x="10511" y="11769"/>
                  </a:lnTo>
                  <a:lnTo>
                    <a:pt x="5216" y="13974"/>
                  </a:lnTo>
                  <a:lnTo>
                    <a:pt x="0" y="16360"/>
                  </a:lnTo>
                  <a:lnTo>
                    <a:pt x="7212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656346" y="2143324"/>
              <a:ext cx="72126" cy="150807"/>
            </a:xfrm>
            <a:custGeom>
              <a:avLst/>
              <a:pathLst>
                <a:path w="72126" h="150807">
                  <a:moveTo>
                    <a:pt x="0" y="0"/>
                  </a:moveTo>
                  <a:lnTo>
                    <a:pt x="72126" y="15080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656346" y="2143324"/>
              <a:ext cx="72126" cy="150807"/>
            </a:xfrm>
            <a:custGeom>
              <a:avLst/>
              <a:pathLst>
                <a:path w="72126" h="150807">
                  <a:moveTo>
                    <a:pt x="0" y="0"/>
                  </a:moveTo>
                  <a:lnTo>
                    <a:pt x="72126" y="15080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656346" y="2143324"/>
              <a:ext cx="72126" cy="150807"/>
            </a:xfrm>
            <a:custGeom>
              <a:avLst/>
              <a:pathLst>
                <a:path w="72126" h="150807">
                  <a:moveTo>
                    <a:pt x="0" y="0"/>
                  </a:moveTo>
                  <a:lnTo>
                    <a:pt x="72126" y="15080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656346" y="2143324"/>
              <a:ext cx="72126" cy="150807"/>
            </a:xfrm>
            <a:custGeom>
              <a:avLst/>
              <a:pathLst>
                <a:path w="72126" h="150807">
                  <a:moveTo>
                    <a:pt x="0" y="0"/>
                  </a:moveTo>
                  <a:lnTo>
                    <a:pt x="72126" y="15080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656346" y="2143324"/>
              <a:ext cx="72126" cy="150807"/>
            </a:xfrm>
            <a:custGeom>
              <a:avLst/>
              <a:pathLst>
                <a:path w="72126" h="150807">
                  <a:moveTo>
                    <a:pt x="0" y="0"/>
                  </a:moveTo>
                  <a:lnTo>
                    <a:pt x="72126" y="15080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656346" y="2143324"/>
              <a:ext cx="72126" cy="150807"/>
            </a:xfrm>
            <a:custGeom>
              <a:avLst/>
              <a:pathLst>
                <a:path w="72126" h="150807">
                  <a:moveTo>
                    <a:pt x="0" y="0"/>
                  </a:moveTo>
                  <a:lnTo>
                    <a:pt x="72126" y="15080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656346" y="2143324"/>
              <a:ext cx="72126" cy="150807"/>
            </a:xfrm>
            <a:custGeom>
              <a:avLst/>
              <a:pathLst>
                <a:path w="72126" h="150807">
                  <a:moveTo>
                    <a:pt x="0" y="0"/>
                  </a:moveTo>
                  <a:lnTo>
                    <a:pt x="72126" y="15080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656346" y="2143324"/>
              <a:ext cx="72126" cy="150807"/>
            </a:xfrm>
            <a:custGeom>
              <a:avLst/>
              <a:pathLst>
                <a:path w="72126" h="150807">
                  <a:moveTo>
                    <a:pt x="0" y="0"/>
                  </a:moveTo>
                  <a:lnTo>
                    <a:pt x="72126" y="15080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656346" y="2143324"/>
              <a:ext cx="72126" cy="150807"/>
            </a:xfrm>
            <a:custGeom>
              <a:avLst/>
              <a:pathLst>
                <a:path w="72126" h="150807">
                  <a:moveTo>
                    <a:pt x="0" y="0"/>
                  </a:moveTo>
                  <a:lnTo>
                    <a:pt x="72126" y="15080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656346" y="2143324"/>
              <a:ext cx="72126" cy="150807"/>
            </a:xfrm>
            <a:custGeom>
              <a:avLst/>
              <a:pathLst>
                <a:path w="72126" h="150807">
                  <a:moveTo>
                    <a:pt x="0" y="0"/>
                  </a:moveTo>
                  <a:lnTo>
                    <a:pt x="72126" y="1508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656346" y="2143324"/>
              <a:ext cx="72126" cy="150807"/>
            </a:xfrm>
            <a:custGeom>
              <a:avLst/>
              <a:pathLst>
                <a:path w="72126" h="150807">
                  <a:moveTo>
                    <a:pt x="0" y="0"/>
                  </a:moveTo>
                  <a:lnTo>
                    <a:pt x="72126" y="1508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656346" y="2143324"/>
              <a:ext cx="72126" cy="150807"/>
            </a:xfrm>
            <a:custGeom>
              <a:avLst/>
              <a:pathLst>
                <a:path w="72126" h="150807">
                  <a:moveTo>
                    <a:pt x="0" y="0"/>
                  </a:moveTo>
                  <a:lnTo>
                    <a:pt x="72126" y="1508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656346" y="2143324"/>
              <a:ext cx="72126" cy="150807"/>
            </a:xfrm>
            <a:custGeom>
              <a:avLst/>
              <a:pathLst>
                <a:path w="72126" h="150807">
                  <a:moveTo>
                    <a:pt x="0" y="0"/>
                  </a:moveTo>
                  <a:lnTo>
                    <a:pt x="72126" y="1508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656346" y="2143324"/>
              <a:ext cx="72126" cy="150807"/>
            </a:xfrm>
            <a:custGeom>
              <a:avLst/>
              <a:pathLst>
                <a:path w="72126" h="150807">
                  <a:moveTo>
                    <a:pt x="0" y="0"/>
                  </a:moveTo>
                  <a:lnTo>
                    <a:pt x="72126" y="15080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56346" y="2143324"/>
              <a:ext cx="72126" cy="150807"/>
            </a:xfrm>
            <a:custGeom>
              <a:avLst/>
              <a:pathLst>
                <a:path w="72126" h="150807">
                  <a:moveTo>
                    <a:pt x="0" y="0"/>
                  </a:moveTo>
                  <a:lnTo>
                    <a:pt x="72126" y="1508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56346" y="2143324"/>
              <a:ext cx="72126" cy="150807"/>
            </a:xfrm>
            <a:custGeom>
              <a:avLst/>
              <a:pathLst>
                <a:path w="72126" h="150807">
                  <a:moveTo>
                    <a:pt x="0" y="0"/>
                  </a:moveTo>
                  <a:lnTo>
                    <a:pt x="72126" y="1508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56346" y="2143324"/>
              <a:ext cx="72126" cy="150807"/>
            </a:xfrm>
            <a:custGeom>
              <a:avLst/>
              <a:pathLst>
                <a:path w="72126" h="150807">
                  <a:moveTo>
                    <a:pt x="0" y="0"/>
                  </a:moveTo>
                  <a:lnTo>
                    <a:pt x="72126" y="15080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56346" y="2143324"/>
              <a:ext cx="72126" cy="150807"/>
            </a:xfrm>
            <a:custGeom>
              <a:avLst/>
              <a:pathLst>
                <a:path w="72126" h="150807">
                  <a:moveTo>
                    <a:pt x="0" y="0"/>
                  </a:moveTo>
                  <a:lnTo>
                    <a:pt x="72126" y="1508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56346" y="2143324"/>
              <a:ext cx="72126" cy="150807"/>
            </a:xfrm>
            <a:custGeom>
              <a:avLst/>
              <a:pathLst>
                <a:path w="72126" h="150807">
                  <a:moveTo>
                    <a:pt x="0" y="0"/>
                  </a:moveTo>
                  <a:lnTo>
                    <a:pt x="72126" y="1508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56346" y="2143324"/>
              <a:ext cx="72126" cy="150807"/>
            </a:xfrm>
            <a:custGeom>
              <a:avLst/>
              <a:pathLst>
                <a:path w="72126" h="150807">
                  <a:moveTo>
                    <a:pt x="0" y="0"/>
                  </a:moveTo>
                  <a:lnTo>
                    <a:pt x="72126" y="1508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56346" y="2143324"/>
              <a:ext cx="72126" cy="150807"/>
            </a:xfrm>
            <a:custGeom>
              <a:avLst/>
              <a:pathLst>
                <a:path w="72126" h="150807">
                  <a:moveTo>
                    <a:pt x="0" y="0"/>
                  </a:moveTo>
                  <a:lnTo>
                    <a:pt x="72126" y="1508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56346" y="2143324"/>
              <a:ext cx="72126" cy="150807"/>
            </a:xfrm>
            <a:custGeom>
              <a:avLst/>
              <a:pathLst>
                <a:path w="72126" h="150807">
                  <a:moveTo>
                    <a:pt x="0" y="0"/>
                  </a:moveTo>
                  <a:lnTo>
                    <a:pt x="72126" y="15080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56346" y="2143324"/>
              <a:ext cx="72126" cy="150807"/>
            </a:xfrm>
            <a:custGeom>
              <a:avLst/>
              <a:pathLst>
                <a:path w="72126" h="150807">
                  <a:moveTo>
                    <a:pt x="0" y="0"/>
                  </a:moveTo>
                  <a:lnTo>
                    <a:pt x="72126" y="15080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561306" y="2143324"/>
              <a:ext cx="213713" cy="317971"/>
            </a:xfrm>
            <a:custGeom>
              <a:avLst/>
              <a:pathLst>
                <a:path w="213713" h="317971">
                  <a:moveTo>
                    <a:pt x="95039" y="0"/>
                  </a:moveTo>
                  <a:lnTo>
                    <a:pt x="90249" y="2386"/>
                  </a:lnTo>
                  <a:lnTo>
                    <a:pt x="85537" y="4924"/>
                  </a:lnTo>
                  <a:lnTo>
                    <a:pt x="80909" y="7612"/>
                  </a:lnTo>
                  <a:lnTo>
                    <a:pt x="76369" y="10447"/>
                  </a:lnTo>
                  <a:lnTo>
                    <a:pt x="71922" y="13425"/>
                  </a:lnTo>
                  <a:lnTo>
                    <a:pt x="67573" y="16545"/>
                  </a:lnTo>
                  <a:lnTo>
                    <a:pt x="63326" y="19802"/>
                  </a:lnTo>
                  <a:lnTo>
                    <a:pt x="59185" y="23193"/>
                  </a:lnTo>
                  <a:lnTo>
                    <a:pt x="55156" y="26715"/>
                  </a:lnTo>
                  <a:lnTo>
                    <a:pt x="51240" y="30364"/>
                  </a:lnTo>
                  <a:lnTo>
                    <a:pt x="47444" y="34137"/>
                  </a:lnTo>
                  <a:lnTo>
                    <a:pt x="43771" y="38029"/>
                  </a:lnTo>
                  <a:lnTo>
                    <a:pt x="40224" y="42037"/>
                  </a:lnTo>
                  <a:lnTo>
                    <a:pt x="36807" y="46157"/>
                  </a:lnTo>
                  <a:lnTo>
                    <a:pt x="33524" y="50384"/>
                  </a:lnTo>
                  <a:lnTo>
                    <a:pt x="30377" y="54713"/>
                  </a:lnTo>
                  <a:lnTo>
                    <a:pt x="27371" y="59141"/>
                  </a:lnTo>
                  <a:lnTo>
                    <a:pt x="24508" y="63664"/>
                  </a:lnTo>
                  <a:lnTo>
                    <a:pt x="21792" y="68275"/>
                  </a:lnTo>
                  <a:lnTo>
                    <a:pt x="19224" y="72971"/>
                  </a:lnTo>
                  <a:lnTo>
                    <a:pt x="16808" y="77747"/>
                  </a:lnTo>
                  <a:lnTo>
                    <a:pt x="14547" y="82598"/>
                  </a:lnTo>
                  <a:lnTo>
                    <a:pt x="12441" y="87518"/>
                  </a:lnTo>
                  <a:lnTo>
                    <a:pt x="10495" y="92504"/>
                  </a:lnTo>
                  <a:lnTo>
                    <a:pt x="8709" y="97549"/>
                  </a:lnTo>
                  <a:lnTo>
                    <a:pt x="7085" y="102649"/>
                  </a:lnTo>
                  <a:lnTo>
                    <a:pt x="5625" y="107798"/>
                  </a:lnTo>
                  <a:lnTo>
                    <a:pt x="4331" y="112992"/>
                  </a:lnTo>
                  <a:lnTo>
                    <a:pt x="3204" y="118224"/>
                  </a:lnTo>
                  <a:lnTo>
                    <a:pt x="2245" y="123489"/>
                  </a:lnTo>
                  <a:lnTo>
                    <a:pt x="1455" y="128783"/>
                  </a:lnTo>
                  <a:lnTo>
                    <a:pt x="835" y="134099"/>
                  </a:lnTo>
                  <a:lnTo>
                    <a:pt x="386" y="139432"/>
                  </a:lnTo>
                  <a:lnTo>
                    <a:pt x="107" y="144777"/>
                  </a:lnTo>
                  <a:lnTo>
                    <a:pt x="0" y="150128"/>
                  </a:lnTo>
                  <a:lnTo>
                    <a:pt x="63" y="155480"/>
                  </a:lnTo>
                  <a:lnTo>
                    <a:pt x="299" y="160827"/>
                  </a:lnTo>
                  <a:lnTo>
                    <a:pt x="705" y="166163"/>
                  </a:lnTo>
                  <a:lnTo>
                    <a:pt x="1282" y="171484"/>
                  </a:lnTo>
                  <a:lnTo>
                    <a:pt x="2029" y="176784"/>
                  </a:lnTo>
                  <a:lnTo>
                    <a:pt x="2945" y="182057"/>
                  </a:lnTo>
                  <a:lnTo>
                    <a:pt x="4030" y="187298"/>
                  </a:lnTo>
                  <a:lnTo>
                    <a:pt x="5281" y="192502"/>
                  </a:lnTo>
                  <a:lnTo>
                    <a:pt x="6699" y="197663"/>
                  </a:lnTo>
                  <a:lnTo>
                    <a:pt x="8281" y="202776"/>
                  </a:lnTo>
                  <a:lnTo>
                    <a:pt x="10026" y="207835"/>
                  </a:lnTo>
                  <a:lnTo>
                    <a:pt x="11933" y="212836"/>
                  </a:lnTo>
                  <a:lnTo>
                    <a:pt x="13998" y="217774"/>
                  </a:lnTo>
                  <a:lnTo>
                    <a:pt x="16220" y="222643"/>
                  </a:lnTo>
                  <a:lnTo>
                    <a:pt x="18597" y="227438"/>
                  </a:lnTo>
                  <a:lnTo>
                    <a:pt x="21127" y="232155"/>
                  </a:lnTo>
                  <a:lnTo>
                    <a:pt x="23806" y="236788"/>
                  </a:lnTo>
                  <a:lnTo>
                    <a:pt x="26631" y="241333"/>
                  </a:lnTo>
                  <a:lnTo>
                    <a:pt x="29601" y="245786"/>
                  </a:lnTo>
                  <a:lnTo>
                    <a:pt x="32713" y="250141"/>
                  </a:lnTo>
                  <a:lnTo>
                    <a:pt x="35961" y="254394"/>
                  </a:lnTo>
                  <a:lnTo>
                    <a:pt x="39345" y="258541"/>
                  </a:lnTo>
                  <a:lnTo>
                    <a:pt x="42859" y="262578"/>
                  </a:lnTo>
                  <a:lnTo>
                    <a:pt x="46501" y="266500"/>
                  </a:lnTo>
                  <a:lnTo>
                    <a:pt x="50266" y="270303"/>
                  </a:lnTo>
                  <a:lnTo>
                    <a:pt x="54152" y="273984"/>
                  </a:lnTo>
                  <a:lnTo>
                    <a:pt x="58153" y="277539"/>
                  </a:lnTo>
                  <a:lnTo>
                    <a:pt x="62266" y="280964"/>
                  </a:lnTo>
                  <a:lnTo>
                    <a:pt x="66486" y="284255"/>
                  </a:lnTo>
                  <a:lnTo>
                    <a:pt x="70810" y="287410"/>
                  </a:lnTo>
                  <a:lnTo>
                    <a:pt x="75232" y="290425"/>
                  </a:lnTo>
                  <a:lnTo>
                    <a:pt x="79749" y="293296"/>
                  </a:lnTo>
                  <a:lnTo>
                    <a:pt x="84355" y="296021"/>
                  </a:lnTo>
                  <a:lnTo>
                    <a:pt x="89046" y="298598"/>
                  </a:lnTo>
                  <a:lnTo>
                    <a:pt x="93817" y="301023"/>
                  </a:lnTo>
                  <a:lnTo>
                    <a:pt x="98664" y="303294"/>
                  </a:lnTo>
                  <a:lnTo>
                    <a:pt x="103580" y="305409"/>
                  </a:lnTo>
                  <a:lnTo>
                    <a:pt x="108562" y="307365"/>
                  </a:lnTo>
                  <a:lnTo>
                    <a:pt x="113604" y="309161"/>
                  </a:lnTo>
                  <a:lnTo>
                    <a:pt x="118701" y="310794"/>
                  </a:lnTo>
                  <a:lnTo>
                    <a:pt x="123847" y="312264"/>
                  </a:lnTo>
                  <a:lnTo>
                    <a:pt x="129038" y="313568"/>
                  </a:lnTo>
                  <a:lnTo>
                    <a:pt x="134268" y="314705"/>
                  </a:lnTo>
                  <a:lnTo>
                    <a:pt x="139531" y="315674"/>
                  </a:lnTo>
                  <a:lnTo>
                    <a:pt x="144823" y="316474"/>
                  </a:lnTo>
                  <a:lnTo>
                    <a:pt x="150138" y="317105"/>
                  </a:lnTo>
                  <a:lnTo>
                    <a:pt x="155470" y="317564"/>
                  </a:lnTo>
                  <a:lnTo>
                    <a:pt x="160815" y="317853"/>
                  </a:lnTo>
                  <a:lnTo>
                    <a:pt x="166166" y="317971"/>
                  </a:lnTo>
                  <a:lnTo>
                    <a:pt x="171517" y="317917"/>
                  </a:lnTo>
                  <a:lnTo>
                    <a:pt x="176865" y="317692"/>
                  </a:lnTo>
                  <a:lnTo>
                    <a:pt x="182202" y="317296"/>
                  </a:lnTo>
                  <a:lnTo>
                    <a:pt x="187524" y="316730"/>
                  </a:lnTo>
                  <a:lnTo>
                    <a:pt x="192825" y="315993"/>
                  </a:lnTo>
                  <a:lnTo>
                    <a:pt x="198100" y="315087"/>
                  </a:lnTo>
                  <a:lnTo>
                    <a:pt x="203343" y="314012"/>
                  </a:lnTo>
                  <a:lnTo>
                    <a:pt x="208550" y="312770"/>
                  </a:lnTo>
                  <a:lnTo>
                    <a:pt x="213713" y="311363"/>
                  </a:lnTo>
                  <a:lnTo>
                    <a:pt x="167166" y="15080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728472" y="2126963"/>
              <a:ext cx="167151" cy="327723"/>
            </a:xfrm>
            <a:custGeom>
              <a:avLst/>
              <a:pathLst>
                <a:path w="167151" h="327723">
                  <a:moveTo>
                    <a:pt x="46547" y="327723"/>
                  </a:moveTo>
                  <a:lnTo>
                    <a:pt x="51624" y="326163"/>
                  </a:lnTo>
                  <a:lnTo>
                    <a:pt x="56648" y="324443"/>
                  </a:lnTo>
                  <a:lnTo>
                    <a:pt x="61616" y="322564"/>
                  </a:lnTo>
                  <a:lnTo>
                    <a:pt x="66521" y="320529"/>
                  </a:lnTo>
                  <a:lnTo>
                    <a:pt x="71359" y="318338"/>
                  </a:lnTo>
                  <a:lnTo>
                    <a:pt x="76125" y="315995"/>
                  </a:lnTo>
                  <a:lnTo>
                    <a:pt x="80815" y="313502"/>
                  </a:lnTo>
                  <a:lnTo>
                    <a:pt x="85422" y="310861"/>
                  </a:lnTo>
                  <a:lnTo>
                    <a:pt x="89944" y="308075"/>
                  </a:lnTo>
                  <a:lnTo>
                    <a:pt x="94374" y="305146"/>
                  </a:lnTo>
                  <a:lnTo>
                    <a:pt x="98710" y="302079"/>
                  </a:lnTo>
                  <a:lnTo>
                    <a:pt x="102946" y="298875"/>
                  </a:lnTo>
                  <a:lnTo>
                    <a:pt x="107077" y="295539"/>
                  </a:lnTo>
                  <a:lnTo>
                    <a:pt x="111101" y="292072"/>
                  </a:lnTo>
                  <a:lnTo>
                    <a:pt x="115013" y="288480"/>
                  </a:lnTo>
                  <a:lnTo>
                    <a:pt x="118809" y="284765"/>
                  </a:lnTo>
                  <a:lnTo>
                    <a:pt x="122484" y="280932"/>
                  </a:lnTo>
                  <a:lnTo>
                    <a:pt x="126036" y="276984"/>
                  </a:lnTo>
                  <a:lnTo>
                    <a:pt x="129461" y="272925"/>
                  </a:lnTo>
                  <a:lnTo>
                    <a:pt x="132755" y="268759"/>
                  </a:lnTo>
                  <a:lnTo>
                    <a:pt x="135915" y="264490"/>
                  </a:lnTo>
                  <a:lnTo>
                    <a:pt x="138938" y="260124"/>
                  </a:lnTo>
                  <a:lnTo>
                    <a:pt x="141821" y="255663"/>
                  </a:lnTo>
                  <a:lnTo>
                    <a:pt x="144561" y="251114"/>
                  </a:lnTo>
                  <a:lnTo>
                    <a:pt x="147154" y="246479"/>
                  </a:lnTo>
                  <a:lnTo>
                    <a:pt x="149599" y="241765"/>
                  </a:lnTo>
                  <a:lnTo>
                    <a:pt x="151894" y="236975"/>
                  </a:lnTo>
                  <a:lnTo>
                    <a:pt x="154035" y="232114"/>
                  </a:lnTo>
                  <a:lnTo>
                    <a:pt x="156020" y="227189"/>
                  </a:lnTo>
                  <a:lnTo>
                    <a:pt x="157848" y="222202"/>
                  </a:lnTo>
                  <a:lnTo>
                    <a:pt x="159516" y="217160"/>
                  </a:lnTo>
                  <a:lnTo>
                    <a:pt x="161024" y="212068"/>
                  </a:lnTo>
                  <a:lnTo>
                    <a:pt x="162369" y="206930"/>
                  </a:lnTo>
                  <a:lnTo>
                    <a:pt x="163550" y="201752"/>
                  </a:lnTo>
                  <a:lnTo>
                    <a:pt x="164566" y="196539"/>
                  </a:lnTo>
                  <a:lnTo>
                    <a:pt x="165416" y="191297"/>
                  </a:lnTo>
                  <a:lnTo>
                    <a:pt x="166099" y="186030"/>
                  </a:lnTo>
                  <a:lnTo>
                    <a:pt x="166615" y="180744"/>
                  </a:lnTo>
                  <a:lnTo>
                    <a:pt x="166962" y="175445"/>
                  </a:lnTo>
                  <a:lnTo>
                    <a:pt x="167141" y="170137"/>
                  </a:lnTo>
                  <a:lnTo>
                    <a:pt x="167151" y="164826"/>
                  </a:lnTo>
                  <a:lnTo>
                    <a:pt x="166992" y="159517"/>
                  </a:lnTo>
                  <a:lnTo>
                    <a:pt x="166665" y="154217"/>
                  </a:lnTo>
                  <a:lnTo>
                    <a:pt x="166169" y="148929"/>
                  </a:lnTo>
                  <a:lnTo>
                    <a:pt x="165506" y="143660"/>
                  </a:lnTo>
                  <a:lnTo>
                    <a:pt x="164676" y="138414"/>
                  </a:lnTo>
                  <a:lnTo>
                    <a:pt x="163679" y="133197"/>
                  </a:lnTo>
                  <a:lnTo>
                    <a:pt x="162517" y="128015"/>
                  </a:lnTo>
                  <a:lnTo>
                    <a:pt x="161192" y="122872"/>
                  </a:lnTo>
                  <a:lnTo>
                    <a:pt x="159703" y="117774"/>
                  </a:lnTo>
                  <a:lnTo>
                    <a:pt x="158054" y="112726"/>
                  </a:lnTo>
                  <a:lnTo>
                    <a:pt x="156245" y="107733"/>
                  </a:lnTo>
                  <a:lnTo>
                    <a:pt x="154278" y="102799"/>
                  </a:lnTo>
                  <a:lnTo>
                    <a:pt x="152155" y="97931"/>
                  </a:lnTo>
                  <a:lnTo>
                    <a:pt x="149879" y="93133"/>
                  </a:lnTo>
                  <a:lnTo>
                    <a:pt x="147452" y="88409"/>
                  </a:lnTo>
                  <a:lnTo>
                    <a:pt x="144875" y="83765"/>
                  </a:lnTo>
                  <a:lnTo>
                    <a:pt x="142153" y="79205"/>
                  </a:lnTo>
                  <a:lnTo>
                    <a:pt x="139287" y="74734"/>
                  </a:lnTo>
                  <a:lnTo>
                    <a:pt x="136281" y="70356"/>
                  </a:lnTo>
                  <a:lnTo>
                    <a:pt x="133136" y="66075"/>
                  </a:lnTo>
                  <a:lnTo>
                    <a:pt x="129858" y="61897"/>
                  </a:lnTo>
                  <a:lnTo>
                    <a:pt x="126448" y="57825"/>
                  </a:lnTo>
                  <a:lnTo>
                    <a:pt x="122911" y="53864"/>
                  </a:lnTo>
                  <a:lnTo>
                    <a:pt x="119250" y="50016"/>
                  </a:lnTo>
                  <a:lnTo>
                    <a:pt x="115469" y="46287"/>
                  </a:lnTo>
                  <a:lnTo>
                    <a:pt x="111570" y="42680"/>
                  </a:lnTo>
                  <a:lnTo>
                    <a:pt x="107560" y="39199"/>
                  </a:lnTo>
                  <a:lnTo>
                    <a:pt x="103440" y="35847"/>
                  </a:lnTo>
                  <a:lnTo>
                    <a:pt x="99217" y="32627"/>
                  </a:lnTo>
                  <a:lnTo>
                    <a:pt x="94893" y="29544"/>
                  </a:lnTo>
                  <a:lnTo>
                    <a:pt x="90473" y="26599"/>
                  </a:lnTo>
                  <a:lnTo>
                    <a:pt x="85962" y="23796"/>
                  </a:lnTo>
                  <a:lnTo>
                    <a:pt x="81365" y="21137"/>
                  </a:lnTo>
                  <a:lnTo>
                    <a:pt x="76685" y="18626"/>
                  </a:lnTo>
                  <a:lnTo>
                    <a:pt x="71928" y="16265"/>
                  </a:lnTo>
                  <a:lnTo>
                    <a:pt x="67098" y="14057"/>
                  </a:lnTo>
                  <a:lnTo>
                    <a:pt x="62200" y="12002"/>
                  </a:lnTo>
                  <a:lnTo>
                    <a:pt x="57240" y="10105"/>
                  </a:lnTo>
                  <a:lnTo>
                    <a:pt x="52222" y="8366"/>
                  </a:lnTo>
                  <a:lnTo>
                    <a:pt x="47151" y="6787"/>
                  </a:lnTo>
                  <a:lnTo>
                    <a:pt x="42032" y="5370"/>
                  </a:lnTo>
                  <a:lnTo>
                    <a:pt x="36872" y="4117"/>
                  </a:lnTo>
                  <a:lnTo>
                    <a:pt x="31674" y="3028"/>
                  </a:lnTo>
                  <a:lnTo>
                    <a:pt x="26444" y="2104"/>
                  </a:lnTo>
                  <a:lnTo>
                    <a:pt x="21187" y="1348"/>
                  </a:lnTo>
                  <a:lnTo>
                    <a:pt x="15909" y="758"/>
                  </a:lnTo>
                  <a:lnTo>
                    <a:pt x="10615" y="337"/>
                  </a:lnTo>
                  <a:lnTo>
                    <a:pt x="5310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373675" y="1681503"/>
              <a:ext cx="49559" cy="167167"/>
            </a:xfrm>
            <a:custGeom>
              <a:avLst/>
              <a:pathLst>
                <a:path w="49559" h="167167">
                  <a:moveTo>
                    <a:pt x="49559" y="0"/>
                  </a:moveTo>
                  <a:lnTo>
                    <a:pt x="43271" y="118"/>
                  </a:lnTo>
                  <a:lnTo>
                    <a:pt x="36992" y="473"/>
                  </a:lnTo>
                  <a:lnTo>
                    <a:pt x="30731" y="1063"/>
                  </a:lnTo>
                  <a:lnTo>
                    <a:pt x="24496" y="1889"/>
                  </a:lnTo>
                  <a:lnTo>
                    <a:pt x="18297" y="2949"/>
                  </a:lnTo>
                  <a:lnTo>
                    <a:pt x="12142" y="4241"/>
                  </a:lnTo>
                  <a:lnTo>
                    <a:pt x="6040" y="5764"/>
                  </a:lnTo>
                  <a:lnTo>
                    <a:pt x="0" y="7515"/>
                  </a:lnTo>
                  <a:lnTo>
                    <a:pt x="49559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73675" y="1689018"/>
              <a:ext cx="49559" cy="159652"/>
            </a:xfrm>
            <a:custGeom>
              <a:avLst/>
              <a:pathLst>
                <a:path w="49559" h="159652">
                  <a:moveTo>
                    <a:pt x="0" y="0"/>
                  </a:moveTo>
                  <a:lnTo>
                    <a:pt x="49559" y="15965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256069" y="1689018"/>
              <a:ext cx="334315" cy="326816"/>
            </a:xfrm>
            <a:custGeom>
              <a:avLst/>
              <a:pathLst>
                <a:path w="334315" h="326816">
                  <a:moveTo>
                    <a:pt x="117606" y="0"/>
                  </a:moveTo>
                  <a:lnTo>
                    <a:pt x="112581" y="1647"/>
                  </a:lnTo>
                  <a:lnTo>
                    <a:pt x="107612" y="3452"/>
                  </a:lnTo>
                  <a:lnTo>
                    <a:pt x="102701" y="5414"/>
                  </a:lnTo>
                  <a:lnTo>
                    <a:pt x="97856" y="7530"/>
                  </a:lnTo>
                  <a:lnTo>
                    <a:pt x="93079" y="9798"/>
                  </a:lnTo>
                  <a:lnTo>
                    <a:pt x="88377" y="12216"/>
                  </a:lnTo>
                  <a:lnTo>
                    <a:pt x="83754" y="14781"/>
                  </a:lnTo>
                  <a:lnTo>
                    <a:pt x="79214" y="17492"/>
                  </a:lnTo>
                  <a:lnTo>
                    <a:pt x="74762" y="20344"/>
                  </a:lnTo>
                  <a:lnTo>
                    <a:pt x="70402" y="23336"/>
                  </a:lnTo>
                  <a:lnTo>
                    <a:pt x="66140" y="26465"/>
                  </a:lnTo>
                  <a:lnTo>
                    <a:pt x="61978" y="29726"/>
                  </a:lnTo>
                  <a:lnTo>
                    <a:pt x="57922" y="33118"/>
                  </a:lnTo>
                  <a:lnTo>
                    <a:pt x="53974" y="36636"/>
                  </a:lnTo>
                  <a:lnTo>
                    <a:pt x="50141" y="40277"/>
                  </a:lnTo>
                  <a:lnTo>
                    <a:pt x="46424" y="44038"/>
                  </a:lnTo>
                  <a:lnTo>
                    <a:pt x="42828" y="47915"/>
                  </a:lnTo>
                  <a:lnTo>
                    <a:pt x="39356" y="51903"/>
                  </a:lnTo>
                  <a:lnTo>
                    <a:pt x="36013" y="55999"/>
                  </a:lnTo>
                  <a:lnTo>
                    <a:pt x="32800" y="60198"/>
                  </a:lnTo>
                  <a:lnTo>
                    <a:pt x="29722" y="64498"/>
                  </a:lnTo>
                  <a:lnTo>
                    <a:pt x="26781" y="68892"/>
                  </a:lnTo>
                  <a:lnTo>
                    <a:pt x="23981" y="73377"/>
                  </a:lnTo>
                  <a:lnTo>
                    <a:pt x="21324" y="77949"/>
                  </a:lnTo>
                  <a:lnTo>
                    <a:pt x="18813" y="82602"/>
                  </a:lnTo>
                  <a:lnTo>
                    <a:pt x="16451" y="87332"/>
                  </a:lnTo>
                  <a:lnTo>
                    <a:pt x="14239" y="92135"/>
                  </a:lnTo>
                  <a:lnTo>
                    <a:pt x="12180" y="97005"/>
                  </a:lnTo>
                  <a:lnTo>
                    <a:pt x="10276" y="101938"/>
                  </a:lnTo>
                  <a:lnTo>
                    <a:pt x="8530" y="106929"/>
                  </a:lnTo>
                  <a:lnTo>
                    <a:pt x="6942" y="111972"/>
                  </a:lnTo>
                  <a:lnTo>
                    <a:pt x="5514" y="117063"/>
                  </a:lnTo>
                  <a:lnTo>
                    <a:pt x="4248" y="122197"/>
                  </a:lnTo>
                  <a:lnTo>
                    <a:pt x="3145" y="127368"/>
                  </a:lnTo>
                  <a:lnTo>
                    <a:pt x="2206" y="132571"/>
                  </a:lnTo>
                  <a:lnTo>
                    <a:pt x="1432" y="137802"/>
                  </a:lnTo>
                  <a:lnTo>
                    <a:pt x="824" y="143054"/>
                  </a:lnTo>
                  <a:lnTo>
                    <a:pt x="382" y="148323"/>
                  </a:lnTo>
                  <a:lnTo>
                    <a:pt x="107" y="153604"/>
                  </a:lnTo>
                  <a:lnTo>
                    <a:pt x="0" y="158890"/>
                  </a:lnTo>
                  <a:lnTo>
                    <a:pt x="59" y="164177"/>
                  </a:lnTo>
                  <a:lnTo>
                    <a:pt x="286" y="169460"/>
                  </a:lnTo>
                  <a:lnTo>
                    <a:pt x="679" y="174733"/>
                  </a:lnTo>
                  <a:lnTo>
                    <a:pt x="1240" y="179990"/>
                  </a:lnTo>
                  <a:lnTo>
                    <a:pt x="1966" y="185228"/>
                  </a:lnTo>
                  <a:lnTo>
                    <a:pt x="2857" y="190439"/>
                  </a:lnTo>
                  <a:lnTo>
                    <a:pt x="3913" y="195620"/>
                  </a:lnTo>
                  <a:lnTo>
                    <a:pt x="5132" y="200765"/>
                  </a:lnTo>
                  <a:lnTo>
                    <a:pt x="6514" y="205869"/>
                  </a:lnTo>
                  <a:lnTo>
                    <a:pt x="8056" y="210927"/>
                  </a:lnTo>
                  <a:lnTo>
                    <a:pt x="9757" y="215933"/>
                  </a:lnTo>
                  <a:lnTo>
                    <a:pt x="11616" y="220883"/>
                  </a:lnTo>
                  <a:lnTo>
                    <a:pt x="13630" y="225772"/>
                  </a:lnTo>
                  <a:lnTo>
                    <a:pt x="15798" y="230595"/>
                  </a:lnTo>
                  <a:lnTo>
                    <a:pt x="18117" y="235346"/>
                  </a:lnTo>
                  <a:lnTo>
                    <a:pt x="20586" y="240022"/>
                  </a:lnTo>
                  <a:lnTo>
                    <a:pt x="23201" y="244618"/>
                  </a:lnTo>
                  <a:lnTo>
                    <a:pt x="25960" y="249128"/>
                  </a:lnTo>
                  <a:lnTo>
                    <a:pt x="28861" y="253549"/>
                  </a:lnTo>
                  <a:lnTo>
                    <a:pt x="31899" y="257876"/>
                  </a:lnTo>
                  <a:lnTo>
                    <a:pt x="35073" y="262105"/>
                  </a:lnTo>
                  <a:lnTo>
                    <a:pt x="38380" y="266231"/>
                  </a:lnTo>
                  <a:lnTo>
                    <a:pt x="41815" y="270251"/>
                  </a:lnTo>
                  <a:lnTo>
                    <a:pt x="45375" y="274160"/>
                  </a:lnTo>
                  <a:lnTo>
                    <a:pt x="49058" y="277954"/>
                  </a:lnTo>
                  <a:lnTo>
                    <a:pt x="52858" y="281631"/>
                  </a:lnTo>
                  <a:lnTo>
                    <a:pt x="56773" y="285185"/>
                  </a:lnTo>
                  <a:lnTo>
                    <a:pt x="60798" y="288613"/>
                  </a:lnTo>
                  <a:lnTo>
                    <a:pt x="64930" y="291913"/>
                  </a:lnTo>
                  <a:lnTo>
                    <a:pt x="69164" y="295080"/>
                  </a:lnTo>
                  <a:lnTo>
                    <a:pt x="73496" y="298111"/>
                  </a:lnTo>
                  <a:lnTo>
                    <a:pt x="77922" y="301004"/>
                  </a:lnTo>
                  <a:lnTo>
                    <a:pt x="82437" y="303756"/>
                  </a:lnTo>
                  <a:lnTo>
                    <a:pt x="87037" y="306364"/>
                  </a:lnTo>
                  <a:lnTo>
                    <a:pt x="91717" y="308824"/>
                  </a:lnTo>
                  <a:lnTo>
                    <a:pt x="96472" y="311136"/>
                  </a:lnTo>
                  <a:lnTo>
                    <a:pt x="101299" y="313296"/>
                  </a:lnTo>
                  <a:lnTo>
                    <a:pt x="106191" y="315302"/>
                  </a:lnTo>
                  <a:lnTo>
                    <a:pt x="111144" y="317153"/>
                  </a:lnTo>
                  <a:lnTo>
                    <a:pt x="116153" y="318846"/>
                  </a:lnTo>
                  <a:lnTo>
                    <a:pt x="121213" y="320379"/>
                  </a:lnTo>
                  <a:lnTo>
                    <a:pt x="126319" y="321752"/>
                  </a:lnTo>
                  <a:lnTo>
                    <a:pt x="131466" y="322963"/>
                  </a:lnTo>
                  <a:lnTo>
                    <a:pt x="136649" y="324010"/>
                  </a:lnTo>
                  <a:lnTo>
                    <a:pt x="141862" y="324893"/>
                  </a:lnTo>
                  <a:lnTo>
                    <a:pt x="147101" y="325611"/>
                  </a:lnTo>
                  <a:lnTo>
                    <a:pt x="152359" y="326162"/>
                  </a:lnTo>
                  <a:lnTo>
                    <a:pt x="157633" y="326547"/>
                  </a:lnTo>
                  <a:lnTo>
                    <a:pt x="162916" y="326765"/>
                  </a:lnTo>
                  <a:lnTo>
                    <a:pt x="168203" y="326816"/>
                  </a:lnTo>
                  <a:lnTo>
                    <a:pt x="173489" y="326699"/>
                  </a:lnTo>
                  <a:lnTo>
                    <a:pt x="178769" y="326416"/>
                  </a:lnTo>
                  <a:lnTo>
                    <a:pt x="184037" y="325965"/>
                  </a:lnTo>
                  <a:lnTo>
                    <a:pt x="189289" y="325349"/>
                  </a:lnTo>
                  <a:lnTo>
                    <a:pt x="194518" y="324566"/>
                  </a:lnTo>
                  <a:lnTo>
                    <a:pt x="199720" y="323619"/>
                  </a:lnTo>
                  <a:lnTo>
                    <a:pt x="204889" y="322507"/>
                  </a:lnTo>
                  <a:lnTo>
                    <a:pt x="210021" y="321232"/>
                  </a:lnTo>
                  <a:lnTo>
                    <a:pt x="215110" y="319796"/>
                  </a:lnTo>
                  <a:lnTo>
                    <a:pt x="220150" y="318200"/>
                  </a:lnTo>
                  <a:lnTo>
                    <a:pt x="225138" y="316445"/>
                  </a:lnTo>
                  <a:lnTo>
                    <a:pt x="230068" y="314533"/>
                  </a:lnTo>
                  <a:lnTo>
                    <a:pt x="234935" y="312466"/>
                  </a:lnTo>
                  <a:lnTo>
                    <a:pt x="239734" y="310246"/>
                  </a:lnTo>
                  <a:lnTo>
                    <a:pt x="244460" y="307876"/>
                  </a:lnTo>
                  <a:lnTo>
                    <a:pt x="249109" y="305357"/>
                  </a:lnTo>
                  <a:lnTo>
                    <a:pt x="253676" y="302693"/>
                  </a:lnTo>
                  <a:lnTo>
                    <a:pt x="258157" y="299885"/>
                  </a:lnTo>
                  <a:lnTo>
                    <a:pt x="262546" y="296937"/>
                  </a:lnTo>
                  <a:lnTo>
                    <a:pt x="266840" y="293852"/>
                  </a:lnTo>
                  <a:lnTo>
                    <a:pt x="271035" y="290633"/>
                  </a:lnTo>
                  <a:lnTo>
                    <a:pt x="275125" y="287282"/>
                  </a:lnTo>
                  <a:lnTo>
                    <a:pt x="279108" y="283804"/>
                  </a:lnTo>
                  <a:lnTo>
                    <a:pt x="282978" y="280202"/>
                  </a:lnTo>
                  <a:lnTo>
                    <a:pt x="286733" y="276479"/>
                  </a:lnTo>
                  <a:lnTo>
                    <a:pt x="290368" y="272639"/>
                  </a:lnTo>
                  <a:lnTo>
                    <a:pt x="293879" y="268686"/>
                  </a:lnTo>
                  <a:lnTo>
                    <a:pt x="297264" y="264624"/>
                  </a:lnTo>
                  <a:lnTo>
                    <a:pt x="300519" y="260457"/>
                  </a:lnTo>
                  <a:lnTo>
                    <a:pt x="303640" y="256189"/>
                  </a:lnTo>
                  <a:lnTo>
                    <a:pt x="306625" y="251825"/>
                  </a:lnTo>
                  <a:lnTo>
                    <a:pt x="309470" y="247368"/>
                  </a:lnTo>
                  <a:lnTo>
                    <a:pt x="312173" y="242824"/>
                  </a:lnTo>
                  <a:lnTo>
                    <a:pt x="314731" y="238196"/>
                  </a:lnTo>
                  <a:lnTo>
                    <a:pt x="317141" y="233490"/>
                  </a:lnTo>
                  <a:lnTo>
                    <a:pt x="319402" y="228710"/>
                  </a:lnTo>
                  <a:lnTo>
                    <a:pt x="321510" y="223861"/>
                  </a:lnTo>
                  <a:lnTo>
                    <a:pt x="323463" y="218947"/>
                  </a:lnTo>
                  <a:lnTo>
                    <a:pt x="325260" y="213974"/>
                  </a:lnTo>
                  <a:lnTo>
                    <a:pt x="326899" y="208947"/>
                  </a:lnTo>
                  <a:lnTo>
                    <a:pt x="328378" y="203871"/>
                  </a:lnTo>
                  <a:lnTo>
                    <a:pt x="329696" y="198750"/>
                  </a:lnTo>
                  <a:lnTo>
                    <a:pt x="330851" y="193591"/>
                  </a:lnTo>
                  <a:lnTo>
                    <a:pt x="331843" y="188397"/>
                  </a:lnTo>
                  <a:lnTo>
                    <a:pt x="332669" y="183174"/>
                  </a:lnTo>
                  <a:lnTo>
                    <a:pt x="333331" y="177928"/>
                  </a:lnTo>
                  <a:lnTo>
                    <a:pt x="333825" y="172664"/>
                  </a:lnTo>
                  <a:lnTo>
                    <a:pt x="334154" y="167387"/>
                  </a:lnTo>
                  <a:lnTo>
                    <a:pt x="334315" y="162102"/>
                  </a:lnTo>
                  <a:lnTo>
                    <a:pt x="334309" y="156814"/>
                  </a:lnTo>
                  <a:lnTo>
                    <a:pt x="334135" y="151530"/>
                  </a:lnTo>
                  <a:lnTo>
                    <a:pt x="333795" y="146253"/>
                  </a:lnTo>
                  <a:lnTo>
                    <a:pt x="333288" y="140990"/>
                  </a:lnTo>
                  <a:lnTo>
                    <a:pt x="332614" y="135746"/>
                  </a:lnTo>
                  <a:lnTo>
                    <a:pt x="331776" y="130525"/>
                  </a:lnTo>
                  <a:lnTo>
                    <a:pt x="330772" y="125334"/>
                  </a:lnTo>
                  <a:lnTo>
                    <a:pt x="329605" y="120177"/>
                  </a:lnTo>
                  <a:lnTo>
                    <a:pt x="328275" y="115059"/>
                  </a:lnTo>
                  <a:lnTo>
                    <a:pt x="326784" y="109986"/>
                  </a:lnTo>
                  <a:lnTo>
                    <a:pt x="325134" y="104963"/>
                  </a:lnTo>
                  <a:lnTo>
                    <a:pt x="323325" y="99994"/>
                  </a:lnTo>
                  <a:lnTo>
                    <a:pt x="321360" y="95085"/>
                  </a:lnTo>
                  <a:lnTo>
                    <a:pt x="319241" y="90241"/>
                  </a:lnTo>
                  <a:lnTo>
                    <a:pt x="316970" y="85466"/>
                  </a:lnTo>
                  <a:lnTo>
                    <a:pt x="314549" y="80766"/>
                  </a:lnTo>
                  <a:lnTo>
                    <a:pt x="311980" y="76144"/>
                  </a:lnTo>
                  <a:lnTo>
                    <a:pt x="309267" y="71606"/>
                  </a:lnTo>
                  <a:lnTo>
                    <a:pt x="306411" y="67156"/>
                  </a:lnTo>
                  <a:lnTo>
                    <a:pt x="303416" y="62798"/>
                  </a:lnTo>
                  <a:lnTo>
                    <a:pt x="300285" y="58538"/>
                  </a:lnTo>
                  <a:lnTo>
                    <a:pt x="297021" y="54378"/>
                  </a:lnTo>
                  <a:lnTo>
                    <a:pt x="293626" y="50324"/>
                  </a:lnTo>
                  <a:lnTo>
                    <a:pt x="290106" y="46379"/>
                  </a:lnTo>
                  <a:lnTo>
                    <a:pt x="286462" y="42548"/>
                  </a:lnTo>
                  <a:lnTo>
                    <a:pt x="282698" y="38833"/>
                  </a:lnTo>
                  <a:lnTo>
                    <a:pt x="278820" y="35240"/>
                  </a:lnTo>
                  <a:lnTo>
                    <a:pt x="274829" y="31771"/>
                  </a:lnTo>
                  <a:lnTo>
                    <a:pt x="270731" y="28430"/>
                  </a:lnTo>
                  <a:lnTo>
                    <a:pt x="266529" y="25220"/>
                  </a:lnTo>
                  <a:lnTo>
                    <a:pt x="262228" y="22145"/>
                  </a:lnTo>
                  <a:lnTo>
                    <a:pt x="257832" y="19208"/>
                  </a:lnTo>
                  <a:lnTo>
                    <a:pt x="253345" y="16410"/>
                  </a:lnTo>
                  <a:lnTo>
                    <a:pt x="248771" y="13756"/>
                  </a:lnTo>
                  <a:lnTo>
                    <a:pt x="244116" y="11249"/>
                  </a:lnTo>
                  <a:lnTo>
                    <a:pt x="167165" y="15965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423235" y="1681503"/>
              <a:ext cx="76951" cy="167167"/>
            </a:xfrm>
            <a:custGeom>
              <a:avLst/>
              <a:pathLst>
                <a:path w="76951" h="167167">
                  <a:moveTo>
                    <a:pt x="76951" y="18764"/>
                  </a:moveTo>
                  <a:lnTo>
                    <a:pt x="71836" y="16222"/>
                  </a:lnTo>
                  <a:lnTo>
                    <a:pt x="66638" y="13856"/>
                  </a:lnTo>
                  <a:lnTo>
                    <a:pt x="61361" y="11669"/>
                  </a:lnTo>
                  <a:lnTo>
                    <a:pt x="56013" y="9663"/>
                  </a:lnTo>
                  <a:lnTo>
                    <a:pt x="50600" y="7842"/>
                  </a:lnTo>
                  <a:lnTo>
                    <a:pt x="45128" y="6206"/>
                  </a:lnTo>
                  <a:lnTo>
                    <a:pt x="39603" y="4758"/>
                  </a:lnTo>
                  <a:lnTo>
                    <a:pt x="34031" y="3500"/>
                  </a:lnTo>
                  <a:lnTo>
                    <a:pt x="28420" y="2433"/>
                  </a:lnTo>
                  <a:lnTo>
                    <a:pt x="22776" y="1558"/>
                  </a:lnTo>
                  <a:lnTo>
                    <a:pt x="17105" y="877"/>
                  </a:lnTo>
                  <a:lnTo>
                    <a:pt x="11414" y="390"/>
                  </a:lnTo>
                  <a:lnTo>
                    <a:pt x="5710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853880" y="1322571"/>
              <a:ext cx="334326" cy="334324"/>
            </a:xfrm>
            <a:custGeom>
              <a:avLst/>
              <a:pathLst>
                <a:path w="334326" h="334324">
                  <a:moveTo>
                    <a:pt x="167158" y="0"/>
                  </a:moveTo>
                  <a:lnTo>
                    <a:pt x="161874" y="83"/>
                  </a:lnTo>
                  <a:lnTo>
                    <a:pt x="156594" y="334"/>
                  </a:lnTo>
                  <a:lnTo>
                    <a:pt x="151325" y="751"/>
                  </a:lnTo>
                  <a:lnTo>
                    <a:pt x="146072" y="1335"/>
                  </a:lnTo>
                  <a:lnTo>
                    <a:pt x="140840" y="2084"/>
                  </a:lnTo>
                  <a:lnTo>
                    <a:pt x="135635" y="2999"/>
                  </a:lnTo>
                  <a:lnTo>
                    <a:pt x="130461" y="4077"/>
                  </a:lnTo>
                  <a:lnTo>
                    <a:pt x="125323" y="5319"/>
                  </a:lnTo>
                  <a:lnTo>
                    <a:pt x="120228" y="6722"/>
                  </a:lnTo>
                  <a:lnTo>
                    <a:pt x="115179" y="8286"/>
                  </a:lnTo>
                  <a:lnTo>
                    <a:pt x="110182" y="10009"/>
                  </a:lnTo>
                  <a:lnTo>
                    <a:pt x="105242" y="11889"/>
                  </a:lnTo>
                  <a:lnTo>
                    <a:pt x="100364" y="13924"/>
                  </a:lnTo>
                  <a:lnTo>
                    <a:pt x="95553" y="16112"/>
                  </a:lnTo>
                  <a:lnTo>
                    <a:pt x="90814" y="18451"/>
                  </a:lnTo>
                  <a:lnTo>
                    <a:pt x="86151" y="20939"/>
                  </a:lnTo>
                  <a:lnTo>
                    <a:pt x="81568" y="23573"/>
                  </a:lnTo>
                  <a:lnTo>
                    <a:pt x="77072" y="26350"/>
                  </a:lnTo>
                  <a:lnTo>
                    <a:pt x="72665" y="29269"/>
                  </a:lnTo>
                  <a:lnTo>
                    <a:pt x="68353" y="32325"/>
                  </a:lnTo>
                  <a:lnTo>
                    <a:pt x="64139" y="35516"/>
                  </a:lnTo>
                  <a:lnTo>
                    <a:pt x="60029" y="38838"/>
                  </a:lnTo>
                  <a:lnTo>
                    <a:pt x="56026" y="42289"/>
                  </a:lnTo>
                  <a:lnTo>
                    <a:pt x="52133" y="45865"/>
                  </a:lnTo>
                  <a:lnTo>
                    <a:pt x="48356" y="49562"/>
                  </a:lnTo>
                  <a:lnTo>
                    <a:pt x="44698" y="53376"/>
                  </a:lnTo>
                  <a:lnTo>
                    <a:pt x="41162" y="57304"/>
                  </a:lnTo>
                  <a:lnTo>
                    <a:pt x="37751" y="61343"/>
                  </a:lnTo>
                  <a:lnTo>
                    <a:pt x="34471" y="65486"/>
                  </a:lnTo>
                  <a:lnTo>
                    <a:pt x="31323" y="69732"/>
                  </a:lnTo>
                  <a:lnTo>
                    <a:pt x="28310" y="74075"/>
                  </a:lnTo>
                  <a:lnTo>
                    <a:pt x="25437" y="78511"/>
                  </a:lnTo>
                  <a:lnTo>
                    <a:pt x="22705" y="83035"/>
                  </a:lnTo>
                  <a:lnTo>
                    <a:pt x="20117" y="87644"/>
                  </a:lnTo>
                  <a:lnTo>
                    <a:pt x="17677" y="92332"/>
                  </a:lnTo>
                  <a:lnTo>
                    <a:pt x="15386" y="97095"/>
                  </a:lnTo>
                  <a:lnTo>
                    <a:pt x="13246" y="101928"/>
                  </a:lnTo>
                  <a:lnTo>
                    <a:pt x="11261" y="106827"/>
                  </a:lnTo>
                  <a:lnTo>
                    <a:pt x="9431" y="111785"/>
                  </a:lnTo>
                  <a:lnTo>
                    <a:pt x="7759" y="116799"/>
                  </a:lnTo>
                  <a:lnTo>
                    <a:pt x="6247" y="121863"/>
                  </a:lnTo>
                  <a:lnTo>
                    <a:pt x="4895" y="126973"/>
                  </a:lnTo>
                  <a:lnTo>
                    <a:pt x="3705" y="132123"/>
                  </a:lnTo>
                  <a:lnTo>
                    <a:pt x="2679" y="137307"/>
                  </a:lnTo>
                  <a:lnTo>
                    <a:pt x="1818" y="142522"/>
                  </a:lnTo>
                  <a:lnTo>
                    <a:pt x="1121" y="147761"/>
                  </a:lnTo>
                  <a:lnTo>
                    <a:pt x="591" y="153020"/>
                  </a:lnTo>
                  <a:lnTo>
                    <a:pt x="227" y="158293"/>
                  </a:lnTo>
                  <a:lnTo>
                    <a:pt x="30" y="163574"/>
                  </a:lnTo>
                  <a:lnTo>
                    <a:pt x="0" y="168860"/>
                  </a:lnTo>
                  <a:lnTo>
                    <a:pt x="137" y="174143"/>
                  </a:lnTo>
                  <a:lnTo>
                    <a:pt x="441" y="179420"/>
                  </a:lnTo>
                  <a:lnTo>
                    <a:pt x="911" y="184684"/>
                  </a:lnTo>
                  <a:lnTo>
                    <a:pt x="1548" y="189931"/>
                  </a:lnTo>
                  <a:lnTo>
                    <a:pt x="2351" y="195155"/>
                  </a:lnTo>
                  <a:lnTo>
                    <a:pt x="3318" y="200351"/>
                  </a:lnTo>
                  <a:lnTo>
                    <a:pt x="4449" y="205514"/>
                  </a:lnTo>
                  <a:lnTo>
                    <a:pt x="5742" y="210639"/>
                  </a:lnTo>
                  <a:lnTo>
                    <a:pt x="7197" y="215720"/>
                  </a:lnTo>
                  <a:lnTo>
                    <a:pt x="8812" y="220753"/>
                  </a:lnTo>
                  <a:lnTo>
                    <a:pt x="10585" y="225732"/>
                  </a:lnTo>
                  <a:lnTo>
                    <a:pt x="12515" y="230652"/>
                  </a:lnTo>
                  <a:lnTo>
                    <a:pt x="14599" y="235509"/>
                  </a:lnTo>
                  <a:lnTo>
                    <a:pt x="16836" y="240298"/>
                  </a:lnTo>
                  <a:lnTo>
                    <a:pt x="19223" y="245014"/>
                  </a:lnTo>
                  <a:lnTo>
                    <a:pt x="21758" y="249651"/>
                  </a:lnTo>
                  <a:lnTo>
                    <a:pt x="24438" y="254207"/>
                  </a:lnTo>
                  <a:lnTo>
                    <a:pt x="27261" y="258675"/>
                  </a:lnTo>
                  <a:lnTo>
                    <a:pt x="30224" y="263052"/>
                  </a:lnTo>
                  <a:lnTo>
                    <a:pt x="33324" y="267333"/>
                  </a:lnTo>
                  <a:lnTo>
                    <a:pt x="36557" y="271514"/>
                  </a:lnTo>
                  <a:lnTo>
                    <a:pt x="39921" y="275590"/>
                  </a:lnTo>
                  <a:lnTo>
                    <a:pt x="43412" y="279559"/>
                  </a:lnTo>
                  <a:lnTo>
                    <a:pt x="47027" y="283414"/>
                  </a:lnTo>
                  <a:lnTo>
                    <a:pt x="50762" y="287154"/>
                  </a:lnTo>
                  <a:lnTo>
                    <a:pt x="54614" y="290774"/>
                  </a:lnTo>
                  <a:lnTo>
                    <a:pt x="58577" y="294270"/>
                  </a:lnTo>
                  <a:lnTo>
                    <a:pt x="62650" y="297639"/>
                  </a:lnTo>
                  <a:lnTo>
                    <a:pt x="66827" y="300877"/>
                  </a:lnTo>
                  <a:lnTo>
                    <a:pt x="71104" y="303982"/>
                  </a:lnTo>
                  <a:lnTo>
                    <a:pt x="75477" y="306951"/>
                  </a:lnTo>
                  <a:lnTo>
                    <a:pt x="79942" y="309779"/>
                  </a:lnTo>
                  <a:lnTo>
                    <a:pt x="84494" y="312465"/>
                  </a:lnTo>
                  <a:lnTo>
                    <a:pt x="89129" y="315006"/>
                  </a:lnTo>
                  <a:lnTo>
                    <a:pt x="93841" y="317399"/>
                  </a:lnTo>
                  <a:lnTo>
                    <a:pt x="98627" y="319641"/>
                  </a:lnTo>
                  <a:lnTo>
                    <a:pt x="103482" y="321732"/>
                  </a:lnTo>
                  <a:lnTo>
                    <a:pt x="108400" y="323667"/>
                  </a:lnTo>
                  <a:lnTo>
                    <a:pt x="113377" y="325447"/>
                  </a:lnTo>
                  <a:lnTo>
                    <a:pt x="118407" y="327068"/>
                  </a:lnTo>
                  <a:lnTo>
                    <a:pt x="123487" y="328529"/>
                  </a:lnTo>
                  <a:lnTo>
                    <a:pt x="128610" y="329829"/>
                  </a:lnTo>
                  <a:lnTo>
                    <a:pt x="133771" y="330966"/>
                  </a:lnTo>
                  <a:lnTo>
                    <a:pt x="138966" y="331940"/>
                  </a:lnTo>
                  <a:lnTo>
                    <a:pt x="144189" y="332749"/>
                  </a:lnTo>
                  <a:lnTo>
                    <a:pt x="149435" y="333392"/>
                  </a:lnTo>
                  <a:lnTo>
                    <a:pt x="154699" y="333869"/>
                  </a:lnTo>
                  <a:lnTo>
                    <a:pt x="159975" y="334180"/>
                  </a:lnTo>
                  <a:lnTo>
                    <a:pt x="165259" y="334324"/>
                  </a:lnTo>
                  <a:lnTo>
                    <a:pt x="170544" y="334300"/>
                  </a:lnTo>
                  <a:lnTo>
                    <a:pt x="175826" y="334110"/>
                  </a:lnTo>
                  <a:lnTo>
                    <a:pt x="181099" y="333752"/>
                  </a:lnTo>
                  <a:lnTo>
                    <a:pt x="186358" y="333228"/>
                  </a:lnTo>
                  <a:lnTo>
                    <a:pt x="191598" y="332538"/>
                  </a:lnTo>
                  <a:lnTo>
                    <a:pt x="196814" y="331683"/>
                  </a:lnTo>
                  <a:lnTo>
                    <a:pt x="202000" y="330663"/>
                  </a:lnTo>
                  <a:lnTo>
                    <a:pt x="207151" y="329480"/>
                  </a:lnTo>
                  <a:lnTo>
                    <a:pt x="212263" y="328135"/>
                  </a:lnTo>
                  <a:lnTo>
                    <a:pt x="217329" y="326628"/>
                  </a:lnTo>
                  <a:lnTo>
                    <a:pt x="222345" y="324962"/>
                  </a:lnTo>
                  <a:lnTo>
                    <a:pt x="227306" y="323139"/>
                  </a:lnTo>
                  <a:lnTo>
                    <a:pt x="232206" y="321160"/>
                  </a:lnTo>
                  <a:lnTo>
                    <a:pt x="237042" y="319026"/>
                  </a:lnTo>
                  <a:lnTo>
                    <a:pt x="241808" y="316741"/>
                  </a:lnTo>
                  <a:lnTo>
                    <a:pt x="246499" y="314306"/>
                  </a:lnTo>
                  <a:lnTo>
                    <a:pt x="251111" y="311725"/>
                  </a:lnTo>
                  <a:lnTo>
                    <a:pt x="255639" y="308998"/>
                  </a:lnTo>
                  <a:lnTo>
                    <a:pt x="260078" y="306130"/>
                  </a:lnTo>
                  <a:lnTo>
                    <a:pt x="264425" y="303123"/>
                  </a:lnTo>
                  <a:lnTo>
                    <a:pt x="268674" y="299980"/>
                  </a:lnTo>
                  <a:lnTo>
                    <a:pt x="272822" y="296705"/>
                  </a:lnTo>
                  <a:lnTo>
                    <a:pt x="276865" y="293300"/>
                  </a:lnTo>
                  <a:lnTo>
                    <a:pt x="280797" y="289769"/>
                  </a:lnTo>
                  <a:lnTo>
                    <a:pt x="284616" y="286115"/>
                  </a:lnTo>
                  <a:lnTo>
                    <a:pt x="288318" y="282342"/>
                  </a:lnTo>
                  <a:lnTo>
                    <a:pt x="291898" y="278454"/>
                  </a:lnTo>
                  <a:lnTo>
                    <a:pt x="295354" y="274455"/>
                  </a:lnTo>
                  <a:lnTo>
                    <a:pt x="298682" y="270349"/>
                  </a:lnTo>
                  <a:lnTo>
                    <a:pt x="301878" y="266139"/>
                  </a:lnTo>
                  <a:lnTo>
                    <a:pt x="304940" y="261831"/>
                  </a:lnTo>
                  <a:lnTo>
                    <a:pt x="307863" y="257428"/>
                  </a:lnTo>
                  <a:lnTo>
                    <a:pt x="310646" y="252935"/>
                  </a:lnTo>
                  <a:lnTo>
                    <a:pt x="313286" y="248356"/>
                  </a:lnTo>
                  <a:lnTo>
                    <a:pt x="315780" y="243696"/>
                  </a:lnTo>
                  <a:lnTo>
                    <a:pt x="318125" y="238959"/>
                  </a:lnTo>
                  <a:lnTo>
                    <a:pt x="320319" y="234151"/>
                  </a:lnTo>
                  <a:lnTo>
                    <a:pt x="322360" y="229275"/>
                  </a:lnTo>
                  <a:lnTo>
                    <a:pt x="324246" y="224338"/>
                  </a:lnTo>
                  <a:lnTo>
                    <a:pt x="325975" y="219343"/>
                  </a:lnTo>
                  <a:lnTo>
                    <a:pt x="327545" y="214296"/>
                  </a:lnTo>
                  <a:lnTo>
                    <a:pt x="328954" y="209203"/>
                  </a:lnTo>
                  <a:lnTo>
                    <a:pt x="330202" y="204067"/>
                  </a:lnTo>
                  <a:lnTo>
                    <a:pt x="331287" y="198894"/>
                  </a:lnTo>
                  <a:lnTo>
                    <a:pt x="332208" y="193689"/>
                  </a:lnTo>
                  <a:lnTo>
                    <a:pt x="332964" y="188458"/>
                  </a:lnTo>
                  <a:lnTo>
                    <a:pt x="333555" y="183206"/>
                  </a:lnTo>
                  <a:lnTo>
                    <a:pt x="333978" y="177938"/>
                  </a:lnTo>
                  <a:lnTo>
                    <a:pt x="334236" y="172659"/>
                  </a:lnTo>
                  <a:lnTo>
                    <a:pt x="334326" y="167374"/>
                  </a:lnTo>
                  <a:lnTo>
                    <a:pt x="334249" y="162089"/>
                  </a:lnTo>
                  <a:lnTo>
                    <a:pt x="334005" y="156809"/>
                  </a:lnTo>
                  <a:lnTo>
                    <a:pt x="333594" y="151540"/>
                  </a:lnTo>
                  <a:lnTo>
                    <a:pt x="333017" y="146286"/>
                  </a:lnTo>
                  <a:lnTo>
                    <a:pt x="332274" y="141054"/>
                  </a:lnTo>
                  <a:lnTo>
                    <a:pt x="331366" y="135847"/>
                  </a:lnTo>
                  <a:lnTo>
                    <a:pt x="330293" y="130671"/>
                  </a:lnTo>
                  <a:lnTo>
                    <a:pt x="329058" y="125532"/>
                  </a:lnTo>
                  <a:lnTo>
                    <a:pt x="327661" y="120435"/>
                  </a:lnTo>
                  <a:lnTo>
                    <a:pt x="326103" y="115384"/>
                  </a:lnTo>
                  <a:lnTo>
                    <a:pt x="324387" y="110385"/>
                  </a:lnTo>
                  <a:lnTo>
                    <a:pt x="322513" y="105443"/>
                  </a:lnTo>
                  <a:lnTo>
                    <a:pt x="320484" y="100563"/>
                  </a:lnTo>
                  <a:lnTo>
                    <a:pt x="318302" y="95749"/>
                  </a:lnTo>
                  <a:lnTo>
                    <a:pt x="315969" y="91007"/>
                  </a:lnTo>
                  <a:lnTo>
                    <a:pt x="313487" y="86340"/>
                  </a:lnTo>
                  <a:lnTo>
                    <a:pt x="310858" y="81755"/>
                  </a:lnTo>
                  <a:lnTo>
                    <a:pt x="308087" y="77255"/>
                  </a:lnTo>
                  <a:lnTo>
                    <a:pt x="305174" y="72844"/>
                  </a:lnTo>
                  <a:lnTo>
                    <a:pt x="302123" y="68528"/>
                  </a:lnTo>
                  <a:lnTo>
                    <a:pt x="298937" y="64311"/>
                  </a:lnTo>
                  <a:lnTo>
                    <a:pt x="295620" y="60197"/>
                  </a:lnTo>
                  <a:lnTo>
                    <a:pt x="292174" y="56189"/>
                  </a:lnTo>
                  <a:lnTo>
                    <a:pt x="288603" y="52292"/>
                  </a:lnTo>
                  <a:lnTo>
                    <a:pt x="284911" y="48510"/>
                  </a:lnTo>
                  <a:lnTo>
                    <a:pt x="281101" y="44847"/>
                  </a:lnTo>
                  <a:lnTo>
                    <a:pt x="277177" y="41306"/>
                  </a:lnTo>
                  <a:lnTo>
                    <a:pt x="273143" y="37891"/>
                  </a:lnTo>
                  <a:lnTo>
                    <a:pt x="269003" y="34605"/>
                  </a:lnTo>
                  <a:lnTo>
                    <a:pt x="264762" y="31452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021039" y="1354024"/>
              <a:ext cx="97603" cy="135715"/>
            </a:xfrm>
            <a:custGeom>
              <a:avLst/>
              <a:pathLst>
                <a:path w="97603" h="135715">
                  <a:moveTo>
                    <a:pt x="97603" y="0"/>
                  </a:moveTo>
                  <a:lnTo>
                    <a:pt x="0" y="13571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021039" y="1354024"/>
              <a:ext cx="97603" cy="135715"/>
            </a:xfrm>
            <a:custGeom>
              <a:avLst/>
              <a:pathLst>
                <a:path w="97603" h="135715">
                  <a:moveTo>
                    <a:pt x="97603" y="0"/>
                  </a:moveTo>
                  <a:lnTo>
                    <a:pt x="0" y="13571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021039" y="1354024"/>
              <a:ext cx="97603" cy="135715"/>
            </a:xfrm>
            <a:custGeom>
              <a:avLst/>
              <a:pathLst>
                <a:path w="97603" h="135715">
                  <a:moveTo>
                    <a:pt x="97603" y="0"/>
                  </a:moveTo>
                  <a:lnTo>
                    <a:pt x="0" y="13571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021039" y="1354024"/>
              <a:ext cx="97603" cy="135715"/>
            </a:xfrm>
            <a:custGeom>
              <a:avLst/>
              <a:pathLst>
                <a:path w="97603" h="135715">
                  <a:moveTo>
                    <a:pt x="97603" y="0"/>
                  </a:moveTo>
                  <a:lnTo>
                    <a:pt x="0" y="13571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021039" y="1354024"/>
              <a:ext cx="97603" cy="135715"/>
            </a:xfrm>
            <a:custGeom>
              <a:avLst/>
              <a:pathLst>
                <a:path w="97603" h="135715">
                  <a:moveTo>
                    <a:pt x="97603" y="0"/>
                  </a:moveTo>
                  <a:lnTo>
                    <a:pt x="0" y="13571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021039" y="1354024"/>
              <a:ext cx="97603" cy="135715"/>
            </a:xfrm>
            <a:custGeom>
              <a:avLst/>
              <a:pathLst>
                <a:path w="97603" h="135715">
                  <a:moveTo>
                    <a:pt x="97603" y="0"/>
                  </a:moveTo>
                  <a:lnTo>
                    <a:pt x="0" y="13571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021039" y="1354024"/>
              <a:ext cx="97603" cy="135715"/>
            </a:xfrm>
            <a:custGeom>
              <a:avLst/>
              <a:pathLst>
                <a:path w="97603" h="135715">
                  <a:moveTo>
                    <a:pt x="97603" y="0"/>
                  </a:moveTo>
                  <a:lnTo>
                    <a:pt x="0" y="13571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021039" y="1354024"/>
              <a:ext cx="97603" cy="135715"/>
            </a:xfrm>
            <a:custGeom>
              <a:avLst/>
              <a:pathLst>
                <a:path w="97603" h="135715">
                  <a:moveTo>
                    <a:pt x="97603" y="0"/>
                  </a:moveTo>
                  <a:lnTo>
                    <a:pt x="0" y="1357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021039" y="1354024"/>
              <a:ext cx="97603" cy="135715"/>
            </a:xfrm>
            <a:custGeom>
              <a:avLst/>
              <a:pathLst>
                <a:path w="97603" h="135715">
                  <a:moveTo>
                    <a:pt x="97603" y="0"/>
                  </a:moveTo>
                  <a:lnTo>
                    <a:pt x="0" y="1357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021039" y="1354024"/>
              <a:ext cx="97603" cy="135715"/>
            </a:xfrm>
            <a:custGeom>
              <a:avLst/>
              <a:pathLst>
                <a:path w="97603" h="135715">
                  <a:moveTo>
                    <a:pt x="97603" y="0"/>
                  </a:moveTo>
                  <a:lnTo>
                    <a:pt x="0" y="1357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54024"/>
              <a:ext cx="97603" cy="135715"/>
            </a:xfrm>
            <a:custGeom>
              <a:avLst/>
              <a:pathLst>
                <a:path w="97603" h="135715">
                  <a:moveTo>
                    <a:pt x="97603" y="0"/>
                  </a:moveTo>
                  <a:lnTo>
                    <a:pt x="0" y="1357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54024"/>
              <a:ext cx="97603" cy="135715"/>
            </a:xfrm>
            <a:custGeom>
              <a:avLst/>
              <a:pathLst>
                <a:path w="97603" h="135715">
                  <a:moveTo>
                    <a:pt x="97603" y="0"/>
                  </a:moveTo>
                  <a:lnTo>
                    <a:pt x="0" y="13571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54024"/>
              <a:ext cx="97603" cy="135715"/>
            </a:xfrm>
            <a:custGeom>
              <a:avLst/>
              <a:pathLst>
                <a:path w="97603" h="135715">
                  <a:moveTo>
                    <a:pt x="97603" y="0"/>
                  </a:moveTo>
                  <a:lnTo>
                    <a:pt x="0" y="1357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54024"/>
              <a:ext cx="97603" cy="135715"/>
            </a:xfrm>
            <a:custGeom>
              <a:avLst/>
              <a:pathLst>
                <a:path w="97603" h="135715">
                  <a:moveTo>
                    <a:pt x="97603" y="0"/>
                  </a:moveTo>
                  <a:lnTo>
                    <a:pt x="0" y="1357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54024"/>
              <a:ext cx="97603" cy="135715"/>
            </a:xfrm>
            <a:custGeom>
              <a:avLst/>
              <a:pathLst>
                <a:path w="97603" h="135715">
                  <a:moveTo>
                    <a:pt x="97603" y="0"/>
                  </a:moveTo>
                  <a:lnTo>
                    <a:pt x="0" y="13571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54024"/>
              <a:ext cx="97603" cy="135715"/>
            </a:xfrm>
            <a:custGeom>
              <a:avLst/>
              <a:pathLst>
                <a:path w="97603" h="135715">
                  <a:moveTo>
                    <a:pt x="97603" y="0"/>
                  </a:moveTo>
                  <a:lnTo>
                    <a:pt x="0" y="1357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54024"/>
              <a:ext cx="97603" cy="135715"/>
            </a:xfrm>
            <a:custGeom>
              <a:avLst/>
              <a:pathLst>
                <a:path w="97603" h="135715">
                  <a:moveTo>
                    <a:pt x="97603" y="0"/>
                  </a:moveTo>
                  <a:lnTo>
                    <a:pt x="0" y="1357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54024"/>
              <a:ext cx="97603" cy="135715"/>
            </a:xfrm>
            <a:custGeom>
              <a:avLst/>
              <a:pathLst>
                <a:path w="97603" h="135715">
                  <a:moveTo>
                    <a:pt x="97603" y="0"/>
                  </a:moveTo>
                  <a:lnTo>
                    <a:pt x="0" y="1357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54024"/>
              <a:ext cx="97603" cy="135715"/>
            </a:xfrm>
            <a:custGeom>
              <a:avLst/>
              <a:pathLst>
                <a:path w="97603" h="135715">
                  <a:moveTo>
                    <a:pt x="97603" y="0"/>
                  </a:moveTo>
                  <a:lnTo>
                    <a:pt x="0" y="1357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54024"/>
              <a:ext cx="97603" cy="135715"/>
            </a:xfrm>
            <a:custGeom>
              <a:avLst/>
              <a:pathLst>
                <a:path w="97603" h="135715">
                  <a:moveTo>
                    <a:pt x="97603" y="0"/>
                  </a:moveTo>
                  <a:lnTo>
                    <a:pt x="0" y="13571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54024"/>
              <a:ext cx="97603" cy="135715"/>
            </a:xfrm>
            <a:custGeom>
              <a:avLst/>
              <a:pathLst>
                <a:path w="97603" h="135715">
                  <a:moveTo>
                    <a:pt x="97603" y="0"/>
                  </a:moveTo>
                  <a:lnTo>
                    <a:pt x="0" y="13571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51957"/>
              <a:ext cx="97603" cy="137781"/>
            </a:xfrm>
            <a:custGeom>
              <a:avLst/>
              <a:pathLst>
                <a:path w="97603" h="137781">
                  <a:moveTo>
                    <a:pt x="97603" y="2066"/>
                  </a:moveTo>
                  <a:lnTo>
                    <a:pt x="94663" y="0"/>
                  </a:lnTo>
                  <a:lnTo>
                    <a:pt x="0" y="13778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22571"/>
              <a:ext cx="94663" cy="167167"/>
            </a:xfrm>
            <a:custGeom>
              <a:avLst/>
              <a:pathLst>
                <a:path w="94663" h="167167">
                  <a:moveTo>
                    <a:pt x="94663" y="29385"/>
                  </a:moveTo>
                  <a:lnTo>
                    <a:pt x="90003" y="26297"/>
                  </a:lnTo>
                  <a:lnTo>
                    <a:pt x="85242" y="23366"/>
                  </a:lnTo>
                  <a:lnTo>
                    <a:pt x="80386" y="20596"/>
                  </a:lnTo>
                  <a:lnTo>
                    <a:pt x="75440" y="17990"/>
                  </a:lnTo>
                  <a:lnTo>
                    <a:pt x="70410" y="15551"/>
                  </a:lnTo>
                  <a:lnTo>
                    <a:pt x="65301" y="13282"/>
                  </a:lnTo>
                  <a:lnTo>
                    <a:pt x="60119" y="11184"/>
                  </a:lnTo>
                  <a:lnTo>
                    <a:pt x="54870" y="9261"/>
                  </a:lnTo>
                  <a:lnTo>
                    <a:pt x="49559" y="7515"/>
                  </a:lnTo>
                  <a:lnTo>
                    <a:pt x="44193" y="5947"/>
                  </a:lnTo>
                  <a:lnTo>
                    <a:pt x="38778" y="4559"/>
                  </a:lnTo>
                  <a:lnTo>
                    <a:pt x="33319" y="3354"/>
                  </a:lnTo>
                  <a:lnTo>
                    <a:pt x="27823" y="2331"/>
                  </a:lnTo>
                  <a:lnTo>
                    <a:pt x="22295" y="1493"/>
                  </a:lnTo>
                  <a:lnTo>
                    <a:pt x="16743" y="840"/>
                  </a:lnTo>
                  <a:lnTo>
                    <a:pt x="11172" y="373"/>
                  </a:lnTo>
                  <a:lnTo>
                    <a:pt x="5589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5378111" y="1071028"/>
              <a:ext cx="333275" cy="334334"/>
            </a:xfrm>
            <a:custGeom>
              <a:avLst/>
              <a:pathLst>
                <a:path w="333275" h="334334">
                  <a:moveTo>
                    <a:pt x="167146" y="0"/>
                  </a:moveTo>
                  <a:lnTo>
                    <a:pt x="161843" y="84"/>
                  </a:lnTo>
                  <a:lnTo>
                    <a:pt x="156545" y="336"/>
                  </a:lnTo>
                  <a:lnTo>
                    <a:pt x="151258" y="756"/>
                  </a:lnTo>
                  <a:lnTo>
                    <a:pt x="145986" y="1344"/>
                  </a:lnTo>
                  <a:lnTo>
                    <a:pt x="140736" y="2099"/>
                  </a:lnTo>
                  <a:lnTo>
                    <a:pt x="135513" y="3020"/>
                  </a:lnTo>
                  <a:lnTo>
                    <a:pt x="130321" y="4106"/>
                  </a:lnTo>
                  <a:lnTo>
                    <a:pt x="125167" y="5356"/>
                  </a:lnTo>
                  <a:lnTo>
                    <a:pt x="120054" y="6770"/>
                  </a:lnTo>
                  <a:lnTo>
                    <a:pt x="114990" y="8344"/>
                  </a:lnTo>
                  <a:lnTo>
                    <a:pt x="109977" y="10079"/>
                  </a:lnTo>
                  <a:lnTo>
                    <a:pt x="105022" y="11972"/>
                  </a:lnTo>
                  <a:lnTo>
                    <a:pt x="100130" y="14021"/>
                  </a:lnTo>
                  <a:lnTo>
                    <a:pt x="95305" y="16224"/>
                  </a:lnTo>
                  <a:lnTo>
                    <a:pt x="90553" y="18579"/>
                  </a:lnTo>
                  <a:lnTo>
                    <a:pt x="85877" y="21084"/>
                  </a:lnTo>
                  <a:lnTo>
                    <a:pt x="81284" y="23735"/>
                  </a:lnTo>
                  <a:lnTo>
                    <a:pt x="76777" y="26532"/>
                  </a:lnTo>
                  <a:lnTo>
                    <a:pt x="72361" y="29469"/>
                  </a:lnTo>
                  <a:lnTo>
                    <a:pt x="68040" y="32546"/>
                  </a:lnTo>
                  <a:lnTo>
                    <a:pt x="63819" y="35758"/>
                  </a:lnTo>
                  <a:lnTo>
                    <a:pt x="59702" y="39102"/>
                  </a:lnTo>
                  <a:lnTo>
                    <a:pt x="55693" y="42575"/>
                  </a:lnTo>
                  <a:lnTo>
                    <a:pt x="51797" y="46173"/>
                  </a:lnTo>
                  <a:lnTo>
                    <a:pt x="48016" y="49894"/>
                  </a:lnTo>
                  <a:lnTo>
                    <a:pt x="44356" y="53732"/>
                  </a:lnTo>
                  <a:lnTo>
                    <a:pt x="40819" y="57685"/>
                  </a:lnTo>
                  <a:lnTo>
                    <a:pt x="37409" y="61748"/>
                  </a:lnTo>
                  <a:lnTo>
                    <a:pt x="34130" y="65916"/>
                  </a:lnTo>
                  <a:lnTo>
                    <a:pt x="30985" y="70187"/>
                  </a:lnTo>
                  <a:lnTo>
                    <a:pt x="27977" y="74556"/>
                  </a:lnTo>
                  <a:lnTo>
                    <a:pt x="25109" y="79018"/>
                  </a:lnTo>
                  <a:lnTo>
                    <a:pt x="22384" y="83568"/>
                  </a:lnTo>
                  <a:lnTo>
                    <a:pt x="19805" y="88203"/>
                  </a:lnTo>
                  <a:lnTo>
                    <a:pt x="17374" y="92917"/>
                  </a:lnTo>
                  <a:lnTo>
                    <a:pt x="15093" y="97706"/>
                  </a:lnTo>
                  <a:lnTo>
                    <a:pt x="12966" y="102564"/>
                  </a:lnTo>
                  <a:lnTo>
                    <a:pt x="10994" y="107488"/>
                  </a:lnTo>
                  <a:lnTo>
                    <a:pt x="9180" y="112472"/>
                  </a:lnTo>
                  <a:lnTo>
                    <a:pt x="7524" y="117511"/>
                  </a:lnTo>
                  <a:lnTo>
                    <a:pt x="6029" y="122600"/>
                  </a:lnTo>
                  <a:lnTo>
                    <a:pt x="4696" y="127734"/>
                  </a:lnTo>
                  <a:lnTo>
                    <a:pt x="3527" y="132908"/>
                  </a:lnTo>
                  <a:lnTo>
                    <a:pt x="2523" y="138116"/>
                  </a:lnTo>
                  <a:lnTo>
                    <a:pt x="1684" y="143353"/>
                  </a:lnTo>
                  <a:lnTo>
                    <a:pt x="1012" y="148614"/>
                  </a:lnTo>
                  <a:lnTo>
                    <a:pt x="507" y="153894"/>
                  </a:lnTo>
                  <a:lnTo>
                    <a:pt x="169" y="159187"/>
                  </a:lnTo>
                  <a:lnTo>
                    <a:pt x="0" y="164489"/>
                  </a:lnTo>
                  <a:lnTo>
                    <a:pt x="0" y="169793"/>
                  </a:lnTo>
                  <a:lnTo>
                    <a:pt x="167" y="175094"/>
                  </a:lnTo>
                  <a:lnTo>
                    <a:pt x="502" y="180387"/>
                  </a:lnTo>
                  <a:lnTo>
                    <a:pt x="1006" y="185667"/>
                  </a:lnTo>
                  <a:lnTo>
                    <a:pt x="1676" y="190929"/>
                  </a:lnTo>
                  <a:lnTo>
                    <a:pt x="2513" y="196166"/>
                  </a:lnTo>
                  <a:lnTo>
                    <a:pt x="3516" y="201375"/>
                  </a:lnTo>
                  <a:lnTo>
                    <a:pt x="4684" y="206549"/>
                  </a:lnTo>
                  <a:lnTo>
                    <a:pt x="6015" y="211683"/>
                  </a:lnTo>
                  <a:lnTo>
                    <a:pt x="7508" y="216772"/>
                  </a:lnTo>
                  <a:lnTo>
                    <a:pt x="9163" y="221812"/>
                  </a:lnTo>
                  <a:lnTo>
                    <a:pt x="10976" y="226796"/>
                  </a:lnTo>
                  <a:lnTo>
                    <a:pt x="12946" y="231721"/>
                  </a:lnTo>
                  <a:lnTo>
                    <a:pt x="15072" y="236580"/>
                  </a:lnTo>
                  <a:lnTo>
                    <a:pt x="17350" y="241370"/>
                  </a:lnTo>
                  <a:lnTo>
                    <a:pt x="19780" y="246085"/>
                  </a:lnTo>
                  <a:lnTo>
                    <a:pt x="22358" y="250720"/>
                  </a:lnTo>
                  <a:lnTo>
                    <a:pt x="25081" y="255272"/>
                  </a:lnTo>
                  <a:lnTo>
                    <a:pt x="27948" y="259734"/>
                  </a:lnTo>
                  <a:lnTo>
                    <a:pt x="30954" y="264104"/>
                  </a:lnTo>
                  <a:lnTo>
                    <a:pt x="34098" y="268376"/>
                  </a:lnTo>
                  <a:lnTo>
                    <a:pt x="37376" y="272545"/>
                  </a:lnTo>
                  <a:lnTo>
                    <a:pt x="40785" y="276609"/>
                  </a:lnTo>
                  <a:lnTo>
                    <a:pt x="44320" y="280563"/>
                  </a:lnTo>
                  <a:lnTo>
                    <a:pt x="47979" y="284403"/>
                  </a:lnTo>
                  <a:lnTo>
                    <a:pt x="51759" y="288124"/>
                  </a:lnTo>
                  <a:lnTo>
                    <a:pt x="55654" y="291724"/>
                  </a:lnTo>
                  <a:lnTo>
                    <a:pt x="59662" y="295198"/>
                  </a:lnTo>
                  <a:lnTo>
                    <a:pt x="63778" y="298544"/>
                  </a:lnTo>
                  <a:lnTo>
                    <a:pt x="67998" y="301757"/>
                  </a:lnTo>
                  <a:lnTo>
                    <a:pt x="72317" y="304835"/>
                  </a:lnTo>
                  <a:lnTo>
                    <a:pt x="76733" y="307774"/>
                  </a:lnTo>
                  <a:lnTo>
                    <a:pt x="81239" y="310571"/>
                  </a:lnTo>
                  <a:lnTo>
                    <a:pt x="85831" y="313225"/>
                  </a:lnTo>
                  <a:lnTo>
                    <a:pt x="90506" y="315731"/>
                  </a:lnTo>
                  <a:lnTo>
                    <a:pt x="95258" y="318087"/>
                  </a:lnTo>
                  <a:lnTo>
                    <a:pt x="100082" y="320292"/>
                  </a:lnTo>
                  <a:lnTo>
                    <a:pt x="104973" y="322343"/>
                  </a:lnTo>
                  <a:lnTo>
                    <a:pt x="109928" y="324237"/>
                  </a:lnTo>
                  <a:lnTo>
                    <a:pt x="114940" y="325973"/>
                  </a:lnTo>
                  <a:lnTo>
                    <a:pt x="120004" y="327549"/>
                  </a:lnTo>
                  <a:lnTo>
                    <a:pt x="125116" y="328964"/>
                  </a:lnTo>
                  <a:lnTo>
                    <a:pt x="130270" y="330216"/>
                  </a:lnTo>
                  <a:lnTo>
                    <a:pt x="135461" y="331304"/>
                  </a:lnTo>
                  <a:lnTo>
                    <a:pt x="140684" y="332227"/>
                  </a:lnTo>
                  <a:lnTo>
                    <a:pt x="145934" y="332983"/>
                  </a:lnTo>
                  <a:lnTo>
                    <a:pt x="151205" y="333573"/>
                  </a:lnTo>
                  <a:lnTo>
                    <a:pt x="156492" y="333995"/>
                  </a:lnTo>
                  <a:lnTo>
                    <a:pt x="161790" y="334249"/>
                  </a:lnTo>
                  <a:lnTo>
                    <a:pt x="167094" y="334334"/>
                  </a:lnTo>
                  <a:lnTo>
                    <a:pt x="172397" y="334252"/>
                  </a:lnTo>
                  <a:lnTo>
                    <a:pt x="177695" y="334001"/>
                  </a:lnTo>
                  <a:lnTo>
                    <a:pt x="182983" y="333583"/>
                  </a:lnTo>
                  <a:lnTo>
                    <a:pt x="188254" y="332996"/>
                  </a:lnTo>
                  <a:lnTo>
                    <a:pt x="193504" y="332243"/>
                  </a:lnTo>
                  <a:lnTo>
                    <a:pt x="198728" y="331324"/>
                  </a:lnTo>
                  <a:lnTo>
                    <a:pt x="203920" y="330239"/>
                  </a:lnTo>
                  <a:lnTo>
                    <a:pt x="209075" y="328991"/>
                  </a:lnTo>
                  <a:lnTo>
                    <a:pt x="214188" y="327579"/>
                  </a:lnTo>
                  <a:lnTo>
                    <a:pt x="219253" y="326006"/>
                  </a:lnTo>
                  <a:lnTo>
                    <a:pt x="224266" y="324273"/>
                  </a:lnTo>
                  <a:lnTo>
                    <a:pt x="229221" y="322382"/>
                  </a:lnTo>
                  <a:lnTo>
                    <a:pt x="234114" y="320334"/>
                  </a:lnTo>
                  <a:lnTo>
                    <a:pt x="238940" y="318133"/>
                  </a:lnTo>
                  <a:lnTo>
                    <a:pt x="243693" y="315779"/>
                  </a:lnTo>
                  <a:lnTo>
                    <a:pt x="248369" y="313276"/>
                  </a:lnTo>
                  <a:lnTo>
                    <a:pt x="252963" y="310626"/>
                  </a:lnTo>
                  <a:lnTo>
                    <a:pt x="257471" y="307831"/>
                  </a:lnTo>
                  <a:lnTo>
                    <a:pt x="261889" y="304894"/>
                  </a:lnTo>
                  <a:lnTo>
                    <a:pt x="266210" y="301819"/>
                  </a:lnTo>
                  <a:lnTo>
                    <a:pt x="270432" y="298609"/>
                  </a:lnTo>
                  <a:lnTo>
                    <a:pt x="274550" y="295266"/>
                  </a:lnTo>
                  <a:lnTo>
                    <a:pt x="278560" y="291794"/>
                  </a:lnTo>
                  <a:lnTo>
                    <a:pt x="282458" y="288197"/>
                  </a:lnTo>
                  <a:lnTo>
                    <a:pt x="286239" y="284478"/>
                  </a:lnTo>
                  <a:lnTo>
                    <a:pt x="289901" y="280640"/>
                  </a:lnTo>
                  <a:lnTo>
                    <a:pt x="293439" y="276689"/>
                  </a:lnTo>
                  <a:lnTo>
                    <a:pt x="296850" y="272627"/>
                  </a:lnTo>
                  <a:lnTo>
                    <a:pt x="300131" y="268459"/>
                  </a:lnTo>
                  <a:lnTo>
                    <a:pt x="303277" y="264189"/>
                  </a:lnTo>
                  <a:lnTo>
                    <a:pt x="306287" y="259822"/>
                  </a:lnTo>
                  <a:lnTo>
                    <a:pt x="309156" y="255361"/>
                  </a:lnTo>
                  <a:lnTo>
                    <a:pt x="311882" y="250811"/>
                  </a:lnTo>
                  <a:lnTo>
                    <a:pt x="314463" y="246178"/>
                  </a:lnTo>
                  <a:lnTo>
                    <a:pt x="316896" y="241464"/>
                  </a:lnTo>
                  <a:lnTo>
                    <a:pt x="319177" y="236676"/>
                  </a:lnTo>
                  <a:lnTo>
                    <a:pt x="321306" y="231818"/>
                  </a:lnTo>
                  <a:lnTo>
                    <a:pt x="323279" y="226895"/>
                  </a:lnTo>
                  <a:lnTo>
                    <a:pt x="325096" y="221911"/>
                  </a:lnTo>
                  <a:lnTo>
                    <a:pt x="326753" y="216873"/>
                  </a:lnTo>
                  <a:lnTo>
                    <a:pt x="328249" y="211784"/>
                  </a:lnTo>
                  <a:lnTo>
                    <a:pt x="329584" y="206651"/>
                  </a:lnTo>
                  <a:lnTo>
                    <a:pt x="330755" y="201478"/>
                  </a:lnTo>
                  <a:lnTo>
                    <a:pt x="331761" y="196270"/>
                  </a:lnTo>
                  <a:lnTo>
                    <a:pt x="332601" y="191033"/>
                  </a:lnTo>
                  <a:lnTo>
                    <a:pt x="333275" y="185772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5545258" y="1238196"/>
              <a:ext cx="166128" cy="18605"/>
            </a:xfrm>
            <a:custGeom>
              <a:avLst/>
              <a:pathLst>
                <a:path w="166128" h="18605">
                  <a:moveTo>
                    <a:pt x="166128" y="186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5545258" y="1238196"/>
              <a:ext cx="166128" cy="18605"/>
            </a:xfrm>
            <a:custGeom>
              <a:avLst/>
              <a:pathLst>
                <a:path w="166128" h="18605">
                  <a:moveTo>
                    <a:pt x="166128" y="186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5545258" y="1238196"/>
              <a:ext cx="166128" cy="18605"/>
            </a:xfrm>
            <a:custGeom>
              <a:avLst/>
              <a:pathLst>
                <a:path w="166128" h="18605">
                  <a:moveTo>
                    <a:pt x="166128" y="186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5545258" y="1238196"/>
              <a:ext cx="166128" cy="18605"/>
            </a:xfrm>
            <a:custGeom>
              <a:avLst/>
              <a:pathLst>
                <a:path w="166128" h="18605">
                  <a:moveTo>
                    <a:pt x="166128" y="186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5545258" y="1238196"/>
              <a:ext cx="166128" cy="18605"/>
            </a:xfrm>
            <a:custGeom>
              <a:avLst/>
              <a:pathLst>
                <a:path w="166128" h="18605">
                  <a:moveTo>
                    <a:pt x="166128" y="186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5545258" y="1238196"/>
              <a:ext cx="166128" cy="18605"/>
            </a:xfrm>
            <a:custGeom>
              <a:avLst/>
              <a:pathLst>
                <a:path w="166128" h="18605">
                  <a:moveTo>
                    <a:pt x="166128" y="186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5545258" y="1238196"/>
              <a:ext cx="166128" cy="18605"/>
            </a:xfrm>
            <a:custGeom>
              <a:avLst/>
              <a:pathLst>
                <a:path w="166128" h="18605">
                  <a:moveTo>
                    <a:pt x="166128" y="186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545258" y="1238196"/>
              <a:ext cx="166128" cy="18605"/>
            </a:xfrm>
            <a:custGeom>
              <a:avLst/>
              <a:pathLst>
                <a:path w="166128" h="18605">
                  <a:moveTo>
                    <a:pt x="166128" y="186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545258" y="1238196"/>
              <a:ext cx="166128" cy="18605"/>
            </a:xfrm>
            <a:custGeom>
              <a:avLst/>
              <a:pathLst>
                <a:path w="166128" h="18605">
                  <a:moveTo>
                    <a:pt x="166128" y="186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238196"/>
              <a:ext cx="166128" cy="18605"/>
            </a:xfrm>
            <a:custGeom>
              <a:avLst/>
              <a:pathLst>
                <a:path w="166128" h="18605">
                  <a:moveTo>
                    <a:pt x="166128" y="186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238196"/>
              <a:ext cx="166128" cy="18605"/>
            </a:xfrm>
            <a:custGeom>
              <a:avLst/>
              <a:pathLst>
                <a:path w="166128" h="18605">
                  <a:moveTo>
                    <a:pt x="166128" y="186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238196"/>
              <a:ext cx="166128" cy="18605"/>
            </a:xfrm>
            <a:custGeom>
              <a:avLst/>
              <a:pathLst>
                <a:path w="166128" h="18605">
                  <a:moveTo>
                    <a:pt x="166128" y="186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238196"/>
              <a:ext cx="166128" cy="18605"/>
            </a:xfrm>
            <a:custGeom>
              <a:avLst/>
              <a:pathLst>
                <a:path w="166128" h="18605">
                  <a:moveTo>
                    <a:pt x="166128" y="186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238196"/>
              <a:ext cx="166128" cy="18605"/>
            </a:xfrm>
            <a:custGeom>
              <a:avLst/>
              <a:pathLst>
                <a:path w="166128" h="18605">
                  <a:moveTo>
                    <a:pt x="166128" y="186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238196"/>
              <a:ext cx="166128" cy="18605"/>
            </a:xfrm>
            <a:custGeom>
              <a:avLst/>
              <a:pathLst>
                <a:path w="166128" h="18605">
                  <a:moveTo>
                    <a:pt x="166128" y="186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238196"/>
              <a:ext cx="166128" cy="18605"/>
            </a:xfrm>
            <a:custGeom>
              <a:avLst/>
              <a:pathLst>
                <a:path w="166128" h="18605">
                  <a:moveTo>
                    <a:pt x="166128" y="186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238196"/>
              <a:ext cx="166128" cy="18605"/>
            </a:xfrm>
            <a:custGeom>
              <a:avLst/>
              <a:pathLst>
                <a:path w="166128" h="18605">
                  <a:moveTo>
                    <a:pt x="166128" y="186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238196"/>
              <a:ext cx="166128" cy="18605"/>
            </a:xfrm>
            <a:custGeom>
              <a:avLst/>
              <a:pathLst>
                <a:path w="166128" h="18605">
                  <a:moveTo>
                    <a:pt x="166128" y="186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238196"/>
              <a:ext cx="166128" cy="18605"/>
            </a:xfrm>
            <a:custGeom>
              <a:avLst/>
              <a:pathLst>
                <a:path w="166128" h="18605">
                  <a:moveTo>
                    <a:pt x="166128" y="186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238196"/>
              <a:ext cx="166128" cy="18605"/>
            </a:xfrm>
            <a:custGeom>
              <a:avLst/>
              <a:pathLst>
                <a:path w="166128" h="18605">
                  <a:moveTo>
                    <a:pt x="166128" y="186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238196"/>
              <a:ext cx="166568" cy="18605"/>
            </a:xfrm>
            <a:custGeom>
              <a:avLst/>
              <a:pathLst>
                <a:path w="166568" h="18605">
                  <a:moveTo>
                    <a:pt x="166128" y="18605"/>
                  </a:moveTo>
                  <a:lnTo>
                    <a:pt x="166568" y="141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071028"/>
              <a:ext cx="167153" cy="181301"/>
            </a:xfrm>
            <a:custGeom>
              <a:avLst/>
              <a:pathLst>
                <a:path w="167153" h="181301">
                  <a:moveTo>
                    <a:pt x="166568" y="181301"/>
                  </a:moveTo>
                  <a:lnTo>
                    <a:pt x="166939" y="175888"/>
                  </a:lnTo>
                  <a:lnTo>
                    <a:pt x="167134" y="170466"/>
                  </a:lnTo>
                  <a:lnTo>
                    <a:pt x="167153" y="165040"/>
                  </a:lnTo>
                  <a:lnTo>
                    <a:pt x="166996" y="159616"/>
                  </a:lnTo>
                  <a:lnTo>
                    <a:pt x="166663" y="154200"/>
                  </a:lnTo>
                  <a:lnTo>
                    <a:pt x="166155" y="148798"/>
                  </a:lnTo>
                  <a:lnTo>
                    <a:pt x="165471" y="143415"/>
                  </a:lnTo>
                  <a:lnTo>
                    <a:pt x="164613" y="138058"/>
                  </a:lnTo>
                  <a:lnTo>
                    <a:pt x="163582" y="132731"/>
                  </a:lnTo>
                  <a:lnTo>
                    <a:pt x="162378" y="127440"/>
                  </a:lnTo>
                  <a:lnTo>
                    <a:pt x="161003" y="122191"/>
                  </a:lnTo>
                  <a:lnTo>
                    <a:pt x="159458" y="116989"/>
                  </a:lnTo>
                  <a:lnTo>
                    <a:pt x="157746" y="111841"/>
                  </a:lnTo>
                  <a:lnTo>
                    <a:pt x="155867" y="106750"/>
                  </a:lnTo>
                  <a:lnTo>
                    <a:pt x="153824" y="101724"/>
                  </a:lnTo>
                  <a:lnTo>
                    <a:pt x="151620" y="96766"/>
                  </a:lnTo>
                  <a:lnTo>
                    <a:pt x="149255" y="91882"/>
                  </a:lnTo>
                  <a:lnTo>
                    <a:pt x="146733" y="87078"/>
                  </a:lnTo>
                  <a:lnTo>
                    <a:pt x="144056" y="82358"/>
                  </a:lnTo>
                  <a:lnTo>
                    <a:pt x="141228" y="77727"/>
                  </a:lnTo>
                  <a:lnTo>
                    <a:pt x="138251" y="73191"/>
                  </a:lnTo>
                  <a:lnTo>
                    <a:pt x="135128" y="68754"/>
                  </a:lnTo>
                  <a:lnTo>
                    <a:pt x="131863" y="64420"/>
                  </a:lnTo>
                  <a:lnTo>
                    <a:pt x="128459" y="60195"/>
                  </a:lnTo>
                  <a:lnTo>
                    <a:pt x="124920" y="56082"/>
                  </a:lnTo>
                  <a:lnTo>
                    <a:pt x="121249" y="52086"/>
                  </a:lnTo>
                  <a:lnTo>
                    <a:pt x="117450" y="48212"/>
                  </a:lnTo>
                  <a:lnTo>
                    <a:pt x="113528" y="44463"/>
                  </a:lnTo>
                  <a:lnTo>
                    <a:pt x="109486" y="40843"/>
                  </a:lnTo>
                  <a:lnTo>
                    <a:pt x="105328" y="37356"/>
                  </a:lnTo>
                  <a:lnTo>
                    <a:pt x="101060" y="34006"/>
                  </a:lnTo>
                  <a:lnTo>
                    <a:pt x="96685" y="30797"/>
                  </a:lnTo>
                  <a:lnTo>
                    <a:pt x="92208" y="27731"/>
                  </a:lnTo>
                  <a:lnTo>
                    <a:pt x="87635" y="24812"/>
                  </a:lnTo>
                  <a:lnTo>
                    <a:pt x="82968" y="22042"/>
                  </a:lnTo>
                  <a:lnTo>
                    <a:pt x="78215" y="19426"/>
                  </a:lnTo>
                  <a:lnTo>
                    <a:pt x="73379" y="16966"/>
                  </a:lnTo>
                  <a:lnTo>
                    <a:pt x="68465" y="14663"/>
                  </a:lnTo>
                  <a:lnTo>
                    <a:pt x="63480" y="12522"/>
                  </a:lnTo>
                  <a:lnTo>
                    <a:pt x="58428" y="10543"/>
                  </a:lnTo>
                  <a:lnTo>
                    <a:pt x="53314" y="8729"/>
                  </a:lnTo>
                  <a:lnTo>
                    <a:pt x="48144" y="7082"/>
                  </a:lnTo>
                  <a:lnTo>
                    <a:pt x="42923" y="5604"/>
                  </a:lnTo>
                  <a:lnTo>
                    <a:pt x="37657" y="4296"/>
                  </a:lnTo>
                  <a:lnTo>
                    <a:pt x="32351" y="3160"/>
                  </a:lnTo>
                  <a:lnTo>
                    <a:pt x="27012" y="2196"/>
                  </a:lnTo>
                  <a:lnTo>
                    <a:pt x="21643" y="1407"/>
                  </a:lnTo>
                  <a:lnTo>
                    <a:pt x="16252" y="791"/>
                  </a:lnTo>
                  <a:lnTo>
                    <a:pt x="10844" y="352"/>
                  </a:lnTo>
                  <a:lnTo>
                    <a:pt x="5425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887960" y="941493"/>
              <a:ext cx="135583" cy="167167"/>
            </a:xfrm>
            <a:custGeom>
              <a:avLst/>
              <a:pathLst>
                <a:path w="135583" h="167167">
                  <a:moveTo>
                    <a:pt x="135583" y="0"/>
                  </a:moveTo>
                  <a:lnTo>
                    <a:pt x="130131" y="88"/>
                  </a:lnTo>
                  <a:lnTo>
                    <a:pt x="124685" y="355"/>
                  </a:lnTo>
                  <a:lnTo>
                    <a:pt x="119250" y="799"/>
                  </a:lnTo>
                  <a:lnTo>
                    <a:pt x="113833" y="1420"/>
                  </a:lnTo>
                  <a:lnTo>
                    <a:pt x="108439" y="2218"/>
                  </a:lnTo>
                  <a:lnTo>
                    <a:pt x="103074" y="3191"/>
                  </a:lnTo>
                  <a:lnTo>
                    <a:pt x="97743" y="4339"/>
                  </a:lnTo>
                  <a:lnTo>
                    <a:pt x="92453" y="5659"/>
                  </a:lnTo>
                  <a:lnTo>
                    <a:pt x="87209" y="7152"/>
                  </a:lnTo>
                  <a:lnTo>
                    <a:pt x="82016" y="8815"/>
                  </a:lnTo>
                  <a:lnTo>
                    <a:pt x="76880" y="10646"/>
                  </a:lnTo>
                  <a:lnTo>
                    <a:pt x="71806" y="12644"/>
                  </a:lnTo>
                  <a:lnTo>
                    <a:pt x="66800" y="14806"/>
                  </a:lnTo>
                  <a:lnTo>
                    <a:pt x="61868" y="17130"/>
                  </a:lnTo>
                  <a:lnTo>
                    <a:pt x="57014" y="19614"/>
                  </a:lnTo>
                  <a:lnTo>
                    <a:pt x="52243" y="22255"/>
                  </a:lnTo>
                  <a:lnTo>
                    <a:pt x="47562" y="25050"/>
                  </a:lnTo>
                  <a:lnTo>
                    <a:pt x="42973" y="27997"/>
                  </a:lnTo>
                  <a:lnTo>
                    <a:pt x="38484" y="31091"/>
                  </a:lnTo>
                  <a:lnTo>
                    <a:pt x="34097" y="34330"/>
                  </a:lnTo>
                  <a:lnTo>
                    <a:pt x="29819" y="37711"/>
                  </a:lnTo>
                  <a:lnTo>
                    <a:pt x="25653" y="41229"/>
                  </a:lnTo>
                  <a:lnTo>
                    <a:pt x="21604" y="44881"/>
                  </a:lnTo>
                  <a:lnTo>
                    <a:pt x="17677" y="48664"/>
                  </a:lnTo>
                  <a:lnTo>
                    <a:pt x="13875" y="52572"/>
                  </a:lnTo>
                  <a:lnTo>
                    <a:pt x="10202" y="56602"/>
                  </a:lnTo>
                  <a:lnTo>
                    <a:pt x="6663" y="60750"/>
                  </a:lnTo>
                  <a:lnTo>
                    <a:pt x="3261" y="65012"/>
                  </a:lnTo>
                  <a:lnTo>
                    <a:pt x="0" y="69381"/>
                  </a:lnTo>
                  <a:lnTo>
                    <a:pt x="13558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887960" y="1010875"/>
              <a:ext cx="135583" cy="97785"/>
            </a:xfrm>
            <a:custGeom>
              <a:avLst/>
              <a:pathLst>
                <a:path w="135583" h="97785">
                  <a:moveTo>
                    <a:pt x="0" y="0"/>
                  </a:moveTo>
                  <a:lnTo>
                    <a:pt x="135583" y="9778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887960" y="1010875"/>
              <a:ext cx="135583" cy="97785"/>
            </a:xfrm>
            <a:custGeom>
              <a:avLst/>
              <a:pathLst>
                <a:path w="135583" h="97785">
                  <a:moveTo>
                    <a:pt x="0" y="0"/>
                  </a:moveTo>
                  <a:lnTo>
                    <a:pt x="135583" y="9778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887960" y="1010875"/>
              <a:ext cx="135583" cy="97785"/>
            </a:xfrm>
            <a:custGeom>
              <a:avLst/>
              <a:pathLst>
                <a:path w="135583" h="97785">
                  <a:moveTo>
                    <a:pt x="0" y="0"/>
                  </a:moveTo>
                  <a:lnTo>
                    <a:pt x="135583" y="9778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887960" y="1010875"/>
              <a:ext cx="135583" cy="97785"/>
            </a:xfrm>
            <a:custGeom>
              <a:avLst/>
              <a:pathLst>
                <a:path w="135583" h="97785">
                  <a:moveTo>
                    <a:pt x="0" y="0"/>
                  </a:moveTo>
                  <a:lnTo>
                    <a:pt x="135583" y="9778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887960" y="1010875"/>
              <a:ext cx="135583" cy="97785"/>
            </a:xfrm>
            <a:custGeom>
              <a:avLst/>
              <a:pathLst>
                <a:path w="135583" h="97785">
                  <a:moveTo>
                    <a:pt x="0" y="0"/>
                  </a:moveTo>
                  <a:lnTo>
                    <a:pt x="135583" y="9778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887960" y="1010875"/>
              <a:ext cx="135583" cy="97785"/>
            </a:xfrm>
            <a:custGeom>
              <a:avLst/>
              <a:pathLst>
                <a:path w="135583" h="97785">
                  <a:moveTo>
                    <a:pt x="0" y="0"/>
                  </a:moveTo>
                  <a:lnTo>
                    <a:pt x="135583" y="977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887960" y="1010875"/>
              <a:ext cx="135583" cy="97785"/>
            </a:xfrm>
            <a:custGeom>
              <a:avLst/>
              <a:pathLst>
                <a:path w="135583" h="97785">
                  <a:moveTo>
                    <a:pt x="0" y="0"/>
                  </a:moveTo>
                  <a:lnTo>
                    <a:pt x="135583" y="977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887960" y="1010875"/>
              <a:ext cx="135583" cy="97785"/>
            </a:xfrm>
            <a:custGeom>
              <a:avLst/>
              <a:pathLst>
                <a:path w="135583" h="97785">
                  <a:moveTo>
                    <a:pt x="0" y="0"/>
                  </a:moveTo>
                  <a:lnTo>
                    <a:pt x="135583" y="977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887960" y="1010875"/>
              <a:ext cx="135583" cy="97785"/>
            </a:xfrm>
            <a:custGeom>
              <a:avLst/>
              <a:pathLst>
                <a:path w="135583" h="97785">
                  <a:moveTo>
                    <a:pt x="0" y="0"/>
                  </a:moveTo>
                  <a:lnTo>
                    <a:pt x="135583" y="977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887960" y="1010875"/>
              <a:ext cx="135583" cy="97785"/>
            </a:xfrm>
            <a:custGeom>
              <a:avLst/>
              <a:pathLst>
                <a:path w="135583" h="97785">
                  <a:moveTo>
                    <a:pt x="0" y="0"/>
                  </a:moveTo>
                  <a:lnTo>
                    <a:pt x="135583" y="9778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887960" y="1010875"/>
              <a:ext cx="135583" cy="97785"/>
            </a:xfrm>
            <a:custGeom>
              <a:avLst/>
              <a:pathLst>
                <a:path w="135583" h="97785">
                  <a:moveTo>
                    <a:pt x="0" y="0"/>
                  </a:moveTo>
                  <a:lnTo>
                    <a:pt x="135583" y="9778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887960" y="1010875"/>
              <a:ext cx="135583" cy="97785"/>
            </a:xfrm>
            <a:custGeom>
              <a:avLst/>
              <a:pathLst>
                <a:path w="135583" h="97785">
                  <a:moveTo>
                    <a:pt x="0" y="0"/>
                  </a:moveTo>
                  <a:lnTo>
                    <a:pt x="135583" y="9778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887960" y="1010875"/>
              <a:ext cx="135583" cy="97785"/>
            </a:xfrm>
            <a:custGeom>
              <a:avLst/>
              <a:pathLst>
                <a:path w="135583" h="97785">
                  <a:moveTo>
                    <a:pt x="0" y="0"/>
                  </a:moveTo>
                  <a:lnTo>
                    <a:pt x="135583" y="9778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887960" y="1010875"/>
              <a:ext cx="135583" cy="97785"/>
            </a:xfrm>
            <a:custGeom>
              <a:avLst/>
              <a:pathLst>
                <a:path w="135583" h="97785">
                  <a:moveTo>
                    <a:pt x="0" y="0"/>
                  </a:moveTo>
                  <a:lnTo>
                    <a:pt x="135583" y="977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887960" y="1010875"/>
              <a:ext cx="135583" cy="97785"/>
            </a:xfrm>
            <a:custGeom>
              <a:avLst/>
              <a:pathLst>
                <a:path w="135583" h="97785">
                  <a:moveTo>
                    <a:pt x="0" y="0"/>
                  </a:moveTo>
                  <a:lnTo>
                    <a:pt x="135583" y="977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887960" y="1010875"/>
              <a:ext cx="135583" cy="97785"/>
            </a:xfrm>
            <a:custGeom>
              <a:avLst/>
              <a:pathLst>
                <a:path w="135583" h="97785">
                  <a:moveTo>
                    <a:pt x="0" y="0"/>
                  </a:moveTo>
                  <a:lnTo>
                    <a:pt x="135583" y="977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887960" y="1010875"/>
              <a:ext cx="135583" cy="97785"/>
            </a:xfrm>
            <a:custGeom>
              <a:avLst/>
              <a:pathLst>
                <a:path w="135583" h="97785">
                  <a:moveTo>
                    <a:pt x="0" y="0"/>
                  </a:moveTo>
                  <a:lnTo>
                    <a:pt x="135583" y="977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887960" y="1010875"/>
              <a:ext cx="135583" cy="97785"/>
            </a:xfrm>
            <a:custGeom>
              <a:avLst/>
              <a:pathLst>
                <a:path w="135583" h="97785">
                  <a:moveTo>
                    <a:pt x="0" y="0"/>
                  </a:moveTo>
                  <a:lnTo>
                    <a:pt x="135583" y="9778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887960" y="1010875"/>
              <a:ext cx="135583" cy="97785"/>
            </a:xfrm>
            <a:custGeom>
              <a:avLst/>
              <a:pathLst>
                <a:path w="135583" h="97785">
                  <a:moveTo>
                    <a:pt x="0" y="0"/>
                  </a:moveTo>
                  <a:lnTo>
                    <a:pt x="135583" y="9778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856386" y="974002"/>
              <a:ext cx="334306" cy="301824"/>
            </a:xfrm>
            <a:custGeom>
              <a:avLst/>
              <a:pathLst>
                <a:path w="334306" h="301824">
                  <a:moveTo>
                    <a:pt x="31574" y="36872"/>
                  </a:moveTo>
                  <a:lnTo>
                    <a:pt x="28535" y="41229"/>
                  </a:lnTo>
                  <a:lnTo>
                    <a:pt x="25637" y="45681"/>
                  </a:lnTo>
                  <a:lnTo>
                    <a:pt x="22881" y="50222"/>
                  </a:lnTo>
                  <a:lnTo>
                    <a:pt x="20272" y="54848"/>
                  </a:lnTo>
                  <a:lnTo>
                    <a:pt x="17810" y="59555"/>
                  </a:lnTo>
                  <a:lnTo>
                    <a:pt x="15499" y="64338"/>
                  </a:lnTo>
                  <a:lnTo>
                    <a:pt x="13342" y="69192"/>
                  </a:lnTo>
                  <a:lnTo>
                    <a:pt x="11339" y="74112"/>
                  </a:lnTo>
                  <a:lnTo>
                    <a:pt x="9494" y="79093"/>
                  </a:lnTo>
                  <a:lnTo>
                    <a:pt x="7809" y="84131"/>
                  </a:lnTo>
                  <a:lnTo>
                    <a:pt x="6284" y="89219"/>
                  </a:lnTo>
                  <a:lnTo>
                    <a:pt x="4921" y="94353"/>
                  </a:lnTo>
                  <a:lnTo>
                    <a:pt x="3723" y="99528"/>
                  </a:lnTo>
                  <a:lnTo>
                    <a:pt x="2689" y="104738"/>
                  </a:lnTo>
                  <a:lnTo>
                    <a:pt x="1822" y="109979"/>
                  </a:lnTo>
                  <a:lnTo>
                    <a:pt x="1121" y="115244"/>
                  </a:lnTo>
                  <a:lnTo>
                    <a:pt x="588" y="120529"/>
                  </a:lnTo>
                  <a:lnTo>
                    <a:pt x="223" y="125828"/>
                  </a:lnTo>
                  <a:lnTo>
                    <a:pt x="27" y="131137"/>
                  </a:lnTo>
                  <a:lnTo>
                    <a:pt x="0" y="136448"/>
                  </a:lnTo>
                  <a:lnTo>
                    <a:pt x="141" y="141758"/>
                  </a:lnTo>
                  <a:lnTo>
                    <a:pt x="451" y="147061"/>
                  </a:lnTo>
                  <a:lnTo>
                    <a:pt x="929" y="152351"/>
                  </a:lnTo>
                  <a:lnTo>
                    <a:pt x="1575" y="157624"/>
                  </a:lnTo>
                  <a:lnTo>
                    <a:pt x="2388" y="162873"/>
                  </a:lnTo>
                  <a:lnTo>
                    <a:pt x="3368" y="168094"/>
                  </a:lnTo>
                  <a:lnTo>
                    <a:pt x="4513" y="173281"/>
                  </a:lnTo>
                  <a:lnTo>
                    <a:pt x="5822" y="178429"/>
                  </a:lnTo>
                  <a:lnTo>
                    <a:pt x="7294" y="183532"/>
                  </a:lnTo>
                  <a:lnTo>
                    <a:pt x="8928" y="188587"/>
                  </a:lnTo>
                  <a:lnTo>
                    <a:pt x="10721" y="193587"/>
                  </a:lnTo>
                  <a:lnTo>
                    <a:pt x="12672" y="198527"/>
                  </a:lnTo>
                  <a:lnTo>
                    <a:pt x="14780" y="203403"/>
                  </a:lnTo>
                  <a:lnTo>
                    <a:pt x="17041" y="208210"/>
                  </a:lnTo>
                  <a:lnTo>
                    <a:pt x="19453" y="212942"/>
                  </a:lnTo>
                  <a:lnTo>
                    <a:pt x="22015" y="217595"/>
                  </a:lnTo>
                  <a:lnTo>
                    <a:pt x="24724" y="222165"/>
                  </a:lnTo>
                  <a:lnTo>
                    <a:pt x="27576" y="226646"/>
                  </a:lnTo>
                  <a:lnTo>
                    <a:pt x="30569" y="231034"/>
                  </a:lnTo>
                  <a:lnTo>
                    <a:pt x="33700" y="235325"/>
                  </a:lnTo>
                  <a:lnTo>
                    <a:pt x="36966" y="239515"/>
                  </a:lnTo>
                  <a:lnTo>
                    <a:pt x="40363" y="243598"/>
                  </a:lnTo>
                  <a:lnTo>
                    <a:pt x="43888" y="247572"/>
                  </a:lnTo>
                  <a:lnTo>
                    <a:pt x="47538" y="251431"/>
                  </a:lnTo>
                  <a:lnTo>
                    <a:pt x="51308" y="255173"/>
                  </a:lnTo>
                  <a:lnTo>
                    <a:pt x="55196" y="258793"/>
                  </a:lnTo>
                  <a:lnTo>
                    <a:pt x="59196" y="262287"/>
                  </a:lnTo>
                  <a:lnTo>
                    <a:pt x="63306" y="265653"/>
                  </a:lnTo>
                  <a:lnTo>
                    <a:pt x="67520" y="268886"/>
                  </a:lnTo>
                  <a:lnTo>
                    <a:pt x="71835" y="271984"/>
                  </a:lnTo>
                  <a:lnTo>
                    <a:pt x="76246" y="274943"/>
                  </a:lnTo>
                  <a:lnTo>
                    <a:pt x="80749" y="277761"/>
                  </a:lnTo>
                  <a:lnTo>
                    <a:pt x="85339" y="280434"/>
                  </a:lnTo>
                  <a:lnTo>
                    <a:pt x="90012" y="282960"/>
                  </a:lnTo>
                  <a:lnTo>
                    <a:pt x="94763" y="285336"/>
                  </a:lnTo>
                  <a:lnTo>
                    <a:pt x="99587" y="287560"/>
                  </a:lnTo>
                  <a:lnTo>
                    <a:pt x="104479" y="289630"/>
                  </a:lnTo>
                  <a:lnTo>
                    <a:pt x="109434" y="291543"/>
                  </a:lnTo>
                  <a:lnTo>
                    <a:pt x="114448" y="293298"/>
                  </a:lnTo>
                  <a:lnTo>
                    <a:pt x="119515" y="294892"/>
                  </a:lnTo>
                  <a:lnTo>
                    <a:pt x="124630" y="296325"/>
                  </a:lnTo>
                  <a:lnTo>
                    <a:pt x="129787" y="297594"/>
                  </a:lnTo>
                  <a:lnTo>
                    <a:pt x="134983" y="298699"/>
                  </a:lnTo>
                  <a:lnTo>
                    <a:pt x="140211" y="299639"/>
                  </a:lnTo>
                  <a:lnTo>
                    <a:pt x="145467" y="300412"/>
                  </a:lnTo>
                  <a:lnTo>
                    <a:pt x="150744" y="301017"/>
                  </a:lnTo>
                  <a:lnTo>
                    <a:pt x="156038" y="301455"/>
                  </a:lnTo>
                  <a:lnTo>
                    <a:pt x="161343" y="301724"/>
                  </a:lnTo>
                  <a:lnTo>
                    <a:pt x="166653" y="301824"/>
                  </a:lnTo>
                  <a:lnTo>
                    <a:pt x="171965" y="301756"/>
                  </a:lnTo>
                  <a:lnTo>
                    <a:pt x="177271" y="301519"/>
                  </a:lnTo>
                  <a:lnTo>
                    <a:pt x="182568" y="301113"/>
                  </a:lnTo>
                  <a:lnTo>
                    <a:pt x="187849" y="300539"/>
                  </a:lnTo>
                  <a:lnTo>
                    <a:pt x="193108" y="299798"/>
                  </a:lnTo>
                  <a:lnTo>
                    <a:pt x="198342" y="298890"/>
                  </a:lnTo>
                  <a:lnTo>
                    <a:pt x="203544" y="297817"/>
                  </a:lnTo>
                  <a:lnTo>
                    <a:pt x="208710" y="296578"/>
                  </a:lnTo>
                  <a:lnTo>
                    <a:pt x="213833" y="295176"/>
                  </a:lnTo>
                  <a:lnTo>
                    <a:pt x="218910" y="293612"/>
                  </a:lnTo>
                  <a:lnTo>
                    <a:pt x="223934" y="291888"/>
                  </a:lnTo>
                  <a:lnTo>
                    <a:pt x="228901" y="290005"/>
                  </a:lnTo>
                  <a:lnTo>
                    <a:pt x="233805" y="287965"/>
                  </a:lnTo>
                  <a:lnTo>
                    <a:pt x="238642" y="285770"/>
                  </a:lnTo>
                  <a:lnTo>
                    <a:pt x="243407" y="283422"/>
                  </a:lnTo>
                  <a:lnTo>
                    <a:pt x="248095" y="280924"/>
                  </a:lnTo>
                  <a:lnTo>
                    <a:pt x="252701" y="278279"/>
                  </a:lnTo>
                  <a:lnTo>
                    <a:pt x="257221" y="275489"/>
                  </a:lnTo>
                  <a:lnTo>
                    <a:pt x="261650" y="272556"/>
                  </a:lnTo>
                  <a:lnTo>
                    <a:pt x="265984" y="269484"/>
                  </a:lnTo>
                  <a:lnTo>
                    <a:pt x="270218" y="266276"/>
                  </a:lnTo>
                  <a:lnTo>
                    <a:pt x="274347" y="262936"/>
                  </a:lnTo>
                  <a:lnTo>
                    <a:pt x="278369" y="259465"/>
                  </a:lnTo>
                  <a:lnTo>
                    <a:pt x="282278" y="255869"/>
                  </a:lnTo>
                  <a:lnTo>
                    <a:pt x="286071" y="252150"/>
                  </a:lnTo>
                  <a:lnTo>
                    <a:pt x="289744" y="248313"/>
                  </a:lnTo>
                  <a:lnTo>
                    <a:pt x="293293" y="244361"/>
                  </a:lnTo>
                  <a:lnTo>
                    <a:pt x="296715" y="240298"/>
                  </a:lnTo>
                  <a:lnTo>
                    <a:pt x="300006" y="236128"/>
                  </a:lnTo>
                  <a:lnTo>
                    <a:pt x="303162" y="231856"/>
                  </a:lnTo>
                  <a:lnTo>
                    <a:pt x="306182" y="227486"/>
                  </a:lnTo>
                  <a:lnTo>
                    <a:pt x="309061" y="223022"/>
                  </a:lnTo>
                  <a:lnTo>
                    <a:pt x="311797" y="218469"/>
                  </a:lnTo>
                  <a:lnTo>
                    <a:pt x="314387" y="213831"/>
                  </a:lnTo>
                  <a:lnTo>
                    <a:pt x="316828" y="209114"/>
                  </a:lnTo>
                  <a:lnTo>
                    <a:pt x="319118" y="204321"/>
                  </a:lnTo>
                  <a:lnTo>
                    <a:pt x="321254" y="199457"/>
                  </a:lnTo>
                  <a:lnTo>
                    <a:pt x="323235" y="194529"/>
                  </a:lnTo>
                  <a:lnTo>
                    <a:pt x="325059" y="189540"/>
                  </a:lnTo>
                  <a:lnTo>
                    <a:pt x="326723" y="184495"/>
                  </a:lnTo>
                  <a:lnTo>
                    <a:pt x="328226" y="179401"/>
                  </a:lnTo>
                  <a:lnTo>
                    <a:pt x="329566" y="174261"/>
                  </a:lnTo>
                  <a:lnTo>
                    <a:pt x="330742" y="169081"/>
                  </a:lnTo>
                  <a:lnTo>
                    <a:pt x="331753" y="163866"/>
                  </a:lnTo>
                  <a:lnTo>
                    <a:pt x="332598" y="158622"/>
                  </a:lnTo>
                  <a:lnTo>
                    <a:pt x="333276" y="153353"/>
                  </a:lnTo>
                  <a:lnTo>
                    <a:pt x="333786" y="148066"/>
                  </a:lnTo>
                  <a:lnTo>
                    <a:pt x="334128" y="142765"/>
                  </a:lnTo>
                  <a:lnTo>
                    <a:pt x="334301" y="137456"/>
                  </a:lnTo>
                  <a:lnTo>
                    <a:pt x="334306" y="132144"/>
                  </a:lnTo>
                  <a:lnTo>
                    <a:pt x="334142" y="126835"/>
                  </a:lnTo>
                  <a:lnTo>
                    <a:pt x="333809" y="121534"/>
                  </a:lnTo>
                  <a:lnTo>
                    <a:pt x="333308" y="116245"/>
                  </a:lnTo>
                  <a:lnTo>
                    <a:pt x="332639" y="110976"/>
                  </a:lnTo>
                  <a:lnTo>
                    <a:pt x="331803" y="105730"/>
                  </a:lnTo>
                  <a:lnTo>
                    <a:pt x="330801" y="100514"/>
                  </a:lnTo>
                  <a:lnTo>
                    <a:pt x="329633" y="95332"/>
                  </a:lnTo>
                  <a:lnTo>
                    <a:pt x="328302" y="90189"/>
                  </a:lnTo>
                  <a:lnTo>
                    <a:pt x="326808" y="85092"/>
                  </a:lnTo>
                  <a:lnTo>
                    <a:pt x="325152" y="80045"/>
                  </a:lnTo>
                  <a:lnTo>
                    <a:pt x="323337" y="75053"/>
                  </a:lnTo>
                  <a:lnTo>
                    <a:pt x="321365" y="70121"/>
                  </a:lnTo>
                  <a:lnTo>
                    <a:pt x="319237" y="65254"/>
                  </a:lnTo>
                  <a:lnTo>
                    <a:pt x="316955" y="60457"/>
                  </a:lnTo>
                  <a:lnTo>
                    <a:pt x="314522" y="55735"/>
                  </a:lnTo>
                  <a:lnTo>
                    <a:pt x="311940" y="51093"/>
                  </a:lnTo>
                  <a:lnTo>
                    <a:pt x="309212" y="46535"/>
                  </a:lnTo>
                  <a:lnTo>
                    <a:pt x="306340" y="42066"/>
                  </a:lnTo>
                  <a:lnTo>
                    <a:pt x="303328" y="37691"/>
                  </a:lnTo>
                  <a:lnTo>
                    <a:pt x="300179" y="33414"/>
                  </a:lnTo>
                  <a:lnTo>
                    <a:pt x="296895" y="29239"/>
                  </a:lnTo>
                  <a:lnTo>
                    <a:pt x="293480" y="25170"/>
                  </a:lnTo>
                  <a:lnTo>
                    <a:pt x="289938" y="21212"/>
                  </a:lnTo>
                  <a:lnTo>
                    <a:pt x="286271" y="17368"/>
                  </a:lnTo>
                  <a:lnTo>
                    <a:pt x="282485" y="13643"/>
                  </a:lnTo>
                  <a:lnTo>
                    <a:pt x="278582" y="10040"/>
                  </a:lnTo>
                  <a:lnTo>
                    <a:pt x="274566" y="6563"/>
                  </a:lnTo>
                  <a:lnTo>
                    <a:pt x="270442" y="3215"/>
                  </a:lnTo>
                  <a:lnTo>
                    <a:pt x="266214" y="0"/>
                  </a:lnTo>
                  <a:lnTo>
                    <a:pt x="167157" y="1346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5023544" y="941493"/>
              <a:ext cx="99056" cy="167167"/>
            </a:xfrm>
            <a:custGeom>
              <a:avLst/>
              <a:pathLst>
                <a:path w="99056" h="167167">
                  <a:moveTo>
                    <a:pt x="99056" y="32509"/>
                  </a:moveTo>
                  <a:lnTo>
                    <a:pt x="94507" y="29278"/>
                  </a:lnTo>
                  <a:lnTo>
                    <a:pt x="89852" y="26201"/>
                  </a:lnTo>
                  <a:lnTo>
                    <a:pt x="85097" y="23280"/>
                  </a:lnTo>
                  <a:lnTo>
                    <a:pt x="80248" y="20521"/>
                  </a:lnTo>
                  <a:lnTo>
                    <a:pt x="75309" y="17924"/>
                  </a:lnTo>
                  <a:lnTo>
                    <a:pt x="70286" y="15494"/>
                  </a:lnTo>
                  <a:lnTo>
                    <a:pt x="65185" y="13232"/>
                  </a:lnTo>
                  <a:lnTo>
                    <a:pt x="60011" y="11143"/>
                  </a:lnTo>
                  <a:lnTo>
                    <a:pt x="54770" y="9227"/>
                  </a:lnTo>
                  <a:lnTo>
                    <a:pt x="49469" y="7487"/>
                  </a:lnTo>
                  <a:lnTo>
                    <a:pt x="44112" y="5925"/>
                  </a:lnTo>
                  <a:lnTo>
                    <a:pt x="38706" y="4542"/>
                  </a:lnTo>
                  <a:lnTo>
                    <a:pt x="33257" y="3341"/>
                  </a:lnTo>
                  <a:lnTo>
                    <a:pt x="27771" y="2322"/>
                  </a:lnTo>
                  <a:lnTo>
                    <a:pt x="22254" y="1487"/>
                  </a:lnTo>
                  <a:lnTo>
                    <a:pt x="16712" y="837"/>
                  </a:lnTo>
                  <a:lnTo>
                    <a:pt x="11152" y="372"/>
                  </a:lnTo>
                  <a:lnTo>
                    <a:pt x="5579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377999" y="941493"/>
              <a:ext cx="108216" cy="167167"/>
            </a:xfrm>
            <a:custGeom>
              <a:avLst/>
              <a:pathLst>
                <a:path w="108216" h="167167">
                  <a:moveTo>
                    <a:pt x="108216" y="0"/>
                  </a:moveTo>
                  <a:lnTo>
                    <a:pt x="102612" y="93"/>
                  </a:lnTo>
                  <a:lnTo>
                    <a:pt x="97014" y="375"/>
                  </a:lnTo>
                  <a:lnTo>
                    <a:pt x="91429" y="844"/>
                  </a:lnTo>
                  <a:lnTo>
                    <a:pt x="85863" y="1501"/>
                  </a:lnTo>
                  <a:lnTo>
                    <a:pt x="80322" y="2343"/>
                  </a:lnTo>
                  <a:lnTo>
                    <a:pt x="74812" y="3371"/>
                  </a:lnTo>
                  <a:lnTo>
                    <a:pt x="69340" y="4583"/>
                  </a:lnTo>
                  <a:lnTo>
                    <a:pt x="63912" y="5977"/>
                  </a:lnTo>
                  <a:lnTo>
                    <a:pt x="58533" y="7553"/>
                  </a:lnTo>
                  <a:lnTo>
                    <a:pt x="53211" y="9308"/>
                  </a:lnTo>
                  <a:lnTo>
                    <a:pt x="47950" y="11241"/>
                  </a:lnTo>
                  <a:lnTo>
                    <a:pt x="42757" y="13349"/>
                  </a:lnTo>
                  <a:lnTo>
                    <a:pt x="37637" y="15629"/>
                  </a:lnTo>
                  <a:lnTo>
                    <a:pt x="32597" y="18081"/>
                  </a:lnTo>
                  <a:lnTo>
                    <a:pt x="27641" y="20699"/>
                  </a:lnTo>
                  <a:lnTo>
                    <a:pt x="22777" y="23483"/>
                  </a:lnTo>
                  <a:lnTo>
                    <a:pt x="18008" y="26427"/>
                  </a:lnTo>
                  <a:lnTo>
                    <a:pt x="13341" y="29531"/>
                  </a:lnTo>
                  <a:lnTo>
                    <a:pt x="8780" y="32788"/>
                  </a:lnTo>
                  <a:lnTo>
                    <a:pt x="4332" y="36197"/>
                  </a:lnTo>
                  <a:lnTo>
                    <a:pt x="0" y="39753"/>
                  </a:lnTo>
                  <a:lnTo>
                    <a:pt x="10821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377999" y="981247"/>
              <a:ext cx="108216" cy="127413"/>
            </a:xfrm>
            <a:custGeom>
              <a:avLst/>
              <a:pathLst>
                <a:path w="108216" h="127413">
                  <a:moveTo>
                    <a:pt x="0" y="0"/>
                  </a:moveTo>
                  <a:lnTo>
                    <a:pt x="108216" y="12741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377999" y="981247"/>
              <a:ext cx="108216" cy="127413"/>
            </a:xfrm>
            <a:custGeom>
              <a:avLst/>
              <a:pathLst>
                <a:path w="108216" h="127413">
                  <a:moveTo>
                    <a:pt x="0" y="0"/>
                  </a:moveTo>
                  <a:lnTo>
                    <a:pt x="108216" y="12741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377999" y="981247"/>
              <a:ext cx="108216" cy="127413"/>
            </a:xfrm>
            <a:custGeom>
              <a:avLst/>
              <a:pathLst>
                <a:path w="108216" h="127413">
                  <a:moveTo>
                    <a:pt x="0" y="0"/>
                  </a:moveTo>
                  <a:lnTo>
                    <a:pt x="108216" y="12741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377999" y="981247"/>
              <a:ext cx="108216" cy="127413"/>
            </a:xfrm>
            <a:custGeom>
              <a:avLst/>
              <a:pathLst>
                <a:path w="108216" h="127413">
                  <a:moveTo>
                    <a:pt x="0" y="0"/>
                  </a:moveTo>
                  <a:lnTo>
                    <a:pt x="108216" y="12741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377999" y="981247"/>
              <a:ext cx="108216" cy="127413"/>
            </a:xfrm>
            <a:custGeom>
              <a:avLst/>
              <a:pathLst>
                <a:path w="108216" h="127413">
                  <a:moveTo>
                    <a:pt x="0" y="0"/>
                  </a:moveTo>
                  <a:lnTo>
                    <a:pt x="108216" y="1274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377999" y="981247"/>
              <a:ext cx="108216" cy="127413"/>
            </a:xfrm>
            <a:custGeom>
              <a:avLst/>
              <a:pathLst>
                <a:path w="108216" h="127413">
                  <a:moveTo>
                    <a:pt x="0" y="0"/>
                  </a:moveTo>
                  <a:lnTo>
                    <a:pt x="108216" y="1274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377999" y="981247"/>
              <a:ext cx="108216" cy="127413"/>
            </a:xfrm>
            <a:custGeom>
              <a:avLst/>
              <a:pathLst>
                <a:path w="108216" h="127413">
                  <a:moveTo>
                    <a:pt x="0" y="0"/>
                  </a:moveTo>
                  <a:lnTo>
                    <a:pt x="108216" y="1274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377999" y="981247"/>
              <a:ext cx="108216" cy="127413"/>
            </a:xfrm>
            <a:custGeom>
              <a:avLst/>
              <a:pathLst>
                <a:path w="108216" h="127413">
                  <a:moveTo>
                    <a:pt x="0" y="0"/>
                  </a:moveTo>
                  <a:lnTo>
                    <a:pt x="108216" y="12741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377999" y="981247"/>
              <a:ext cx="108216" cy="127413"/>
            </a:xfrm>
            <a:custGeom>
              <a:avLst/>
              <a:pathLst>
                <a:path w="108216" h="127413">
                  <a:moveTo>
                    <a:pt x="0" y="0"/>
                  </a:moveTo>
                  <a:lnTo>
                    <a:pt x="108216" y="12741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377999" y="981247"/>
              <a:ext cx="108216" cy="127413"/>
            </a:xfrm>
            <a:custGeom>
              <a:avLst/>
              <a:pathLst>
                <a:path w="108216" h="127413">
                  <a:moveTo>
                    <a:pt x="0" y="0"/>
                  </a:moveTo>
                  <a:lnTo>
                    <a:pt x="108216" y="12741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377999" y="981247"/>
              <a:ext cx="108216" cy="127413"/>
            </a:xfrm>
            <a:custGeom>
              <a:avLst/>
              <a:pathLst>
                <a:path w="108216" h="127413">
                  <a:moveTo>
                    <a:pt x="0" y="0"/>
                  </a:moveTo>
                  <a:lnTo>
                    <a:pt x="108216" y="12741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377999" y="981247"/>
              <a:ext cx="108216" cy="127413"/>
            </a:xfrm>
            <a:custGeom>
              <a:avLst/>
              <a:pathLst>
                <a:path w="108216" h="127413">
                  <a:moveTo>
                    <a:pt x="0" y="0"/>
                  </a:moveTo>
                  <a:lnTo>
                    <a:pt x="108216" y="12741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377999" y="981247"/>
              <a:ext cx="108216" cy="127413"/>
            </a:xfrm>
            <a:custGeom>
              <a:avLst/>
              <a:pathLst>
                <a:path w="108216" h="127413">
                  <a:moveTo>
                    <a:pt x="0" y="0"/>
                  </a:moveTo>
                  <a:lnTo>
                    <a:pt x="108216" y="1274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377999" y="981247"/>
              <a:ext cx="108216" cy="127413"/>
            </a:xfrm>
            <a:custGeom>
              <a:avLst/>
              <a:pathLst>
                <a:path w="108216" h="127413">
                  <a:moveTo>
                    <a:pt x="0" y="0"/>
                  </a:moveTo>
                  <a:lnTo>
                    <a:pt x="108216" y="1274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77999" y="981247"/>
              <a:ext cx="108216" cy="127413"/>
            </a:xfrm>
            <a:custGeom>
              <a:avLst/>
              <a:pathLst>
                <a:path w="108216" h="127413">
                  <a:moveTo>
                    <a:pt x="0" y="0"/>
                  </a:moveTo>
                  <a:lnTo>
                    <a:pt x="108216" y="1274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77999" y="981247"/>
              <a:ext cx="108216" cy="127413"/>
            </a:xfrm>
            <a:custGeom>
              <a:avLst/>
              <a:pathLst>
                <a:path w="108216" h="127413">
                  <a:moveTo>
                    <a:pt x="0" y="0"/>
                  </a:moveTo>
                  <a:lnTo>
                    <a:pt x="108216" y="1274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77999" y="981247"/>
              <a:ext cx="108216" cy="127413"/>
            </a:xfrm>
            <a:custGeom>
              <a:avLst/>
              <a:pathLst>
                <a:path w="108216" h="127413">
                  <a:moveTo>
                    <a:pt x="0" y="0"/>
                  </a:moveTo>
                  <a:lnTo>
                    <a:pt x="108216" y="12741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77999" y="981247"/>
              <a:ext cx="108216" cy="127413"/>
            </a:xfrm>
            <a:custGeom>
              <a:avLst/>
              <a:pathLst>
                <a:path w="108216" h="127413">
                  <a:moveTo>
                    <a:pt x="0" y="0"/>
                  </a:moveTo>
                  <a:lnTo>
                    <a:pt x="108216" y="12741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19048" y="981247"/>
              <a:ext cx="167167" cy="250969"/>
            </a:xfrm>
            <a:custGeom>
              <a:avLst/>
              <a:pathLst>
                <a:path w="167167" h="250969">
                  <a:moveTo>
                    <a:pt x="58951" y="0"/>
                  </a:moveTo>
                  <a:lnTo>
                    <a:pt x="54924" y="3532"/>
                  </a:lnTo>
                  <a:lnTo>
                    <a:pt x="51012" y="7192"/>
                  </a:lnTo>
                  <a:lnTo>
                    <a:pt x="47220" y="10976"/>
                  </a:lnTo>
                  <a:lnTo>
                    <a:pt x="43551" y="14879"/>
                  </a:lnTo>
                  <a:lnTo>
                    <a:pt x="40009" y="18897"/>
                  </a:lnTo>
                  <a:lnTo>
                    <a:pt x="36597" y="23027"/>
                  </a:lnTo>
                  <a:lnTo>
                    <a:pt x="33319" y="27264"/>
                  </a:lnTo>
                  <a:lnTo>
                    <a:pt x="30179" y="31604"/>
                  </a:lnTo>
                  <a:lnTo>
                    <a:pt x="27180" y="36043"/>
                  </a:lnTo>
                  <a:lnTo>
                    <a:pt x="24324" y="40575"/>
                  </a:lnTo>
                  <a:lnTo>
                    <a:pt x="21615" y="45196"/>
                  </a:lnTo>
                  <a:lnTo>
                    <a:pt x="19055" y="49902"/>
                  </a:lnTo>
                  <a:lnTo>
                    <a:pt x="16648" y="54687"/>
                  </a:lnTo>
                  <a:lnTo>
                    <a:pt x="14395" y="59547"/>
                  </a:lnTo>
                  <a:lnTo>
                    <a:pt x="12299" y="64477"/>
                  </a:lnTo>
                  <a:lnTo>
                    <a:pt x="10362" y="69471"/>
                  </a:lnTo>
                  <a:lnTo>
                    <a:pt x="8586" y="74525"/>
                  </a:lnTo>
                  <a:lnTo>
                    <a:pt x="6973" y="79634"/>
                  </a:lnTo>
                  <a:lnTo>
                    <a:pt x="5524" y="84791"/>
                  </a:lnTo>
                  <a:lnTo>
                    <a:pt x="4242" y="89992"/>
                  </a:lnTo>
                  <a:lnTo>
                    <a:pt x="3126" y="95231"/>
                  </a:lnTo>
                  <a:lnTo>
                    <a:pt x="2179" y="100504"/>
                  </a:lnTo>
                  <a:lnTo>
                    <a:pt x="1402" y="105804"/>
                  </a:lnTo>
                  <a:lnTo>
                    <a:pt x="795" y="111126"/>
                  </a:lnTo>
                  <a:lnTo>
                    <a:pt x="358" y="116465"/>
                  </a:lnTo>
                  <a:lnTo>
                    <a:pt x="93" y="121816"/>
                  </a:lnTo>
                  <a:lnTo>
                    <a:pt x="0" y="127172"/>
                  </a:lnTo>
                  <a:lnTo>
                    <a:pt x="78" y="132528"/>
                  </a:lnTo>
                  <a:lnTo>
                    <a:pt x="327" y="137879"/>
                  </a:lnTo>
                  <a:lnTo>
                    <a:pt x="748" y="143219"/>
                  </a:lnTo>
                  <a:lnTo>
                    <a:pt x="1340" y="148543"/>
                  </a:lnTo>
                  <a:lnTo>
                    <a:pt x="2102" y="153846"/>
                  </a:lnTo>
                  <a:lnTo>
                    <a:pt x="3034" y="159121"/>
                  </a:lnTo>
                  <a:lnTo>
                    <a:pt x="4134" y="164363"/>
                  </a:lnTo>
                  <a:lnTo>
                    <a:pt x="5402" y="169568"/>
                  </a:lnTo>
                  <a:lnTo>
                    <a:pt x="6836" y="174730"/>
                  </a:lnTo>
                  <a:lnTo>
                    <a:pt x="8434" y="179842"/>
                  </a:lnTo>
                  <a:lnTo>
                    <a:pt x="10195" y="184901"/>
                  </a:lnTo>
                  <a:lnTo>
                    <a:pt x="12118" y="189901"/>
                  </a:lnTo>
                  <a:lnTo>
                    <a:pt x="14200" y="194837"/>
                  </a:lnTo>
                  <a:lnTo>
                    <a:pt x="16438" y="199704"/>
                  </a:lnTo>
                  <a:lnTo>
                    <a:pt x="18832" y="204496"/>
                  </a:lnTo>
                  <a:lnTo>
                    <a:pt x="21378" y="209209"/>
                  </a:lnTo>
                  <a:lnTo>
                    <a:pt x="24074" y="213838"/>
                  </a:lnTo>
                  <a:lnTo>
                    <a:pt x="26916" y="218379"/>
                  </a:lnTo>
                  <a:lnTo>
                    <a:pt x="29903" y="222826"/>
                  </a:lnTo>
                  <a:lnTo>
                    <a:pt x="33030" y="227175"/>
                  </a:lnTo>
                  <a:lnTo>
                    <a:pt x="36296" y="231422"/>
                  </a:lnTo>
                  <a:lnTo>
                    <a:pt x="39695" y="235561"/>
                  </a:lnTo>
                  <a:lnTo>
                    <a:pt x="43226" y="239590"/>
                  </a:lnTo>
                  <a:lnTo>
                    <a:pt x="46884" y="243504"/>
                  </a:lnTo>
                  <a:lnTo>
                    <a:pt x="50665" y="247298"/>
                  </a:lnTo>
                  <a:lnTo>
                    <a:pt x="54566" y="250969"/>
                  </a:lnTo>
                  <a:lnTo>
                    <a:pt x="167167" y="12741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73615" y="941493"/>
              <a:ext cx="279755" cy="334330"/>
            </a:xfrm>
            <a:custGeom>
              <a:avLst/>
              <a:pathLst>
                <a:path w="279755" h="334330">
                  <a:moveTo>
                    <a:pt x="0" y="290723"/>
                  </a:moveTo>
                  <a:lnTo>
                    <a:pt x="3986" y="294242"/>
                  </a:lnTo>
                  <a:lnTo>
                    <a:pt x="8082" y="297631"/>
                  </a:lnTo>
                  <a:lnTo>
                    <a:pt x="12284" y="300889"/>
                  </a:lnTo>
                  <a:lnTo>
                    <a:pt x="16588" y="304012"/>
                  </a:lnTo>
                  <a:lnTo>
                    <a:pt x="20988" y="306996"/>
                  </a:lnTo>
                  <a:lnTo>
                    <a:pt x="25482" y="309839"/>
                  </a:lnTo>
                  <a:lnTo>
                    <a:pt x="30063" y="312538"/>
                  </a:lnTo>
                  <a:lnTo>
                    <a:pt x="34728" y="315089"/>
                  </a:lnTo>
                  <a:lnTo>
                    <a:pt x="39472" y="317491"/>
                  </a:lnTo>
                  <a:lnTo>
                    <a:pt x="44290" y="319740"/>
                  </a:lnTo>
                  <a:lnTo>
                    <a:pt x="49177" y="321836"/>
                  </a:lnTo>
                  <a:lnTo>
                    <a:pt x="54128" y="323775"/>
                  </a:lnTo>
                  <a:lnTo>
                    <a:pt x="59138" y="325555"/>
                  </a:lnTo>
                  <a:lnTo>
                    <a:pt x="64202" y="327175"/>
                  </a:lnTo>
                  <a:lnTo>
                    <a:pt x="69315" y="328633"/>
                  </a:lnTo>
                  <a:lnTo>
                    <a:pt x="74472" y="329928"/>
                  </a:lnTo>
                  <a:lnTo>
                    <a:pt x="79668" y="331059"/>
                  </a:lnTo>
                  <a:lnTo>
                    <a:pt x="84897" y="332023"/>
                  </a:lnTo>
                  <a:lnTo>
                    <a:pt x="90154" y="332821"/>
                  </a:lnTo>
                  <a:lnTo>
                    <a:pt x="95434" y="333451"/>
                  </a:lnTo>
                  <a:lnTo>
                    <a:pt x="100731" y="333912"/>
                  </a:lnTo>
                  <a:lnTo>
                    <a:pt x="106040" y="334206"/>
                  </a:lnTo>
                  <a:lnTo>
                    <a:pt x="111355" y="334330"/>
                  </a:lnTo>
                  <a:lnTo>
                    <a:pt x="116672" y="334285"/>
                  </a:lnTo>
                  <a:lnTo>
                    <a:pt x="121985" y="334071"/>
                  </a:lnTo>
                  <a:lnTo>
                    <a:pt x="127288" y="333688"/>
                  </a:lnTo>
                  <a:lnTo>
                    <a:pt x="132577" y="333136"/>
                  </a:lnTo>
                  <a:lnTo>
                    <a:pt x="137845" y="332417"/>
                  </a:lnTo>
                  <a:lnTo>
                    <a:pt x="143088" y="331531"/>
                  </a:lnTo>
                  <a:lnTo>
                    <a:pt x="148300" y="330478"/>
                  </a:lnTo>
                  <a:lnTo>
                    <a:pt x="153475" y="329260"/>
                  </a:lnTo>
                  <a:lnTo>
                    <a:pt x="158610" y="327878"/>
                  </a:lnTo>
                  <a:lnTo>
                    <a:pt x="163698" y="326333"/>
                  </a:lnTo>
                  <a:lnTo>
                    <a:pt x="168734" y="324628"/>
                  </a:lnTo>
                  <a:lnTo>
                    <a:pt x="173713" y="322763"/>
                  </a:lnTo>
                  <a:lnTo>
                    <a:pt x="178631" y="320741"/>
                  </a:lnTo>
                  <a:lnTo>
                    <a:pt x="183481" y="318563"/>
                  </a:lnTo>
                  <a:lnTo>
                    <a:pt x="188260" y="316232"/>
                  </a:lnTo>
                  <a:lnTo>
                    <a:pt x="192963" y="313751"/>
                  </a:lnTo>
                  <a:lnTo>
                    <a:pt x="197584" y="311121"/>
                  </a:lnTo>
                  <a:lnTo>
                    <a:pt x="202119" y="308345"/>
                  </a:lnTo>
                  <a:lnTo>
                    <a:pt x="206564" y="305427"/>
                  </a:lnTo>
                  <a:lnTo>
                    <a:pt x="210913" y="302368"/>
                  </a:lnTo>
                  <a:lnTo>
                    <a:pt x="215163" y="299173"/>
                  </a:lnTo>
                  <a:lnTo>
                    <a:pt x="219310" y="295845"/>
                  </a:lnTo>
                  <a:lnTo>
                    <a:pt x="223348" y="292386"/>
                  </a:lnTo>
                  <a:lnTo>
                    <a:pt x="227274" y="288800"/>
                  </a:lnTo>
                  <a:lnTo>
                    <a:pt x="231085" y="285092"/>
                  </a:lnTo>
                  <a:lnTo>
                    <a:pt x="234775" y="281264"/>
                  </a:lnTo>
                  <a:lnTo>
                    <a:pt x="238342" y="277321"/>
                  </a:lnTo>
                  <a:lnTo>
                    <a:pt x="241782" y="273266"/>
                  </a:lnTo>
                  <a:lnTo>
                    <a:pt x="245091" y="269104"/>
                  </a:lnTo>
                  <a:lnTo>
                    <a:pt x="248266" y="264839"/>
                  </a:lnTo>
                  <a:lnTo>
                    <a:pt x="251303" y="260475"/>
                  </a:lnTo>
                  <a:lnTo>
                    <a:pt x="254200" y="256017"/>
                  </a:lnTo>
                  <a:lnTo>
                    <a:pt x="256955" y="251468"/>
                  </a:lnTo>
                  <a:lnTo>
                    <a:pt x="259563" y="246835"/>
                  </a:lnTo>
                  <a:lnTo>
                    <a:pt x="262022" y="242120"/>
                  </a:lnTo>
                  <a:lnTo>
                    <a:pt x="264330" y="237330"/>
                  </a:lnTo>
                  <a:lnTo>
                    <a:pt x="266485" y="232470"/>
                  </a:lnTo>
                  <a:lnTo>
                    <a:pt x="268484" y="227542"/>
                  </a:lnTo>
                  <a:lnTo>
                    <a:pt x="270325" y="222554"/>
                  </a:lnTo>
                  <a:lnTo>
                    <a:pt x="272007" y="217510"/>
                  </a:lnTo>
                  <a:lnTo>
                    <a:pt x="273527" y="212415"/>
                  </a:lnTo>
                  <a:lnTo>
                    <a:pt x="274885" y="207274"/>
                  </a:lnTo>
                  <a:lnTo>
                    <a:pt x="276078" y="202093"/>
                  </a:lnTo>
                  <a:lnTo>
                    <a:pt x="277106" y="196876"/>
                  </a:lnTo>
                  <a:lnTo>
                    <a:pt x="277968" y="191629"/>
                  </a:lnTo>
                  <a:lnTo>
                    <a:pt x="278662" y="186358"/>
                  </a:lnTo>
                  <a:lnTo>
                    <a:pt x="279189" y="181067"/>
                  </a:lnTo>
                  <a:lnTo>
                    <a:pt x="279546" y="175761"/>
                  </a:lnTo>
                  <a:lnTo>
                    <a:pt x="279735" y="170448"/>
                  </a:lnTo>
                  <a:lnTo>
                    <a:pt x="279755" y="165131"/>
                  </a:lnTo>
                  <a:lnTo>
                    <a:pt x="279606" y="159816"/>
                  </a:lnTo>
                  <a:lnTo>
                    <a:pt x="279287" y="154508"/>
                  </a:lnTo>
                  <a:lnTo>
                    <a:pt x="278800" y="149213"/>
                  </a:lnTo>
                  <a:lnTo>
                    <a:pt x="278145" y="143937"/>
                  </a:lnTo>
                  <a:lnTo>
                    <a:pt x="277323" y="138684"/>
                  </a:lnTo>
                  <a:lnTo>
                    <a:pt x="276334" y="133459"/>
                  </a:lnTo>
                  <a:lnTo>
                    <a:pt x="275179" y="128269"/>
                  </a:lnTo>
                  <a:lnTo>
                    <a:pt x="273860" y="123118"/>
                  </a:lnTo>
                  <a:lnTo>
                    <a:pt x="272377" y="118012"/>
                  </a:lnTo>
                  <a:lnTo>
                    <a:pt x="270733" y="112955"/>
                  </a:lnTo>
                  <a:lnTo>
                    <a:pt x="268929" y="107954"/>
                  </a:lnTo>
                  <a:lnTo>
                    <a:pt x="266967" y="103012"/>
                  </a:lnTo>
                  <a:lnTo>
                    <a:pt x="264848" y="98135"/>
                  </a:lnTo>
                  <a:lnTo>
                    <a:pt x="262576" y="93328"/>
                  </a:lnTo>
                  <a:lnTo>
                    <a:pt x="260152" y="88596"/>
                  </a:lnTo>
                  <a:lnTo>
                    <a:pt x="257578" y="83943"/>
                  </a:lnTo>
                  <a:lnTo>
                    <a:pt x="254858" y="79374"/>
                  </a:lnTo>
                  <a:lnTo>
                    <a:pt x="251994" y="74894"/>
                  </a:lnTo>
                  <a:lnTo>
                    <a:pt x="248989" y="70508"/>
                  </a:lnTo>
                  <a:lnTo>
                    <a:pt x="245846" y="66219"/>
                  </a:lnTo>
                  <a:lnTo>
                    <a:pt x="242568" y="62033"/>
                  </a:lnTo>
                  <a:lnTo>
                    <a:pt x="239159" y="57952"/>
                  </a:lnTo>
                  <a:lnTo>
                    <a:pt x="235621" y="53983"/>
                  </a:lnTo>
                  <a:lnTo>
                    <a:pt x="231959" y="50127"/>
                  </a:lnTo>
                  <a:lnTo>
                    <a:pt x="228177" y="46391"/>
                  </a:lnTo>
                  <a:lnTo>
                    <a:pt x="224277" y="42776"/>
                  </a:lnTo>
                  <a:lnTo>
                    <a:pt x="220265" y="39287"/>
                  </a:lnTo>
                  <a:lnTo>
                    <a:pt x="216143" y="35928"/>
                  </a:lnTo>
                  <a:lnTo>
                    <a:pt x="211917" y="32701"/>
                  </a:lnTo>
                  <a:lnTo>
                    <a:pt x="207591" y="29611"/>
                  </a:lnTo>
                  <a:lnTo>
                    <a:pt x="203168" y="26659"/>
                  </a:lnTo>
                  <a:lnTo>
                    <a:pt x="198653" y="23850"/>
                  </a:lnTo>
                  <a:lnTo>
                    <a:pt x="194052" y="21186"/>
                  </a:lnTo>
                  <a:lnTo>
                    <a:pt x="189368" y="18669"/>
                  </a:lnTo>
                  <a:lnTo>
                    <a:pt x="184607" y="16303"/>
                  </a:lnTo>
                  <a:lnTo>
                    <a:pt x="179772" y="14089"/>
                  </a:lnTo>
                  <a:lnTo>
                    <a:pt x="174870" y="12030"/>
                  </a:lnTo>
                  <a:lnTo>
                    <a:pt x="169905" y="10128"/>
                  </a:lnTo>
                  <a:lnTo>
                    <a:pt x="164881" y="8385"/>
                  </a:lnTo>
                  <a:lnTo>
                    <a:pt x="159805" y="6803"/>
                  </a:lnTo>
                  <a:lnTo>
                    <a:pt x="154681" y="5383"/>
                  </a:lnTo>
                  <a:lnTo>
                    <a:pt x="149515" y="4126"/>
                  </a:lnTo>
                  <a:lnTo>
                    <a:pt x="144311" y="3035"/>
                  </a:lnTo>
                  <a:lnTo>
                    <a:pt x="139075" y="2109"/>
                  </a:lnTo>
                  <a:lnTo>
                    <a:pt x="133812" y="1351"/>
                  </a:lnTo>
                  <a:lnTo>
                    <a:pt x="128528" y="760"/>
                  </a:lnTo>
                  <a:lnTo>
                    <a:pt x="123227" y="338"/>
                  </a:lnTo>
                  <a:lnTo>
                    <a:pt x="117916" y="84"/>
                  </a:lnTo>
                  <a:lnTo>
                    <a:pt x="112600" y="0"/>
                  </a:lnTo>
                  <a:lnTo>
                    <a:pt x="11260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797341" y="1071028"/>
              <a:ext cx="167160" cy="334305"/>
            </a:xfrm>
            <a:custGeom>
              <a:avLst/>
              <a:pathLst>
                <a:path w="167160" h="334305">
                  <a:moveTo>
                    <a:pt x="167160" y="0"/>
                  </a:moveTo>
                  <a:lnTo>
                    <a:pt x="161834" y="84"/>
                  </a:lnTo>
                  <a:lnTo>
                    <a:pt x="156513" y="339"/>
                  </a:lnTo>
                  <a:lnTo>
                    <a:pt x="151203" y="763"/>
                  </a:lnTo>
                  <a:lnTo>
                    <a:pt x="145910" y="1356"/>
                  </a:lnTo>
                  <a:lnTo>
                    <a:pt x="140638" y="2117"/>
                  </a:lnTo>
                  <a:lnTo>
                    <a:pt x="135393" y="3046"/>
                  </a:lnTo>
                  <a:lnTo>
                    <a:pt x="130180" y="4141"/>
                  </a:lnTo>
                  <a:lnTo>
                    <a:pt x="125005" y="5402"/>
                  </a:lnTo>
                  <a:lnTo>
                    <a:pt x="119873" y="6827"/>
                  </a:lnTo>
                  <a:lnTo>
                    <a:pt x="114788" y="8415"/>
                  </a:lnTo>
                  <a:lnTo>
                    <a:pt x="109757" y="10164"/>
                  </a:lnTo>
                  <a:lnTo>
                    <a:pt x="104784" y="12073"/>
                  </a:lnTo>
                  <a:lnTo>
                    <a:pt x="99875" y="14139"/>
                  </a:lnTo>
                  <a:lnTo>
                    <a:pt x="95033" y="16360"/>
                  </a:lnTo>
                  <a:lnTo>
                    <a:pt x="90265" y="18734"/>
                  </a:lnTo>
                  <a:lnTo>
                    <a:pt x="85575" y="21260"/>
                  </a:lnTo>
                  <a:lnTo>
                    <a:pt x="80968" y="23933"/>
                  </a:lnTo>
                  <a:lnTo>
                    <a:pt x="76449" y="26752"/>
                  </a:lnTo>
                  <a:lnTo>
                    <a:pt x="72021" y="29713"/>
                  </a:lnTo>
                  <a:lnTo>
                    <a:pt x="67690" y="32814"/>
                  </a:lnTo>
                  <a:lnTo>
                    <a:pt x="63460" y="36051"/>
                  </a:lnTo>
                  <a:lnTo>
                    <a:pt x="59335" y="39421"/>
                  </a:lnTo>
                  <a:lnTo>
                    <a:pt x="55320" y="42922"/>
                  </a:lnTo>
                  <a:lnTo>
                    <a:pt x="51419" y="46548"/>
                  </a:lnTo>
                  <a:lnTo>
                    <a:pt x="47634" y="50297"/>
                  </a:lnTo>
                  <a:lnTo>
                    <a:pt x="43972" y="54164"/>
                  </a:lnTo>
                  <a:lnTo>
                    <a:pt x="40434" y="58146"/>
                  </a:lnTo>
                  <a:lnTo>
                    <a:pt x="37025" y="62239"/>
                  </a:lnTo>
                  <a:lnTo>
                    <a:pt x="33748" y="66438"/>
                  </a:lnTo>
                  <a:lnTo>
                    <a:pt x="30606" y="70740"/>
                  </a:lnTo>
                  <a:lnTo>
                    <a:pt x="27604" y="75139"/>
                  </a:lnTo>
                  <a:lnTo>
                    <a:pt x="24743" y="79632"/>
                  </a:lnTo>
                  <a:lnTo>
                    <a:pt x="22026" y="84214"/>
                  </a:lnTo>
                  <a:lnTo>
                    <a:pt x="19457" y="88880"/>
                  </a:lnTo>
                  <a:lnTo>
                    <a:pt x="17038" y="93625"/>
                  </a:lnTo>
                  <a:lnTo>
                    <a:pt x="14771" y="98446"/>
                  </a:lnTo>
                  <a:lnTo>
                    <a:pt x="12659" y="103336"/>
                  </a:lnTo>
                  <a:lnTo>
                    <a:pt x="10703" y="108290"/>
                  </a:lnTo>
                  <a:lnTo>
                    <a:pt x="8907" y="113305"/>
                  </a:lnTo>
                  <a:lnTo>
                    <a:pt x="7271" y="118374"/>
                  </a:lnTo>
                  <a:lnTo>
                    <a:pt x="5798" y="123493"/>
                  </a:lnTo>
                  <a:lnTo>
                    <a:pt x="4489" y="128656"/>
                  </a:lnTo>
                  <a:lnTo>
                    <a:pt x="3344" y="133858"/>
                  </a:lnTo>
                  <a:lnTo>
                    <a:pt x="2366" y="139094"/>
                  </a:lnTo>
                  <a:lnTo>
                    <a:pt x="1555" y="144359"/>
                  </a:lnTo>
                  <a:lnTo>
                    <a:pt x="913" y="149646"/>
                  </a:lnTo>
                  <a:lnTo>
                    <a:pt x="439" y="154952"/>
                  </a:lnTo>
                  <a:lnTo>
                    <a:pt x="134" y="160270"/>
                  </a:lnTo>
                  <a:lnTo>
                    <a:pt x="0" y="165595"/>
                  </a:lnTo>
                  <a:lnTo>
                    <a:pt x="34" y="170921"/>
                  </a:lnTo>
                  <a:lnTo>
                    <a:pt x="239" y="176244"/>
                  </a:lnTo>
                  <a:lnTo>
                    <a:pt x="613" y="181557"/>
                  </a:lnTo>
                  <a:lnTo>
                    <a:pt x="1156" y="186856"/>
                  </a:lnTo>
                  <a:lnTo>
                    <a:pt x="1867" y="192135"/>
                  </a:lnTo>
                  <a:lnTo>
                    <a:pt x="2747" y="197388"/>
                  </a:lnTo>
                  <a:lnTo>
                    <a:pt x="3793" y="202611"/>
                  </a:lnTo>
                  <a:lnTo>
                    <a:pt x="5005" y="207798"/>
                  </a:lnTo>
                  <a:lnTo>
                    <a:pt x="6382" y="212944"/>
                  </a:lnTo>
                  <a:lnTo>
                    <a:pt x="7922" y="218043"/>
                  </a:lnTo>
                  <a:lnTo>
                    <a:pt x="9624" y="223090"/>
                  </a:lnTo>
                  <a:lnTo>
                    <a:pt x="11485" y="228081"/>
                  </a:lnTo>
                  <a:lnTo>
                    <a:pt x="13505" y="233010"/>
                  </a:lnTo>
                  <a:lnTo>
                    <a:pt x="15681" y="237872"/>
                  </a:lnTo>
                  <a:lnTo>
                    <a:pt x="18010" y="242662"/>
                  </a:lnTo>
                  <a:lnTo>
                    <a:pt x="20491" y="247375"/>
                  </a:lnTo>
                  <a:lnTo>
                    <a:pt x="23121" y="252007"/>
                  </a:lnTo>
                  <a:lnTo>
                    <a:pt x="25897" y="256553"/>
                  </a:lnTo>
                  <a:lnTo>
                    <a:pt x="28817" y="261008"/>
                  </a:lnTo>
                  <a:lnTo>
                    <a:pt x="31877" y="265368"/>
                  </a:lnTo>
                  <a:lnTo>
                    <a:pt x="35074" y="269629"/>
                  </a:lnTo>
                  <a:lnTo>
                    <a:pt x="38406" y="273785"/>
                  </a:lnTo>
                  <a:lnTo>
                    <a:pt x="41868" y="277833"/>
                  </a:lnTo>
                  <a:lnTo>
                    <a:pt x="45457" y="281768"/>
                  </a:lnTo>
                  <a:lnTo>
                    <a:pt x="49170" y="285588"/>
                  </a:lnTo>
                  <a:lnTo>
                    <a:pt x="53003" y="289287"/>
                  </a:lnTo>
                  <a:lnTo>
                    <a:pt x="56951" y="292862"/>
                  </a:lnTo>
                  <a:lnTo>
                    <a:pt x="61012" y="296309"/>
                  </a:lnTo>
                  <a:lnTo>
                    <a:pt x="65180" y="299625"/>
                  </a:lnTo>
                  <a:lnTo>
                    <a:pt x="69452" y="302807"/>
                  </a:lnTo>
                  <a:lnTo>
                    <a:pt x="73823" y="305851"/>
                  </a:lnTo>
                  <a:lnTo>
                    <a:pt x="78289" y="308754"/>
                  </a:lnTo>
                  <a:lnTo>
                    <a:pt x="82845" y="311514"/>
                  </a:lnTo>
                  <a:lnTo>
                    <a:pt x="87487" y="314127"/>
                  </a:lnTo>
                  <a:lnTo>
                    <a:pt x="92209" y="316591"/>
                  </a:lnTo>
                  <a:lnTo>
                    <a:pt x="97008" y="318903"/>
                  </a:lnTo>
                  <a:lnTo>
                    <a:pt x="101878" y="321061"/>
                  </a:lnTo>
                  <a:lnTo>
                    <a:pt x="106814" y="323062"/>
                  </a:lnTo>
                  <a:lnTo>
                    <a:pt x="111811" y="324906"/>
                  </a:lnTo>
                  <a:lnTo>
                    <a:pt x="116865" y="326589"/>
                  </a:lnTo>
                  <a:lnTo>
                    <a:pt x="121970" y="328110"/>
                  </a:lnTo>
                  <a:lnTo>
                    <a:pt x="127120" y="329469"/>
                  </a:lnTo>
                  <a:lnTo>
                    <a:pt x="132311" y="330662"/>
                  </a:lnTo>
                  <a:lnTo>
                    <a:pt x="137538" y="331689"/>
                  </a:lnTo>
                  <a:lnTo>
                    <a:pt x="142795" y="332549"/>
                  </a:lnTo>
                  <a:lnTo>
                    <a:pt x="148076" y="333242"/>
                  </a:lnTo>
                  <a:lnTo>
                    <a:pt x="153377" y="333765"/>
                  </a:lnTo>
                  <a:lnTo>
                    <a:pt x="158692" y="334120"/>
                  </a:lnTo>
                  <a:lnTo>
                    <a:pt x="164015" y="334305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961356" y="1238196"/>
              <a:ext cx="3144" cy="167137"/>
            </a:xfrm>
            <a:custGeom>
              <a:avLst/>
              <a:pathLst>
                <a:path w="3144" h="167137">
                  <a:moveTo>
                    <a:pt x="0" y="167137"/>
                  </a:moveTo>
                  <a:lnTo>
                    <a:pt x="314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961356" y="1238196"/>
              <a:ext cx="3144" cy="167137"/>
            </a:xfrm>
            <a:custGeom>
              <a:avLst/>
              <a:pathLst>
                <a:path w="3144" h="167137">
                  <a:moveTo>
                    <a:pt x="0" y="167137"/>
                  </a:moveTo>
                  <a:lnTo>
                    <a:pt x="314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961356" y="1238196"/>
              <a:ext cx="3144" cy="167137"/>
            </a:xfrm>
            <a:custGeom>
              <a:avLst/>
              <a:pathLst>
                <a:path w="3144" h="167137">
                  <a:moveTo>
                    <a:pt x="0" y="167137"/>
                  </a:moveTo>
                  <a:lnTo>
                    <a:pt x="314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961356" y="1238196"/>
              <a:ext cx="3144" cy="167137"/>
            </a:xfrm>
            <a:custGeom>
              <a:avLst/>
              <a:pathLst>
                <a:path w="3144" h="167137">
                  <a:moveTo>
                    <a:pt x="0" y="167137"/>
                  </a:moveTo>
                  <a:lnTo>
                    <a:pt x="314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961356" y="1238196"/>
              <a:ext cx="3144" cy="167137"/>
            </a:xfrm>
            <a:custGeom>
              <a:avLst/>
              <a:pathLst>
                <a:path w="3144" h="167137">
                  <a:moveTo>
                    <a:pt x="0" y="167137"/>
                  </a:moveTo>
                  <a:lnTo>
                    <a:pt x="314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961356" y="1238196"/>
              <a:ext cx="3144" cy="167137"/>
            </a:xfrm>
            <a:custGeom>
              <a:avLst/>
              <a:pathLst>
                <a:path w="3144" h="167137">
                  <a:moveTo>
                    <a:pt x="0" y="167137"/>
                  </a:moveTo>
                  <a:lnTo>
                    <a:pt x="314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61356" y="1238196"/>
              <a:ext cx="3144" cy="167137"/>
            </a:xfrm>
            <a:custGeom>
              <a:avLst/>
              <a:pathLst>
                <a:path w="3144" h="167137">
                  <a:moveTo>
                    <a:pt x="0" y="167137"/>
                  </a:moveTo>
                  <a:lnTo>
                    <a:pt x="314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61356" y="1238196"/>
              <a:ext cx="3144" cy="167137"/>
            </a:xfrm>
            <a:custGeom>
              <a:avLst/>
              <a:pathLst>
                <a:path w="3144" h="167137">
                  <a:moveTo>
                    <a:pt x="0" y="167137"/>
                  </a:moveTo>
                  <a:lnTo>
                    <a:pt x="3144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61356" y="1238196"/>
              <a:ext cx="3144" cy="167137"/>
            </a:xfrm>
            <a:custGeom>
              <a:avLst/>
              <a:pathLst>
                <a:path w="3144" h="167137">
                  <a:moveTo>
                    <a:pt x="0" y="167137"/>
                  </a:moveTo>
                  <a:lnTo>
                    <a:pt x="314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1356" y="1238196"/>
              <a:ext cx="3144" cy="167137"/>
            </a:xfrm>
            <a:custGeom>
              <a:avLst/>
              <a:pathLst>
                <a:path w="3144" h="167137">
                  <a:moveTo>
                    <a:pt x="0" y="167137"/>
                  </a:moveTo>
                  <a:lnTo>
                    <a:pt x="314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1356" y="1238196"/>
              <a:ext cx="3144" cy="167137"/>
            </a:xfrm>
            <a:custGeom>
              <a:avLst/>
              <a:pathLst>
                <a:path w="3144" h="167137">
                  <a:moveTo>
                    <a:pt x="0" y="167137"/>
                  </a:moveTo>
                  <a:lnTo>
                    <a:pt x="3144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1356" y="1238196"/>
              <a:ext cx="3144" cy="167137"/>
            </a:xfrm>
            <a:custGeom>
              <a:avLst/>
              <a:pathLst>
                <a:path w="3144" h="167137">
                  <a:moveTo>
                    <a:pt x="0" y="167137"/>
                  </a:moveTo>
                  <a:lnTo>
                    <a:pt x="314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1356" y="1238196"/>
              <a:ext cx="3144" cy="167137"/>
            </a:xfrm>
            <a:custGeom>
              <a:avLst/>
              <a:pathLst>
                <a:path w="3144" h="167137">
                  <a:moveTo>
                    <a:pt x="0" y="167137"/>
                  </a:moveTo>
                  <a:lnTo>
                    <a:pt x="314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1356" y="1238196"/>
              <a:ext cx="3144" cy="167137"/>
            </a:xfrm>
            <a:custGeom>
              <a:avLst/>
              <a:pathLst>
                <a:path w="3144" h="167137">
                  <a:moveTo>
                    <a:pt x="0" y="167137"/>
                  </a:moveTo>
                  <a:lnTo>
                    <a:pt x="314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61356" y="1238196"/>
              <a:ext cx="3144" cy="167137"/>
            </a:xfrm>
            <a:custGeom>
              <a:avLst/>
              <a:pathLst>
                <a:path w="3144" h="167137">
                  <a:moveTo>
                    <a:pt x="0" y="167137"/>
                  </a:moveTo>
                  <a:lnTo>
                    <a:pt x="314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1356" y="1238196"/>
              <a:ext cx="3144" cy="167137"/>
            </a:xfrm>
            <a:custGeom>
              <a:avLst/>
              <a:pathLst>
                <a:path w="3144" h="167137">
                  <a:moveTo>
                    <a:pt x="0" y="167137"/>
                  </a:moveTo>
                  <a:lnTo>
                    <a:pt x="3144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1356" y="1238196"/>
              <a:ext cx="3144" cy="167137"/>
            </a:xfrm>
            <a:custGeom>
              <a:avLst/>
              <a:pathLst>
                <a:path w="3144" h="167137">
                  <a:moveTo>
                    <a:pt x="0" y="167137"/>
                  </a:moveTo>
                  <a:lnTo>
                    <a:pt x="3144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1356" y="1086245"/>
              <a:ext cx="170291" cy="319103"/>
            </a:xfrm>
            <a:custGeom>
              <a:avLst/>
              <a:pathLst>
                <a:path w="170291" h="319103">
                  <a:moveTo>
                    <a:pt x="0" y="319088"/>
                  </a:moveTo>
                  <a:lnTo>
                    <a:pt x="5369" y="319103"/>
                  </a:lnTo>
                  <a:lnTo>
                    <a:pt x="10736" y="318945"/>
                  </a:lnTo>
                  <a:lnTo>
                    <a:pt x="16096" y="318615"/>
                  </a:lnTo>
                  <a:lnTo>
                    <a:pt x="21442" y="318113"/>
                  </a:lnTo>
                  <a:lnTo>
                    <a:pt x="26769" y="317439"/>
                  </a:lnTo>
                  <a:lnTo>
                    <a:pt x="32072" y="316595"/>
                  </a:lnTo>
                  <a:lnTo>
                    <a:pt x="37345" y="315581"/>
                  </a:lnTo>
                  <a:lnTo>
                    <a:pt x="42583" y="314398"/>
                  </a:lnTo>
                  <a:lnTo>
                    <a:pt x="47780" y="313048"/>
                  </a:lnTo>
                  <a:lnTo>
                    <a:pt x="52931" y="311531"/>
                  </a:lnTo>
                  <a:lnTo>
                    <a:pt x="58030" y="309850"/>
                  </a:lnTo>
                  <a:lnTo>
                    <a:pt x="63073" y="308006"/>
                  </a:lnTo>
                  <a:lnTo>
                    <a:pt x="68054" y="306001"/>
                  </a:lnTo>
                  <a:lnTo>
                    <a:pt x="72969" y="303836"/>
                  </a:lnTo>
                  <a:lnTo>
                    <a:pt x="77811" y="301515"/>
                  </a:lnTo>
                  <a:lnTo>
                    <a:pt x="82576" y="299040"/>
                  </a:lnTo>
                  <a:lnTo>
                    <a:pt x="87259" y="296413"/>
                  </a:lnTo>
                  <a:lnTo>
                    <a:pt x="91855" y="293637"/>
                  </a:lnTo>
                  <a:lnTo>
                    <a:pt x="96360" y="290715"/>
                  </a:lnTo>
                  <a:lnTo>
                    <a:pt x="100769" y="287649"/>
                  </a:lnTo>
                  <a:lnTo>
                    <a:pt x="105077" y="284444"/>
                  </a:lnTo>
                  <a:lnTo>
                    <a:pt x="109279" y="281102"/>
                  </a:lnTo>
                  <a:lnTo>
                    <a:pt x="113373" y="277627"/>
                  </a:lnTo>
                  <a:lnTo>
                    <a:pt x="117352" y="274022"/>
                  </a:lnTo>
                  <a:lnTo>
                    <a:pt x="121214" y="270291"/>
                  </a:lnTo>
                  <a:lnTo>
                    <a:pt x="124954" y="266437"/>
                  </a:lnTo>
                  <a:lnTo>
                    <a:pt x="128568" y="262466"/>
                  </a:lnTo>
                  <a:lnTo>
                    <a:pt x="132052" y="258381"/>
                  </a:lnTo>
                  <a:lnTo>
                    <a:pt x="135404" y="254186"/>
                  </a:lnTo>
                  <a:lnTo>
                    <a:pt x="138620" y="249885"/>
                  </a:lnTo>
                  <a:lnTo>
                    <a:pt x="141695" y="245484"/>
                  </a:lnTo>
                  <a:lnTo>
                    <a:pt x="144628" y="240986"/>
                  </a:lnTo>
                  <a:lnTo>
                    <a:pt x="147414" y="236396"/>
                  </a:lnTo>
                  <a:lnTo>
                    <a:pt x="150052" y="231719"/>
                  </a:lnTo>
                  <a:lnTo>
                    <a:pt x="152538" y="226959"/>
                  </a:lnTo>
                  <a:lnTo>
                    <a:pt x="154870" y="222122"/>
                  </a:lnTo>
                  <a:lnTo>
                    <a:pt x="157045" y="217213"/>
                  </a:lnTo>
                  <a:lnTo>
                    <a:pt x="159062" y="212237"/>
                  </a:lnTo>
                  <a:lnTo>
                    <a:pt x="160918" y="207198"/>
                  </a:lnTo>
                  <a:lnTo>
                    <a:pt x="162611" y="202102"/>
                  </a:lnTo>
                  <a:lnTo>
                    <a:pt x="164139" y="196955"/>
                  </a:lnTo>
                  <a:lnTo>
                    <a:pt x="165502" y="191761"/>
                  </a:lnTo>
                  <a:lnTo>
                    <a:pt x="166697" y="186526"/>
                  </a:lnTo>
                  <a:lnTo>
                    <a:pt x="167723" y="181255"/>
                  </a:lnTo>
                  <a:lnTo>
                    <a:pt x="168579" y="175954"/>
                  </a:lnTo>
                  <a:lnTo>
                    <a:pt x="169265" y="170629"/>
                  </a:lnTo>
                  <a:lnTo>
                    <a:pt x="169779" y="165284"/>
                  </a:lnTo>
                  <a:lnTo>
                    <a:pt x="170121" y="159925"/>
                  </a:lnTo>
                  <a:lnTo>
                    <a:pt x="170291" y="154558"/>
                  </a:lnTo>
                  <a:lnTo>
                    <a:pt x="170289" y="149188"/>
                  </a:lnTo>
                  <a:lnTo>
                    <a:pt x="170114" y="143822"/>
                  </a:lnTo>
                  <a:lnTo>
                    <a:pt x="169767" y="138463"/>
                  </a:lnTo>
                  <a:lnTo>
                    <a:pt x="169247" y="133119"/>
                  </a:lnTo>
                  <a:lnTo>
                    <a:pt x="168557" y="127794"/>
                  </a:lnTo>
                  <a:lnTo>
                    <a:pt x="167696" y="122494"/>
                  </a:lnTo>
                  <a:lnTo>
                    <a:pt x="166665" y="117224"/>
                  </a:lnTo>
                  <a:lnTo>
                    <a:pt x="165465" y="111990"/>
                  </a:lnTo>
                  <a:lnTo>
                    <a:pt x="164098" y="106797"/>
                  </a:lnTo>
                  <a:lnTo>
                    <a:pt x="162565" y="101651"/>
                  </a:lnTo>
                  <a:lnTo>
                    <a:pt x="160867" y="96557"/>
                  </a:lnTo>
                  <a:lnTo>
                    <a:pt x="159007" y="91520"/>
                  </a:lnTo>
                  <a:lnTo>
                    <a:pt x="156986" y="86545"/>
                  </a:lnTo>
                  <a:lnTo>
                    <a:pt x="154806" y="81638"/>
                  </a:lnTo>
                  <a:lnTo>
                    <a:pt x="152469" y="76804"/>
                  </a:lnTo>
                  <a:lnTo>
                    <a:pt x="149979" y="72047"/>
                  </a:lnTo>
                  <a:lnTo>
                    <a:pt x="147337" y="67372"/>
                  </a:lnTo>
                  <a:lnTo>
                    <a:pt x="144546" y="62784"/>
                  </a:lnTo>
                  <a:lnTo>
                    <a:pt x="141609" y="58289"/>
                  </a:lnTo>
                  <a:lnTo>
                    <a:pt x="138530" y="53890"/>
                  </a:lnTo>
                  <a:lnTo>
                    <a:pt x="135310" y="49593"/>
                  </a:lnTo>
                  <a:lnTo>
                    <a:pt x="131955" y="45401"/>
                  </a:lnTo>
                  <a:lnTo>
                    <a:pt x="128466" y="41319"/>
                  </a:lnTo>
                  <a:lnTo>
                    <a:pt x="124849" y="37351"/>
                  </a:lnTo>
                  <a:lnTo>
                    <a:pt x="121105" y="33501"/>
                  </a:lnTo>
                  <a:lnTo>
                    <a:pt x="117240" y="29774"/>
                  </a:lnTo>
                  <a:lnTo>
                    <a:pt x="113257" y="26172"/>
                  </a:lnTo>
                  <a:lnTo>
                    <a:pt x="109161" y="22701"/>
                  </a:lnTo>
                  <a:lnTo>
                    <a:pt x="104955" y="19362"/>
                  </a:lnTo>
                  <a:lnTo>
                    <a:pt x="100644" y="16161"/>
                  </a:lnTo>
                  <a:lnTo>
                    <a:pt x="96233" y="13099"/>
                  </a:lnTo>
                  <a:lnTo>
                    <a:pt x="91725" y="10181"/>
                  </a:lnTo>
                  <a:lnTo>
                    <a:pt x="87126" y="7410"/>
                  </a:lnTo>
                  <a:lnTo>
                    <a:pt x="82441" y="4787"/>
                  </a:lnTo>
                  <a:lnTo>
                    <a:pt x="77674" y="2316"/>
                  </a:lnTo>
                  <a:lnTo>
                    <a:pt x="72829" y="0"/>
                  </a:lnTo>
                  <a:lnTo>
                    <a:pt x="3144" y="15195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64501" y="1071028"/>
              <a:ext cx="69685" cy="167167"/>
            </a:xfrm>
            <a:custGeom>
              <a:avLst/>
              <a:pathLst>
                <a:path w="69685" h="167167">
                  <a:moveTo>
                    <a:pt x="69685" y="15217"/>
                  </a:moveTo>
                  <a:lnTo>
                    <a:pt x="64196" y="12818"/>
                  </a:lnTo>
                  <a:lnTo>
                    <a:pt x="58626" y="10617"/>
                  </a:lnTo>
                  <a:lnTo>
                    <a:pt x="52980" y="8617"/>
                  </a:lnTo>
                  <a:lnTo>
                    <a:pt x="47266" y="6821"/>
                  </a:lnTo>
                  <a:lnTo>
                    <a:pt x="41491" y="5231"/>
                  </a:lnTo>
                  <a:lnTo>
                    <a:pt x="35663" y="3848"/>
                  </a:lnTo>
                  <a:lnTo>
                    <a:pt x="29789" y="2675"/>
                  </a:lnTo>
                  <a:lnTo>
                    <a:pt x="23877" y="1714"/>
                  </a:lnTo>
                  <a:lnTo>
                    <a:pt x="17935" y="964"/>
                  </a:lnTo>
                  <a:lnTo>
                    <a:pt x="11969" y="429"/>
                  </a:lnTo>
                  <a:lnTo>
                    <a:pt x="5988" y="10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344780" y="1322571"/>
              <a:ext cx="143940" cy="167167"/>
            </a:xfrm>
            <a:custGeom>
              <a:avLst/>
              <a:pathLst>
                <a:path w="143940" h="167167">
                  <a:moveTo>
                    <a:pt x="143940" y="0"/>
                  </a:moveTo>
                  <a:lnTo>
                    <a:pt x="138522" y="87"/>
                  </a:lnTo>
                  <a:lnTo>
                    <a:pt x="133110" y="351"/>
                  </a:lnTo>
                  <a:lnTo>
                    <a:pt x="127709" y="789"/>
                  </a:lnTo>
                  <a:lnTo>
                    <a:pt x="122325" y="1403"/>
                  </a:lnTo>
                  <a:lnTo>
                    <a:pt x="116963" y="2191"/>
                  </a:lnTo>
                  <a:lnTo>
                    <a:pt x="111630" y="3152"/>
                  </a:lnTo>
                  <a:lnTo>
                    <a:pt x="106331" y="4285"/>
                  </a:lnTo>
                  <a:lnTo>
                    <a:pt x="101072" y="5589"/>
                  </a:lnTo>
                  <a:lnTo>
                    <a:pt x="95857" y="7064"/>
                  </a:lnTo>
                  <a:lnTo>
                    <a:pt x="90694" y="8706"/>
                  </a:lnTo>
                  <a:lnTo>
                    <a:pt x="85586" y="10515"/>
                  </a:lnTo>
                  <a:lnTo>
                    <a:pt x="80539" y="12489"/>
                  </a:lnTo>
                  <a:lnTo>
                    <a:pt x="75559" y="14625"/>
                  </a:lnTo>
                  <a:lnTo>
                    <a:pt x="70651" y="16922"/>
                  </a:lnTo>
                  <a:lnTo>
                    <a:pt x="65820" y="19376"/>
                  </a:lnTo>
                  <a:lnTo>
                    <a:pt x="61071" y="21986"/>
                  </a:lnTo>
                  <a:lnTo>
                    <a:pt x="56409" y="24748"/>
                  </a:lnTo>
                  <a:lnTo>
                    <a:pt x="51839" y="27660"/>
                  </a:lnTo>
                  <a:lnTo>
                    <a:pt x="47365" y="30718"/>
                  </a:lnTo>
                  <a:lnTo>
                    <a:pt x="42994" y="33920"/>
                  </a:lnTo>
                  <a:lnTo>
                    <a:pt x="38728" y="37262"/>
                  </a:lnTo>
                  <a:lnTo>
                    <a:pt x="34573" y="40740"/>
                  </a:lnTo>
                  <a:lnTo>
                    <a:pt x="30533" y="44351"/>
                  </a:lnTo>
                  <a:lnTo>
                    <a:pt x="26612" y="48091"/>
                  </a:lnTo>
                  <a:lnTo>
                    <a:pt x="22814" y="51957"/>
                  </a:lnTo>
                  <a:lnTo>
                    <a:pt x="19143" y="55943"/>
                  </a:lnTo>
                  <a:lnTo>
                    <a:pt x="15604" y="60046"/>
                  </a:lnTo>
                  <a:lnTo>
                    <a:pt x="12200" y="64262"/>
                  </a:lnTo>
                  <a:lnTo>
                    <a:pt x="8934" y="68586"/>
                  </a:lnTo>
                  <a:lnTo>
                    <a:pt x="5809" y="73014"/>
                  </a:lnTo>
                  <a:lnTo>
                    <a:pt x="2830" y="77540"/>
                  </a:lnTo>
                  <a:lnTo>
                    <a:pt x="0" y="82161"/>
                  </a:lnTo>
                  <a:lnTo>
                    <a:pt x="14394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344780" y="1404733"/>
              <a:ext cx="143940" cy="85006"/>
            </a:xfrm>
            <a:custGeom>
              <a:avLst/>
              <a:pathLst>
                <a:path w="143940" h="85006">
                  <a:moveTo>
                    <a:pt x="0" y="0"/>
                  </a:moveTo>
                  <a:lnTo>
                    <a:pt x="143940" y="8500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344780" y="1404733"/>
              <a:ext cx="143940" cy="85006"/>
            </a:xfrm>
            <a:custGeom>
              <a:avLst/>
              <a:pathLst>
                <a:path w="143940" h="85006">
                  <a:moveTo>
                    <a:pt x="0" y="0"/>
                  </a:moveTo>
                  <a:lnTo>
                    <a:pt x="143940" y="8500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344780" y="1404733"/>
              <a:ext cx="143940" cy="85006"/>
            </a:xfrm>
            <a:custGeom>
              <a:avLst/>
              <a:pathLst>
                <a:path w="143940" h="85006">
                  <a:moveTo>
                    <a:pt x="0" y="0"/>
                  </a:moveTo>
                  <a:lnTo>
                    <a:pt x="143940" y="850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344780" y="1404733"/>
              <a:ext cx="143940" cy="85006"/>
            </a:xfrm>
            <a:custGeom>
              <a:avLst/>
              <a:pathLst>
                <a:path w="143940" h="85006">
                  <a:moveTo>
                    <a:pt x="0" y="0"/>
                  </a:moveTo>
                  <a:lnTo>
                    <a:pt x="143940" y="850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344780" y="1404733"/>
              <a:ext cx="143940" cy="85006"/>
            </a:xfrm>
            <a:custGeom>
              <a:avLst/>
              <a:pathLst>
                <a:path w="143940" h="85006">
                  <a:moveTo>
                    <a:pt x="0" y="0"/>
                  </a:moveTo>
                  <a:lnTo>
                    <a:pt x="143940" y="850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344780" y="1404733"/>
              <a:ext cx="143940" cy="85006"/>
            </a:xfrm>
            <a:custGeom>
              <a:avLst/>
              <a:pathLst>
                <a:path w="143940" h="85006">
                  <a:moveTo>
                    <a:pt x="0" y="0"/>
                  </a:moveTo>
                  <a:lnTo>
                    <a:pt x="143940" y="850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344780" y="1404733"/>
              <a:ext cx="143940" cy="85006"/>
            </a:xfrm>
            <a:custGeom>
              <a:avLst/>
              <a:pathLst>
                <a:path w="143940" h="85006">
                  <a:moveTo>
                    <a:pt x="0" y="0"/>
                  </a:moveTo>
                  <a:lnTo>
                    <a:pt x="143940" y="8500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344780" y="1404733"/>
              <a:ext cx="143940" cy="85006"/>
            </a:xfrm>
            <a:custGeom>
              <a:avLst/>
              <a:pathLst>
                <a:path w="143940" h="85006">
                  <a:moveTo>
                    <a:pt x="0" y="0"/>
                  </a:moveTo>
                  <a:lnTo>
                    <a:pt x="143940" y="8500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344780" y="1404733"/>
              <a:ext cx="143940" cy="85006"/>
            </a:xfrm>
            <a:custGeom>
              <a:avLst/>
              <a:pathLst>
                <a:path w="143940" h="85006">
                  <a:moveTo>
                    <a:pt x="0" y="0"/>
                  </a:moveTo>
                  <a:lnTo>
                    <a:pt x="143940" y="8500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344780" y="1404733"/>
              <a:ext cx="143940" cy="85006"/>
            </a:xfrm>
            <a:custGeom>
              <a:avLst/>
              <a:pathLst>
                <a:path w="143940" h="85006">
                  <a:moveTo>
                    <a:pt x="0" y="0"/>
                  </a:moveTo>
                  <a:lnTo>
                    <a:pt x="143940" y="8500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344780" y="1404733"/>
              <a:ext cx="143940" cy="85006"/>
            </a:xfrm>
            <a:custGeom>
              <a:avLst/>
              <a:pathLst>
                <a:path w="143940" h="85006">
                  <a:moveTo>
                    <a:pt x="0" y="0"/>
                  </a:moveTo>
                  <a:lnTo>
                    <a:pt x="143940" y="850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344780" y="1404733"/>
              <a:ext cx="143940" cy="85006"/>
            </a:xfrm>
            <a:custGeom>
              <a:avLst/>
              <a:pathLst>
                <a:path w="143940" h="85006">
                  <a:moveTo>
                    <a:pt x="0" y="0"/>
                  </a:moveTo>
                  <a:lnTo>
                    <a:pt x="143940" y="850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344780" y="1404733"/>
              <a:ext cx="143940" cy="85006"/>
            </a:xfrm>
            <a:custGeom>
              <a:avLst/>
              <a:pathLst>
                <a:path w="143940" h="85006">
                  <a:moveTo>
                    <a:pt x="0" y="0"/>
                  </a:moveTo>
                  <a:lnTo>
                    <a:pt x="143940" y="850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344780" y="1404733"/>
              <a:ext cx="143940" cy="85006"/>
            </a:xfrm>
            <a:custGeom>
              <a:avLst/>
              <a:pathLst>
                <a:path w="143940" h="85006">
                  <a:moveTo>
                    <a:pt x="0" y="0"/>
                  </a:moveTo>
                  <a:lnTo>
                    <a:pt x="143940" y="850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44780" y="1404733"/>
              <a:ext cx="143940" cy="85006"/>
            </a:xfrm>
            <a:custGeom>
              <a:avLst/>
              <a:pathLst>
                <a:path w="143940" h="85006">
                  <a:moveTo>
                    <a:pt x="0" y="0"/>
                  </a:moveTo>
                  <a:lnTo>
                    <a:pt x="143940" y="8500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44780" y="1404733"/>
              <a:ext cx="143940" cy="85006"/>
            </a:xfrm>
            <a:custGeom>
              <a:avLst/>
              <a:pathLst>
                <a:path w="143940" h="85006">
                  <a:moveTo>
                    <a:pt x="0" y="0"/>
                  </a:moveTo>
                  <a:lnTo>
                    <a:pt x="143940" y="8500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21555" y="1353501"/>
              <a:ext cx="334332" cy="303392"/>
            </a:xfrm>
            <a:custGeom>
              <a:avLst/>
              <a:pathLst>
                <a:path w="334332" h="303392">
                  <a:moveTo>
                    <a:pt x="23224" y="51231"/>
                  </a:moveTo>
                  <a:lnTo>
                    <a:pt x="20602" y="55835"/>
                  </a:lnTo>
                  <a:lnTo>
                    <a:pt x="18128" y="60521"/>
                  </a:lnTo>
                  <a:lnTo>
                    <a:pt x="15803" y="65282"/>
                  </a:lnTo>
                  <a:lnTo>
                    <a:pt x="13630" y="70114"/>
                  </a:lnTo>
                  <a:lnTo>
                    <a:pt x="11612" y="75013"/>
                  </a:lnTo>
                  <a:lnTo>
                    <a:pt x="9750" y="79974"/>
                  </a:lnTo>
                  <a:lnTo>
                    <a:pt x="8046" y="84991"/>
                  </a:lnTo>
                  <a:lnTo>
                    <a:pt x="6502" y="90059"/>
                  </a:lnTo>
                  <a:lnTo>
                    <a:pt x="5119" y="95174"/>
                  </a:lnTo>
                  <a:lnTo>
                    <a:pt x="3899" y="100330"/>
                  </a:lnTo>
                  <a:lnTo>
                    <a:pt x="2843" y="105522"/>
                  </a:lnTo>
                  <a:lnTo>
                    <a:pt x="1952" y="110745"/>
                  </a:lnTo>
                  <a:lnTo>
                    <a:pt x="1227" y="115994"/>
                  </a:lnTo>
                  <a:lnTo>
                    <a:pt x="669" y="121263"/>
                  </a:lnTo>
                  <a:lnTo>
                    <a:pt x="278" y="126547"/>
                  </a:lnTo>
                  <a:lnTo>
                    <a:pt x="55" y="131841"/>
                  </a:lnTo>
                  <a:lnTo>
                    <a:pt x="0" y="137139"/>
                  </a:lnTo>
                  <a:lnTo>
                    <a:pt x="112" y="142436"/>
                  </a:lnTo>
                  <a:lnTo>
                    <a:pt x="392" y="147727"/>
                  </a:lnTo>
                  <a:lnTo>
                    <a:pt x="840" y="153007"/>
                  </a:lnTo>
                  <a:lnTo>
                    <a:pt x="1455" y="158269"/>
                  </a:lnTo>
                  <a:lnTo>
                    <a:pt x="2237" y="163510"/>
                  </a:lnTo>
                  <a:lnTo>
                    <a:pt x="3184" y="168723"/>
                  </a:lnTo>
                  <a:lnTo>
                    <a:pt x="4296" y="173903"/>
                  </a:lnTo>
                  <a:lnTo>
                    <a:pt x="5571" y="179046"/>
                  </a:lnTo>
                  <a:lnTo>
                    <a:pt x="7009" y="184146"/>
                  </a:lnTo>
                  <a:lnTo>
                    <a:pt x="8608" y="189197"/>
                  </a:lnTo>
                  <a:lnTo>
                    <a:pt x="10366" y="194195"/>
                  </a:lnTo>
                  <a:lnTo>
                    <a:pt x="12281" y="199135"/>
                  </a:lnTo>
                  <a:lnTo>
                    <a:pt x="14353" y="204012"/>
                  </a:lnTo>
                  <a:lnTo>
                    <a:pt x="16577" y="208821"/>
                  </a:lnTo>
                  <a:lnTo>
                    <a:pt x="18953" y="213557"/>
                  </a:lnTo>
                  <a:lnTo>
                    <a:pt x="21478" y="218215"/>
                  </a:lnTo>
                  <a:lnTo>
                    <a:pt x="24149" y="222791"/>
                  </a:lnTo>
                  <a:lnTo>
                    <a:pt x="26964" y="227280"/>
                  </a:lnTo>
                  <a:lnTo>
                    <a:pt x="29920" y="231677"/>
                  </a:lnTo>
                  <a:lnTo>
                    <a:pt x="33013" y="235979"/>
                  </a:lnTo>
                  <a:lnTo>
                    <a:pt x="36242" y="240180"/>
                  </a:lnTo>
                  <a:lnTo>
                    <a:pt x="39602" y="244277"/>
                  </a:lnTo>
                  <a:lnTo>
                    <a:pt x="43090" y="248266"/>
                  </a:lnTo>
                  <a:lnTo>
                    <a:pt x="46702" y="252141"/>
                  </a:lnTo>
                  <a:lnTo>
                    <a:pt x="50436" y="255901"/>
                  </a:lnTo>
                  <a:lnTo>
                    <a:pt x="54287" y="259540"/>
                  </a:lnTo>
                  <a:lnTo>
                    <a:pt x="58251" y="263055"/>
                  </a:lnTo>
                  <a:lnTo>
                    <a:pt x="62325" y="266443"/>
                  </a:lnTo>
                  <a:lnTo>
                    <a:pt x="66504" y="269700"/>
                  </a:lnTo>
                  <a:lnTo>
                    <a:pt x="70784" y="272823"/>
                  </a:lnTo>
                  <a:lnTo>
                    <a:pt x="75161" y="275809"/>
                  </a:lnTo>
                  <a:lnTo>
                    <a:pt x="79631" y="278655"/>
                  </a:lnTo>
                  <a:lnTo>
                    <a:pt x="84188" y="281357"/>
                  </a:lnTo>
                  <a:lnTo>
                    <a:pt x="88829" y="283914"/>
                  </a:lnTo>
                  <a:lnTo>
                    <a:pt x="93548" y="286323"/>
                  </a:lnTo>
                  <a:lnTo>
                    <a:pt x="98342" y="288580"/>
                  </a:lnTo>
                  <a:lnTo>
                    <a:pt x="103204" y="290685"/>
                  </a:lnTo>
                  <a:lnTo>
                    <a:pt x="108131" y="292634"/>
                  </a:lnTo>
                  <a:lnTo>
                    <a:pt x="113117" y="294426"/>
                  </a:lnTo>
                  <a:lnTo>
                    <a:pt x="118158" y="296060"/>
                  </a:lnTo>
                  <a:lnTo>
                    <a:pt x="123247" y="297533"/>
                  </a:lnTo>
                  <a:lnTo>
                    <a:pt x="128381" y="298843"/>
                  </a:lnTo>
                  <a:lnTo>
                    <a:pt x="133554" y="299991"/>
                  </a:lnTo>
                  <a:lnTo>
                    <a:pt x="138760" y="300974"/>
                  </a:lnTo>
                  <a:lnTo>
                    <a:pt x="143995" y="301791"/>
                  </a:lnTo>
                  <a:lnTo>
                    <a:pt x="149254" y="302442"/>
                  </a:lnTo>
                  <a:lnTo>
                    <a:pt x="154530" y="302926"/>
                  </a:lnTo>
                  <a:lnTo>
                    <a:pt x="159819" y="303243"/>
                  </a:lnTo>
                  <a:lnTo>
                    <a:pt x="165115" y="303392"/>
                  </a:lnTo>
                  <a:lnTo>
                    <a:pt x="170414" y="303373"/>
                  </a:lnTo>
                  <a:lnTo>
                    <a:pt x="175709" y="303186"/>
                  </a:lnTo>
                  <a:lnTo>
                    <a:pt x="180995" y="302831"/>
                  </a:lnTo>
                  <a:lnTo>
                    <a:pt x="186268" y="302309"/>
                  </a:lnTo>
                  <a:lnTo>
                    <a:pt x="191522" y="301621"/>
                  </a:lnTo>
                  <a:lnTo>
                    <a:pt x="196751" y="300766"/>
                  </a:lnTo>
                  <a:lnTo>
                    <a:pt x="201950" y="299745"/>
                  </a:lnTo>
                  <a:lnTo>
                    <a:pt x="207114" y="298561"/>
                  </a:lnTo>
                  <a:lnTo>
                    <a:pt x="212238" y="297213"/>
                  </a:lnTo>
                  <a:lnTo>
                    <a:pt x="217317" y="295704"/>
                  </a:lnTo>
                  <a:lnTo>
                    <a:pt x="222346" y="294034"/>
                  </a:lnTo>
                  <a:lnTo>
                    <a:pt x="227319" y="292206"/>
                  </a:lnTo>
                  <a:lnTo>
                    <a:pt x="232232" y="290222"/>
                  </a:lnTo>
                  <a:lnTo>
                    <a:pt x="237079" y="288082"/>
                  </a:lnTo>
                  <a:lnTo>
                    <a:pt x="241856" y="285790"/>
                  </a:lnTo>
                  <a:lnTo>
                    <a:pt x="246558" y="283348"/>
                  </a:lnTo>
                  <a:lnTo>
                    <a:pt x="251180" y="280758"/>
                  </a:lnTo>
                  <a:lnTo>
                    <a:pt x="255718" y="278023"/>
                  </a:lnTo>
                  <a:lnTo>
                    <a:pt x="260167" y="275145"/>
                  </a:lnTo>
                  <a:lnTo>
                    <a:pt x="264523" y="272128"/>
                  </a:lnTo>
                  <a:lnTo>
                    <a:pt x="268780" y="268974"/>
                  </a:lnTo>
                  <a:lnTo>
                    <a:pt x="272936" y="265687"/>
                  </a:lnTo>
                  <a:lnTo>
                    <a:pt x="276985" y="262270"/>
                  </a:lnTo>
                  <a:lnTo>
                    <a:pt x="280924" y="258727"/>
                  </a:lnTo>
                  <a:lnTo>
                    <a:pt x="284749" y="255060"/>
                  </a:lnTo>
                  <a:lnTo>
                    <a:pt x="288456" y="251274"/>
                  </a:lnTo>
                  <a:lnTo>
                    <a:pt x="292040" y="247372"/>
                  </a:lnTo>
                  <a:lnTo>
                    <a:pt x="295500" y="243359"/>
                  </a:lnTo>
                  <a:lnTo>
                    <a:pt x="298830" y="239238"/>
                  </a:lnTo>
                  <a:lnTo>
                    <a:pt x="302028" y="235013"/>
                  </a:lnTo>
                  <a:lnTo>
                    <a:pt x="305091" y="230690"/>
                  </a:lnTo>
                  <a:lnTo>
                    <a:pt x="308015" y="226271"/>
                  </a:lnTo>
                  <a:lnTo>
                    <a:pt x="310798" y="221762"/>
                  </a:lnTo>
                  <a:lnTo>
                    <a:pt x="313436" y="217167"/>
                  </a:lnTo>
                  <a:lnTo>
                    <a:pt x="315927" y="212491"/>
                  </a:lnTo>
                  <a:lnTo>
                    <a:pt x="318269" y="207738"/>
                  </a:lnTo>
                  <a:lnTo>
                    <a:pt x="320459" y="202914"/>
                  </a:lnTo>
                  <a:lnTo>
                    <a:pt x="322495" y="198022"/>
                  </a:lnTo>
                  <a:lnTo>
                    <a:pt x="324375" y="193068"/>
                  </a:lnTo>
                  <a:lnTo>
                    <a:pt x="326097" y="188057"/>
                  </a:lnTo>
                  <a:lnTo>
                    <a:pt x="327660" y="182995"/>
                  </a:lnTo>
                  <a:lnTo>
                    <a:pt x="329061" y="177885"/>
                  </a:lnTo>
                  <a:lnTo>
                    <a:pt x="330299" y="172733"/>
                  </a:lnTo>
                  <a:lnTo>
                    <a:pt x="331374" y="167545"/>
                  </a:lnTo>
                  <a:lnTo>
                    <a:pt x="332284" y="162325"/>
                  </a:lnTo>
                  <a:lnTo>
                    <a:pt x="333028" y="157079"/>
                  </a:lnTo>
                  <a:lnTo>
                    <a:pt x="333605" y="151812"/>
                  </a:lnTo>
                  <a:lnTo>
                    <a:pt x="334015" y="146530"/>
                  </a:lnTo>
                  <a:lnTo>
                    <a:pt x="334257" y="141237"/>
                  </a:lnTo>
                  <a:lnTo>
                    <a:pt x="334332" y="135939"/>
                  </a:lnTo>
                  <a:lnTo>
                    <a:pt x="334238" y="130641"/>
                  </a:lnTo>
                  <a:lnTo>
                    <a:pt x="333977" y="125349"/>
                  </a:lnTo>
                  <a:lnTo>
                    <a:pt x="333548" y="120068"/>
                  </a:lnTo>
                  <a:lnTo>
                    <a:pt x="332952" y="114803"/>
                  </a:lnTo>
                  <a:lnTo>
                    <a:pt x="332190" y="109560"/>
                  </a:lnTo>
                  <a:lnTo>
                    <a:pt x="331261" y="104343"/>
                  </a:lnTo>
                  <a:lnTo>
                    <a:pt x="330168" y="99159"/>
                  </a:lnTo>
                  <a:lnTo>
                    <a:pt x="328911" y="94012"/>
                  </a:lnTo>
                  <a:lnTo>
                    <a:pt x="327492" y="88907"/>
                  </a:lnTo>
                  <a:lnTo>
                    <a:pt x="325911" y="83850"/>
                  </a:lnTo>
                  <a:lnTo>
                    <a:pt x="324171" y="78845"/>
                  </a:lnTo>
                  <a:lnTo>
                    <a:pt x="322274" y="73898"/>
                  </a:lnTo>
                  <a:lnTo>
                    <a:pt x="320220" y="69014"/>
                  </a:lnTo>
                  <a:lnTo>
                    <a:pt x="318013" y="64197"/>
                  </a:lnTo>
                  <a:lnTo>
                    <a:pt x="315654" y="59453"/>
                  </a:lnTo>
                  <a:lnTo>
                    <a:pt x="313146" y="54785"/>
                  </a:lnTo>
                  <a:lnTo>
                    <a:pt x="310491" y="50200"/>
                  </a:lnTo>
                  <a:lnTo>
                    <a:pt x="307693" y="45701"/>
                  </a:lnTo>
                  <a:lnTo>
                    <a:pt x="304753" y="41293"/>
                  </a:lnTo>
                  <a:lnTo>
                    <a:pt x="301675" y="36980"/>
                  </a:lnTo>
                  <a:lnTo>
                    <a:pt x="298462" y="32767"/>
                  </a:lnTo>
                  <a:lnTo>
                    <a:pt x="295116" y="28658"/>
                  </a:lnTo>
                  <a:lnTo>
                    <a:pt x="291643" y="24657"/>
                  </a:lnTo>
                  <a:lnTo>
                    <a:pt x="288044" y="20768"/>
                  </a:lnTo>
                  <a:lnTo>
                    <a:pt x="284324" y="16995"/>
                  </a:lnTo>
                  <a:lnTo>
                    <a:pt x="280486" y="13342"/>
                  </a:lnTo>
                  <a:lnTo>
                    <a:pt x="276535" y="9813"/>
                  </a:lnTo>
                  <a:lnTo>
                    <a:pt x="272473" y="6410"/>
                  </a:lnTo>
                  <a:lnTo>
                    <a:pt x="268306" y="3138"/>
                  </a:lnTo>
                  <a:lnTo>
                    <a:pt x="264037" y="0"/>
                  </a:lnTo>
                  <a:lnTo>
                    <a:pt x="167165" y="13623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488720" y="1322571"/>
              <a:ext cx="96872" cy="167167"/>
            </a:xfrm>
            <a:custGeom>
              <a:avLst/>
              <a:pathLst>
                <a:path w="96872" h="167167">
                  <a:moveTo>
                    <a:pt x="96872" y="30929"/>
                  </a:moveTo>
                  <a:lnTo>
                    <a:pt x="92137" y="27684"/>
                  </a:lnTo>
                  <a:lnTo>
                    <a:pt x="87294" y="24603"/>
                  </a:lnTo>
                  <a:lnTo>
                    <a:pt x="82348" y="21690"/>
                  </a:lnTo>
                  <a:lnTo>
                    <a:pt x="77305" y="18948"/>
                  </a:lnTo>
                  <a:lnTo>
                    <a:pt x="72171" y="16381"/>
                  </a:lnTo>
                  <a:lnTo>
                    <a:pt x="66951" y="13993"/>
                  </a:lnTo>
                  <a:lnTo>
                    <a:pt x="61653" y="11784"/>
                  </a:lnTo>
                  <a:lnTo>
                    <a:pt x="56282" y="9759"/>
                  </a:lnTo>
                  <a:lnTo>
                    <a:pt x="50845" y="7920"/>
                  </a:lnTo>
                  <a:lnTo>
                    <a:pt x="45347" y="6268"/>
                  </a:lnTo>
                  <a:lnTo>
                    <a:pt x="39796" y="4806"/>
                  </a:lnTo>
                  <a:lnTo>
                    <a:pt x="34199" y="3535"/>
                  </a:lnTo>
                  <a:lnTo>
                    <a:pt x="28561" y="2457"/>
                  </a:lnTo>
                  <a:lnTo>
                    <a:pt x="22889" y="1574"/>
                  </a:lnTo>
                  <a:lnTo>
                    <a:pt x="17190" y="886"/>
                  </a:lnTo>
                  <a:lnTo>
                    <a:pt x="11471" y="394"/>
                  </a:lnTo>
                  <a:lnTo>
                    <a:pt x="5739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992603" y="1681503"/>
              <a:ext cx="93921" cy="167167"/>
            </a:xfrm>
            <a:custGeom>
              <a:avLst/>
              <a:pathLst>
                <a:path w="93921" h="167167">
                  <a:moveTo>
                    <a:pt x="93921" y="0"/>
                  </a:moveTo>
                  <a:lnTo>
                    <a:pt x="88055" y="102"/>
                  </a:lnTo>
                  <a:lnTo>
                    <a:pt x="82197" y="411"/>
                  </a:lnTo>
                  <a:lnTo>
                    <a:pt x="76353" y="925"/>
                  </a:lnTo>
                  <a:lnTo>
                    <a:pt x="70531" y="1644"/>
                  </a:lnTo>
                  <a:lnTo>
                    <a:pt x="64738" y="2567"/>
                  </a:lnTo>
                  <a:lnTo>
                    <a:pt x="58980" y="3692"/>
                  </a:lnTo>
                  <a:lnTo>
                    <a:pt x="53266" y="5018"/>
                  </a:lnTo>
                  <a:lnTo>
                    <a:pt x="47602" y="6545"/>
                  </a:lnTo>
                  <a:lnTo>
                    <a:pt x="41994" y="8269"/>
                  </a:lnTo>
                  <a:lnTo>
                    <a:pt x="36451" y="10189"/>
                  </a:lnTo>
                  <a:lnTo>
                    <a:pt x="30978" y="12302"/>
                  </a:lnTo>
                  <a:lnTo>
                    <a:pt x="25583" y="14606"/>
                  </a:lnTo>
                  <a:lnTo>
                    <a:pt x="20272" y="17097"/>
                  </a:lnTo>
                  <a:lnTo>
                    <a:pt x="15052" y="19774"/>
                  </a:lnTo>
                  <a:lnTo>
                    <a:pt x="9929" y="22632"/>
                  </a:lnTo>
                  <a:lnTo>
                    <a:pt x="4910" y="25668"/>
                  </a:lnTo>
                  <a:lnTo>
                    <a:pt x="0" y="28878"/>
                  </a:lnTo>
                  <a:lnTo>
                    <a:pt x="93921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992603" y="1710382"/>
              <a:ext cx="93921" cy="138288"/>
            </a:xfrm>
            <a:custGeom>
              <a:avLst/>
              <a:pathLst>
                <a:path w="93921" h="138288">
                  <a:moveTo>
                    <a:pt x="0" y="0"/>
                  </a:moveTo>
                  <a:lnTo>
                    <a:pt x="93921" y="13828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992603" y="1710382"/>
              <a:ext cx="93921" cy="138288"/>
            </a:xfrm>
            <a:custGeom>
              <a:avLst/>
              <a:pathLst>
                <a:path w="93921" h="138288">
                  <a:moveTo>
                    <a:pt x="0" y="0"/>
                  </a:moveTo>
                  <a:lnTo>
                    <a:pt x="93921" y="1382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992603" y="1710382"/>
              <a:ext cx="93921" cy="138288"/>
            </a:xfrm>
            <a:custGeom>
              <a:avLst/>
              <a:pathLst>
                <a:path w="93921" h="138288">
                  <a:moveTo>
                    <a:pt x="0" y="0"/>
                  </a:moveTo>
                  <a:lnTo>
                    <a:pt x="93921" y="1382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992603" y="1710382"/>
              <a:ext cx="93921" cy="138288"/>
            </a:xfrm>
            <a:custGeom>
              <a:avLst/>
              <a:pathLst>
                <a:path w="93921" h="138288">
                  <a:moveTo>
                    <a:pt x="0" y="0"/>
                  </a:moveTo>
                  <a:lnTo>
                    <a:pt x="93921" y="1382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992603" y="1710382"/>
              <a:ext cx="93921" cy="138288"/>
            </a:xfrm>
            <a:custGeom>
              <a:avLst/>
              <a:pathLst>
                <a:path w="93921" h="138288">
                  <a:moveTo>
                    <a:pt x="0" y="0"/>
                  </a:moveTo>
                  <a:lnTo>
                    <a:pt x="93921" y="1382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992603" y="1710382"/>
              <a:ext cx="93921" cy="138288"/>
            </a:xfrm>
            <a:custGeom>
              <a:avLst/>
              <a:pathLst>
                <a:path w="93921" h="138288">
                  <a:moveTo>
                    <a:pt x="0" y="0"/>
                  </a:moveTo>
                  <a:lnTo>
                    <a:pt x="93921" y="13828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992603" y="1710382"/>
              <a:ext cx="93921" cy="138288"/>
            </a:xfrm>
            <a:custGeom>
              <a:avLst/>
              <a:pathLst>
                <a:path w="93921" h="138288">
                  <a:moveTo>
                    <a:pt x="0" y="0"/>
                  </a:moveTo>
                  <a:lnTo>
                    <a:pt x="93921" y="13828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992603" y="1710382"/>
              <a:ext cx="93921" cy="138288"/>
            </a:xfrm>
            <a:custGeom>
              <a:avLst/>
              <a:pathLst>
                <a:path w="93921" h="138288">
                  <a:moveTo>
                    <a:pt x="0" y="0"/>
                  </a:moveTo>
                  <a:lnTo>
                    <a:pt x="93921" y="13828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992603" y="1710382"/>
              <a:ext cx="93921" cy="138288"/>
            </a:xfrm>
            <a:custGeom>
              <a:avLst/>
              <a:pathLst>
                <a:path w="93921" h="138288">
                  <a:moveTo>
                    <a:pt x="0" y="0"/>
                  </a:moveTo>
                  <a:lnTo>
                    <a:pt x="93921" y="13828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992603" y="1710382"/>
              <a:ext cx="93921" cy="138288"/>
            </a:xfrm>
            <a:custGeom>
              <a:avLst/>
              <a:pathLst>
                <a:path w="93921" h="138288">
                  <a:moveTo>
                    <a:pt x="0" y="0"/>
                  </a:moveTo>
                  <a:lnTo>
                    <a:pt x="93921" y="1382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992603" y="1710382"/>
              <a:ext cx="93921" cy="138288"/>
            </a:xfrm>
            <a:custGeom>
              <a:avLst/>
              <a:pathLst>
                <a:path w="93921" h="138288">
                  <a:moveTo>
                    <a:pt x="0" y="0"/>
                  </a:moveTo>
                  <a:lnTo>
                    <a:pt x="93921" y="1382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992603" y="1710382"/>
              <a:ext cx="93921" cy="138288"/>
            </a:xfrm>
            <a:custGeom>
              <a:avLst/>
              <a:pathLst>
                <a:path w="93921" h="138288">
                  <a:moveTo>
                    <a:pt x="0" y="0"/>
                  </a:moveTo>
                  <a:lnTo>
                    <a:pt x="93921" y="1382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992603" y="1710382"/>
              <a:ext cx="93921" cy="138288"/>
            </a:xfrm>
            <a:custGeom>
              <a:avLst/>
              <a:pathLst>
                <a:path w="93921" h="138288">
                  <a:moveTo>
                    <a:pt x="0" y="0"/>
                  </a:moveTo>
                  <a:lnTo>
                    <a:pt x="93921" y="1382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992603" y="1710382"/>
              <a:ext cx="93921" cy="138288"/>
            </a:xfrm>
            <a:custGeom>
              <a:avLst/>
              <a:pathLst>
                <a:path w="93921" h="138288">
                  <a:moveTo>
                    <a:pt x="0" y="0"/>
                  </a:moveTo>
                  <a:lnTo>
                    <a:pt x="93921" y="13828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992603" y="1710382"/>
              <a:ext cx="93921" cy="138288"/>
            </a:xfrm>
            <a:custGeom>
              <a:avLst/>
              <a:pathLst>
                <a:path w="93921" h="138288">
                  <a:moveTo>
                    <a:pt x="0" y="0"/>
                  </a:moveTo>
                  <a:lnTo>
                    <a:pt x="93921" y="13828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992603" y="1710382"/>
              <a:ext cx="93921" cy="138288"/>
            </a:xfrm>
            <a:custGeom>
              <a:avLst/>
              <a:pathLst>
                <a:path w="93921" h="138288">
                  <a:moveTo>
                    <a:pt x="0" y="0"/>
                  </a:moveTo>
                  <a:lnTo>
                    <a:pt x="93921" y="13828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919359" y="1681503"/>
              <a:ext cx="334326" cy="334318"/>
            </a:xfrm>
            <a:custGeom>
              <a:avLst/>
              <a:pathLst>
                <a:path w="334326" h="334318">
                  <a:moveTo>
                    <a:pt x="73244" y="28878"/>
                  </a:moveTo>
                  <a:lnTo>
                    <a:pt x="68922" y="31914"/>
                  </a:lnTo>
                  <a:lnTo>
                    <a:pt x="64699" y="35085"/>
                  </a:lnTo>
                  <a:lnTo>
                    <a:pt x="60578" y="38387"/>
                  </a:lnTo>
                  <a:lnTo>
                    <a:pt x="56564" y="41818"/>
                  </a:lnTo>
                  <a:lnTo>
                    <a:pt x="52659" y="45374"/>
                  </a:lnTo>
                  <a:lnTo>
                    <a:pt x="48870" y="49052"/>
                  </a:lnTo>
                  <a:lnTo>
                    <a:pt x="45198" y="52847"/>
                  </a:lnTo>
                  <a:lnTo>
                    <a:pt x="41648" y="56757"/>
                  </a:lnTo>
                  <a:lnTo>
                    <a:pt x="38223" y="60777"/>
                  </a:lnTo>
                  <a:lnTo>
                    <a:pt x="34926" y="64903"/>
                  </a:lnTo>
                  <a:lnTo>
                    <a:pt x="31762" y="69131"/>
                  </a:lnTo>
                  <a:lnTo>
                    <a:pt x="28733" y="73456"/>
                  </a:lnTo>
                  <a:lnTo>
                    <a:pt x="25842" y="77876"/>
                  </a:lnTo>
                  <a:lnTo>
                    <a:pt x="23092" y="82384"/>
                  </a:lnTo>
                  <a:lnTo>
                    <a:pt x="20486" y="86977"/>
                  </a:lnTo>
                  <a:lnTo>
                    <a:pt x="18026" y="91651"/>
                  </a:lnTo>
                  <a:lnTo>
                    <a:pt x="15716" y="96399"/>
                  </a:lnTo>
                  <a:lnTo>
                    <a:pt x="13556" y="101218"/>
                  </a:lnTo>
                  <a:lnTo>
                    <a:pt x="11549" y="106103"/>
                  </a:lnTo>
                  <a:lnTo>
                    <a:pt x="9698" y="111049"/>
                  </a:lnTo>
                  <a:lnTo>
                    <a:pt x="8004" y="116051"/>
                  </a:lnTo>
                  <a:lnTo>
                    <a:pt x="6469" y="121104"/>
                  </a:lnTo>
                  <a:lnTo>
                    <a:pt x="5094" y="126203"/>
                  </a:lnTo>
                  <a:lnTo>
                    <a:pt x="3881" y="131342"/>
                  </a:lnTo>
                  <a:lnTo>
                    <a:pt x="2831" y="136518"/>
                  </a:lnTo>
                  <a:lnTo>
                    <a:pt x="1945" y="141724"/>
                  </a:lnTo>
                  <a:lnTo>
                    <a:pt x="1224" y="146955"/>
                  </a:lnTo>
                  <a:lnTo>
                    <a:pt x="668" y="152207"/>
                  </a:lnTo>
                  <a:lnTo>
                    <a:pt x="279" y="157474"/>
                  </a:lnTo>
                  <a:lnTo>
                    <a:pt x="56" y="162750"/>
                  </a:lnTo>
                  <a:lnTo>
                    <a:pt x="0" y="168030"/>
                  </a:lnTo>
                  <a:lnTo>
                    <a:pt x="110" y="173310"/>
                  </a:lnTo>
                  <a:lnTo>
                    <a:pt x="388" y="178584"/>
                  </a:lnTo>
                  <a:lnTo>
                    <a:pt x="831" y="183846"/>
                  </a:lnTo>
                  <a:lnTo>
                    <a:pt x="1441" y="189092"/>
                  </a:lnTo>
                  <a:lnTo>
                    <a:pt x="2217" y="194316"/>
                  </a:lnTo>
                  <a:lnTo>
                    <a:pt x="3156" y="199512"/>
                  </a:lnTo>
                  <a:lnTo>
                    <a:pt x="4260" y="204677"/>
                  </a:lnTo>
                  <a:lnTo>
                    <a:pt x="5526" y="209804"/>
                  </a:lnTo>
                  <a:lnTo>
                    <a:pt x="6953" y="214888"/>
                  </a:lnTo>
                  <a:lnTo>
                    <a:pt x="8541" y="219925"/>
                  </a:lnTo>
                  <a:lnTo>
                    <a:pt x="10286" y="224909"/>
                  </a:lnTo>
                  <a:lnTo>
                    <a:pt x="12188" y="229835"/>
                  </a:lnTo>
                  <a:lnTo>
                    <a:pt x="14245" y="234699"/>
                  </a:lnTo>
                  <a:lnTo>
                    <a:pt x="16455" y="239496"/>
                  </a:lnTo>
                  <a:lnTo>
                    <a:pt x="18815" y="244220"/>
                  </a:lnTo>
                  <a:lnTo>
                    <a:pt x="21322" y="248868"/>
                  </a:lnTo>
                  <a:lnTo>
                    <a:pt x="23976" y="253433"/>
                  </a:lnTo>
                  <a:lnTo>
                    <a:pt x="26772" y="257913"/>
                  </a:lnTo>
                  <a:lnTo>
                    <a:pt x="29709" y="262303"/>
                  </a:lnTo>
                  <a:lnTo>
                    <a:pt x="32782" y="266597"/>
                  </a:lnTo>
                  <a:lnTo>
                    <a:pt x="35990" y="270792"/>
                  </a:lnTo>
                  <a:lnTo>
                    <a:pt x="39329" y="274884"/>
                  </a:lnTo>
                  <a:lnTo>
                    <a:pt x="42795" y="278868"/>
                  </a:lnTo>
                  <a:lnTo>
                    <a:pt x="46385" y="282741"/>
                  </a:lnTo>
                  <a:lnTo>
                    <a:pt x="50096" y="286498"/>
                  </a:lnTo>
                  <a:lnTo>
                    <a:pt x="53924" y="290136"/>
                  </a:lnTo>
                  <a:lnTo>
                    <a:pt x="57865" y="293652"/>
                  </a:lnTo>
                  <a:lnTo>
                    <a:pt x="61914" y="297041"/>
                  </a:lnTo>
                  <a:lnTo>
                    <a:pt x="66069" y="300301"/>
                  </a:lnTo>
                  <a:lnTo>
                    <a:pt x="70325" y="303428"/>
                  </a:lnTo>
                  <a:lnTo>
                    <a:pt x="74677" y="306419"/>
                  </a:lnTo>
                  <a:lnTo>
                    <a:pt x="79122" y="309271"/>
                  </a:lnTo>
                  <a:lnTo>
                    <a:pt x="83654" y="311981"/>
                  </a:lnTo>
                  <a:lnTo>
                    <a:pt x="88270" y="314546"/>
                  </a:lnTo>
                  <a:lnTo>
                    <a:pt x="92965" y="316965"/>
                  </a:lnTo>
                  <a:lnTo>
                    <a:pt x="97734" y="319234"/>
                  </a:lnTo>
                  <a:lnTo>
                    <a:pt x="102572" y="321351"/>
                  </a:lnTo>
                  <a:lnTo>
                    <a:pt x="107474" y="323314"/>
                  </a:lnTo>
                  <a:lnTo>
                    <a:pt x="112436" y="325122"/>
                  </a:lnTo>
                  <a:lnTo>
                    <a:pt x="117453" y="326772"/>
                  </a:lnTo>
                  <a:lnTo>
                    <a:pt x="122519" y="328262"/>
                  </a:lnTo>
                  <a:lnTo>
                    <a:pt x="127630" y="329592"/>
                  </a:lnTo>
                  <a:lnTo>
                    <a:pt x="132780" y="330760"/>
                  </a:lnTo>
                  <a:lnTo>
                    <a:pt x="137964" y="331764"/>
                  </a:lnTo>
                  <a:lnTo>
                    <a:pt x="143178" y="332605"/>
                  </a:lnTo>
                  <a:lnTo>
                    <a:pt x="148416" y="333280"/>
                  </a:lnTo>
                  <a:lnTo>
                    <a:pt x="153672" y="333789"/>
                  </a:lnTo>
                  <a:lnTo>
                    <a:pt x="158942" y="334132"/>
                  </a:lnTo>
                  <a:lnTo>
                    <a:pt x="164220" y="334308"/>
                  </a:lnTo>
                  <a:lnTo>
                    <a:pt x="169501" y="334318"/>
                  </a:lnTo>
                  <a:lnTo>
                    <a:pt x="174779" y="334161"/>
                  </a:lnTo>
                  <a:lnTo>
                    <a:pt x="180050" y="333837"/>
                  </a:lnTo>
                  <a:lnTo>
                    <a:pt x="185309" y="333347"/>
                  </a:lnTo>
                  <a:lnTo>
                    <a:pt x="190549" y="332691"/>
                  </a:lnTo>
                  <a:lnTo>
                    <a:pt x="195765" y="331870"/>
                  </a:lnTo>
                  <a:lnTo>
                    <a:pt x="200953" y="330884"/>
                  </a:lnTo>
                  <a:lnTo>
                    <a:pt x="206108" y="329735"/>
                  </a:lnTo>
                  <a:lnTo>
                    <a:pt x="211223" y="328424"/>
                  </a:lnTo>
                  <a:lnTo>
                    <a:pt x="216295" y="326952"/>
                  </a:lnTo>
                  <a:lnTo>
                    <a:pt x="221318" y="325320"/>
                  </a:lnTo>
                  <a:lnTo>
                    <a:pt x="226286" y="323531"/>
                  </a:lnTo>
                  <a:lnTo>
                    <a:pt x="231196" y="321585"/>
                  </a:lnTo>
                  <a:lnTo>
                    <a:pt x="236041" y="319486"/>
                  </a:lnTo>
                  <a:lnTo>
                    <a:pt x="240818" y="317234"/>
                  </a:lnTo>
                  <a:lnTo>
                    <a:pt x="245522" y="314833"/>
                  </a:lnTo>
                  <a:lnTo>
                    <a:pt x="250147" y="312284"/>
                  </a:lnTo>
                  <a:lnTo>
                    <a:pt x="254689" y="309590"/>
                  </a:lnTo>
                  <a:lnTo>
                    <a:pt x="259144" y="306755"/>
                  </a:lnTo>
                  <a:lnTo>
                    <a:pt x="263507" y="303780"/>
                  </a:lnTo>
                  <a:lnTo>
                    <a:pt x="267775" y="300668"/>
                  </a:lnTo>
                  <a:lnTo>
                    <a:pt x="271941" y="297424"/>
                  </a:lnTo>
                  <a:lnTo>
                    <a:pt x="276003" y="294049"/>
                  </a:lnTo>
                  <a:lnTo>
                    <a:pt x="279957" y="290548"/>
                  </a:lnTo>
                  <a:lnTo>
                    <a:pt x="283798" y="286924"/>
                  </a:lnTo>
                  <a:lnTo>
                    <a:pt x="287522" y="283180"/>
                  </a:lnTo>
                  <a:lnTo>
                    <a:pt x="291127" y="279320"/>
                  </a:lnTo>
                  <a:lnTo>
                    <a:pt x="294607" y="275349"/>
                  </a:lnTo>
                  <a:lnTo>
                    <a:pt x="297961" y="271269"/>
                  </a:lnTo>
                  <a:lnTo>
                    <a:pt x="301184" y="267086"/>
                  </a:lnTo>
                  <a:lnTo>
                    <a:pt x="304273" y="262803"/>
                  </a:lnTo>
                  <a:lnTo>
                    <a:pt x="307226" y="258424"/>
                  </a:lnTo>
                  <a:lnTo>
                    <a:pt x="310038" y="253955"/>
                  </a:lnTo>
                  <a:lnTo>
                    <a:pt x="312708" y="249398"/>
                  </a:lnTo>
                  <a:lnTo>
                    <a:pt x="315233" y="244760"/>
                  </a:lnTo>
                  <a:lnTo>
                    <a:pt x="317610" y="240044"/>
                  </a:lnTo>
                  <a:lnTo>
                    <a:pt x="319837" y="235256"/>
                  </a:lnTo>
                  <a:lnTo>
                    <a:pt x="321912" y="230399"/>
                  </a:lnTo>
                  <a:lnTo>
                    <a:pt x="323832" y="225480"/>
                  </a:lnTo>
                  <a:lnTo>
                    <a:pt x="325595" y="220502"/>
                  </a:lnTo>
                  <a:lnTo>
                    <a:pt x="327201" y="215471"/>
                  </a:lnTo>
                  <a:lnTo>
                    <a:pt x="328647" y="210392"/>
                  </a:lnTo>
                  <a:lnTo>
                    <a:pt x="329932" y="205270"/>
                  </a:lnTo>
                  <a:lnTo>
                    <a:pt x="331054" y="200109"/>
                  </a:lnTo>
                  <a:lnTo>
                    <a:pt x="332013" y="194916"/>
                  </a:lnTo>
                  <a:lnTo>
                    <a:pt x="332807" y="189695"/>
                  </a:lnTo>
                  <a:lnTo>
                    <a:pt x="333436" y="184452"/>
                  </a:lnTo>
                  <a:lnTo>
                    <a:pt x="333899" y="179191"/>
                  </a:lnTo>
                  <a:lnTo>
                    <a:pt x="334196" y="173919"/>
                  </a:lnTo>
                  <a:lnTo>
                    <a:pt x="334326" y="168639"/>
                  </a:lnTo>
                  <a:lnTo>
                    <a:pt x="334289" y="163359"/>
                  </a:lnTo>
                  <a:lnTo>
                    <a:pt x="334085" y="158082"/>
                  </a:lnTo>
                  <a:lnTo>
                    <a:pt x="333715" y="152814"/>
                  </a:lnTo>
                  <a:lnTo>
                    <a:pt x="333178" y="147560"/>
                  </a:lnTo>
                  <a:lnTo>
                    <a:pt x="332476" y="142326"/>
                  </a:lnTo>
                  <a:lnTo>
                    <a:pt x="331609" y="137117"/>
                  </a:lnTo>
                  <a:lnTo>
                    <a:pt x="330578" y="131937"/>
                  </a:lnTo>
                  <a:lnTo>
                    <a:pt x="329383" y="126793"/>
                  </a:lnTo>
                  <a:lnTo>
                    <a:pt x="328027" y="121689"/>
                  </a:lnTo>
                  <a:lnTo>
                    <a:pt x="326510" y="116631"/>
                  </a:lnTo>
                  <a:lnTo>
                    <a:pt x="324835" y="111623"/>
                  </a:lnTo>
                  <a:lnTo>
                    <a:pt x="323002" y="106670"/>
                  </a:lnTo>
                  <a:lnTo>
                    <a:pt x="321013" y="101778"/>
                  </a:lnTo>
                  <a:lnTo>
                    <a:pt x="318871" y="96951"/>
                  </a:lnTo>
                  <a:lnTo>
                    <a:pt x="316577" y="92194"/>
                  </a:lnTo>
                  <a:lnTo>
                    <a:pt x="314134" y="87512"/>
                  </a:lnTo>
                  <a:lnTo>
                    <a:pt x="311545" y="82910"/>
                  </a:lnTo>
                  <a:lnTo>
                    <a:pt x="308812" y="78391"/>
                  </a:lnTo>
                  <a:lnTo>
                    <a:pt x="305937" y="73961"/>
                  </a:lnTo>
                  <a:lnTo>
                    <a:pt x="302923" y="69625"/>
                  </a:lnTo>
                  <a:lnTo>
                    <a:pt x="299775" y="65385"/>
                  </a:lnTo>
                  <a:lnTo>
                    <a:pt x="296494" y="61247"/>
                  </a:lnTo>
                  <a:lnTo>
                    <a:pt x="293083" y="57215"/>
                  </a:lnTo>
                  <a:lnTo>
                    <a:pt x="289547" y="53292"/>
                  </a:lnTo>
                  <a:lnTo>
                    <a:pt x="285889" y="49483"/>
                  </a:lnTo>
                  <a:lnTo>
                    <a:pt x="282113" y="45792"/>
                  </a:lnTo>
                  <a:lnTo>
                    <a:pt x="278222" y="42222"/>
                  </a:lnTo>
                  <a:lnTo>
                    <a:pt x="274220" y="38776"/>
                  </a:lnTo>
                  <a:lnTo>
                    <a:pt x="270111" y="35459"/>
                  </a:lnTo>
                  <a:lnTo>
                    <a:pt x="265899" y="32273"/>
                  </a:lnTo>
                  <a:lnTo>
                    <a:pt x="261589" y="29221"/>
                  </a:lnTo>
                  <a:lnTo>
                    <a:pt x="257185" y="26308"/>
                  </a:lnTo>
                  <a:lnTo>
                    <a:pt x="252690" y="23534"/>
                  </a:lnTo>
                  <a:lnTo>
                    <a:pt x="248111" y="20905"/>
                  </a:lnTo>
                  <a:lnTo>
                    <a:pt x="243450" y="18421"/>
                  </a:lnTo>
                  <a:lnTo>
                    <a:pt x="238714" y="16085"/>
                  </a:lnTo>
                  <a:lnTo>
                    <a:pt x="233906" y="13901"/>
                  </a:lnTo>
                  <a:lnTo>
                    <a:pt x="229032" y="11869"/>
                  </a:lnTo>
                  <a:lnTo>
                    <a:pt x="224095" y="9992"/>
                  </a:lnTo>
                  <a:lnTo>
                    <a:pt x="219102" y="8273"/>
                  </a:lnTo>
                  <a:lnTo>
                    <a:pt x="214057" y="6711"/>
                  </a:lnTo>
                  <a:lnTo>
                    <a:pt x="208966" y="5310"/>
                  </a:lnTo>
                  <a:lnTo>
                    <a:pt x="203832" y="4071"/>
                  </a:lnTo>
                  <a:lnTo>
                    <a:pt x="198662" y="2994"/>
                  </a:lnTo>
                  <a:lnTo>
                    <a:pt x="193461" y="2081"/>
                  </a:lnTo>
                  <a:lnTo>
                    <a:pt x="188233" y="1332"/>
                  </a:lnTo>
                  <a:lnTo>
                    <a:pt x="182985" y="750"/>
                  </a:lnTo>
                  <a:lnTo>
                    <a:pt x="177720" y="333"/>
                  </a:lnTo>
                  <a:lnTo>
                    <a:pt x="172445" y="83"/>
                  </a:lnTo>
                  <a:lnTo>
                    <a:pt x="167165" y="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660026" y="2126963"/>
              <a:ext cx="121261" cy="167167"/>
            </a:xfrm>
            <a:custGeom>
              <a:avLst/>
              <a:pathLst>
                <a:path w="121261" h="167167">
                  <a:moveTo>
                    <a:pt x="121261" y="0"/>
                  </a:moveTo>
                  <a:lnTo>
                    <a:pt x="115609" y="95"/>
                  </a:lnTo>
                  <a:lnTo>
                    <a:pt x="109964" y="382"/>
                  </a:lnTo>
                  <a:lnTo>
                    <a:pt x="104331" y="859"/>
                  </a:lnTo>
                  <a:lnTo>
                    <a:pt x="98718" y="1527"/>
                  </a:lnTo>
                  <a:lnTo>
                    <a:pt x="93130" y="2383"/>
                  </a:lnTo>
                  <a:lnTo>
                    <a:pt x="87575" y="3429"/>
                  </a:lnTo>
                  <a:lnTo>
                    <a:pt x="82058" y="4661"/>
                  </a:lnTo>
                  <a:lnTo>
                    <a:pt x="76586" y="6080"/>
                  </a:lnTo>
                  <a:lnTo>
                    <a:pt x="71165" y="7682"/>
                  </a:lnTo>
                  <a:lnTo>
                    <a:pt x="65802" y="9467"/>
                  </a:lnTo>
                  <a:lnTo>
                    <a:pt x="60502" y="11432"/>
                  </a:lnTo>
                  <a:lnTo>
                    <a:pt x="55271" y="13576"/>
                  </a:lnTo>
                  <a:lnTo>
                    <a:pt x="50116" y="15895"/>
                  </a:lnTo>
                  <a:lnTo>
                    <a:pt x="45042" y="18387"/>
                  </a:lnTo>
                  <a:lnTo>
                    <a:pt x="40055" y="21049"/>
                  </a:lnTo>
                  <a:lnTo>
                    <a:pt x="35161" y="23878"/>
                  </a:lnTo>
                  <a:lnTo>
                    <a:pt x="30366" y="26871"/>
                  </a:lnTo>
                  <a:lnTo>
                    <a:pt x="25674" y="30024"/>
                  </a:lnTo>
                  <a:lnTo>
                    <a:pt x="21092" y="33334"/>
                  </a:lnTo>
                  <a:lnTo>
                    <a:pt x="16625" y="36798"/>
                  </a:lnTo>
                  <a:lnTo>
                    <a:pt x="12277" y="40410"/>
                  </a:lnTo>
                  <a:lnTo>
                    <a:pt x="8053" y="44167"/>
                  </a:lnTo>
                  <a:lnTo>
                    <a:pt x="3959" y="48065"/>
                  </a:lnTo>
                  <a:lnTo>
                    <a:pt x="0" y="52099"/>
                  </a:lnTo>
                  <a:lnTo>
                    <a:pt x="121261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660026" y="2179063"/>
              <a:ext cx="121261" cy="115067"/>
            </a:xfrm>
            <a:custGeom>
              <a:avLst/>
              <a:pathLst>
                <a:path w="121261" h="115067">
                  <a:moveTo>
                    <a:pt x="0" y="0"/>
                  </a:moveTo>
                  <a:lnTo>
                    <a:pt x="121261" y="1150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660026" y="2179063"/>
              <a:ext cx="121261" cy="115067"/>
            </a:xfrm>
            <a:custGeom>
              <a:avLst/>
              <a:pathLst>
                <a:path w="121261" h="115067">
                  <a:moveTo>
                    <a:pt x="0" y="0"/>
                  </a:moveTo>
                  <a:lnTo>
                    <a:pt x="121261" y="1150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660026" y="2179063"/>
              <a:ext cx="121261" cy="115067"/>
            </a:xfrm>
            <a:custGeom>
              <a:avLst/>
              <a:pathLst>
                <a:path w="121261" h="115067">
                  <a:moveTo>
                    <a:pt x="0" y="0"/>
                  </a:moveTo>
                  <a:lnTo>
                    <a:pt x="121261" y="1150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660026" y="2179063"/>
              <a:ext cx="121261" cy="115067"/>
            </a:xfrm>
            <a:custGeom>
              <a:avLst/>
              <a:pathLst>
                <a:path w="121261" h="115067">
                  <a:moveTo>
                    <a:pt x="0" y="0"/>
                  </a:moveTo>
                  <a:lnTo>
                    <a:pt x="121261" y="1150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660026" y="2179063"/>
              <a:ext cx="121261" cy="115067"/>
            </a:xfrm>
            <a:custGeom>
              <a:avLst/>
              <a:pathLst>
                <a:path w="121261" h="115067">
                  <a:moveTo>
                    <a:pt x="0" y="0"/>
                  </a:moveTo>
                  <a:lnTo>
                    <a:pt x="121261" y="1150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660026" y="2179063"/>
              <a:ext cx="121261" cy="115067"/>
            </a:xfrm>
            <a:custGeom>
              <a:avLst/>
              <a:pathLst>
                <a:path w="121261" h="115067">
                  <a:moveTo>
                    <a:pt x="0" y="0"/>
                  </a:moveTo>
                  <a:lnTo>
                    <a:pt x="121261" y="1150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660026" y="2179063"/>
              <a:ext cx="121261" cy="115067"/>
            </a:xfrm>
            <a:custGeom>
              <a:avLst/>
              <a:pathLst>
                <a:path w="121261" h="115067">
                  <a:moveTo>
                    <a:pt x="0" y="0"/>
                  </a:moveTo>
                  <a:lnTo>
                    <a:pt x="121261" y="1150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660026" y="2179063"/>
              <a:ext cx="121261" cy="115067"/>
            </a:xfrm>
            <a:custGeom>
              <a:avLst/>
              <a:pathLst>
                <a:path w="121261" h="115067">
                  <a:moveTo>
                    <a:pt x="0" y="0"/>
                  </a:moveTo>
                  <a:lnTo>
                    <a:pt x="121261" y="1150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660026" y="2179063"/>
              <a:ext cx="121261" cy="115067"/>
            </a:xfrm>
            <a:custGeom>
              <a:avLst/>
              <a:pathLst>
                <a:path w="121261" h="115067">
                  <a:moveTo>
                    <a:pt x="0" y="0"/>
                  </a:moveTo>
                  <a:lnTo>
                    <a:pt x="121261" y="1150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660026" y="2179063"/>
              <a:ext cx="121261" cy="115067"/>
            </a:xfrm>
            <a:custGeom>
              <a:avLst/>
              <a:pathLst>
                <a:path w="121261" h="115067">
                  <a:moveTo>
                    <a:pt x="0" y="0"/>
                  </a:moveTo>
                  <a:lnTo>
                    <a:pt x="121261" y="1150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660026" y="2179063"/>
              <a:ext cx="121261" cy="115067"/>
            </a:xfrm>
            <a:custGeom>
              <a:avLst/>
              <a:pathLst>
                <a:path w="121261" h="115067">
                  <a:moveTo>
                    <a:pt x="0" y="0"/>
                  </a:moveTo>
                  <a:lnTo>
                    <a:pt x="121261" y="1150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660026" y="2179063"/>
              <a:ext cx="121261" cy="115067"/>
            </a:xfrm>
            <a:custGeom>
              <a:avLst/>
              <a:pathLst>
                <a:path w="121261" h="115067">
                  <a:moveTo>
                    <a:pt x="0" y="0"/>
                  </a:moveTo>
                  <a:lnTo>
                    <a:pt x="121261" y="1150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660026" y="2179063"/>
              <a:ext cx="121261" cy="115067"/>
            </a:xfrm>
            <a:custGeom>
              <a:avLst/>
              <a:pathLst>
                <a:path w="121261" h="115067">
                  <a:moveTo>
                    <a:pt x="0" y="0"/>
                  </a:moveTo>
                  <a:lnTo>
                    <a:pt x="121261" y="1150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660026" y="2179063"/>
              <a:ext cx="121261" cy="115067"/>
            </a:xfrm>
            <a:custGeom>
              <a:avLst/>
              <a:pathLst>
                <a:path w="121261" h="115067">
                  <a:moveTo>
                    <a:pt x="0" y="0"/>
                  </a:moveTo>
                  <a:lnTo>
                    <a:pt x="121261" y="1150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14121" y="2127371"/>
              <a:ext cx="334329" cy="333917"/>
            </a:xfrm>
            <a:custGeom>
              <a:avLst/>
              <a:pathLst>
                <a:path w="334329" h="333917">
                  <a:moveTo>
                    <a:pt x="45904" y="51691"/>
                  </a:moveTo>
                  <a:lnTo>
                    <a:pt x="42310" y="55602"/>
                  </a:lnTo>
                  <a:lnTo>
                    <a:pt x="38842" y="59624"/>
                  </a:lnTo>
                  <a:lnTo>
                    <a:pt x="35503" y="63755"/>
                  </a:lnTo>
                  <a:lnTo>
                    <a:pt x="32297" y="67990"/>
                  </a:lnTo>
                  <a:lnTo>
                    <a:pt x="29227" y="72325"/>
                  </a:lnTo>
                  <a:lnTo>
                    <a:pt x="26297" y="76755"/>
                  </a:lnTo>
                  <a:lnTo>
                    <a:pt x="23508" y="81275"/>
                  </a:lnTo>
                  <a:lnTo>
                    <a:pt x="20865" y="85883"/>
                  </a:lnTo>
                  <a:lnTo>
                    <a:pt x="18370" y="90571"/>
                  </a:lnTo>
                  <a:lnTo>
                    <a:pt x="16024" y="95337"/>
                  </a:lnTo>
                  <a:lnTo>
                    <a:pt x="13831" y="100175"/>
                  </a:lnTo>
                  <a:lnTo>
                    <a:pt x="11794" y="105080"/>
                  </a:lnTo>
                  <a:lnTo>
                    <a:pt x="9912" y="110047"/>
                  </a:lnTo>
                  <a:lnTo>
                    <a:pt x="8190" y="115071"/>
                  </a:lnTo>
                  <a:lnTo>
                    <a:pt x="6628" y="120148"/>
                  </a:lnTo>
                  <a:lnTo>
                    <a:pt x="5228" y="125272"/>
                  </a:lnTo>
                  <a:lnTo>
                    <a:pt x="3992" y="130437"/>
                  </a:lnTo>
                  <a:lnTo>
                    <a:pt x="2921" y="135640"/>
                  </a:lnTo>
                  <a:lnTo>
                    <a:pt x="2015" y="140873"/>
                  </a:lnTo>
                  <a:lnTo>
                    <a:pt x="1276" y="146133"/>
                  </a:lnTo>
                  <a:lnTo>
                    <a:pt x="704" y="151414"/>
                  </a:lnTo>
                  <a:lnTo>
                    <a:pt x="301" y="156710"/>
                  </a:lnTo>
                  <a:lnTo>
                    <a:pt x="66" y="162016"/>
                  </a:lnTo>
                  <a:lnTo>
                    <a:pt x="0" y="167327"/>
                  </a:lnTo>
                  <a:lnTo>
                    <a:pt x="102" y="172638"/>
                  </a:lnTo>
                  <a:lnTo>
                    <a:pt x="373" y="177942"/>
                  </a:lnTo>
                  <a:lnTo>
                    <a:pt x="813" y="183236"/>
                  </a:lnTo>
                  <a:lnTo>
                    <a:pt x="1420" y="188512"/>
                  </a:lnTo>
                  <a:lnTo>
                    <a:pt x="2195" y="193767"/>
                  </a:lnTo>
                  <a:lnTo>
                    <a:pt x="3136" y="198994"/>
                  </a:lnTo>
                  <a:lnTo>
                    <a:pt x="4243" y="204189"/>
                  </a:lnTo>
                  <a:lnTo>
                    <a:pt x="5514" y="209346"/>
                  </a:lnTo>
                  <a:lnTo>
                    <a:pt x="6949" y="214460"/>
                  </a:lnTo>
                  <a:lnTo>
                    <a:pt x="8545" y="219526"/>
                  </a:lnTo>
                  <a:lnTo>
                    <a:pt x="10302" y="224539"/>
                  </a:lnTo>
                  <a:lnTo>
                    <a:pt x="12216" y="229493"/>
                  </a:lnTo>
                  <a:lnTo>
                    <a:pt x="14288" y="234384"/>
                  </a:lnTo>
                  <a:lnTo>
                    <a:pt x="16513" y="239207"/>
                  </a:lnTo>
                  <a:lnTo>
                    <a:pt x="18891" y="243957"/>
                  </a:lnTo>
                  <a:lnTo>
                    <a:pt x="21418" y="248628"/>
                  </a:lnTo>
                  <a:lnTo>
                    <a:pt x="24093" y="253217"/>
                  </a:lnTo>
                  <a:lnTo>
                    <a:pt x="26912" y="257719"/>
                  </a:lnTo>
                  <a:lnTo>
                    <a:pt x="29872" y="262129"/>
                  </a:lnTo>
                  <a:lnTo>
                    <a:pt x="32971" y="266442"/>
                  </a:lnTo>
                  <a:lnTo>
                    <a:pt x="36206" y="270655"/>
                  </a:lnTo>
                  <a:lnTo>
                    <a:pt x="39573" y="274763"/>
                  </a:lnTo>
                  <a:lnTo>
                    <a:pt x="43068" y="278762"/>
                  </a:lnTo>
                  <a:lnTo>
                    <a:pt x="46689" y="282648"/>
                  </a:lnTo>
                  <a:lnTo>
                    <a:pt x="50432" y="286417"/>
                  </a:lnTo>
                  <a:lnTo>
                    <a:pt x="54292" y="290066"/>
                  </a:lnTo>
                  <a:lnTo>
                    <a:pt x="58267" y="293589"/>
                  </a:lnTo>
                  <a:lnTo>
                    <a:pt x="62351" y="296985"/>
                  </a:lnTo>
                  <a:lnTo>
                    <a:pt x="66541" y="300249"/>
                  </a:lnTo>
                  <a:lnTo>
                    <a:pt x="70833" y="303378"/>
                  </a:lnTo>
                  <a:lnTo>
                    <a:pt x="75222" y="306370"/>
                  </a:lnTo>
                  <a:lnTo>
                    <a:pt x="79704" y="309221"/>
                  </a:lnTo>
                  <a:lnTo>
                    <a:pt x="84274" y="311927"/>
                  </a:lnTo>
                  <a:lnTo>
                    <a:pt x="88927" y="314487"/>
                  </a:lnTo>
                  <a:lnTo>
                    <a:pt x="93660" y="316898"/>
                  </a:lnTo>
                  <a:lnTo>
                    <a:pt x="98467" y="319158"/>
                  </a:lnTo>
                  <a:lnTo>
                    <a:pt x="103343" y="321263"/>
                  </a:lnTo>
                  <a:lnTo>
                    <a:pt x="108284" y="323213"/>
                  </a:lnTo>
                  <a:lnTo>
                    <a:pt x="113284" y="325005"/>
                  </a:lnTo>
                  <a:lnTo>
                    <a:pt x="118339" y="326637"/>
                  </a:lnTo>
                  <a:lnTo>
                    <a:pt x="123443" y="328107"/>
                  </a:lnTo>
                  <a:lnTo>
                    <a:pt x="128591" y="329415"/>
                  </a:lnTo>
                  <a:lnTo>
                    <a:pt x="133778" y="330558"/>
                  </a:lnTo>
                  <a:lnTo>
                    <a:pt x="138998" y="331536"/>
                  </a:lnTo>
                  <a:lnTo>
                    <a:pt x="144247" y="332348"/>
                  </a:lnTo>
                  <a:lnTo>
                    <a:pt x="149520" y="332992"/>
                  </a:lnTo>
                  <a:lnTo>
                    <a:pt x="154810" y="333469"/>
                  </a:lnTo>
                  <a:lnTo>
                    <a:pt x="160112" y="333778"/>
                  </a:lnTo>
                  <a:lnTo>
                    <a:pt x="165422" y="333917"/>
                  </a:lnTo>
                  <a:lnTo>
                    <a:pt x="170733" y="333888"/>
                  </a:lnTo>
                  <a:lnTo>
                    <a:pt x="176041" y="333691"/>
                  </a:lnTo>
                  <a:lnTo>
                    <a:pt x="181340" y="333324"/>
                  </a:lnTo>
                  <a:lnTo>
                    <a:pt x="186624" y="332790"/>
                  </a:lnTo>
                  <a:lnTo>
                    <a:pt x="191889" y="332088"/>
                  </a:lnTo>
                  <a:lnTo>
                    <a:pt x="197129" y="331219"/>
                  </a:lnTo>
                  <a:lnTo>
                    <a:pt x="202339" y="330184"/>
                  </a:lnTo>
                  <a:lnTo>
                    <a:pt x="207513" y="328984"/>
                  </a:lnTo>
                  <a:lnTo>
                    <a:pt x="212647" y="327621"/>
                  </a:lnTo>
                  <a:lnTo>
                    <a:pt x="217734" y="326095"/>
                  </a:lnTo>
                  <a:lnTo>
                    <a:pt x="222771" y="324408"/>
                  </a:lnTo>
                  <a:lnTo>
                    <a:pt x="227751" y="322562"/>
                  </a:lnTo>
                  <a:lnTo>
                    <a:pt x="232670" y="320558"/>
                  </a:lnTo>
                  <a:lnTo>
                    <a:pt x="237523" y="318399"/>
                  </a:lnTo>
                  <a:lnTo>
                    <a:pt x="242305" y="316088"/>
                  </a:lnTo>
                  <a:lnTo>
                    <a:pt x="247011" y="313625"/>
                  </a:lnTo>
                  <a:lnTo>
                    <a:pt x="251637" y="311014"/>
                  </a:lnTo>
                  <a:lnTo>
                    <a:pt x="256177" y="308258"/>
                  </a:lnTo>
                  <a:lnTo>
                    <a:pt x="260628" y="305359"/>
                  </a:lnTo>
                  <a:lnTo>
                    <a:pt x="264984" y="302320"/>
                  </a:lnTo>
                  <a:lnTo>
                    <a:pt x="269241" y="299144"/>
                  </a:lnTo>
                  <a:lnTo>
                    <a:pt x="273395" y="295834"/>
                  </a:lnTo>
                  <a:lnTo>
                    <a:pt x="277442" y="292394"/>
                  </a:lnTo>
                  <a:lnTo>
                    <a:pt x="281378" y="288827"/>
                  </a:lnTo>
                  <a:lnTo>
                    <a:pt x="285198" y="285137"/>
                  </a:lnTo>
                  <a:lnTo>
                    <a:pt x="288899" y="281327"/>
                  </a:lnTo>
                  <a:lnTo>
                    <a:pt x="292478" y="277402"/>
                  </a:lnTo>
                  <a:lnTo>
                    <a:pt x="295930" y="273365"/>
                  </a:lnTo>
                  <a:lnTo>
                    <a:pt x="299251" y="269221"/>
                  </a:lnTo>
                  <a:lnTo>
                    <a:pt x="302440" y="264973"/>
                  </a:lnTo>
                  <a:lnTo>
                    <a:pt x="305492" y="260626"/>
                  </a:lnTo>
                  <a:lnTo>
                    <a:pt x="308404" y="256184"/>
                  </a:lnTo>
                  <a:lnTo>
                    <a:pt x="311174" y="251651"/>
                  </a:lnTo>
                  <a:lnTo>
                    <a:pt x="313798" y="247034"/>
                  </a:lnTo>
                  <a:lnTo>
                    <a:pt x="316274" y="242335"/>
                  </a:lnTo>
                  <a:lnTo>
                    <a:pt x="318600" y="237559"/>
                  </a:lnTo>
                  <a:lnTo>
                    <a:pt x="320773" y="232713"/>
                  </a:lnTo>
                  <a:lnTo>
                    <a:pt x="322791" y="227799"/>
                  </a:lnTo>
                  <a:lnTo>
                    <a:pt x="324651" y="222824"/>
                  </a:lnTo>
                  <a:lnTo>
                    <a:pt x="326353" y="217793"/>
                  </a:lnTo>
                  <a:lnTo>
                    <a:pt x="327894" y="212710"/>
                  </a:lnTo>
                  <a:lnTo>
                    <a:pt x="329273" y="207580"/>
                  </a:lnTo>
                  <a:lnTo>
                    <a:pt x="330488" y="202410"/>
                  </a:lnTo>
                  <a:lnTo>
                    <a:pt x="331538" y="197203"/>
                  </a:lnTo>
                  <a:lnTo>
                    <a:pt x="332422" y="191966"/>
                  </a:lnTo>
                  <a:lnTo>
                    <a:pt x="333139" y="186703"/>
                  </a:lnTo>
                  <a:lnTo>
                    <a:pt x="333689" y="181420"/>
                  </a:lnTo>
                  <a:lnTo>
                    <a:pt x="334071" y="176122"/>
                  </a:lnTo>
                  <a:lnTo>
                    <a:pt x="334284" y="170815"/>
                  </a:lnTo>
                  <a:lnTo>
                    <a:pt x="334329" y="165504"/>
                  </a:lnTo>
                  <a:lnTo>
                    <a:pt x="334204" y="160194"/>
                  </a:lnTo>
                  <a:lnTo>
                    <a:pt x="333912" y="154890"/>
                  </a:lnTo>
                  <a:lnTo>
                    <a:pt x="333450" y="149599"/>
                  </a:lnTo>
                  <a:lnTo>
                    <a:pt x="332821" y="144325"/>
                  </a:lnTo>
                  <a:lnTo>
                    <a:pt x="332025" y="139073"/>
                  </a:lnTo>
                  <a:lnTo>
                    <a:pt x="331062" y="133850"/>
                  </a:lnTo>
                  <a:lnTo>
                    <a:pt x="329934" y="128660"/>
                  </a:lnTo>
                  <a:lnTo>
                    <a:pt x="328641" y="123508"/>
                  </a:lnTo>
                  <a:lnTo>
                    <a:pt x="327186" y="118400"/>
                  </a:lnTo>
                  <a:lnTo>
                    <a:pt x="325569" y="113340"/>
                  </a:lnTo>
                  <a:lnTo>
                    <a:pt x="323792" y="108335"/>
                  </a:lnTo>
                  <a:lnTo>
                    <a:pt x="321856" y="103389"/>
                  </a:lnTo>
                  <a:lnTo>
                    <a:pt x="319765" y="98506"/>
                  </a:lnTo>
                  <a:lnTo>
                    <a:pt x="317520" y="93693"/>
                  </a:lnTo>
                  <a:lnTo>
                    <a:pt x="315123" y="88953"/>
                  </a:lnTo>
                  <a:lnTo>
                    <a:pt x="312576" y="84292"/>
                  </a:lnTo>
                  <a:lnTo>
                    <a:pt x="309883" y="79714"/>
                  </a:lnTo>
                  <a:lnTo>
                    <a:pt x="307045" y="75224"/>
                  </a:lnTo>
                  <a:lnTo>
                    <a:pt x="304067" y="70826"/>
                  </a:lnTo>
                  <a:lnTo>
                    <a:pt x="300950" y="66525"/>
                  </a:lnTo>
                  <a:lnTo>
                    <a:pt x="297698" y="62325"/>
                  </a:lnTo>
                  <a:lnTo>
                    <a:pt x="294314" y="58231"/>
                  </a:lnTo>
                  <a:lnTo>
                    <a:pt x="290802" y="54247"/>
                  </a:lnTo>
                  <a:lnTo>
                    <a:pt x="287165" y="50375"/>
                  </a:lnTo>
                  <a:lnTo>
                    <a:pt x="283407" y="46622"/>
                  </a:lnTo>
                  <a:lnTo>
                    <a:pt x="279532" y="42990"/>
                  </a:lnTo>
                  <a:lnTo>
                    <a:pt x="275543" y="39482"/>
                  </a:lnTo>
                  <a:lnTo>
                    <a:pt x="271445" y="36103"/>
                  </a:lnTo>
                  <a:lnTo>
                    <a:pt x="267241" y="32857"/>
                  </a:lnTo>
                  <a:lnTo>
                    <a:pt x="262937" y="29745"/>
                  </a:lnTo>
                  <a:lnTo>
                    <a:pt x="258536" y="26771"/>
                  </a:lnTo>
                  <a:lnTo>
                    <a:pt x="254042" y="23939"/>
                  </a:lnTo>
                  <a:lnTo>
                    <a:pt x="249461" y="21251"/>
                  </a:lnTo>
                  <a:lnTo>
                    <a:pt x="244797" y="18710"/>
                  </a:lnTo>
                  <a:lnTo>
                    <a:pt x="240054" y="16319"/>
                  </a:lnTo>
                  <a:lnTo>
                    <a:pt x="235238" y="14079"/>
                  </a:lnTo>
                  <a:lnTo>
                    <a:pt x="230353" y="11994"/>
                  </a:lnTo>
                  <a:lnTo>
                    <a:pt x="225404" y="10064"/>
                  </a:lnTo>
                  <a:lnTo>
                    <a:pt x="220397" y="8293"/>
                  </a:lnTo>
                  <a:lnTo>
                    <a:pt x="215336" y="6682"/>
                  </a:lnTo>
                  <a:lnTo>
                    <a:pt x="210226" y="5233"/>
                  </a:lnTo>
                  <a:lnTo>
                    <a:pt x="205072" y="3946"/>
                  </a:lnTo>
                  <a:lnTo>
                    <a:pt x="199881" y="2824"/>
                  </a:lnTo>
                  <a:lnTo>
                    <a:pt x="194656" y="1867"/>
                  </a:lnTo>
                  <a:lnTo>
                    <a:pt x="189404" y="1077"/>
                  </a:lnTo>
                  <a:lnTo>
                    <a:pt x="184129" y="454"/>
                  </a:lnTo>
                  <a:lnTo>
                    <a:pt x="178837" y="0"/>
                  </a:lnTo>
                  <a:lnTo>
                    <a:pt x="167166" y="1667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781287" y="2126963"/>
              <a:ext cx="11670" cy="167167"/>
            </a:xfrm>
            <a:custGeom>
              <a:avLst/>
              <a:pathLst>
                <a:path w="11670" h="167167">
                  <a:moveTo>
                    <a:pt x="11670" y="40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423598" y="2633064"/>
              <a:ext cx="334305" cy="334334"/>
            </a:xfrm>
            <a:custGeom>
              <a:avLst/>
              <a:pathLst>
                <a:path w="334305" h="334334">
                  <a:moveTo>
                    <a:pt x="167149" y="0"/>
                  </a:moveTo>
                  <a:lnTo>
                    <a:pt x="161841" y="84"/>
                  </a:lnTo>
                  <a:lnTo>
                    <a:pt x="156538" y="337"/>
                  </a:lnTo>
                  <a:lnTo>
                    <a:pt x="151245" y="758"/>
                  </a:lnTo>
                  <a:lnTo>
                    <a:pt x="145969" y="1347"/>
                  </a:lnTo>
                  <a:lnTo>
                    <a:pt x="140714" y="2103"/>
                  </a:lnTo>
                  <a:lnTo>
                    <a:pt x="135486" y="3026"/>
                  </a:lnTo>
                  <a:lnTo>
                    <a:pt x="130290" y="4114"/>
                  </a:lnTo>
                  <a:lnTo>
                    <a:pt x="125130" y="5367"/>
                  </a:lnTo>
                  <a:lnTo>
                    <a:pt x="120014" y="6782"/>
                  </a:lnTo>
                  <a:lnTo>
                    <a:pt x="114944" y="8360"/>
                  </a:lnTo>
                  <a:lnTo>
                    <a:pt x="109928" y="10098"/>
                  </a:lnTo>
                  <a:lnTo>
                    <a:pt x="104969" y="11994"/>
                  </a:lnTo>
                  <a:lnTo>
                    <a:pt x="100073" y="14047"/>
                  </a:lnTo>
                  <a:lnTo>
                    <a:pt x="95244" y="16254"/>
                  </a:lnTo>
                  <a:lnTo>
                    <a:pt x="90488" y="18614"/>
                  </a:lnTo>
                  <a:lnTo>
                    <a:pt x="85810" y="21123"/>
                  </a:lnTo>
                  <a:lnTo>
                    <a:pt x="81213" y="23780"/>
                  </a:lnTo>
                  <a:lnTo>
                    <a:pt x="76703" y="26581"/>
                  </a:lnTo>
                  <a:lnTo>
                    <a:pt x="72284" y="29524"/>
                  </a:lnTo>
                  <a:lnTo>
                    <a:pt x="67961" y="32606"/>
                  </a:lnTo>
                  <a:lnTo>
                    <a:pt x="63738" y="35823"/>
                  </a:lnTo>
                  <a:lnTo>
                    <a:pt x="59620" y="39173"/>
                  </a:lnTo>
                  <a:lnTo>
                    <a:pt x="55609" y="42653"/>
                  </a:lnTo>
                  <a:lnTo>
                    <a:pt x="51712" y="46257"/>
                  </a:lnTo>
                  <a:lnTo>
                    <a:pt x="47930" y="49984"/>
                  </a:lnTo>
                  <a:lnTo>
                    <a:pt x="44269" y="53829"/>
                  </a:lnTo>
                  <a:lnTo>
                    <a:pt x="40732" y="57788"/>
                  </a:lnTo>
                  <a:lnTo>
                    <a:pt x="37323" y="61858"/>
                  </a:lnTo>
                  <a:lnTo>
                    <a:pt x="34044" y="66033"/>
                  </a:lnTo>
                  <a:lnTo>
                    <a:pt x="30900" y="70311"/>
                  </a:lnTo>
                  <a:lnTo>
                    <a:pt x="27893" y="74687"/>
                  </a:lnTo>
                  <a:lnTo>
                    <a:pt x="25026" y="79155"/>
                  </a:lnTo>
                  <a:lnTo>
                    <a:pt x="22303" y="83713"/>
                  </a:lnTo>
                  <a:lnTo>
                    <a:pt x="19726" y="88355"/>
                  </a:lnTo>
                  <a:lnTo>
                    <a:pt x="17298" y="93076"/>
                  </a:lnTo>
                  <a:lnTo>
                    <a:pt x="15021" y="97872"/>
                  </a:lnTo>
                  <a:lnTo>
                    <a:pt x="12897" y="102738"/>
                  </a:lnTo>
                  <a:lnTo>
                    <a:pt x="10929" y="107668"/>
                  </a:lnTo>
                  <a:lnTo>
                    <a:pt x="9118" y="112659"/>
                  </a:lnTo>
                  <a:lnTo>
                    <a:pt x="7467" y="117705"/>
                  </a:lnTo>
                  <a:lnTo>
                    <a:pt x="5977" y="122801"/>
                  </a:lnTo>
                  <a:lnTo>
                    <a:pt x="4649" y="127941"/>
                  </a:lnTo>
                  <a:lnTo>
                    <a:pt x="3486" y="133121"/>
                  </a:lnTo>
                  <a:lnTo>
                    <a:pt x="2487" y="138335"/>
                  </a:lnTo>
                  <a:lnTo>
                    <a:pt x="1654" y="143579"/>
                  </a:lnTo>
                  <a:lnTo>
                    <a:pt x="989" y="148846"/>
                  </a:lnTo>
                  <a:lnTo>
                    <a:pt x="491" y="154132"/>
                  </a:lnTo>
                  <a:lnTo>
                    <a:pt x="161" y="159430"/>
                  </a:lnTo>
                  <a:lnTo>
                    <a:pt x="0" y="164737"/>
                  </a:lnTo>
                  <a:lnTo>
                    <a:pt x="7" y="170046"/>
                  </a:lnTo>
                  <a:lnTo>
                    <a:pt x="182" y="175352"/>
                  </a:lnTo>
                  <a:lnTo>
                    <a:pt x="526" y="180650"/>
                  </a:lnTo>
                  <a:lnTo>
                    <a:pt x="1039" y="185934"/>
                  </a:lnTo>
                  <a:lnTo>
                    <a:pt x="1718" y="191200"/>
                  </a:lnTo>
                  <a:lnTo>
                    <a:pt x="2565" y="196441"/>
                  </a:lnTo>
                  <a:lnTo>
                    <a:pt x="3578" y="201653"/>
                  </a:lnTo>
                  <a:lnTo>
                    <a:pt x="4755" y="206829"/>
                  </a:lnTo>
                  <a:lnTo>
                    <a:pt x="6097" y="211966"/>
                  </a:lnTo>
                  <a:lnTo>
                    <a:pt x="7600" y="217058"/>
                  </a:lnTo>
                  <a:lnTo>
                    <a:pt x="9265" y="222099"/>
                  </a:lnTo>
                  <a:lnTo>
                    <a:pt x="11089" y="227085"/>
                  </a:lnTo>
                  <a:lnTo>
                    <a:pt x="13071" y="232011"/>
                  </a:lnTo>
                  <a:lnTo>
                    <a:pt x="15207" y="236871"/>
                  </a:lnTo>
                  <a:lnTo>
                    <a:pt x="17497" y="241661"/>
                  </a:lnTo>
                  <a:lnTo>
                    <a:pt x="19939" y="246375"/>
                  </a:lnTo>
                  <a:lnTo>
                    <a:pt x="22528" y="251010"/>
                  </a:lnTo>
                  <a:lnTo>
                    <a:pt x="25263" y="255560"/>
                  </a:lnTo>
                  <a:lnTo>
                    <a:pt x="28142" y="260021"/>
                  </a:lnTo>
                  <a:lnTo>
                    <a:pt x="31161" y="264388"/>
                  </a:lnTo>
                  <a:lnTo>
                    <a:pt x="34316" y="268658"/>
                  </a:lnTo>
                  <a:lnTo>
                    <a:pt x="37606" y="272825"/>
                  </a:lnTo>
                  <a:lnTo>
                    <a:pt x="41027" y="276885"/>
                  </a:lnTo>
                  <a:lnTo>
                    <a:pt x="44574" y="280835"/>
                  </a:lnTo>
                  <a:lnTo>
                    <a:pt x="48246" y="284670"/>
                  </a:lnTo>
                  <a:lnTo>
                    <a:pt x="52037" y="288386"/>
                  </a:lnTo>
                  <a:lnTo>
                    <a:pt x="55944" y="291981"/>
                  </a:lnTo>
                  <a:lnTo>
                    <a:pt x="59964" y="295449"/>
                  </a:lnTo>
                  <a:lnTo>
                    <a:pt x="64092" y="298788"/>
                  </a:lnTo>
                  <a:lnTo>
                    <a:pt x="68323" y="301994"/>
                  </a:lnTo>
                  <a:lnTo>
                    <a:pt x="72655" y="305064"/>
                  </a:lnTo>
                  <a:lnTo>
                    <a:pt x="77081" y="307996"/>
                  </a:lnTo>
                  <a:lnTo>
                    <a:pt x="81599" y="310785"/>
                  </a:lnTo>
                  <a:lnTo>
                    <a:pt x="86202" y="313429"/>
                  </a:lnTo>
                  <a:lnTo>
                    <a:pt x="90888" y="315926"/>
                  </a:lnTo>
                  <a:lnTo>
                    <a:pt x="95650" y="318272"/>
                  </a:lnTo>
                  <a:lnTo>
                    <a:pt x="100484" y="320466"/>
                  </a:lnTo>
                  <a:lnTo>
                    <a:pt x="105386" y="322506"/>
                  </a:lnTo>
                  <a:lnTo>
                    <a:pt x="110350" y="324389"/>
                  </a:lnTo>
                  <a:lnTo>
                    <a:pt x="115371" y="326113"/>
                  </a:lnTo>
                  <a:lnTo>
                    <a:pt x="120445" y="327678"/>
                  </a:lnTo>
                  <a:lnTo>
                    <a:pt x="125565" y="329080"/>
                  </a:lnTo>
                  <a:lnTo>
                    <a:pt x="130728" y="330319"/>
                  </a:lnTo>
                  <a:lnTo>
                    <a:pt x="135927" y="331393"/>
                  </a:lnTo>
                  <a:lnTo>
                    <a:pt x="141158" y="332301"/>
                  </a:lnTo>
                  <a:lnTo>
                    <a:pt x="146415" y="333044"/>
                  </a:lnTo>
                  <a:lnTo>
                    <a:pt x="151693" y="333618"/>
                  </a:lnTo>
                  <a:lnTo>
                    <a:pt x="156986" y="334025"/>
                  </a:lnTo>
                  <a:lnTo>
                    <a:pt x="162290" y="334264"/>
                  </a:lnTo>
                  <a:lnTo>
                    <a:pt x="167599" y="334334"/>
                  </a:lnTo>
                  <a:lnTo>
                    <a:pt x="172907" y="334235"/>
                  </a:lnTo>
                  <a:lnTo>
                    <a:pt x="178209" y="333968"/>
                  </a:lnTo>
                  <a:lnTo>
                    <a:pt x="183500" y="333533"/>
                  </a:lnTo>
                  <a:lnTo>
                    <a:pt x="188775" y="332930"/>
                  </a:lnTo>
                  <a:lnTo>
                    <a:pt x="194028" y="332159"/>
                  </a:lnTo>
                  <a:lnTo>
                    <a:pt x="199254" y="331223"/>
                  </a:lnTo>
                  <a:lnTo>
                    <a:pt x="204447" y="330120"/>
                  </a:lnTo>
                  <a:lnTo>
                    <a:pt x="209603" y="328854"/>
                  </a:lnTo>
                  <a:lnTo>
                    <a:pt x="214716" y="327424"/>
                  </a:lnTo>
                  <a:lnTo>
                    <a:pt x="219781" y="325833"/>
                  </a:lnTo>
                  <a:lnTo>
                    <a:pt x="224793" y="324082"/>
                  </a:lnTo>
                  <a:lnTo>
                    <a:pt x="229746" y="322172"/>
                  </a:lnTo>
                  <a:lnTo>
                    <a:pt x="234637" y="320106"/>
                  </a:lnTo>
                  <a:lnTo>
                    <a:pt x="239460" y="317886"/>
                  </a:lnTo>
                  <a:lnTo>
                    <a:pt x="244209" y="315514"/>
                  </a:lnTo>
                  <a:lnTo>
                    <a:pt x="248881" y="312992"/>
                  </a:lnTo>
                  <a:lnTo>
                    <a:pt x="253471" y="310323"/>
                  </a:lnTo>
                  <a:lnTo>
                    <a:pt x="257973" y="307509"/>
                  </a:lnTo>
                  <a:lnTo>
                    <a:pt x="262384" y="304555"/>
                  </a:lnTo>
                  <a:lnTo>
                    <a:pt x="266699" y="301461"/>
                  </a:lnTo>
                  <a:lnTo>
                    <a:pt x="270913" y="298232"/>
                  </a:lnTo>
                  <a:lnTo>
                    <a:pt x="275022" y="294871"/>
                  </a:lnTo>
                  <a:lnTo>
                    <a:pt x="279023" y="291381"/>
                  </a:lnTo>
                  <a:lnTo>
                    <a:pt x="282911" y="287766"/>
                  </a:lnTo>
                  <a:lnTo>
                    <a:pt x="286683" y="284029"/>
                  </a:lnTo>
                  <a:lnTo>
                    <a:pt x="290333" y="280174"/>
                  </a:lnTo>
                  <a:lnTo>
                    <a:pt x="293860" y="276206"/>
                  </a:lnTo>
                  <a:lnTo>
                    <a:pt x="297258" y="272127"/>
                  </a:lnTo>
                  <a:lnTo>
                    <a:pt x="300526" y="267942"/>
                  </a:lnTo>
                  <a:lnTo>
                    <a:pt x="303659" y="263656"/>
                  </a:lnTo>
                  <a:lnTo>
                    <a:pt x="306654" y="259273"/>
                  </a:lnTo>
                  <a:lnTo>
                    <a:pt x="309508" y="254796"/>
                  </a:lnTo>
                  <a:lnTo>
                    <a:pt x="312219" y="250231"/>
                  </a:lnTo>
                  <a:lnTo>
                    <a:pt x="314784" y="245583"/>
                  </a:lnTo>
                  <a:lnTo>
                    <a:pt x="317199" y="240855"/>
                  </a:lnTo>
                  <a:lnTo>
                    <a:pt x="319464" y="236053"/>
                  </a:lnTo>
                  <a:lnTo>
                    <a:pt x="321574" y="231182"/>
                  </a:lnTo>
                  <a:lnTo>
                    <a:pt x="323529" y="226246"/>
                  </a:lnTo>
                  <a:lnTo>
                    <a:pt x="325326" y="221250"/>
                  </a:lnTo>
                  <a:lnTo>
                    <a:pt x="326964" y="216200"/>
                  </a:lnTo>
                  <a:lnTo>
                    <a:pt x="328440" y="211100"/>
                  </a:lnTo>
                  <a:lnTo>
                    <a:pt x="329754" y="205956"/>
                  </a:lnTo>
                  <a:lnTo>
                    <a:pt x="330904" y="200773"/>
                  </a:lnTo>
                  <a:lnTo>
                    <a:pt x="331889" y="195556"/>
                  </a:lnTo>
                  <a:lnTo>
                    <a:pt x="332707" y="190310"/>
                  </a:lnTo>
                  <a:lnTo>
                    <a:pt x="333358" y="185041"/>
                  </a:lnTo>
                  <a:lnTo>
                    <a:pt x="333842" y="179754"/>
                  </a:lnTo>
                  <a:lnTo>
                    <a:pt x="334158" y="174455"/>
                  </a:lnTo>
                  <a:lnTo>
                    <a:pt x="334305" y="169148"/>
                  </a:lnTo>
                  <a:lnTo>
                    <a:pt x="334284" y="163839"/>
                  </a:lnTo>
                  <a:lnTo>
                    <a:pt x="334094" y="158533"/>
                  </a:lnTo>
                  <a:lnTo>
                    <a:pt x="333735" y="153236"/>
                  </a:lnTo>
                  <a:lnTo>
                    <a:pt x="333209" y="147953"/>
                  </a:lnTo>
                  <a:lnTo>
                    <a:pt x="332515" y="142690"/>
                  </a:lnTo>
                  <a:lnTo>
                    <a:pt x="331654" y="137451"/>
                  </a:lnTo>
                  <a:lnTo>
                    <a:pt x="330628" y="132242"/>
                  </a:lnTo>
                  <a:lnTo>
                    <a:pt x="329436" y="127068"/>
                  </a:lnTo>
                  <a:lnTo>
                    <a:pt x="328081" y="121935"/>
                  </a:lnTo>
                  <a:lnTo>
                    <a:pt x="326563" y="116847"/>
                  </a:lnTo>
                  <a:lnTo>
                    <a:pt x="324885" y="111811"/>
                  </a:lnTo>
                  <a:lnTo>
                    <a:pt x="323048" y="106830"/>
                  </a:lnTo>
                  <a:lnTo>
                    <a:pt x="321053" y="101909"/>
                  </a:lnTo>
                  <a:lnTo>
                    <a:pt x="318903" y="97055"/>
                  </a:lnTo>
                  <a:lnTo>
                    <a:pt x="316600" y="92271"/>
                  </a:lnTo>
                  <a:lnTo>
                    <a:pt x="314147" y="87563"/>
                  </a:lnTo>
                  <a:lnTo>
                    <a:pt x="311545" y="82936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90748" y="2716000"/>
              <a:ext cx="144395" cy="84231"/>
            </a:xfrm>
            <a:custGeom>
              <a:avLst/>
              <a:pathLst>
                <a:path w="144395" h="84231">
                  <a:moveTo>
                    <a:pt x="144395" y="0"/>
                  </a:moveTo>
                  <a:lnTo>
                    <a:pt x="0" y="842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2716000"/>
              <a:ext cx="144395" cy="84231"/>
            </a:xfrm>
            <a:custGeom>
              <a:avLst/>
              <a:pathLst>
                <a:path w="144395" h="84231">
                  <a:moveTo>
                    <a:pt x="144395" y="0"/>
                  </a:moveTo>
                  <a:lnTo>
                    <a:pt x="0" y="842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716000"/>
              <a:ext cx="144395" cy="84231"/>
            </a:xfrm>
            <a:custGeom>
              <a:avLst/>
              <a:pathLst>
                <a:path w="144395" h="84231">
                  <a:moveTo>
                    <a:pt x="144395" y="0"/>
                  </a:moveTo>
                  <a:lnTo>
                    <a:pt x="0" y="842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716000"/>
              <a:ext cx="144395" cy="84231"/>
            </a:xfrm>
            <a:custGeom>
              <a:avLst/>
              <a:pathLst>
                <a:path w="144395" h="84231">
                  <a:moveTo>
                    <a:pt x="144395" y="0"/>
                  </a:moveTo>
                  <a:lnTo>
                    <a:pt x="0" y="8423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716000"/>
              <a:ext cx="144395" cy="84231"/>
            </a:xfrm>
            <a:custGeom>
              <a:avLst/>
              <a:pathLst>
                <a:path w="144395" h="84231">
                  <a:moveTo>
                    <a:pt x="144395" y="0"/>
                  </a:moveTo>
                  <a:lnTo>
                    <a:pt x="0" y="8423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716000"/>
              <a:ext cx="144395" cy="84231"/>
            </a:xfrm>
            <a:custGeom>
              <a:avLst/>
              <a:pathLst>
                <a:path w="144395" h="84231">
                  <a:moveTo>
                    <a:pt x="144395" y="0"/>
                  </a:moveTo>
                  <a:lnTo>
                    <a:pt x="0" y="8423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716000"/>
              <a:ext cx="144395" cy="84231"/>
            </a:xfrm>
            <a:custGeom>
              <a:avLst/>
              <a:pathLst>
                <a:path w="144395" h="84231">
                  <a:moveTo>
                    <a:pt x="144395" y="0"/>
                  </a:moveTo>
                  <a:lnTo>
                    <a:pt x="0" y="8423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716000"/>
              <a:ext cx="144395" cy="84231"/>
            </a:xfrm>
            <a:custGeom>
              <a:avLst/>
              <a:pathLst>
                <a:path w="144395" h="84231">
                  <a:moveTo>
                    <a:pt x="144395" y="0"/>
                  </a:moveTo>
                  <a:lnTo>
                    <a:pt x="0" y="842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716000"/>
              <a:ext cx="144395" cy="84231"/>
            </a:xfrm>
            <a:custGeom>
              <a:avLst/>
              <a:pathLst>
                <a:path w="144395" h="84231">
                  <a:moveTo>
                    <a:pt x="144395" y="0"/>
                  </a:moveTo>
                  <a:lnTo>
                    <a:pt x="0" y="842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716000"/>
              <a:ext cx="144395" cy="84231"/>
            </a:xfrm>
            <a:custGeom>
              <a:avLst/>
              <a:pathLst>
                <a:path w="144395" h="84231">
                  <a:moveTo>
                    <a:pt x="144395" y="0"/>
                  </a:moveTo>
                  <a:lnTo>
                    <a:pt x="0" y="842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716000"/>
              <a:ext cx="144395" cy="84231"/>
            </a:xfrm>
            <a:custGeom>
              <a:avLst/>
              <a:pathLst>
                <a:path w="144395" h="84231">
                  <a:moveTo>
                    <a:pt x="144395" y="0"/>
                  </a:moveTo>
                  <a:lnTo>
                    <a:pt x="0" y="842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716000"/>
              <a:ext cx="144395" cy="84231"/>
            </a:xfrm>
            <a:custGeom>
              <a:avLst/>
              <a:pathLst>
                <a:path w="144395" h="84231">
                  <a:moveTo>
                    <a:pt x="144395" y="0"/>
                  </a:moveTo>
                  <a:lnTo>
                    <a:pt x="0" y="8423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716000"/>
              <a:ext cx="144395" cy="84231"/>
            </a:xfrm>
            <a:custGeom>
              <a:avLst/>
              <a:pathLst>
                <a:path w="144395" h="84231">
                  <a:moveTo>
                    <a:pt x="144395" y="0"/>
                  </a:moveTo>
                  <a:lnTo>
                    <a:pt x="0" y="8423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640056"/>
              <a:ext cx="144395" cy="160175"/>
            </a:xfrm>
            <a:custGeom>
              <a:avLst/>
              <a:pathLst>
                <a:path w="144395" h="160175">
                  <a:moveTo>
                    <a:pt x="144395" y="75944"/>
                  </a:moveTo>
                  <a:lnTo>
                    <a:pt x="141430" y="71055"/>
                  </a:lnTo>
                  <a:lnTo>
                    <a:pt x="138300" y="66271"/>
                  </a:lnTo>
                  <a:lnTo>
                    <a:pt x="135008" y="61596"/>
                  </a:lnTo>
                  <a:lnTo>
                    <a:pt x="131558" y="57037"/>
                  </a:lnTo>
                  <a:lnTo>
                    <a:pt x="127954" y="52599"/>
                  </a:lnTo>
                  <a:lnTo>
                    <a:pt x="124200" y="48286"/>
                  </a:lnTo>
                  <a:lnTo>
                    <a:pt x="120301" y="44104"/>
                  </a:lnTo>
                  <a:lnTo>
                    <a:pt x="116261" y="40058"/>
                  </a:lnTo>
                  <a:lnTo>
                    <a:pt x="112086" y="36153"/>
                  </a:lnTo>
                  <a:lnTo>
                    <a:pt x="107779" y="32392"/>
                  </a:lnTo>
                  <a:lnTo>
                    <a:pt x="103346" y="28781"/>
                  </a:lnTo>
                  <a:lnTo>
                    <a:pt x="98793" y="25324"/>
                  </a:lnTo>
                  <a:lnTo>
                    <a:pt x="94123" y="22024"/>
                  </a:lnTo>
                  <a:lnTo>
                    <a:pt x="89344" y="18886"/>
                  </a:lnTo>
                  <a:lnTo>
                    <a:pt x="84460" y="15914"/>
                  </a:lnTo>
                  <a:lnTo>
                    <a:pt x="79477" y="13110"/>
                  </a:lnTo>
                  <a:lnTo>
                    <a:pt x="74402" y="10478"/>
                  </a:lnTo>
                  <a:lnTo>
                    <a:pt x="69239" y="8021"/>
                  </a:lnTo>
                  <a:lnTo>
                    <a:pt x="63995" y="5742"/>
                  </a:lnTo>
                  <a:lnTo>
                    <a:pt x="58677" y="3644"/>
                  </a:lnTo>
                  <a:lnTo>
                    <a:pt x="53290" y="1729"/>
                  </a:lnTo>
                  <a:lnTo>
                    <a:pt x="47840" y="0"/>
                  </a:lnTo>
                  <a:lnTo>
                    <a:pt x="0" y="1601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633064"/>
              <a:ext cx="47840" cy="167167"/>
            </a:xfrm>
            <a:custGeom>
              <a:avLst/>
              <a:pathLst>
                <a:path w="47840" h="167167">
                  <a:moveTo>
                    <a:pt x="47840" y="6991"/>
                  </a:moveTo>
                  <a:lnTo>
                    <a:pt x="41999" y="5361"/>
                  </a:lnTo>
                  <a:lnTo>
                    <a:pt x="36102" y="3944"/>
                  </a:lnTo>
                  <a:lnTo>
                    <a:pt x="30158" y="2742"/>
                  </a:lnTo>
                  <a:lnTo>
                    <a:pt x="24174" y="1757"/>
                  </a:lnTo>
                  <a:lnTo>
                    <a:pt x="18158" y="989"/>
                  </a:lnTo>
                  <a:lnTo>
                    <a:pt x="12119" y="439"/>
                  </a:lnTo>
                  <a:lnTo>
                    <a:pt x="6063" y="11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358825" y="3170392"/>
              <a:ext cx="334320" cy="334330"/>
            </a:xfrm>
            <a:custGeom>
              <a:avLst/>
              <a:pathLst>
                <a:path w="334320" h="334330">
                  <a:moveTo>
                    <a:pt x="167154" y="0"/>
                  </a:moveTo>
                  <a:lnTo>
                    <a:pt x="161862" y="83"/>
                  </a:lnTo>
                  <a:lnTo>
                    <a:pt x="156576" y="335"/>
                  </a:lnTo>
                  <a:lnTo>
                    <a:pt x="151300" y="753"/>
                  </a:lnTo>
                  <a:lnTo>
                    <a:pt x="146040" y="1338"/>
                  </a:lnTo>
                  <a:lnTo>
                    <a:pt x="140801" y="2090"/>
                  </a:lnTo>
                  <a:lnTo>
                    <a:pt x="135588" y="3007"/>
                  </a:lnTo>
                  <a:lnTo>
                    <a:pt x="130407" y="4088"/>
                  </a:lnTo>
                  <a:lnTo>
                    <a:pt x="125263" y="5333"/>
                  </a:lnTo>
                  <a:lnTo>
                    <a:pt x="120161" y="6741"/>
                  </a:lnTo>
                  <a:lnTo>
                    <a:pt x="115106" y="8309"/>
                  </a:lnTo>
                  <a:lnTo>
                    <a:pt x="110104" y="10036"/>
                  </a:lnTo>
                  <a:lnTo>
                    <a:pt x="105158" y="11921"/>
                  </a:lnTo>
                  <a:lnTo>
                    <a:pt x="100274" y="13961"/>
                  </a:lnTo>
                  <a:lnTo>
                    <a:pt x="95458" y="16155"/>
                  </a:lnTo>
                  <a:lnTo>
                    <a:pt x="90714" y="18500"/>
                  </a:lnTo>
                  <a:lnTo>
                    <a:pt x="86046" y="20995"/>
                  </a:lnTo>
                  <a:lnTo>
                    <a:pt x="81459" y="23636"/>
                  </a:lnTo>
                  <a:lnTo>
                    <a:pt x="76958" y="26420"/>
                  </a:lnTo>
                  <a:lnTo>
                    <a:pt x="72548" y="29346"/>
                  </a:lnTo>
                  <a:lnTo>
                    <a:pt x="68232" y="32410"/>
                  </a:lnTo>
                  <a:lnTo>
                    <a:pt x="64016" y="35609"/>
                  </a:lnTo>
                  <a:lnTo>
                    <a:pt x="59903" y="38940"/>
                  </a:lnTo>
                  <a:lnTo>
                    <a:pt x="55898" y="42399"/>
                  </a:lnTo>
                  <a:lnTo>
                    <a:pt x="52004" y="45984"/>
                  </a:lnTo>
                  <a:lnTo>
                    <a:pt x="48225" y="49690"/>
                  </a:lnTo>
                  <a:lnTo>
                    <a:pt x="44566" y="53514"/>
                  </a:lnTo>
                  <a:lnTo>
                    <a:pt x="41030" y="57451"/>
                  </a:lnTo>
                  <a:lnTo>
                    <a:pt x="37620" y="61499"/>
                  </a:lnTo>
                  <a:lnTo>
                    <a:pt x="34339" y="65653"/>
                  </a:lnTo>
                  <a:lnTo>
                    <a:pt x="31192" y="69908"/>
                  </a:lnTo>
                  <a:lnTo>
                    <a:pt x="28182" y="74261"/>
                  </a:lnTo>
                  <a:lnTo>
                    <a:pt x="25310" y="78707"/>
                  </a:lnTo>
                  <a:lnTo>
                    <a:pt x="22581" y="83241"/>
                  </a:lnTo>
                  <a:lnTo>
                    <a:pt x="19997" y="87860"/>
                  </a:lnTo>
                  <a:lnTo>
                    <a:pt x="17560" y="92558"/>
                  </a:lnTo>
                  <a:lnTo>
                    <a:pt x="15273" y="97331"/>
                  </a:lnTo>
                  <a:lnTo>
                    <a:pt x="13138" y="102174"/>
                  </a:lnTo>
                  <a:lnTo>
                    <a:pt x="11158" y="107082"/>
                  </a:lnTo>
                  <a:lnTo>
                    <a:pt x="9334" y="112051"/>
                  </a:lnTo>
                  <a:lnTo>
                    <a:pt x="7669" y="117074"/>
                  </a:lnTo>
                  <a:lnTo>
                    <a:pt x="6163" y="122148"/>
                  </a:lnTo>
                  <a:lnTo>
                    <a:pt x="4818" y="127267"/>
                  </a:lnTo>
                  <a:lnTo>
                    <a:pt x="3637" y="132426"/>
                  </a:lnTo>
                  <a:lnTo>
                    <a:pt x="2619" y="137620"/>
                  </a:lnTo>
                  <a:lnTo>
                    <a:pt x="1766" y="142843"/>
                  </a:lnTo>
                  <a:lnTo>
                    <a:pt x="1079" y="148091"/>
                  </a:lnTo>
                  <a:lnTo>
                    <a:pt x="558" y="153358"/>
                  </a:lnTo>
                  <a:lnTo>
                    <a:pt x="205" y="158639"/>
                  </a:lnTo>
                  <a:lnTo>
                    <a:pt x="18" y="163928"/>
                  </a:lnTo>
                  <a:lnTo>
                    <a:pt x="0" y="169220"/>
                  </a:lnTo>
                  <a:lnTo>
                    <a:pt x="148" y="174511"/>
                  </a:lnTo>
                  <a:lnTo>
                    <a:pt x="464" y="179794"/>
                  </a:lnTo>
                  <a:lnTo>
                    <a:pt x="948" y="185064"/>
                  </a:lnTo>
                  <a:lnTo>
                    <a:pt x="1598" y="190317"/>
                  </a:lnTo>
                  <a:lnTo>
                    <a:pt x="2413" y="195546"/>
                  </a:lnTo>
                  <a:lnTo>
                    <a:pt x="3394" y="200747"/>
                  </a:lnTo>
                  <a:lnTo>
                    <a:pt x="4539" y="205914"/>
                  </a:lnTo>
                  <a:lnTo>
                    <a:pt x="5848" y="211043"/>
                  </a:lnTo>
                  <a:lnTo>
                    <a:pt x="7317" y="216127"/>
                  </a:lnTo>
                  <a:lnTo>
                    <a:pt x="8947" y="221162"/>
                  </a:lnTo>
                  <a:lnTo>
                    <a:pt x="10736" y="226144"/>
                  </a:lnTo>
                  <a:lnTo>
                    <a:pt x="12681" y="231066"/>
                  </a:lnTo>
                  <a:lnTo>
                    <a:pt x="14782" y="235924"/>
                  </a:lnTo>
                  <a:lnTo>
                    <a:pt x="17035" y="240713"/>
                  </a:lnTo>
                  <a:lnTo>
                    <a:pt x="19438" y="245428"/>
                  </a:lnTo>
                  <a:lnTo>
                    <a:pt x="21989" y="250065"/>
                  </a:lnTo>
                  <a:lnTo>
                    <a:pt x="24686" y="254619"/>
                  </a:lnTo>
                  <a:lnTo>
                    <a:pt x="27526" y="259085"/>
                  </a:lnTo>
                  <a:lnTo>
                    <a:pt x="30506" y="263459"/>
                  </a:lnTo>
                  <a:lnTo>
                    <a:pt x="33623" y="267737"/>
                  </a:lnTo>
                  <a:lnTo>
                    <a:pt x="36873" y="271913"/>
                  </a:lnTo>
                  <a:lnTo>
                    <a:pt x="40255" y="275985"/>
                  </a:lnTo>
                  <a:lnTo>
                    <a:pt x="43763" y="279948"/>
                  </a:lnTo>
                  <a:lnTo>
                    <a:pt x="47395" y="283797"/>
                  </a:lnTo>
                  <a:lnTo>
                    <a:pt x="51147" y="287530"/>
                  </a:lnTo>
                  <a:lnTo>
                    <a:pt x="55016" y="291142"/>
                  </a:lnTo>
                  <a:lnTo>
                    <a:pt x="58996" y="294630"/>
                  </a:lnTo>
                  <a:lnTo>
                    <a:pt x="63086" y="297990"/>
                  </a:lnTo>
                  <a:lnTo>
                    <a:pt x="67279" y="301219"/>
                  </a:lnTo>
                  <a:lnTo>
                    <a:pt x="71573" y="304313"/>
                  </a:lnTo>
                  <a:lnTo>
                    <a:pt x="75962" y="307270"/>
                  </a:lnTo>
                  <a:lnTo>
                    <a:pt x="80443" y="310087"/>
                  </a:lnTo>
                  <a:lnTo>
                    <a:pt x="85011" y="312760"/>
                  </a:lnTo>
                  <a:lnTo>
                    <a:pt x="89661" y="315288"/>
                  </a:lnTo>
                  <a:lnTo>
                    <a:pt x="94389" y="317667"/>
                  </a:lnTo>
                  <a:lnTo>
                    <a:pt x="99189" y="319895"/>
                  </a:lnTo>
                  <a:lnTo>
                    <a:pt x="104058" y="321970"/>
                  </a:lnTo>
                  <a:lnTo>
                    <a:pt x="108990" y="323889"/>
                  </a:lnTo>
                  <a:lnTo>
                    <a:pt x="113981" y="325652"/>
                  </a:lnTo>
                  <a:lnTo>
                    <a:pt x="119025" y="327256"/>
                  </a:lnTo>
                  <a:lnTo>
                    <a:pt x="124116" y="328699"/>
                  </a:lnTo>
                  <a:lnTo>
                    <a:pt x="129252" y="329981"/>
                  </a:lnTo>
                  <a:lnTo>
                    <a:pt x="134425" y="331099"/>
                  </a:lnTo>
                  <a:lnTo>
                    <a:pt x="139631" y="332053"/>
                  </a:lnTo>
                  <a:lnTo>
                    <a:pt x="144864" y="332842"/>
                  </a:lnTo>
                  <a:lnTo>
                    <a:pt x="150120" y="333464"/>
                  </a:lnTo>
                  <a:lnTo>
                    <a:pt x="155393" y="333920"/>
                  </a:lnTo>
                  <a:lnTo>
                    <a:pt x="160677" y="334209"/>
                  </a:lnTo>
                  <a:lnTo>
                    <a:pt x="165969" y="334330"/>
                  </a:lnTo>
                  <a:lnTo>
                    <a:pt x="171261" y="334284"/>
                  </a:lnTo>
                  <a:lnTo>
                    <a:pt x="176549" y="334070"/>
                  </a:lnTo>
                  <a:lnTo>
                    <a:pt x="181828" y="333689"/>
                  </a:lnTo>
                  <a:lnTo>
                    <a:pt x="187092" y="333141"/>
                  </a:lnTo>
                  <a:lnTo>
                    <a:pt x="192336" y="332427"/>
                  </a:lnTo>
                  <a:lnTo>
                    <a:pt x="197555" y="331547"/>
                  </a:lnTo>
                  <a:lnTo>
                    <a:pt x="202744" y="330502"/>
                  </a:lnTo>
                  <a:lnTo>
                    <a:pt x="207896" y="329294"/>
                  </a:lnTo>
                  <a:lnTo>
                    <a:pt x="213008" y="327923"/>
                  </a:lnTo>
                  <a:lnTo>
                    <a:pt x="218074" y="326390"/>
                  </a:lnTo>
                  <a:lnTo>
                    <a:pt x="223089" y="324699"/>
                  </a:lnTo>
                  <a:lnTo>
                    <a:pt x="228048" y="322849"/>
                  </a:lnTo>
                  <a:lnTo>
                    <a:pt x="232946" y="320843"/>
                  </a:lnTo>
                  <a:lnTo>
                    <a:pt x="237778" y="318684"/>
                  </a:lnTo>
                  <a:lnTo>
                    <a:pt x="242539" y="316372"/>
                  </a:lnTo>
                  <a:lnTo>
                    <a:pt x="247224" y="313911"/>
                  </a:lnTo>
                  <a:lnTo>
                    <a:pt x="251829" y="311303"/>
                  </a:lnTo>
                  <a:lnTo>
                    <a:pt x="256350" y="308550"/>
                  </a:lnTo>
                  <a:lnTo>
                    <a:pt x="260781" y="305655"/>
                  </a:lnTo>
                  <a:lnTo>
                    <a:pt x="265118" y="302622"/>
                  </a:lnTo>
                  <a:lnTo>
                    <a:pt x="269357" y="299453"/>
                  </a:lnTo>
                  <a:lnTo>
                    <a:pt x="273493" y="296151"/>
                  </a:lnTo>
                  <a:lnTo>
                    <a:pt x="277523" y="292720"/>
                  </a:lnTo>
                  <a:lnTo>
                    <a:pt x="281442" y="289164"/>
                  </a:lnTo>
                  <a:lnTo>
                    <a:pt x="285247" y="285485"/>
                  </a:lnTo>
                  <a:lnTo>
                    <a:pt x="288933" y="281687"/>
                  </a:lnTo>
                  <a:lnTo>
                    <a:pt x="292498" y="277774"/>
                  </a:lnTo>
                  <a:lnTo>
                    <a:pt x="295936" y="273751"/>
                  </a:lnTo>
                  <a:lnTo>
                    <a:pt x="299246" y="269621"/>
                  </a:lnTo>
                  <a:lnTo>
                    <a:pt x="302423" y="265388"/>
                  </a:lnTo>
                  <a:lnTo>
                    <a:pt x="305464" y="261057"/>
                  </a:lnTo>
                  <a:lnTo>
                    <a:pt x="308367" y="256631"/>
                  </a:lnTo>
                  <a:lnTo>
                    <a:pt x="311129" y="252116"/>
                  </a:lnTo>
                  <a:lnTo>
                    <a:pt x="313746" y="247516"/>
                  </a:lnTo>
                  <a:lnTo>
                    <a:pt x="316216" y="242835"/>
                  </a:lnTo>
                  <a:lnTo>
                    <a:pt x="318536" y="238078"/>
                  </a:lnTo>
                  <a:lnTo>
                    <a:pt x="320705" y="233251"/>
                  </a:lnTo>
                  <a:lnTo>
                    <a:pt x="322720" y="228357"/>
                  </a:lnTo>
                  <a:lnTo>
                    <a:pt x="324579" y="223401"/>
                  </a:lnTo>
                  <a:lnTo>
                    <a:pt x="326281" y="218390"/>
                  </a:lnTo>
                  <a:lnTo>
                    <a:pt x="327822" y="213327"/>
                  </a:lnTo>
                  <a:lnTo>
                    <a:pt x="329203" y="208217"/>
                  </a:lnTo>
                  <a:lnTo>
                    <a:pt x="330421" y="203067"/>
                  </a:lnTo>
                  <a:lnTo>
                    <a:pt x="331476" y="197880"/>
                  </a:lnTo>
                  <a:lnTo>
                    <a:pt x="332366" y="192663"/>
                  </a:lnTo>
                  <a:lnTo>
                    <a:pt x="333090" y="187420"/>
                  </a:lnTo>
                  <a:lnTo>
                    <a:pt x="333648" y="182157"/>
                  </a:lnTo>
                  <a:lnTo>
                    <a:pt x="334039" y="176879"/>
                  </a:lnTo>
                  <a:lnTo>
                    <a:pt x="334263" y="171591"/>
                  </a:lnTo>
                  <a:lnTo>
                    <a:pt x="334320" y="166299"/>
                  </a:lnTo>
                  <a:lnTo>
                    <a:pt x="334208" y="161008"/>
                  </a:lnTo>
                  <a:lnTo>
                    <a:pt x="333930" y="155723"/>
                  </a:lnTo>
                  <a:lnTo>
                    <a:pt x="333484" y="150449"/>
                  </a:lnTo>
                  <a:lnTo>
                    <a:pt x="332871" y="145192"/>
                  </a:lnTo>
                  <a:lnTo>
                    <a:pt x="332092" y="139957"/>
                  </a:lnTo>
                  <a:lnTo>
                    <a:pt x="331148" y="134749"/>
                  </a:lnTo>
                  <a:lnTo>
                    <a:pt x="330040" y="129574"/>
                  </a:lnTo>
                  <a:lnTo>
                    <a:pt x="328768" y="124436"/>
                  </a:lnTo>
                  <a:lnTo>
                    <a:pt x="327335" y="119342"/>
                  </a:lnTo>
                  <a:lnTo>
                    <a:pt x="325740" y="114295"/>
                  </a:lnTo>
                  <a:lnTo>
                    <a:pt x="323987" y="109301"/>
                  </a:lnTo>
                  <a:lnTo>
                    <a:pt x="322077" y="104365"/>
                  </a:lnTo>
                  <a:lnTo>
                    <a:pt x="320011" y="99493"/>
                  </a:lnTo>
                  <a:lnTo>
                    <a:pt x="317792" y="94688"/>
                  </a:lnTo>
                  <a:lnTo>
                    <a:pt x="315422" y="89955"/>
                  </a:lnTo>
                  <a:lnTo>
                    <a:pt x="312904" y="85300"/>
                  </a:lnTo>
                  <a:lnTo>
                    <a:pt x="310239" y="80728"/>
                  </a:lnTo>
                  <a:lnTo>
                    <a:pt x="307431" y="76241"/>
                  </a:lnTo>
                  <a:lnTo>
                    <a:pt x="304482" y="71846"/>
                  </a:lnTo>
                  <a:lnTo>
                    <a:pt x="301396" y="67547"/>
                  </a:lnTo>
                  <a:lnTo>
                    <a:pt x="298175" y="63347"/>
                  </a:lnTo>
                  <a:lnTo>
                    <a:pt x="294823" y="59252"/>
                  </a:lnTo>
                  <a:lnTo>
                    <a:pt x="291343" y="55264"/>
                  </a:lnTo>
                  <a:lnTo>
                    <a:pt x="287738" y="51389"/>
                  </a:lnTo>
                  <a:lnTo>
                    <a:pt x="284012" y="47630"/>
                  </a:lnTo>
                  <a:lnTo>
                    <a:pt x="280170" y="43990"/>
                  </a:lnTo>
                  <a:lnTo>
                    <a:pt x="276214" y="40474"/>
                  </a:lnTo>
                  <a:lnTo>
                    <a:pt x="272148" y="37085"/>
                  </a:lnTo>
                  <a:lnTo>
                    <a:pt x="267978" y="33827"/>
                  </a:lnTo>
                  <a:lnTo>
                    <a:pt x="263706" y="30702"/>
                  </a:lnTo>
                  <a:lnTo>
                    <a:pt x="259338" y="27714"/>
                  </a:lnTo>
                  <a:lnTo>
                    <a:pt x="254877" y="24866"/>
                  </a:lnTo>
                  <a:lnTo>
                    <a:pt x="250328" y="22160"/>
                  </a:lnTo>
                  <a:lnTo>
                    <a:pt x="245696" y="19600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189992"/>
              <a:ext cx="78542" cy="147567"/>
            </a:xfrm>
            <a:custGeom>
              <a:avLst/>
              <a:pathLst>
                <a:path w="78542" h="147567">
                  <a:moveTo>
                    <a:pt x="78542" y="0"/>
                  </a:moveTo>
                  <a:lnTo>
                    <a:pt x="0" y="1475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89992"/>
              <a:ext cx="78542" cy="147567"/>
            </a:xfrm>
            <a:custGeom>
              <a:avLst/>
              <a:pathLst>
                <a:path w="78542" h="147567">
                  <a:moveTo>
                    <a:pt x="78542" y="0"/>
                  </a:moveTo>
                  <a:lnTo>
                    <a:pt x="0" y="1475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89992"/>
              <a:ext cx="78542" cy="147567"/>
            </a:xfrm>
            <a:custGeom>
              <a:avLst/>
              <a:pathLst>
                <a:path w="78542" h="147567">
                  <a:moveTo>
                    <a:pt x="78542" y="0"/>
                  </a:moveTo>
                  <a:lnTo>
                    <a:pt x="0" y="1475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89992"/>
              <a:ext cx="78542" cy="147567"/>
            </a:xfrm>
            <a:custGeom>
              <a:avLst/>
              <a:pathLst>
                <a:path w="78542" h="147567">
                  <a:moveTo>
                    <a:pt x="78542" y="0"/>
                  </a:moveTo>
                  <a:lnTo>
                    <a:pt x="0" y="1475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89992"/>
              <a:ext cx="78542" cy="147567"/>
            </a:xfrm>
            <a:custGeom>
              <a:avLst/>
              <a:pathLst>
                <a:path w="78542" h="147567">
                  <a:moveTo>
                    <a:pt x="78542" y="0"/>
                  </a:moveTo>
                  <a:lnTo>
                    <a:pt x="0" y="1475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89992"/>
              <a:ext cx="78542" cy="147567"/>
            </a:xfrm>
            <a:custGeom>
              <a:avLst/>
              <a:pathLst>
                <a:path w="78542" h="147567">
                  <a:moveTo>
                    <a:pt x="78542" y="0"/>
                  </a:moveTo>
                  <a:lnTo>
                    <a:pt x="0" y="1475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89992"/>
              <a:ext cx="78542" cy="147567"/>
            </a:xfrm>
            <a:custGeom>
              <a:avLst/>
              <a:pathLst>
                <a:path w="78542" h="147567">
                  <a:moveTo>
                    <a:pt x="78542" y="0"/>
                  </a:moveTo>
                  <a:lnTo>
                    <a:pt x="0" y="1475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89992"/>
              <a:ext cx="78542" cy="147567"/>
            </a:xfrm>
            <a:custGeom>
              <a:avLst/>
              <a:pathLst>
                <a:path w="78542" h="147567">
                  <a:moveTo>
                    <a:pt x="78542" y="0"/>
                  </a:moveTo>
                  <a:lnTo>
                    <a:pt x="0" y="1475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89992"/>
              <a:ext cx="78542" cy="147567"/>
            </a:xfrm>
            <a:custGeom>
              <a:avLst/>
              <a:pathLst>
                <a:path w="78542" h="147567">
                  <a:moveTo>
                    <a:pt x="78542" y="0"/>
                  </a:moveTo>
                  <a:lnTo>
                    <a:pt x="0" y="1475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89992"/>
              <a:ext cx="78542" cy="147567"/>
            </a:xfrm>
            <a:custGeom>
              <a:avLst/>
              <a:pathLst>
                <a:path w="78542" h="147567">
                  <a:moveTo>
                    <a:pt x="78542" y="0"/>
                  </a:moveTo>
                  <a:lnTo>
                    <a:pt x="0" y="1475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89992"/>
              <a:ext cx="78542" cy="147567"/>
            </a:xfrm>
            <a:custGeom>
              <a:avLst/>
              <a:pathLst>
                <a:path w="78542" h="147567">
                  <a:moveTo>
                    <a:pt x="78542" y="0"/>
                  </a:moveTo>
                  <a:lnTo>
                    <a:pt x="0" y="1475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89992"/>
              <a:ext cx="78542" cy="147567"/>
            </a:xfrm>
            <a:custGeom>
              <a:avLst/>
              <a:pathLst>
                <a:path w="78542" h="147567">
                  <a:moveTo>
                    <a:pt x="78542" y="0"/>
                  </a:moveTo>
                  <a:lnTo>
                    <a:pt x="0" y="1475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185237"/>
              <a:ext cx="78542" cy="152322"/>
            </a:xfrm>
            <a:custGeom>
              <a:avLst/>
              <a:pathLst>
                <a:path w="78542" h="152322">
                  <a:moveTo>
                    <a:pt x="78542" y="4755"/>
                  </a:moveTo>
                  <a:lnTo>
                    <a:pt x="68867" y="0"/>
                  </a:lnTo>
                  <a:lnTo>
                    <a:pt x="0" y="1523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170392"/>
              <a:ext cx="68867" cy="167167"/>
            </a:xfrm>
            <a:custGeom>
              <a:avLst/>
              <a:pathLst>
                <a:path w="68867" h="167167">
                  <a:moveTo>
                    <a:pt x="68867" y="14844"/>
                  </a:moveTo>
                  <a:lnTo>
                    <a:pt x="63435" y="12503"/>
                  </a:lnTo>
                  <a:lnTo>
                    <a:pt x="57924" y="10356"/>
                  </a:lnTo>
                  <a:lnTo>
                    <a:pt x="52340" y="8405"/>
                  </a:lnTo>
                  <a:lnTo>
                    <a:pt x="46691" y="6653"/>
                  </a:lnTo>
                  <a:lnTo>
                    <a:pt x="40983" y="5101"/>
                  </a:lnTo>
                  <a:lnTo>
                    <a:pt x="35224" y="3753"/>
                  </a:lnTo>
                  <a:lnTo>
                    <a:pt x="29421" y="2609"/>
                  </a:lnTo>
                  <a:lnTo>
                    <a:pt x="23581" y="1671"/>
                  </a:lnTo>
                  <a:lnTo>
                    <a:pt x="17712" y="940"/>
                  </a:lnTo>
                  <a:lnTo>
                    <a:pt x="11820" y="418"/>
                  </a:lnTo>
                  <a:lnTo>
                    <a:pt x="5913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423595" y="3707720"/>
              <a:ext cx="334315" cy="334332"/>
            </a:xfrm>
            <a:custGeom>
              <a:avLst/>
              <a:pathLst>
                <a:path w="334315" h="334332">
                  <a:moveTo>
                    <a:pt x="167152" y="0"/>
                  </a:moveTo>
                  <a:lnTo>
                    <a:pt x="161858" y="83"/>
                  </a:lnTo>
                  <a:lnTo>
                    <a:pt x="156568" y="335"/>
                  </a:lnTo>
                  <a:lnTo>
                    <a:pt x="151289" y="754"/>
                  </a:lnTo>
                  <a:lnTo>
                    <a:pt x="146026" y="1340"/>
                  </a:lnTo>
                  <a:lnTo>
                    <a:pt x="140785" y="2092"/>
                  </a:lnTo>
                  <a:lnTo>
                    <a:pt x="135569" y="3010"/>
                  </a:lnTo>
                  <a:lnTo>
                    <a:pt x="130386" y="4093"/>
                  </a:lnTo>
                  <a:lnTo>
                    <a:pt x="125239" y="5339"/>
                  </a:lnTo>
                  <a:lnTo>
                    <a:pt x="120134" y="6748"/>
                  </a:lnTo>
                  <a:lnTo>
                    <a:pt x="115077" y="8318"/>
                  </a:lnTo>
                  <a:lnTo>
                    <a:pt x="110072" y="10047"/>
                  </a:lnTo>
                  <a:lnTo>
                    <a:pt x="105124" y="11934"/>
                  </a:lnTo>
                  <a:lnTo>
                    <a:pt x="100238" y="13976"/>
                  </a:lnTo>
                  <a:lnTo>
                    <a:pt x="95420" y="16172"/>
                  </a:lnTo>
                  <a:lnTo>
                    <a:pt x="90673" y="18520"/>
                  </a:lnTo>
                  <a:lnTo>
                    <a:pt x="86003" y="21017"/>
                  </a:lnTo>
                  <a:lnTo>
                    <a:pt x="81415" y="23661"/>
                  </a:lnTo>
                  <a:lnTo>
                    <a:pt x="76912" y="26448"/>
                  </a:lnTo>
                  <a:lnTo>
                    <a:pt x="72501" y="29377"/>
                  </a:lnTo>
                  <a:lnTo>
                    <a:pt x="68184" y="32444"/>
                  </a:lnTo>
                  <a:lnTo>
                    <a:pt x="63966" y="35647"/>
                  </a:lnTo>
                  <a:lnTo>
                    <a:pt x="59852" y="38981"/>
                  </a:lnTo>
                  <a:lnTo>
                    <a:pt x="55846" y="42444"/>
                  </a:lnTo>
                  <a:lnTo>
                    <a:pt x="51951" y="46032"/>
                  </a:lnTo>
                  <a:lnTo>
                    <a:pt x="48172" y="49742"/>
                  </a:lnTo>
                  <a:lnTo>
                    <a:pt x="44513" y="53569"/>
                  </a:lnTo>
                  <a:lnTo>
                    <a:pt x="40976" y="57510"/>
                  </a:lnTo>
                  <a:lnTo>
                    <a:pt x="37566" y="61562"/>
                  </a:lnTo>
                  <a:lnTo>
                    <a:pt x="34287" y="65719"/>
                  </a:lnTo>
                  <a:lnTo>
                    <a:pt x="31140" y="69979"/>
                  </a:lnTo>
                  <a:lnTo>
                    <a:pt x="28130" y="74335"/>
                  </a:lnTo>
                  <a:lnTo>
                    <a:pt x="25259" y="78785"/>
                  </a:lnTo>
                  <a:lnTo>
                    <a:pt x="22531" y="83324"/>
                  </a:lnTo>
                  <a:lnTo>
                    <a:pt x="19948" y="87947"/>
                  </a:lnTo>
                  <a:lnTo>
                    <a:pt x="17513" y="92649"/>
                  </a:lnTo>
                  <a:lnTo>
                    <a:pt x="15228" y="97426"/>
                  </a:lnTo>
                  <a:lnTo>
                    <a:pt x="13095" y="102273"/>
                  </a:lnTo>
                  <a:lnTo>
                    <a:pt x="11117" y="107185"/>
                  </a:lnTo>
                  <a:lnTo>
                    <a:pt x="9295" y="112157"/>
                  </a:lnTo>
                  <a:lnTo>
                    <a:pt x="7632" y="117185"/>
                  </a:lnTo>
                  <a:lnTo>
                    <a:pt x="6129" y="122263"/>
                  </a:lnTo>
                  <a:lnTo>
                    <a:pt x="4788" y="127385"/>
                  </a:lnTo>
                  <a:lnTo>
                    <a:pt x="3609" y="132548"/>
                  </a:lnTo>
                  <a:lnTo>
                    <a:pt x="2595" y="137745"/>
                  </a:lnTo>
                  <a:lnTo>
                    <a:pt x="1745" y="142972"/>
                  </a:lnTo>
                  <a:lnTo>
                    <a:pt x="1062" y="148224"/>
                  </a:lnTo>
                  <a:lnTo>
                    <a:pt x="545" y="153494"/>
                  </a:lnTo>
                  <a:lnTo>
                    <a:pt x="196" y="158778"/>
                  </a:lnTo>
                  <a:lnTo>
                    <a:pt x="14" y="164070"/>
                  </a:lnTo>
                  <a:lnTo>
                    <a:pt x="0" y="169365"/>
                  </a:lnTo>
                  <a:lnTo>
                    <a:pt x="153" y="174659"/>
                  </a:lnTo>
                  <a:lnTo>
                    <a:pt x="474" y="179944"/>
                  </a:lnTo>
                  <a:lnTo>
                    <a:pt x="962" y="185217"/>
                  </a:lnTo>
                  <a:lnTo>
                    <a:pt x="1618" y="190472"/>
                  </a:lnTo>
                  <a:lnTo>
                    <a:pt x="2439" y="195704"/>
                  </a:lnTo>
                  <a:lnTo>
                    <a:pt x="3425" y="200906"/>
                  </a:lnTo>
                  <a:lnTo>
                    <a:pt x="4576" y="206075"/>
                  </a:lnTo>
                  <a:lnTo>
                    <a:pt x="5890" y="211205"/>
                  </a:lnTo>
                  <a:lnTo>
                    <a:pt x="7366" y="216291"/>
                  </a:lnTo>
                  <a:lnTo>
                    <a:pt x="9002" y="221327"/>
                  </a:lnTo>
                  <a:lnTo>
                    <a:pt x="10797" y="226309"/>
                  </a:lnTo>
                  <a:lnTo>
                    <a:pt x="12748" y="231232"/>
                  </a:lnTo>
                  <a:lnTo>
                    <a:pt x="14855" y="236090"/>
                  </a:lnTo>
                  <a:lnTo>
                    <a:pt x="17114" y="240880"/>
                  </a:lnTo>
                  <a:lnTo>
                    <a:pt x="19524" y="245595"/>
                  </a:lnTo>
                  <a:lnTo>
                    <a:pt x="22083" y="250231"/>
                  </a:lnTo>
                  <a:lnTo>
                    <a:pt x="24786" y="254785"/>
                  </a:lnTo>
                  <a:lnTo>
                    <a:pt x="27633" y="259250"/>
                  </a:lnTo>
                  <a:lnTo>
                    <a:pt x="30620" y="263623"/>
                  </a:lnTo>
                  <a:lnTo>
                    <a:pt x="33743" y="267899"/>
                  </a:lnTo>
                  <a:lnTo>
                    <a:pt x="37001" y="272074"/>
                  </a:lnTo>
                  <a:lnTo>
                    <a:pt x="40389" y="276144"/>
                  </a:lnTo>
                  <a:lnTo>
                    <a:pt x="43904" y="280104"/>
                  </a:lnTo>
                  <a:lnTo>
                    <a:pt x="47543" y="283951"/>
                  </a:lnTo>
                  <a:lnTo>
                    <a:pt x="51302" y="287681"/>
                  </a:lnTo>
                  <a:lnTo>
                    <a:pt x="55177" y="291290"/>
                  </a:lnTo>
                  <a:lnTo>
                    <a:pt x="59165" y="294774"/>
                  </a:lnTo>
                  <a:lnTo>
                    <a:pt x="63261" y="298131"/>
                  </a:lnTo>
                  <a:lnTo>
                    <a:pt x="67461" y="301356"/>
                  </a:lnTo>
                  <a:lnTo>
                    <a:pt x="71761" y="304446"/>
                  </a:lnTo>
                  <a:lnTo>
                    <a:pt x="76157" y="307398"/>
                  </a:lnTo>
                  <a:lnTo>
                    <a:pt x="80645" y="310210"/>
                  </a:lnTo>
                  <a:lnTo>
                    <a:pt x="85219" y="312878"/>
                  </a:lnTo>
                  <a:lnTo>
                    <a:pt x="89875" y="315400"/>
                  </a:lnTo>
                  <a:lnTo>
                    <a:pt x="94609" y="317774"/>
                  </a:lnTo>
                  <a:lnTo>
                    <a:pt x="99416" y="319996"/>
                  </a:lnTo>
                  <a:lnTo>
                    <a:pt x="104290" y="322065"/>
                  </a:lnTo>
                  <a:lnTo>
                    <a:pt x="109228" y="323978"/>
                  </a:lnTo>
                  <a:lnTo>
                    <a:pt x="114224" y="325734"/>
                  </a:lnTo>
                  <a:lnTo>
                    <a:pt x="119273" y="327331"/>
                  </a:lnTo>
                  <a:lnTo>
                    <a:pt x="124370" y="328767"/>
                  </a:lnTo>
                  <a:lnTo>
                    <a:pt x="129510" y="330041"/>
                  </a:lnTo>
                  <a:lnTo>
                    <a:pt x="134687" y="331152"/>
                  </a:lnTo>
                  <a:lnTo>
                    <a:pt x="139898" y="332098"/>
                  </a:lnTo>
                  <a:lnTo>
                    <a:pt x="145135" y="332878"/>
                  </a:lnTo>
                  <a:lnTo>
                    <a:pt x="150395" y="333492"/>
                  </a:lnTo>
                  <a:lnTo>
                    <a:pt x="155672" y="333940"/>
                  </a:lnTo>
                  <a:lnTo>
                    <a:pt x="160960" y="334220"/>
                  </a:lnTo>
                  <a:lnTo>
                    <a:pt x="166254" y="334332"/>
                  </a:lnTo>
                  <a:lnTo>
                    <a:pt x="171549" y="334277"/>
                  </a:lnTo>
                  <a:lnTo>
                    <a:pt x="176840" y="334053"/>
                  </a:lnTo>
                  <a:lnTo>
                    <a:pt x="182121" y="333663"/>
                  </a:lnTo>
                  <a:lnTo>
                    <a:pt x="187387" y="333105"/>
                  </a:lnTo>
                  <a:lnTo>
                    <a:pt x="192633" y="332381"/>
                  </a:lnTo>
                  <a:lnTo>
                    <a:pt x="197853" y="331491"/>
                  </a:lnTo>
                  <a:lnTo>
                    <a:pt x="203042" y="330436"/>
                  </a:lnTo>
                  <a:lnTo>
                    <a:pt x="208196" y="329218"/>
                  </a:lnTo>
                  <a:lnTo>
                    <a:pt x="213308" y="327836"/>
                  </a:lnTo>
                  <a:lnTo>
                    <a:pt x="218374" y="326294"/>
                  </a:lnTo>
                  <a:lnTo>
                    <a:pt x="223388" y="324592"/>
                  </a:lnTo>
                  <a:lnTo>
                    <a:pt x="228346" y="322731"/>
                  </a:lnTo>
                  <a:lnTo>
                    <a:pt x="233243" y="320715"/>
                  </a:lnTo>
                  <a:lnTo>
                    <a:pt x="238073" y="318545"/>
                  </a:lnTo>
                  <a:lnTo>
                    <a:pt x="242832" y="316223"/>
                  </a:lnTo>
                  <a:lnTo>
                    <a:pt x="247515" y="313751"/>
                  </a:lnTo>
                  <a:lnTo>
                    <a:pt x="252118" y="311132"/>
                  </a:lnTo>
                  <a:lnTo>
                    <a:pt x="256635" y="308368"/>
                  </a:lnTo>
                  <a:lnTo>
                    <a:pt x="261062" y="305463"/>
                  </a:lnTo>
                  <a:lnTo>
                    <a:pt x="265396" y="302419"/>
                  </a:lnTo>
                  <a:lnTo>
                    <a:pt x="269630" y="299240"/>
                  </a:lnTo>
                  <a:lnTo>
                    <a:pt x="273762" y="295928"/>
                  </a:lnTo>
                  <a:lnTo>
                    <a:pt x="277787" y="292486"/>
                  </a:lnTo>
                  <a:lnTo>
                    <a:pt x="281701" y="288919"/>
                  </a:lnTo>
                  <a:lnTo>
                    <a:pt x="285500" y="285230"/>
                  </a:lnTo>
                  <a:lnTo>
                    <a:pt x="289180" y="281422"/>
                  </a:lnTo>
                  <a:lnTo>
                    <a:pt x="292737" y="277500"/>
                  </a:lnTo>
                  <a:lnTo>
                    <a:pt x="296169" y="273467"/>
                  </a:lnTo>
                  <a:lnTo>
                    <a:pt x="299471" y="269327"/>
                  </a:lnTo>
                  <a:lnTo>
                    <a:pt x="302641" y="265085"/>
                  </a:lnTo>
                  <a:lnTo>
                    <a:pt x="305674" y="260744"/>
                  </a:lnTo>
                  <a:lnTo>
                    <a:pt x="308568" y="256310"/>
                  </a:lnTo>
                  <a:lnTo>
                    <a:pt x="311321" y="251786"/>
                  </a:lnTo>
                  <a:lnTo>
                    <a:pt x="313929" y="247177"/>
                  </a:lnTo>
                  <a:lnTo>
                    <a:pt x="316389" y="242488"/>
                  </a:lnTo>
                  <a:lnTo>
                    <a:pt x="318700" y="237723"/>
                  </a:lnTo>
                  <a:lnTo>
                    <a:pt x="320859" y="232888"/>
                  </a:lnTo>
                  <a:lnTo>
                    <a:pt x="322864" y="227987"/>
                  </a:lnTo>
                  <a:lnTo>
                    <a:pt x="324712" y="223024"/>
                  </a:lnTo>
                  <a:lnTo>
                    <a:pt x="326402" y="218006"/>
                  </a:lnTo>
                  <a:lnTo>
                    <a:pt x="327932" y="212936"/>
                  </a:lnTo>
                  <a:lnTo>
                    <a:pt x="329301" y="207821"/>
                  </a:lnTo>
                  <a:lnTo>
                    <a:pt x="330508" y="202664"/>
                  </a:lnTo>
                  <a:lnTo>
                    <a:pt x="331550" y="197472"/>
                  </a:lnTo>
                  <a:lnTo>
                    <a:pt x="332427" y="192250"/>
                  </a:lnTo>
                  <a:lnTo>
                    <a:pt x="333139" y="187003"/>
                  </a:lnTo>
                  <a:lnTo>
                    <a:pt x="333684" y="181735"/>
                  </a:lnTo>
                  <a:lnTo>
                    <a:pt x="334062" y="176453"/>
                  </a:lnTo>
                  <a:lnTo>
                    <a:pt x="334272" y="171162"/>
                  </a:lnTo>
                  <a:lnTo>
                    <a:pt x="334315" y="165867"/>
                  </a:lnTo>
                  <a:lnTo>
                    <a:pt x="334190" y="160573"/>
                  </a:lnTo>
                  <a:lnTo>
                    <a:pt x="333897" y="155285"/>
                  </a:lnTo>
                  <a:lnTo>
                    <a:pt x="333437" y="150010"/>
                  </a:lnTo>
                  <a:lnTo>
                    <a:pt x="332810" y="144752"/>
                  </a:lnTo>
                  <a:lnTo>
                    <a:pt x="332017" y="139516"/>
                  </a:lnTo>
                  <a:lnTo>
                    <a:pt x="331059" y="134308"/>
                  </a:lnTo>
                  <a:lnTo>
                    <a:pt x="329936" y="129133"/>
                  </a:lnTo>
                  <a:lnTo>
                    <a:pt x="328649" y="123996"/>
                  </a:lnTo>
                  <a:lnTo>
                    <a:pt x="327201" y="118903"/>
                  </a:lnTo>
                  <a:lnTo>
                    <a:pt x="325592" y="113858"/>
                  </a:lnTo>
                  <a:lnTo>
                    <a:pt x="323824" y="108866"/>
                  </a:lnTo>
                  <a:lnTo>
                    <a:pt x="321899" y="103933"/>
                  </a:lnTo>
                  <a:lnTo>
                    <a:pt x="319818" y="99063"/>
                  </a:lnTo>
                  <a:lnTo>
                    <a:pt x="317585" y="94262"/>
                  </a:lnTo>
                  <a:lnTo>
                    <a:pt x="315200" y="89534"/>
                  </a:lnTo>
                  <a:lnTo>
                    <a:pt x="312667" y="84883"/>
                  </a:lnTo>
                  <a:lnTo>
                    <a:pt x="309987" y="80316"/>
                  </a:lnTo>
                  <a:lnTo>
                    <a:pt x="307165" y="75835"/>
                  </a:lnTo>
                  <a:lnTo>
                    <a:pt x="304202" y="71446"/>
                  </a:lnTo>
                  <a:lnTo>
                    <a:pt x="301101" y="67154"/>
                  </a:lnTo>
                  <a:lnTo>
                    <a:pt x="297866" y="62961"/>
                  </a:lnTo>
                  <a:lnTo>
                    <a:pt x="294500" y="58873"/>
                  </a:lnTo>
                  <a:lnTo>
                    <a:pt x="291006" y="54894"/>
                  </a:lnTo>
                  <a:lnTo>
                    <a:pt x="287388" y="51027"/>
                  </a:lnTo>
                  <a:lnTo>
                    <a:pt x="283649" y="47277"/>
                  </a:lnTo>
                  <a:lnTo>
                    <a:pt x="279793" y="43648"/>
                  </a:lnTo>
                  <a:lnTo>
                    <a:pt x="275824" y="40142"/>
                  </a:lnTo>
                  <a:lnTo>
                    <a:pt x="271746" y="36764"/>
                  </a:lnTo>
                  <a:lnTo>
                    <a:pt x="267564" y="33516"/>
                  </a:lnTo>
                  <a:lnTo>
                    <a:pt x="263280" y="30403"/>
                  </a:lnTo>
                  <a:lnTo>
                    <a:pt x="258900" y="27427"/>
                  </a:lnTo>
                  <a:lnTo>
                    <a:pt x="254428" y="24591"/>
                  </a:lnTo>
                  <a:lnTo>
                    <a:pt x="249868" y="21898"/>
                  </a:lnTo>
                  <a:lnTo>
                    <a:pt x="245225" y="19351"/>
                  </a:lnTo>
                  <a:lnTo>
                    <a:pt x="240504" y="16952"/>
                  </a:lnTo>
                  <a:lnTo>
                    <a:pt x="235710" y="14704"/>
                  </a:lnTo>
                  <a:lnTo>
                    <a:pt x="230846" y="12609"/>
                  </a:lnTo>
                  <a:lnTo>
                    <a:pt x="225919" y="10669"/>
                  </a:lnTo>
                  <a:lnTo>
                    <a:pt x="220933" y="8887"/>
                  </a:lnTo>
                  <a:lnTo>
                    <a:pt x="215892" y="7263"/>
                  </a:lnTo>
                  <a:lnTo>
                    <a:pt x="210803" y="5799"/>
                  </a:lnTo>
                  <a:lnTo>
                    <a:pt x="205670" y="4498"/>
                  </a:lnTo>
                  <a:lnTo>
                    <a:pt x="200498" y="3359"/>
                  </a:lnTo>
                  <a:lnTo>
                    <a:pt x="195293" y="2385"/>
                  </a:lnTo>
                  <a:lnTo>
                    <a:pt x="190060" y="1576"/>
                  </a:lnTo>
                  <a:lnTo>
                    <a:pt x="184804" y="934"/>
                  </a:lnTo>
                  <a:lnTo>
                    <a:pt x="179530" y="458"/>
                  </a:lnTo>
                  <a:lnTo>
                    <a:pt x="174243" y="150"/>
                  </a:lnTo>
                  <a:lnTo>
                    <a:pt x="168949" y="9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30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30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30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30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30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30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30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30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30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30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30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30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720"/>
              <a:ext cx="1796" cy="167167"/>
            </a:xfrm>
            <a:custGeom>
              <a:avLst/>
              <a:pathLst>
                <a:path w="1796" h="167167">
                  <a:moveTo>
                    <a:pt x="1796" y="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614134" y="4213821"/>
              <a:ext cx="334315" cy="334332"/>
            </a:xfrm>
            <a:custGeom>
              <a:avLst/>
              <a:pathLst>
                <a:path w="334315" h="334332">
                  <a:moveTo>
                    <a:pt x="167152" y="0"/>
                  </a:moveTo>
                  <a:lnTo>
                    <a:pt x="161858" y="83"/>
                  </a:lnTo>
                  <a:lnTo>
                    <a:pt x="156568" y="335"/>
                  </a:lnTo>
                  <a:lnTo>
                    <a:pt x="151289" y="754"/>
                  </a:lnTo>
                  <a:lnTo>
                    <a:pt x="146026" y="1340"/>
                  </a:lnTo>
                  <a:lnTo>
                    <a:pt x="140785" y="2092"/>
                  </a:lnTo>
                  <a:lnTo>
                    <a:pt x="135569" y="3010"/>
                  </a:lnTo>
                  <a:lnTo>
                    <a:pt x="130386" y="4093"/>
                  </a:lnTo>
                  <a:lnTo>
                    <a:pt x="125239" y="5339"/>
                  </a:lnTo>
                  <a:lnTo>
                    <a:pt x="120134" y="6748"/>
                  </a:lnTo>
                  <a:lnTo>
                    <a:pt x="115077" y="8318"/>
                  </a:lnTo>
                  <a:lnTo>
                    <a:pt x="110072" y="10047"/>
                  </a:lnTo>
                  <a:lnTo>
                    <a:pt x="105124" y="11934"/>
                  </a:lnTo>
                  <a:lnTo>
                    <a:pt x="100238" y="13976"/>
                  </a:lnTo>
                  <a:lnTo>
                    <a:pt x="95420" y="16172"/>
                  </a:lnTo>
                  <a:lnTo>
                    <a:pt x="90673" y="18520"/>
                  </a:lnTo>
                  <a:lnTo>
                    <a:pt x="86003" y="21017"/>
                  </a:lnTo>
                  <a:lnTo>
                    <a:pt x="81415" y="23661"/>
                  </a:lnTo>
                  <a:lnTo>
                    <a:pt x="76912" y="26448"/>
                  </a:lnTo>
                  <a:lnTo>
                    <a:pt x="72501" y="29377"/>
                  </a:lnTo>
                  <a:lnTo>
                    <a:pt x="68184" y="32444"/>
                  </a:lnTo>
                  <a:lnTo>
                    <a:pt x="63966" y="35647"/>
                  </a:lnTo>
                  <a:lnTo>
                    <a:pt x="59852" y="38981"/>
                  </a:lnTo>
                  <a:lnTo>
                    <a:pt x="55846" y="42444"/>
                  </a:lnTo>
                  <a:lnTo>
                    <a:pt x="51951" y="46032"/>
                  </a:lnTo>
                  <a:lnTo>
                    <a:pt x="48172" y="49742"/>
                  </a:lnTo>
                  <a:lnTo>
                    <a:pt x="44513" y="53569"/>
                  </a:lnTo>
                  <a:lnTo>
                    <a:pt x="40976" y="57510"/>
                  </a:lnTo>
                  <a:lnTo>
                    <a:pt x="37566" y="61562"/>
                  </a:lnTo>
                  <a:lnTo>
                    <a:pt x="34287" y="65719"/>
                  </a:lnTo>
                  <a:lnTo>
                    <a:pt x="31140" y="69979"/>
                  </a:lnTo>
                  <a:lnTo>
                    <a:pt x="28130" y="74335"/>
                  </a:lnTo>
                  <a:lnTo>
                    <a:pt x="25259" y="78785"/>
                  </a:lnTo>
                  <a:lnTo>
                    <a:pt x="22531" y="83324"/>
                  </a:lnTo>
                  <a:lnTo>
                    <a:pt x="19948" y="87947"/>
                  </a:lnTo>
                  <a:lnTo>
                    <a:pt x="17513" y="92649"/>
                  </a:lnTo>
                  <a:lnTo>
                    <a:pt x="15228" y="97426"/>
                  </a:lnTo>
                  <a:lnTo>
                    <a:pt x="13095" y="102273"/>
                  </a:lnTo>
                  <a:lnTo>
                    <a:pt x="11117" y="107185"/>
                  </a:lnTo>
                  <a:lnTo>
                    <a:pt x="9295" y="112157"/>
                  </a:lnTo>
                  <a:lnTo>
                    <a:pt x="7632" y="117185"/>
                  </a:lnTo>
                  <a:lnTo>
                    <a:pt x="6129" y="122263"/>
                  </a:lnTo>
                  <a:lnTo>
                    <a:pt x="4788" y="127385"/>
                  </a:lnTo>
                  <a:lnTo>
                    <a:pt x="3609" y="132548"/>
                  </a:lnTo>
                  <a:lnTo>
                    <a:pt x="2595" y="137745"/>
                  </a:lnTo>
                  <a:lnTo>
                    <a:pt x="1745" y="142972"/>
                  </a:lnTo>
                  <a:lnTo>
                    <a:pt x="1062" y="148224"/>
                  </a:lnTo>
                  <a:lnTo>
                    <a:pt x="545" y="153494"/>
                  </a:lnTo>
                  <a:lnTo>
                    <a:pt x="196" y="158778"/>
                  </a:lnTo>
                  <a:lnTo>
                    <a:pt x="14" y="164070"/>
                  </a:lnTo>
                  <a:lnTo>
                    <a:pt x="0" y="169365"/>
                  </a:lnTo>
                  <a:lnTo>
                    <a:pt x="153" y="174659"/>
                  </a:lnTo>
                  <a:lnTo>
                    <a:pt x="474" y="179944"/>
                  </a:lnTo>
                  <a:lnTo>
                    <a:pt x="962" y="185217"/>
                  </a:lnTo>
                  <a:lnTo>
                    <a:pt x="1618" y="190472"/>
                  </a:lnTo>
                  <a:lnTo>
                    <a:pt x="2439" y="195704"/>
                  </a:lnTo>
                  <a:lnTo>
                    <a:pt x="3425" y="200906"/>
                  </a:lnTo>
                  <a:lnTo>
                    <a:pt x="4576" y="206075"/>
                  </a:lnTo>
                  <a:lnTo>
                    <a:pt x="5890" y="211205"/>
                  </a:lnTo>
                  <a:lnTo>
                    <a:pt x="7366" y="216291"/>
                  </a:lnTo>
                  <a:lnTo>
                    <a:pt x="9002" y="221327"/>
                  </a:lnTo>
                  <a:lnTo>
                    <a:pt x="10797" y="226309"/>
                  </a:lnTo>
                  <a:lnTo>
                    <a:pt x="12748" y="231232"/>
                  </a:lnTo>
                  <a:lnTo>
                    <a:pt x="14855" y="236090"/>
                  </a:lnTo>
                  <a:lnTo>
                    <a:pt x="17114" y="240880"/>
                  </a:lnTo>
                  <a:lnTo>
                    <a:pt x="19524" y="245595"/>
                  </a:lnTo>
                  <a:lnTo>
                    <a:pt x="22083" y="250231"/>
                  </a:lnTo>
                  <a:lnTo>
                    <a:pt x="24786" y="254785"/>
                  </a:lnTo>
                  <a:lnTo>
                    <a:pt x="27633" y="259250"/>
                  </a:lnTo>
                  <a:lnTo>
                    <a:pt x="30620" y="263623"/>
                  </a:lnTo>
                  <a:lnTo>
                    <a:pt x="33743" y="267899"/>
                  </a:lnTo>
                  <a:lnTo>
                    <a:pt x="37001" y="272074"/>
                  </a:lnTo>
                  <a:lnTo>
                    <a:pt x="40389" y="276144"/>
                  </a:lnTo>
                  <a:lnTo>
                    <a:pt x="43904" y="280104"/>
                  </a:lnTo>
                  <a:lnTo>
                    <a:pt x="47543" y="283951"/>
                  </a:lnTo>
                  <a:lnTo>
                    <a:pt x="51302" y="287681"/>
                  </a:lnTo>
                  <a:lnTo>
                    <a:pt x="55177" y="291290"/>
                  </a:lnTo>
                  <a:lnTo>
                    <a:pt x="59165" y="294774"/>
                  </a:lnTo>
                  <a:lnTo>
                    <a:pt x="63261" y="298131"/>
                  </a:lnTo>
                  <a:lnTo>
                    <a:pt x="67461" y="301356"/>
                  </a:lnTo>
                  <a:lnTo>
                    <a:pt x="71761" y="304446"/>
                  </a:lnTo>
                  <a:lnTo>
                    <a:pt x="76157" y="307398"/>
                  </a:lnTo>
                  <a:lnTo>
                    <a:pt x="80645" y="310210"/>
                  </a:lnTo>
                  <a:lnTo>
                    <a:pt x="85219" y="312878"/>
                  </a:lnTo>
                  <a:lnTo>
                    <a:pt x="89875" y="315400"/>
                  </a:lnTo>
                  <a:lnTo>
                    <a:pt x="94609" y="317774"/>
                  </a:lnTo>
                  <a:lnTo>
                    <a:pt x="99416" y="319996"/>
                  </a:lnTo>
                  <a:lnTo>
                    <a:pt x="104290" y="322065"/>
                  </a:lnTo>
                  <a:lnTo>
                    <a:pt x="109228" y="323978"/>
                  </a:lnTo>
                  <a:lnTo>
                    <a:pt x="114224" y="325734"/>
                  </a:lnTo>
                  <a:lnTo>
                    <a:pt x="119273" y="327331"/>
                  </a:lnTo>
                  <a:lnTo>
                    <a:pt x="124370" y="328767"/>
                  </a:lnTo>
                  <a:lnTo>
                    <a:pt x="129510" y="330041"/>
                  </a:lnTo>
                  <a:lnTo>
                    <a:pt x="134687" y="331152"/>
                  </a:lnTo>
                  <a:lnTo>
                    <a:pt x="139898" y="332098"/>
                  </a:lnTo>
                  <a:lnTo>
                    <a:pt x="145135" y="332878"/>
                  </a:lnTo>
                  <a:lnTo>
                    <a:pt x="150395" y="333492"/>
                  </a:lnTo>
                  <a:lnTo>
                    <a:pt x="155672" y="333940"/>
                  </a:lnTo>
                  <a:lnTo>
                    <a:pt x="160960" y="334220"/>
                  </a:lnTo>
                  <a:lnTo>
                    <a:pt x="166254" y="334332"/>
                  </a:lnTo>
                  <a:lnTo>
                    <a:pt x="171549" y="334277"/>
                  </a:lnTo>
                  <a:lnTo>
                    <a:pt x="176840" y="334053"/>
                  </a:lnTo>
                  <a:lnTo>
                    <a:pt x="182121" y="333663"/>
                  </a:lnTo>
                  <a:lnTo>
                    <a:pt x="187387" y="333105"/>
                  </a:lnTo>
                  <a:lnTo>
                    <a:pt x="192633" y="332381"/>
                  </a:lnTo>
                  <a:lnTo>
                    <a:pt x="197853" y="331491"/>
                  </a:lnTo>
                  <a:lnTo>
                    <a:pt x="203042" y="330436"/>
                  </a:lnTo>
                  <a:lnTo>
                    <a:pt x="208196" y="329218"/>
                  </a:lnTo>
                  <a:lnTo>
                    <a:pt x="213308" y="327836"/>
                  </a:lnTo>
                  <a:lnTo>
                    <a:pt x="218374" y="326294"/>
                  </a:lnTo>
                  <a:lnTo>
                    <a:pt x="223388" y="324592"/>
                  </a:lnTo>
                  <a:lnTo>
                    <a:pt x="228346" y="322731"/>
                  </a:lnTo>
                  <a:lnTo>
                    <a:pt x="233243" y="320715"/>
                  </a:lnTo>
                  <a:lnTo>
                    <a:pt x="238073" y="318545"/>
                  </a:lnTo>
                  <a:lnTo>
                    <a:pt x="242832" y="316223"/>
                  </a:lnTo>
                  <a:lnTo>
                    <a:pt x="247515" y="313751"/>
                  </a:lnTo>
                  <a:lnTo>
                    <a:pt x="252118" y="311132"/>
                  </a:lnTo>
                  <a:lnTo>
                    <a:pt x="256635" y="308368"/>
                  </a:lnTo>
                  <a:lnTo>
                    <a:pt x="261062" y="305463"/>
                  </a:lnTo>
                  <a:lnTo>
                    <a:pt x="265396" y="302419"/>
                  </a:lnTo>
                  <a:lnTo>
                    <a:pt x="269630" y="299240"/>
                  </a:lnTo>
                  <a:lnTo>
                    <a:pt x="273762" y="295928"/>
                  </a:lnTo>
                  <a:lnTo>
                    <a:pt x="277787" y="292486"/>
                  </a:lnTo>
                  <a:lnTo>
                    <a:pt x="281701" y="288919"/>
                  </a:lnTo>
                  <a:lnTo>
                    <a:pt x="285500" y="285230"/>
                  </a:lnTo>
                  <a:lnTo>
                    <a:pt x="289180" y="281422"/>
                  </a:lnTo>
                  <a:lnTo>
                    <a:pt x="292737" y="277500"/>
                  </a:lnTo>
                  <a:lnTo>
                    <a:pt x="296169" y="273467"/>
                  </a:lnTo>
                  <a:lnTo>
                    <a:pt x="299471" y="269327"/>
                  </a:lnTo>
                  <a:lnTo>
                    <a:pt x="302641" y="265085"/>
                  </a:lnTo>
                  <a:lnTo>
                    <a:pt x="305674" y="260744"/>
                  </a:lnTo>
                  <a:lnTo>
                    <a:pt x="308568" y="256310"/>
                  </a:lnTo>
                  <a:lnTo>
                    <a:pt x="311321" y="251786"/>
                  </a:lnTo>
                  <a:lnTo>
                    <a:pt x="313929" y="247177"/>
                  </a:lnTo>
                  <a:lnTo>
                    <a:pt x="316389" y="242488"/>
                  </a:lnTo>
                  <a:lnTo>
                    <a:pt x="318700" y="237723"/>
                  </a:lnTo>
                  <a:lnTo>
                    <a:pt x="320859" y="232888"/>
                  </a:lnTo>
                  <a:lnTo>
                    <a:pt x="322864" y="227987"/>
                  </a:lnTo>
                  <a:lnTo>
                    <a:pt x="324712" y="223024"/>
                  </a:lnTo>
                  <a:lnTo>
                    <a:pt x="326402" y="218006"/>
                  </a:lnTo>
                  <a:lnTo>
                    <a:pt x="327932" y="212936"/>
                  </a:lnTo>
                  <a:lnTo>
                    <a:pt x="329301" y="207821"/>
                  </a:lnTo>
                  <a:lnTo>
                    <a:pt x="330508" y="202664"/>
                  </a:lnTo>
                  <a:lnTo>
                    <a:pt x="331550" y="197472"/>
                  </a:lnTo>
                  <a:lnTo>
                    <a:pt x="332427" y="192250"/>
                  </a:lnTo>
                  <a:lnTo>
                    <a:pt x="333139" y="187003"/>
                  </a:lnTo>
                  <a:lnTo>
                    <a:pt x="333684" y="181735"/>
                  </a:lnTo>
                  <a:lnTo>
                    <a:pt x="334062" y="176453"/>
                  </a:lnTo>
                  <a:lnTo>
                    <a:pt x="334272" y="171162"/>
                  </a:lnTo>
                  <a:lnTo>
                    <a:pt x="334315" y="165867"/>
                  </a:lnTo>
                  <a:lnTo>
                    <a:pt x="334190" y="160573"/>
                  </a:lnTo>
                  <a:lnTo>
                    <a:pt x="333897" y="155285"/>
                  </a:lnTo>
                  <a:lnTo>
                    <a:pt x="333437" y="150010"/>
                  </a:lnTo>
                  <a:lnTo>
                    <a:pt x="332810" y="144752"/>
                  </a:lnTo>
                  <a:lnTo>
                    <a:pt x="332017" y="139516"/>
                  </a:lnTo>
                  <a:lnTo>
                    <a:pt x="331059" y="134308"/>
                  </a:lnTo>
                  <a:lnTo>
                    <a:pt x="329936" y="129133"/>
                  </a:lnTo>
                  <a:lnTo>
                    <a:pt x="328649" y="123996"/>
                  </a:lnTo>
                  <a:lnTo>
                    <a:pt x="327201" y="118903"/>
                  </a:lnTo>
                  <a:lnTo>
                    <a:pt x="325592" y="113858"/>
                  </a:lnTo>
                  <a:lnTo>
                    <a:pt x="323824" y="108866"/>
                  </a:lnTo>
                  <a:lnTo>
                    <a:pt x="321899" y="103933"/>
                  </a:lnTo>
                  <a:lnTo>
                    <a:pt x="319818" y="99063"/>
                  </a:lnTo>
                  <a:lnTo>
                    <a:pt x="317585" y="94262"/>
                  </a:lnTo>
                  <a:lnTo>
                    <a:pt x="315200" y="89534"/>
                  </a:lnTo>
                  <a:lnTo>
                    <a:pt x="312667" y="84883"/>
                  </a:lnTo>
                  <a:lnTo>
                    <a:pt x="309987" y="80316"/>
                  </a:lnTo>
                  <a:lnTo>
                    <a:pt x="307165" y="75835"/>
                  </a:lnTo>
                  <a:lnTo>
                    <a:pt x="304202" y="71446"/>
                  </a:lnTo>
                  <a:lnTo>
                    <a:pt x="301101" y="67154"/>
                  </a:lnTo>
                  <a:lnTo>
                    <a:pt x="297866" y="62961"/>
                  </a:lnTo>
                  <a:lnTo>
                    <a:pt x="294500" y="58873"/>
                  </a:lnTo>
                  <a:lnTo>
                    <a:pt x="291006" y="54894"/>
                  </a:lnTo>
                  <a:lnTo>
                    <a:pt x="287388" y="51027"/>
                  </a:lnTo>
                  <a:lnTo>
                    <a:pt x="283649" y="47277"/>
                  </a:lnTo>
                  <a:lnTo>
                    <a:pt x="279793" y="43648"/>
                  </a:lnTo>
                  <a:lnTo>
                    <a:pt x="275824" y="40142"/>
                  </a:lnTo>
                  <a:lnTo>
                    <a:pt x="271746" y="36764"/>
                  </a:lnTo>
                  <a:lnTo>
                    <a:pt x="267564" y="33516"/>
                  </a:lnTo>
                  <a:lnTo>
                    <a:pt x="263280" y="30403"/>
                  </a:lnTo>
                  <a:lnTo>
                    <a:pt x="258900" y="27427"/>
                  </a:lnTo>
                  <a:lnTo>
                    <a:pt x="254428" y="24591"/>
                  </a:lnTo>
                  <a:lnTo>
                    <a:pt x="249868" y="21898"/>
                  </a:lnTo>
                  <a:lnTo>
                    <a:pt x="245225" y="19351"/>
                  </a:lnTo>
                  <a:lnTo>
                    <a:pt x="240504" y="16952"/>
                  </a:lnTo>
                  <a:lnTo>
                    <a:pt x="235710" y="14704"/>
                  </a:lnTo>
                  <a:lnTo>
                    <a:pt x="230846" y="12609"/>
                  </a:lnTo>
                  <a:lnTo>
                    <a:pt x="225919" y="10669"/>
                  </a:lnTo>
                  <a:lnTo>
                    <a:pt x="220933" y="8887"/>
                  </a:lnTo>
                  <a:lnTo>
                    <a:pt x="215892" y="7263"/>
                  </a:lnTo>
                  <a:lnTo>
                    <a:pt x="210803" y="5799"/>
                  </a:lnTo>
                  <a:lnTo>
                    <a:pt x="205670" y="4498"/>
                  </a:lnTo>
                  <a:lnTo>
                    <a:pt x="200498" y="3359"/>
                  </a:lnTo>
                  <a:lnTo>
                    <a:pt x="195293" y="2385"/>
                  </a:lnTo>
                  <a:lnTo>
                    <a:pt x="190060" y="1576"/>
                  </a:lnTo>
                  <a:lnTo>
                    <a:pt x="184804" y="934"/>
                  </a:lnTo>
                  <a:lnTo>
                    <a:pt x="179530" y="458"/>
                  </a:lnTo>
                  <a:lnTo>
                    <a:pt x="174243" y="150"/>
                  </a:lnTo>
                  <a:lnTo>
                    <a:pt x="168949" y="9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31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31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31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31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31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31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31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31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31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31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31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21"/>
              <a:ext cx="1796" cy="167167"/>
            </a:xfrm>
            <a:custGeom>
              <a:avLst/>
              <a:pathLst>
                <a:path w="1796" h="167167">
                  <a:moveTo>
                    <a:pt x="1796" y="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919375" y="4659281"/>
              <a:ext cx="167149" cy="175026"/>
            </a:xfrm>
            <a:custGeom>
              <a:avLst/>
              <a:pathLst>
                <a:path w="167149" h="175026">
                  <a:moveTo>
                    <a:pt x="167149" y="0"/>
                  </a:moveTo>
                  <a:lnTo>
                    <a:pt x="161741" y="87"/>
                  </a:lnTo>
                  <a:lnTo>
                    <a:pt x="156339" y="349"/>
                  </a:lnTo>
                  <a:lnTo>
                    <a:pt x="150948" y="786"/>
                  </a:lnTo>
                  <a:lnTo>
                    <a:pt x="145573" y="1398"/>
                  </a:lnTo>
                  <a:lnTo>
                    <a:pt x="140222" y="2182"/>
                  </a:lnTo>
                  <a:lnTo>
                    <a:pt x="134899" y="3140"/>
                  </a:lnTo>
                  <a:lnTo>
                    <a:pt x="129609" y="4269"/>
                  </a:lnTo>
                  <a:lnTo>
                    <a:pt x="124359" y="5569"/>
                  </a:lnTo>
                  <a:lnTo>
                    <a:pt x="119153" y="7038"/>
                  </a:lnTo>
                  <a:lnTo>
                    <a:pt x="113998" y="8674"/>
                  </a:lnTo>
                  <a:lnTo>
                    <a:pt x="108899" y="10477"/>
                  </a:lnTo>
                  <a:lnTo>
                    <a:pt x="103860" y="12443"/>
                  </a:lnTo>
                  <a:lnTo>
                    <a:pt x="98888" y="14572"/>
                  </a:lnTo>
                  <a:lnTo>
                    <a:pt x="93987" y="16860"/>
                  </a:lnTo>
                  <a:lnTo>
                    <a:pt x="89163" y="19305"/>
                  </a:lnTo>
                  <a:lnTo>
                    <a:pt x="84420" y="21906"/>
                  </a:lnTo>
                  <a:lnTo>
                    <a:pt x="79764" y="24658"/>
                  </a:lnTo>
                  <a:lnTo>
                    <a:pt x="75199" y="27559"/>
                  </a:lnTo>
                  <a:lnTo>
                    <a:pt x="70731" y="30607"/>
                  </a:lnTo>
                  <a:lnTo>
                    <a:pt x="66364" y="33798"/>
                  </a:lnTo>
                  <a:lnTo>
                    <a:pt x="62102" y="37128"/>
                  </a:lnTo>
                  <a:lnTo>
                    <a:pt x="57950" y="40595"/>
                  </a:lnTo>
                  <a:lnTo>
                    <a:pt x="53912" y="44194"/>
                  </a:lnTo>
                  <a:lnTo>
                    <a:pt x="49993" y="47921"/>
                  </a:lnTo>
                  <a:lnTo>
                    <a:pt x="46197" y="51774"/>
                  </a:lnTo>
                  <a:lnTo>
                    <a:pt x="42527" y="55747"/>
                  </a:lnTo>
                  <a:lnTo>
                    <a:pt x="38988" y="59837"/>
                  </a:lnTo>
                  <a:lnTo>
                    <a:pt x="35583" y="64039"/>
                  </a:lnTo>
                  <a:lnTo>
                    <a:pt x="32315" y="68350"/>
                  </a:lnTo>
                  <a:lnTo>
                    <a:pt x="29189" y="72763"/>
                  </a:lnTo>
                  <a:lnTo>
                    <a:pt x="26207" y="77276"/>
                  </a:lnTo>
                  <a:lnTo>
                    <a:pt x="23373" y="81882"/>
                  </a:lnTo>
                  <a:lnTo>
                    <a:pt x="20689" y="86578"/>
                  </a:lnTo>
                  <a:lnTo>
                    <a:pt x="18159" y="91359"/>
                  </a:lnTo>
                  <a:lnTo>
                    <a:pt x="15784" y="96218"/>
                  </a:lnTo>
                  <a:lnTo>
                    <a:pt x="13568" y="101152"/>
                  </a:lnTo>
                  <a:lnTo>
                    <a:pt x="11513" y="106155"/>
                  </a:lnTo>
                  <a:lnTo>
                    <a:pt x="9621" y="111222"/>
                  </a:lnTo>
                  <a:lnTo>
                    <a:pt x="7893" y="116348"/>
                  </a:lnTo>
                  <a:lnTo>
                    <a:pt x="6333" y="121526"/>
                  </a:lnTo>
                  <a:lnTo>
                    <a:pt x="4940" y="126753"/>
                  </a:lnTo>
                  <a:lnTo>
                    <a:pt x="3718" y="132021"/>
                  </a:lnTo>
                  <a:lnTo>
                    <a:pt x="2666" y="137327"/>
                  </a:lnTo>
                  <a:lnTo>
                    <a:pt x="1787" y="142664"/>
                  </a:lnTo>
                  <a:lnTo>
                    <a:pt x="1081" y="148026"/>
                  </a:lnTo>
                  <a:lnTo>
                    <a:pt x="549" y="153409"/>
                  </a:lnTo>
                  <a:lnTo>
                    <a:pt x="191" y="158805"/>
                  </a:lnTo>
                  <a:lnTo>
                    <a:pt x="8" y="164211"/>
                  </a:lnTo>
                  <a:lnTo>
                    <a:pt x="0" y="169620"/>
                  </a:lnTo>
                  <a:lnTo>
                    <a:pt x="166" y="175026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919542" y="4826449"/>
              <a:ext cx="166982" cy="7858"/>
            </a:xfrm>
            <a:custGeom>
              <a:avLst/>
              <a:pathLst>
                <a:path w="166982" h="7858">
                  <a:moveTo>
                    <a:pt x="0" y="7858"/>
                  </a:moveTo>
                  <a:lnTo>
                    <a:pt x="16698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919542" y="4826449"/>
              <a:ext cx="166982" cy="7858"/>
            </a:xfrm>
            <a:custGeom>
              <a:avLst/>
              <a:pathLst>
                <a:path w="166982" h="7858">
                  <a:moveTo>
                    <a:pt x="0" y="7858"/>
                  </a:moveTo>
                  <a:lnTo>
                    <a:pt x="16698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919542" y="4826449"/>
              <a:ext cx="166982" cy="7858"/>
            </a:xfrm>
            <a:custGeom>
              <a:avLst/>
              <a:pathLst>
                <a:path w="166982" h="7858">
                  <a:moveTo>
                    <a:pt x="0" y="7858"/>
                  </a:moveTo>
                  <a:lnTo>
                    <a:pt x="166982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919542" y="4826449"/>
              <a:ext cx="166982" cy="7858"/>
            </a:xfrm>
            <a:custGeom>
              <a:avLst/>
              <a:pathLst>
                <a:path w="166982" h="7858">
                  <a:moveTo>
                    <a:pt x="0" y="7858"/>
                  </a:moveTo>
                  <a:lnTo>
                    <a:pt x="16698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919542" y="4826449"/>
              <a:ext cx="166982" cy="7858"/>
            </a:xfrm>
            <a:custGeom>
              <a:avLst/>
              <a:pathLst>
                <a:path w="166982" h="7858">
                  <a:moveTo>
                    <a:pt x="0" y="7858"/>
                  </a:moveTo>
                  <a:lnTo>
                    <a:pt x="16698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919542" y="4826449"/>
              <a:ext cx="166982" cy="7858"/>
            </a:xfrm>
            <a:custGeom>
              <a:avLst/>
              <a:pathLst>
                <a:path w="166982" h="7858">
                  <a:moveTo>
                    <a:pt x="0" y="7858"/>
                  </a:moveTo>
                  <a:lnTo>
                    <a:pt x="16698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919542" y="4826449"/>
              <a:ext cx="166982" cy="7858"/>
            </a:xfrm>
            <a:custGeom>
              <a:avLst/>
              <a:pathLst>
                <a:path w="166982" h="7858">
                  <a:moveTo>
                    <a:pt x="0" y="7858"/>
                  </a:moveTo>
                  <a:lnTo>
                    <a:pt x="16698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919542" y="4826449"/>
              <a:ext cx="166982" cy="7858"/>
            </a:xfrm>
            <a:custGeom>
              <a:avLst/>
              <a:pathLst>
                <a:path w="166982" h="7858">
                  <a:moveTo>
                    <a:pt x="0" y="7858"/>
                  </a:moveTo>
                  <a:lnTo>
                    <a:pt x="16698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919542" y="4826449"/>
              <a:ext cx="166982" cy="7858"/>
            </a:xfrm>
            <a:custGeom>
              <a:avLst/>
              <a:pathLst>
                <a:path w="166982" h="7858">
                  <a:moveTo>
                    <a:pt x="0" y="7858"/>
                  </a:moveTo>
                  <a:lnTo>
                    <a:pt x="16698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919542" y="4826449"/>
              <a:ext cx="166982" cy="28389"/>
            </a:xfrm>
            <a:custGeom>
              <a:avLst/>
              <a:pathLst>
                <a:path w="166982" h="28389">
                  <a:moveTo>
                    <a:pt x="0" y="7858"/>
                  </a:moveTo>
                  <a:lnTo>
                    <a:pt x="804" y="18158"/>
                  </a:lnTo>
                  <a:lnTo>
                    <a:pt x="2243" y="28389"/>
                  </a:lnTo>
                  <a:lnTo>
                    <a:pt x="166982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921785" y="4659281"/>
              <a:ext cx="331889" cy="334334"/>
            </a:xfrm>
            <a:custGeom>
              <a:avLst/>
              <a:pathLst>
                <a:path w="331889" h="334334">
                  <a:moveTo>
                    <a:pt x="0" y="195556"/>
                  </a:moveTo>
                  <a:lnTo>
                    <a:pt x="984" y="200773"/>
                  </a:lnTo>
                  <a:lnTo>
                    <a:pt x="2134" y="205956"/>
                  </a:lnTo>
                  <a:lnTo>
                    <a:pt x="3448" y="211100"/>
                  </a:lnTo>
                  <a:lnTo>
                    <a:pt x="4924" y="216200"/>
                  </a:lnTo>
                  <a:lnTo>
                    <a:pt x="6562" y="221250"/>
                  </a:lnTo>
                  <a:lnTo>
                    <a:pt x="8359" y="226246"/>
                  </a:lnTo>
                  <a:lnTo>
                    <a:pt x="10314" y="231182"/>
                  </a:lnTo>
                  <a:lnTo>
                    <a:pt x="12424" y="236053"/>
                  </a:lnTo>
                  <a:lnTo>
                    <a:pt x="14689" y="240855"/>
                  </a:lnTo>
                  <a:lnTo>
                    <a:pt x="17104" y="245583"/>
                  </a:lnTo>
                  <a:lnTo>
                    <a:pt x="19669" y="250231"/>
                  </a:lnTo>
                  <a:lnTo>
                    <a:pt x="22380" y="254796"/>
                  </a:lnTo>
                  <a:lnTo>
                    <a:pt x="25234" y="259273"/>
                  </a:lnTo>
                  <a:lnTo>
                    <a:pt x="28229" y="263656"/>
                  </a:lnTo>
                  <a:lnTo>
                    <a:pt x="31362" y="267942"/>
                  </a:lnTo>
                  <a:lnTo>
                    <a:pt x="34630" y="272127"/>
                  </a:lnTo>
                  <a:lnTo>
                    <a:pt x="38028" y="276206"/>
                  </a:lnTo>
                  <a:lnTo>
                    <a:pt x="41555" y="280174"/>
                  </a:lnTo>
                  <a:lnTo>
                    <a:pt x="45205" y="284029"/>
                  </a:lnTo>
                  <a:lnTo>
                    <a:pt x="48977" y="287766"/>
                  </a:lnTo>
                  <a:lnTo>
                    <a:pt x="52865" y="291381"/>
                  </a:lnTo>
                  <a:lnTo>
                    <a:pt x="56866" y="294871"/>
                  </a:lnTo>
                  <a:lnTo>
                    <a:pt x="60975" y="298232"/>
                  </a:lnTo>
                  <a:lnTo>
                    <a:pt x="65190" y="301461"/>
                  </a:lnTo>
                  <a:lnTo>
                    <a:pt x="69504" y="304555"/>
                  </a:lnTo>
                  <a:lnTo>
                    <a:pt x="73915" y="307509"/>
                  </a:lnTo>
                  <a:lnTo>
                    <a:pt x="78417" y="310323"/>
                  </a:lnTo>
                  <a:lnTo>
                    <a:pt x="83007" y="312992"/>
                  </a:lnTo>
                  <a:lnTo>
                    <a:pt x="87679" y="315514"/>
                  </a:lnTo>
                  <a:lnTo>
                    <a:pt x="92428" y="317886"/>
                  </a:lnTo>
                  <a:lnTo>
                    <a:pt x="97251" y="320106"/>
                  </a:lnTo>
                  <a:lnTo>
                    <a:pt x="102142" y="322172"/>
                  </a:lnTo>
                  <a:lnTo>
                    <a:pt x="107095" y="324082"/>
                  </a:lnTo>
                  <a:lnTo>
                    <a:pt x="112107" y="325833"/>
                  </a:lnTo>
                  <a:lnTo>
                    <a:pt x="117172" y="327424"/>
                  </a:lnTo>
                  <a:lnTo>
                    <a:pt x="122285" y="328854"/>
                  </a:lnTo>
                  <a:lnTo>
                    <a:pt x="127441" y="330120"/>
                  </a:lnTo>
                  <a:lnTo>
                    <a:pt x="132634" y="331223"/>
                  </a:lnTo>
                  <a:lnTo>
                    <a:pt x="137860" y="332159"/>
                  </a:lnTo>
                  <a:lnTo>
                    <a:pt x="143113" y="332930"/>
                  </a:lnTo>
                  <a:lnTo>
                    <a:pt x="148388" y="333533"/>
                  </a:lnTo>
                  <a:lnTo>
                    <a:pt x="153679" y="333968"/>
                  </a:lnTo>
                  <a:lnTo>
                    <a:pt x="158981" y="334235"/>
                  </a:lnTo>
                  <a:lnTo>
                    <a:pt x="164289" y="334334"/>
                  </a:lnTo>
                  <a:lnTo>
                    <a:pt x="169598" y="334264"/>
                  </a:lnTo>
                  <a:lnTo>
                    <a:pt x="174902" y="334025"/>
                  </a:lnTo>
                  <a:lnTo>
                    <a:pt x="180195" y="333618"/>
                  </a:lnTo>
                  <a:lnTo>
                    <a:pt x="185473" y="333044"/>
                  </a:lnTo>
                  <a:lnTo>
                    <a:pt x="190730" y="332301"/>
                  </a:lnTo>
                  <a:lnTo>
                    <a:pt x="195961" y="331393"/>
                  </a:lnTo>
                  <a:lnTo>
                    <a:pt x="201160" y="330319"/>
                  </a:lnTo>
                  <a:lnTo>
                    <a:pt x="206323" y="329080"/>
                  </a:lnTo>
                  <a:lnTo>
                    <a:pt x="211443" y="327678"/>
                  </a:lnTo>
                  <a:lnTo>
                    <a:pt x="216517" y="326113"/>
                  </a:lnTo>
                  <a:lnTo>
                    <a:pt x="221538" y="324389"/>
                  </a:lnTo>
                  <a:lnTo>
                    <a:pt x="226502" y="322506"/>
                  </a:lnTo>
                  <a:lnTo>
                    <a:pt x="231404" y="320466"/>
                  </a:lnTo>
                  <a:lnTo>
                    <a:pt x="236238" y="318272"/>
                  </a:lnTo>
                  <a:lnTo>
                    <a:pt x="241000" y="315926"/>
                  </a:lnTo>
                  <a:lnTo>
                    <a:pt x="245686" y="313429"/>
                  </a:lnTo>
                  <a:lnTo>
                    <a:pt x="250289" y="310785"/>
                  </a:lnTo>
                  <a:lnTo>
                    <a:pt x="254807" y="307996"/>
                  </a:lnTo>
                  <a:lnTo>
                    <a:pt x="259233" y="305064"/>
                  </a:lnTo>
                  <a:lnTo>
                    <a:pt x="263565" y="301994"/>
                  </a:lnTo>
                  <a:lnTo>
                    <a:pt x="267796" y="298788"/>
                  </a:lnTo>
                  <a:lnTo>
                    <a:pt x="271924" y="295449"/>
                  </a:lnTo>
                  <a:lnTo>
                    <a:pt x="275944" y="291981"/>
                  </a:lnTo>
                  <a:lnTo>
                    <a:pt x="279851" y="288386"/>
                  </a:lnTo>
                  <a:lnTo>
                    <a:pt x="283642" y="284670"/>
                  </a:lnTo>
                  <a:lnTo>
                    <a:pt x="287314" y="280835"/>
                  </a:lnTo>
                  <a:lnTo>
                    <a:pt x="290861" y="276885"/>
                  </a:lnTo>
                  <a:lnTo>
                    <a:pt x="294282" y="272825"/>
                  </a:lnTo>
                  <a:lnTo>
                    <a:pt x="297572" y="268658"/>
                  </a:lnTo>
                  <a:lnTo>
                    <a:pt x="300727" y="264388"/>
                  </a:lnTo>
                  <a:lnTo>
                    <a:pt x="303746" y="260021"/>
                  </a:lnTo>
                  <a:lnTo>
                    <a:pt x="306625" y="255560"/>
                  </a:lnTo>
                  <a:lnTo>
                    <a:pt x="309360" y="251010"/>
                  </a:lnTo>
                  <a:lnTo>
                    <a:pt x="311950" y="246375"/>
                  </a:lnTo>
                  <a:lnTo>
                    <a:pt x="314391" y="241661"/>
                  </a:lnTo>
                  <a:lnTo>
                    <a:pt x="316681" y="236871"/>
                  </a:lnTo>
                  <a:lnTo>
                    <a:pt x="318817" y="232011"/>
                  </a:lnTo>
                  <a:lnTo>
                    <a:pt x="320799" y="227085"/>
                  </a:lnTo>
                  <a:lnTo>
                    <a:pt x="322623" y="222099"/>
                  </a:lnTo>
                  <a:lnTo>
                    <a:pt x="324288" y="217058"/>
                  </a:lnTo>
                  <a:lnTo>
                    <a:pt x="325791" y="211966"/>
                  </a:lnTo>
                  <a:lnTo>
                    <a:pt x="327133" y="206829"/>
                  </a:lnTo>
                  <a:lnTo>
                    <a:pt x="328310" y="201653"/>
                  </a:lnTo>
                  <a:lnTo>
                    <a:pt x="329323" y="196441"/>
                  </a:lnTo>
                  <a:lnTo>
                    <a:pt x="330170" y="191200"/>
                  </a:lnTo>
                  <a:lnTo>
                    <a:pt x="330849" y="185934"/>
                  </a:lnTo>
                  <a:lnTo>
                    <a:pt x="331362" y="180650"/>
                  </a:lnTo>
                  <a:lnTo>
                    <a:pt x="331706" y="175352"/>
                  </a:lnTo>
                  <a:lnTo>
                    <a:pt x="331881" y="170046"/>
                  </a:lnTo>
                  <a:lnTo>
                    <a:pt x="331889" y="164737"/>
                  </a:lnTo>
                  <a:lnTo>
                    <a:pt x="331727" y="159430"/>
                  </a:lnTo>
                  <a:lnTo>
                    <a:pt x="331397" y="154132"/>
                  </a:lnTo>
                  <a:lnTo>
                    <a:pt x="330899" y="148846"/>
                  </a:lnTo>
                  <a:lnTo>
                    <a:pt x="330234" y="143579"/>
                  </a:lnTo>
                  <a:lnTo>
                    <a:pt x="329401" y="138335"/>
                  </a:lnTo>
                  <a:lnTo>
                    <a:pt x="328402" y="133121"/>
                  </a:lnTo>
                  <a:lnTo>
                    <a:pt x="327239" y="127941"/>
                  </a:lnTo>
                  <a:lnTo>
                    <a:pt x="325911" y="122801"/>
                  </a:lnTo>
                  <a:lnTo>
                    <a:pt x="324421" y="117705"/>
                  </a:lnTo>
                  <a:lnTo>
                    <a:pt x="322770" y="112659"/>
                  </a:lnTo>
                  <a:lnTo>
                    <a:pt x="320959" y="107668"/>
                  </a:lnTo>
                  <a:lnTo>
                    <a:pt x="318991" y="102738"/>
                  </a:lnTo>
                  <a:lnTo>
                    <a:pt x="316867" y="97872"/>
                  </a:lnTo>
                  <a:lnTo>
                    <a:pt x="314590" y="93076"/>
                  </a:lnTo>
                  <a:lnTo>
                    <a:pt x="312162" y="88355"/>
                  </a:lnTo>
                  <a:lnTo>
                    <a:pt x="309585" y="83713"/>
                  </a:lnTo>
                  <a:lnTo>
                    <a:pt x="306862" y="79155"/>
                  </a:lnTo>
                  <a:lnTo>
                    <a:pt x="303995" y="74687"/>
                  </a:lnTo>
                  <a:lnTo>
                    <a:pt x="300988" y="70311"/>
                  </a:lnTo>
                  <a:lnTo>
                    <a:pt x="297844" y="66033"/>
                  </a:lnTo>
                  <a:lnTo>
                    <a:pt x="294565" y="61858"/>
                  </a:lnTo>
                  <a:lnTo>
                    <a:pt x="291156" y="57788"/>
                  </a:lnTo>
                  <a:lnTo>
                    <a:pt x="287619" y="53829"/>
                  </a:lnTo>
                  <a:lnTo>
                    <a:pt x="283958" y="49984"/>
                  </a:lnTo>
                  <a:lnTo>
                    <a:pt x="280176" y="46257"/>
                  </a:lnTo>
                  <a:lnTo>
                    <a:pt x="276279" y="42653"/>
                  </a:lnTo>
                  <a:lnTo>
                    <a:pt x="272268" y="39173"/>
                  </a:lnTo>
                  <a:lnTo>
                    <a:pt x="268150" y="35823"/>
                  </a:lnTo>
                  <a:lnTo>
                    <a:pt x="263927" y="32606"/>
                  </a:lnTo>
                  <a:lnTo>
                    <a:pt x="259604" y="29524"/>
                  </a:lnTo>
                  <a:lnTo>
                    <a:pt x="255185" y="26581"/>
                  </a:lnTo>
                  <a:lnTo>
                    <a:pt x="250675" y="23780"/>
                  </a:lnTo>
                  <a:lnTo>
                    <a:pt x="246078" y="21123"/>
                  </a:lnTo>
                  <a:lnTo>
                    <a:pt x="241400" y="18614"/>
                  </a:lnTo>
                  <a:lnTo>
                    <a:pt x="236644" y="16254"/>
                  </a:lnTo>
                  <a:lnTo>
                    <a:pt x="231815" y="14047"/>
                  </a:lnTo>
                  <a:lnTo>
                    <a:pt x="226919" y="11994"/>
                  </a:lnTo>
                  <a:lnTo>
                    <a:pt x="221960" y="10098"/>
                  </a:lnTo>
                  <a:lnTo>
                    <a:pt x="216944" y="8360"/>
                  </a:lnTo>
                  <a:lnTo>
                    <a:pt x="211874" y="6782"/>
                  </a:lnTo>
                  <a:lnTo>
                    <a:pt x="206758" y="5367"/>
                  </a:lnTo>
                  <a:lnTo>
                    <a:pt x="201598" y="4114"/>
                  </a:lnTo>
                  <a:lnTo>
                    <a:pt x="196402" y="3026"/>
                  </a:lnTo>
                  <a:lnTo>
                    <a:pt x="191174" y="2103"/>
                  </a:lnTo>
                  <a:lnTo>
                    <a:pt x="185919" y="1347"/>
                  </a:lnTo>
                  <a:lnTo>
                    <a:pt x="180643" y="758"/>
                  </a:lnTo>
                  <a:lnTo>
                    <a:pt x="175350" y="337"/>
                  </a:lnTo>
                  <a:lnTo>
                    <a:pt x="170047" y="84"/>
                  </a:lnTo>
                  <a:lnTo>
                    <a:pt x="164739" y="0"/>
                  </a:lnTo>
                  <a:lnTo>
                    <a:pt x="16473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3330" y="5018213"/>
              <a:ext cx="5390" cy="167167"/>
            </a:xfrm>
            <a:custGeom>
              <a:avLst/>
              <a:pathLst>
                <a:path w="5390" h="167167">
                  <a:moveTo>
                    <a:pt x="5390" y="0"/>
                  </a:moveTo>
                  <a:lnTo>
                    <a:pt x="0" y="86"/>
                  </a:lnTo>
                  <a:lnTo>
                    <a:pt x="539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3330" y="5018300"/>
              <a:ext cx="5390" cy="167080"/>
            </a:xfrm>
            <a:custGeom>
              <a:avLst/>
              <a:pathLst>
                <a:path w="5390" h="167080">
                  <a:moveTo>
                    <a:pt x="0" y="0"/>
                  </a:moveTo>
                  <a:lnTo>
                    <a:pt x="5390" y="16708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3330" y="5018300"/>
              <a:ext cx="5390" cy="167080"/>
            </a:xfrm>
            <a:custGeom>
              <a:avLst/>
              <a:pathLst>
                <a:path w="5390" h="167080">
                  <a:moveTo>
                    <a:pt x="0" y="0"/>
                  </a:moveTo>
                  <a:lnTo>
                    <a:pt x="5390" y="16708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3330" y="5018300"/>
              <a:ext cx="5390" cy="167080"/>
            </a:xfrm>
            <a:custGeom>
              <a:avLst/>
              <a:pathLst>
                <a:path w="5390" h="167080">
                  <a:moveTo>
                    <a:pt x="0" y="0"/>
                  </a:moveTo>
                  <a:lnTo>
                    <a:pt x="5390" y="1670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3330" y="5018300"/>
              <a:ext cx="5390" cy="167080"/>
            </a:xfrm>
            <a:custGeom>
              <a:avLst/>
              <a:pathLst>
                <a:path w="5390" h="167080">
                  <a:moveTo>
                    <a:pt x="0" y="0"/>
                  </a:moveTo>
                  <a:lnTo>
                    <a:pt x="5390" y="1670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3330" y="5018300"/>
              <a:ext cx="5390" cy="167080"/>
            </a:xfrm>
            <a:custGeom>
              <a:avLst/>
              <a:pathLst>
                <a:path w="5390" h="167080">
                  <a:moveTo>
                    <a:pt x="0" y="0"/>
                  </a:moveTo>
                  <a:lnTo>
                    <a:pt x="5390" y="1670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3330" y="5018300"/>
              <a:ext cx="5390" cy="167080"/>
            </a:xfrm>
            <a:custGeom>
              <a:avLst/>
              <a:pathLst>
                <a:path w="5390" h="167080">
                  <a:moveTo>
                    <a:pt x="0" y="0"/>
                  </a:moveTo>
                  <a:lnTo>
                    <a:pt x="5390" y="1670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3330" y="5018300"/>
              <a:ext cx="5390" cy="167080"/>
            </a:xfrm>
            <a:custGeom>
              <a:avLst/>
              <a:pathLst>
                <a:path w="5390" h="167080">
                  <a:moveTo>
                    <a:pt x="0" y="0"/>
                  </a:moveTo>
                  <a:lnTo>
                    <a:pt x="5390" y="16708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3330" y="5018300"/>
              <a:ext cx="5390" cy="167080"/>
            </a:xfrm>
            <a:custGeom>
              <a:avLst/>
              <a:pathLst>
                <a:path w="5390" h="167080">
                  <a:moveTo>
                    <a:pt x="0" y="0"/>
                  </a:moveTo>
                  <a:lnTo>
                    <a:pt x="5390" y="16708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321571" y="5018300"/>
              <a:ext cx="334307" cy="334247"/>
            </a:xfrm>
            <a:custGeom>
              <a:avLst/>
              <a:pathLst>
                <a:path w="334307" h="334247">
                  <a:moveTo>
                    <a:pt x="161759" y="0"/>
                  </a:moveTo>
                  <a:lnTo>
                    <a:pt x="156467" y="254"/>
                  </a:lnTo>
                  <a:lnTo>
                    <a:pt x="151186" y="677"/>
                  </a:lnTo>
                  <a:lnTo>
                    <a:pt x="145921" y="1266"/>
                  </a:lnTo>
                  <a:lnTo>
                    <a:pt x="140677" y="2022"/>
                  </a:lnTo>
                  <a:lnTo>
                    <a:pt x="135460" y="2944"/>
                  </a:lnTo>
                  <a:lnTo>
                    <a:pt x="130274" y="4030"/>
                  </a:lnTo>
                  <a:lnTo>
                    <a:pt x="125126" y="5281"/>
                  </a:lnTo>
                  <a:lnTo>
                    <a:pt x="120019" y="6694"/>
                  </a:lnTo>
                  <a:lnTo>
                    <a:pt x="114960" y="8268"/>
                  </a:lnTo>
                  <a:lnTo>
                    <a:pt x="109954" y="10002"/>
                  </a:lnTo>
                  <a:lnTo>
                    <a:pt x="105005" y="11893"/>
                  </a:lnTo>
                  <a:lnTo>
                    <a:pt x="100118" y="13940"/>
                  </a:lnTo>
                  <a:lnTo>
                    <a:pt x="95299" y="16141"/>
                  </a:lnTo>
                  <a:lnTo>
                    <a:pt x="90552" y="18494"/>
                  </a:lnTo>
                  <a:lnTo>
                    <a:pt x="85882" y="20996"/>
                  </a:lnTo>
                  <a:lnTo>
                    <a:pt x="81293" y="23645"/>
                  </a:lnTo>
                  <a:lnTo>
                    <a:pt x="76791" y="26438"/>
                  </a:lnTo>
                  <a:lnTo>
                    <a:pt x="72379" y="29372"/>
                  </a:lnTo>
                  <a:lnTo>
                    <a:pt x="68063" y="32444"/>
                  </a:lnTo>
                  <a:lnTo>
                    <a:pt x="63846" y="35652"/>
                  </a:lnTo>
                  <a:lnTo>
                    <a:pt x="59733" y="38991"/>
                  </a:lnTo>
                  <a:lnTo>
                    <a:pt x="55728" y="42460"/>
                  </a:lnTo>
                  <a:lnTo>
                    <a:pt x="51835" y="46053"/>
                  </a:lnTo>
                  <a:lnTo>
                    <a:pt x="48058" y="49768"/>
                  </a:lnTo>
                  <a:lnTo>
                    <a:pt x="44400" y="53601"/>
                  </a:lnTo>
                  <a:lnTo>
                    <a:pt x="40865" y="57548"/>
                  </a:lnTo>
                  <a:lnTo>
                    <a:pt x="37458" y="61605"/>
                  </a:lnTo>
                  <a:lnTo>
                    <a:pt x="34180" y="65768"/>
                  </a:lnTo>
                  <a:lnTo>
                    <a:pt x="31037" y="70032"/>
                  </a:lnTo>
                  <a:lnTo>
                    <a:pt x="28030" y="74394"/>
                  </a:lnTo>
                  <a:lnTo>
                    <a:pt x="25162" y="78850"/>
                  </a:lnTo>
                  <a:lnTo>
                    <a:pt x="22438" y="83393"/>
                  </a:lnTo>
                  <a:lnTo>
                    <a:pt x="19858" y="88021"/>
                  </a:lnTo>
                  <a:lnTo>
                    <a:pt x="17427" y="92729"/>
                  </a:lnTo>
                  <a:lnTo>
                    <a:pt x="15146" y="97511"/>
                  </a:lnTo>
                  <a:lnTo>
                    <a:pt x="13018" y="102362"/>
                  </a:lnTo>
                  <a:lnTo>
                    <a:pt x="11044" y="107279"/>
                  </a:lnTo>
                  <a:lnTo>
                    <a:pt x="9228" y="112256"/>
                  </a:lnTo>
                  <a:lnTo>
                    <a:pt x="7569" y="117288"/>
                  </a:lnTo>
                  <a:lnTo>
                    <a:pt x="6072" y="122370"/>
                  </a:lnTo>
                  <a:lnTo>
                    <a:pt x="4736" y="127497"/>
                  </a:lnTo>
                  <a:lnTo>
                    <a:pt x="3563" y="132664"/>
                  </a:lnTo>
                  <a:lnTo>
                    <a:pt x="2555" y="137865"/>
                  </a:lnTo>
                  <a:lnTo>
                    <a:pt x="1711" y="143096"/>
                  </a:lnTo>
                  <a:lnTo>
                    <a:pt x="1034" y="148351"/>
                  </a:lnTo>
                  <a:lnTo>
                    <a:pt x="524" y="153624"/>
                  </a:lnTo>
                  <a:lnTo>
                    <a:pt x="182" y="158911"/>
                  </a:lnTo>
                  <a:lnTo>
                    <a:pt x="7" y="164206"/>
                  </a:lnTo>
                  <a:lnTo>
                    <a:pt x="0" y="169504"/>
                  </a:lnTo>
                  <a:lnTo>
                    <a:pt x="160" y="174800"/>
                  </a:lnTo>
                  <a:lnTo>
                    <a:pt x="489" y="180088"/>
                  </a:lnTo>
                  <a:lnTo>
                    <a:pt x="985" y="185363"/>
                  </a:lnTo>
                  <a:lnTo>
                    <a:pt x="1648" y="190620"/>
                  </a:lnTo>
                  <a:lnTo>
                    <a:pt x="2477" y="195852"/>
                  </a:lnTo>
                  <a:lnTo>
                    <a:pt x="3471" y="201056"/>
                  </a:lnTo>
                  <a:lnTo>
                    <a:pt x="4630" y="206226"/>
                  </a:lnTo>
                  <a:lnTo>
                    <a:pt x="5952" y="211357"/>
                  </a:lnTo>
                  <a:lnTo>
                    <a:pt x="7436" y="216443"/>
                  </a:lnTo>
                  <a:lnTo>
                    <a:pt x="9081" y="221479"/>
                  </a:lnTo>
                  <a:lnTo>
                    <a:pt x="10884" y="226461"/>
                  </a:lnTo>
                  <a:lnTo>
                    <a:pt x="12844" y="231383"/>
                  </a:lnTo>
                  <a:lnTo>
                    <a:pt x="14960" y="236241"/>
                  </a:lnTo>
                  <a:lnTo>
                    <a:pt x="17228" y="241029"/>
                  </a:lnTo>
                  <a:lnTo>
                    <a:pt x="19646" y="245743"/>
                  </a:lnTo>
                  <a:lnTo>
                    <a:pt x="22213" y="250377"/>
                  </a:lnTo>
                  <a:lnTo>
                    <a:pt x="24926" y="254929"/>
                  </a:lnTo>
                  <a:lnTo>
                    <a:pt x="27781" y="259391"/>
                  </a:lnTo>
                  <a:lnTo>
                    <a:pt x="30776" y="263762"/>
                  </a:lnTo>
                  <a:lnTo>
                    <a:pt x="33909" y="268035"/>
                  </a:lnTo>
                  <a:lnTo>
                    <a:pt x="37175" y="272206"/>
                  </a:lnTo>
                  <a:lnTo>
                    <a:pt x="40571" y="276272"/>
                  </a:lnTo>
                  <a:lnTo>
                    <a:pt x="44095" y="280229"/>
                  </a:lnTo>
                  <a:lnTo>
                    <a:pt x="47743" y="284071"/>
                  </a:lnTo>
                  <a:lnTo>
                    <a:pt x="51510" y="287797"/>
                  </a:lnTo>
                  <a:lnTo>
                    <a:pt x="55394" y="291401"/>
                  </a:lnTo>
                  <a:lnTo>
                    <a:pt x="59389" y="294880"/>
                  </a:lnTo>
                  <a:lnTo>
                    <a:pt x="63493" y="298230"/>
                  </a:lnTo>
                  <a:lnTo>
                    <a:pt x="67702" y="301449"/>
                  </a:lnTo>
                  <a:lnTo>
                    <a:pt x="72010" y="304533"/>
                  </a:lnTo>
                  <a:lnTo>
                    <a:pt x="76413" y="307479"/>
                  </a:lnTo>
                  <a:lnTo>
                    <a:pt x="80908" y="310284"/>
                  </a:lnTo>
                  <a:lnTo>
                    <a:pt x="85489" y="312945"/>
                  </a:lnTo>
                  <a:lnTo>
                    <a:pt x="90153" y="315460"/>
                  </a:lnTo>
                  <a:lnTo>
                    <a:pt x="94894" y="317825"/>
                  </a:lnTo>
                  <a:lnTo>
                    <a:pt x="99707" y="320039"/>
                  </a:lnTo>
                  <a:lnTo>
                    <a:pt x="104588" y="322100"/>
                  </a:lnTo>
                  <a:lnTo>
                    <a:pt x="109532" y="324004"/>
                  </a:lnTo>
                  <a:lnTo>
                    <a:pt x="114534" y="325751"/>
                  </a:lnTo>
                  <a:lnTo>
                    <a:pt x="119588" y="327339"/>
                  </a:lnTo>
                  <a:lnTo>
                    <a:pt x="124691" y="328766"/>
                  </a:lnTo>
                  <a:lnTo>
                    <a:pt x="129836" y="330030"/>
                  </a:lnTo>
                  <a:lnTo>
                    <a:pt x="135019" y="331131"/>
                  </a:lnTo>
                  <a:lnTo>
                    <a:pt x="140233" y="332066"/>
                  </a:lnTo>
                  <a:lnTo>
                    <a:pt x="145475" y="332836"/>
                  </a:lnTo>
                  <a:lnTo>
                    <a:pt x="150739" y="333440"/>
                  </a:lnTo>
                  <a:lnTo>
                    <a:pt x="156019" y="333877"/>
                  </a:lnTo>
                  <a:lnTo>
                    <a:pt x="161310" y="334145"/>
                  </a:lnTo>
                  <a:lnTo>
                    <a:pt x="166607" y="334247"/>
                  </a:lnTo>
                  <a:lnTo>
                    <a:pt x="171905" y="334180"/>
                  </a:lnTo>
                  <a:lnTo>
                    <a:pt x="177198" y="333945"/>
                  </a:lnTo>
                  <a:lnTo>
                    <a:pt x="182481" y="333543"/>
                  </a:lnTo>
                  <a:lnTo>
                    <a:pt x="187748" y="332973"/>
                  </a:lnTo>
                  <a:lnTo>
                    <a:pt x="192995" y="332237"/>
                  </a:lnTo>
                  <a:lnTo>
                    <a:pt x="198216" y="331335"/>
                  </a:lnTo>
                  <a:lnTo>
                    <a:pt x="203406" y="330268"/>
                  </a:lnTo>
                  <a:lnTo>
                    <a:pt x="208559" y="329037"/>
                  </a:lnTo>
                  <a:lnTo>
                    <a:pt x="213670" y="327644"/>
                  </a:lnTo>
                  <a:lnTo>
                    <a:pt x="218735" y="326089"/>
                  </a:lnTo>
                  <a:lnTo>
                    <a:pt x="223748" y="324374"/>
                  </a:lnTo>
                  <a:lnTo>
                    <a:pt x="228704" y="322502"/>
                  </a:lnTo>
                  <a:lnTo>
                    <a:pt x="233599" y="320473"/>
                  </a:lnTo>
                  <a:lnTo>
                    <a:pt x="238426" y="318290"/>
                  </a:lnTo>
                  <a:lnTo>
                    <a:pt x="243182" y="315956"/>
                  </a:lnTo>
                  <a:lnTo>
                    <a:pt x="247862" y="313471"/>
                  </a:lnTo>
                  <a:lnTo>
                    <a:pt x="252460" y="310840"/>
                  </a:lnTo>
                  <a:lnTo>
                    <a:pt x="256973" y="308064"/>
                  </a:lnTo>
                  <a:lnTo>
                    <a:pt x="261396" y="305147"/>
                  </a:lnTo>
                  <a:lnTo>
                    <a:pt x="265724" y="302091"/>
                  </a:lnTo>
                  <a:lnTo>
                    <a:pt x="269953" y="298900"/>
                  </a:lnTo>
                  <a:lnTo>
                    <a:pt x="274079" y="295576"/>
                  </a:lnTo>
                  <a:lnTo>
                    <a:pt x="278097" y="292123"/>
                  </a:lnTo>
                  <a:lnTo>
                    <a:pt x="282004" y="288544"/>
                  </a:lnTo>
                  <a:lnTo>
                    <a:pt x="285795" y="284843"/>
                  </a:lnTo>
                  <a:lnTo>
                    <a:pt x="289467" y="281024"/>
                  </a:lnTo>
                  <a:lnTo>
                    <a:pt x="293017" y="277091"/>
                  </a:lnTo>
                  <a:lnTo>
                    <a:pt x="296440" y="273047"/>
                  </a:lnTo>
                  <a:lnTo>
                    <a:pt x="299733" y="268896"/>
                  </a:lnTo>
                  <a:lnTo>
                    <a:pt x="302893" y="264644"/>
                  </a:lnTo>
                  <a:lnTo>
                    <a:pt x="305916" y="260293"/>
                  </a:lnTo>
                  <a:lnTo>
                    <a:pt x="308801" y="255849"/>
                  </a:lnTo>
                  <a:lnTo>
                    <a:pt x="311542" y="251315"/>
                  </a:lnTo>
                  <a:lnTo>
                    <a:pt x="314139" y="246697"/>
                  </a:lnTo>
                  <a:lnTo>
                    <a:pt x="316589" y="241999"/>
                  </a:lnTo>
                  <a:lnTo>
                    <a:pt x="318888" y="237226"/>
                  </a:lnTo>
                  <a:lnTo>
                    <a:pt x="321034" y="232382"/>
                  </a:lnTo>
                  <a:lnTo>
                    <a:pt x="323026" y="227473"/>
                  </a:lnTo>
                  <a:lnTo>
                    <a:pt x="324862" y="222503"/>
                  </a:lnTo>
                  <a:lnTo>
                    <a:pt x="326539" y="217477"/>
                  </a:lnTo>
                  <a:lnTo>
                    <a:pt x="328056" y="212401"/>
                  </a:lnTo>
                  <a:lnTo>
                    <a:pt x="329411" y="207279"/>
                  </a:lnTo>
                  <a:lnTo>
                    <a:pt x="330604" y="202117"/>
                  </a:lnTo>
                  <a:lnTo>
                    <a:pt x="331632" y="196919"/>
                  </a:lnTo>
                  <a:lnTo>
                    <a:pt x="332495" y="191692"/>
                  </a:lnTo>
                  <a:lnTo>
                    <a:pt x="333192" y="186440"/>
                  </a:lnTo>
                  <a:lnTo>
                    <a:pt x="333722" y="181168"/>
                  </a:lnTo>
                  <a:lnTo>
                    <a:pt x="334085" y="175883"/>
                  </a:lnTo>
                  <a:lnTo>
                    <a:pt x="334280" y="170588"/>
                  </a:lnTo>
                  <a:lnTo>
                    <a:pt x="334307" y="165290"/>
                  </a:lnTo>
                  <a:lnTo>
                    <a:pt x="334167" y="159994"/>
                  </a:lnTo>
                  <a:lnTo>
                    <a:pt x="333858" y="154705"/>
                  </a:lnTo>
                  <a:lnTo>
                    <a:pt x="333382" y="149428"/>
                  </a:lnTo>
                  <a:lnTo>
                    <a:pt x="332739" y="144169"/>
                  </a:lnTo>
                  <a:lnTo>
                    <a:pt x="331930" y="138933"/>
                  </a:lnTo>
                  <a:lnTo>
                    <a:pt x="330955" y="133725"/>
                  </a:lnTo>
                  <a:lnTo>
                    <a:pt x="329816" y="128551"/>
                  </a:lnTo>
                  <a:lnTo>
                    <a:pt x="328513" y="123416"/>
                  </a:lnTo>
                  <a:lnTo>
                    <a:pt x="327049" y="118324"/>
                  </a:lnTo>
                  <a:lnTo>
                    <a:pt x="325423" y="113281"/>
                  </a:lnTo>
                  <a:lnTo>
                    <a:pt x="323639" y="108293"/>
                  </a:lnTo>
                  <a:lnTo>
                    <a:pt x="321697" y="103363"/>
                  </a:lnTo>
                  <a:lnTo>
                    <a:pt x="319601" y="98497"/>
                  </a:lnTo>
                  <a:lnTo>
                    <a:pt x="317351" y="93701"/>
                  </a:lnTo>
                  <a:lnTo>
                    <a:pt x="314950" y="88978"/>
                  </a:lnTo>
                  <a:lnTo>
                    <a:pt x="312401" y="84333"/>
                  </a:lnTo>
                  <a:lnTo>
                    <a:pt x="309705" y="79772"/>
                  </a:lnTo>
                  <a:lnTo>
                    <a:pt x="306867" y="75298"/>
                  </a:lnTo>
                  <a:lnTo>
                    <a:pt x="303888" y="70917"/>
                  </a:lnTo>
                  <a:lnTo>
                    <a:pt x="300772" y="66632"/>
                  </a:lnTo>
                  <a:lnTo>
                    <a:pt x="297522" y="62448"/>
                  </a:lnTo>
                  <a:lnTo>
                    <a:pt x="294141" y="58369"/>
                  </a:lnTo>
                  <a:lnTo>
                    <a:pt x="290632" y="54399"/>
                  </a:lnTo>
                  <a:lnTo>
                    <a:pt x="286999" y="50543"/>
                  </a:lnTo>
                  <a:lnTo>
                    <a:pt x="283246" y="46803"/>
                  </a:lnTo>
                  <a:lnTo>
                    <a:pt x="279376" y="43185"/>
                  </a:lnTo>
                  <a:lnTo>
                    <a:pt x="275394" y="39690"/>
                  </a:lnTo>
                  <a:lnTo>
                    <a:pt x="271302" y="36324"/>
                  </a:lnTo>
                  <a:lnTo>
                    <a:pt x="267106" y="33089"/>
                  </a:lnTo>
                  <a:lnTo>
                    <a:pt x="262810" y="29989"/>
                  </a:lnTo>
                  <a:lnTo>
                    <a:pt x="258418" y="27026"/>
                  </a:lnTo>
                  <a:lnTo>
                    <a:pt x="253934" y="24204"/>
                  </a:lnTo>
                  <a:lnTo>
                    <a:pt x="249362" y="21526"/>
                  </a:lnTo>
                  <a:lnTo>
                    <a:pt x="244708" y="18994"/>
                  </a:lnTo>
                  <a:lnTo>
                    <a:pt x="239977" y="16610"/>
                  </a:lnTo>
                  <a:lnTo>
                    <a:pt x="235172" y="14378"/>
                  </a:lnTo>
                  <a:lnTo>
                    <a:pt x="230299" y="12299"/>
                  </a:lnTo>
                  <a:lnTo>
                    <a:pt x="225362" y="10376"/>
                  </a:lnTo>
                  <a:lnTo>
                    <a:pt x="220367" y="8610"/>
                  </a:lnTo>
                  <a:lnTo>
                    <a:pt x="215318" y="7003"/>
                  </a:lnTo>
                  <a:lnTo>
                    <a:pt x="210221" y="5557"/>
                  </a:lnTo>
                  <a:lnTo>
                    <a:pt x="205081" y="4273"/>
                  </a:lnTo>
                  <a:lnTo>
                    <a:pt x="199903" y="3153"/>
                  </a:lnTo>
                  <a:lnTo>
                    <a:pt x="194691" y="2197"/>
                  </a:lnTo>
                  <a:lnTo>
                    <a:pt x="189452" y="1407"/>
                  </a:lnTo>
                  <a:lnTo>
                    <a:pt x="184191" y="784"/>
                  </a:lnTo>
                  <a:lnTo>
                    <a:pt x="167149" y="16708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720" y="5018213"/>
              <a:ext cx="17041" cy="167167"/>
            </a:xfrm>
            <a:custGeom>
              <a:avLst/>
              <a:pathLst>
                <a:path w="17041" h="167167">
                  <a:moveTo>
                    <a:pt x="17041" y="870"/>
                  </a:moveTo>
                  <a:lnTo>
                    <a:pt x="8532" y="21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797335" y="5269756"/>
              <a:ext cx="167165" cy="189339"/>
            </a:xfrm>
            <a:custGeom>
              <a:avLst/>
              <a:pathLst>
                <a:path w="167165" h="189339">
                  <a:moveTo>
                    <a:pt x="167165" y="0"/>
                  </a:moveTo>
                  <a:lnTo>
                    <a:pt x="161792" y="86"/>
                  </a:lnTo>
                  <a:lnTo>
                    <a:pt x="156425" y="345"/>
                  </a:lnTo>
                  <a:lnTo>
                    <a:pt x="151068" y="776"/>
                  </a:lnTo>
                  <a:lnTo>
                    <a:pt x="145728" y="1380"/>
                  </a:lnTo>
                  <a:lnTo>
                    <a:pt x="140411" y="2154"/>
                  </a:lnTo>
                  <a:lnTo>
                    <a:pt x="135121" y="3100"/>
                  </a:lnTo>
                  <a:lnTo>
                    <a:pt x="129864" y="4214"/>
                  </a:lnTo>
                  <a:lnTo>
                    <a:pt x="124645" y="5497"/>
                  </a:lnTo>
                  <a:lnTo>
                    <a:pt x="119471" y="6948"/>
                  </a:lnTo>
                  <a:lnTo>
                    <a:pt x="114346" y="8563"/>
                  </a:lnTo>
                  <a:lnTo>
                    <a:pt x="109275" y="10343"/>
                  </a:lnTo>
                  <a:lnTo>
                    <a:pt x="104265" y="12285"/>
                  </a:lnTo>
                  <a:lnTo>
                    <a:pt x="99319" y="14387"/>
                  </a:lnTo>
                  <a:lnTo>
                    <a:pt x="94443" y="16646"/>
                  </a:lnTo>
                  <a:lnTo>
                    <a:pt x="89643" y="19062"/>
                  </a:lnTo>
                  <a:lnTo>
                    <a:pt x="84922" y="21630"/>
                  </a:lnTo>
                  <a:lnTo>
                    <a:pt x="80287" y="24348"/>
                  </a:lnTo>
                  <a:lnTo>
                    <a:pt x="75741" y="27215"/>
                  </a:lnTo>
                  <a:lnTo>
                    <a:pt x="71290" y="30226"/>
                  </a:lnTo>
                  <a:lnTo>
                    <a:pt x="66938" y="33378"/>
                  </a:lnTo>
                  <a:lnTo>
                    <a:pt x="62690" y="36669"/>
                  </a:lnTo>
                  <a:lnTo>
                    <a:pt x="58549" y="40094"/>
                  </a:lnTo>
                  <a:lnTo>
                    <a:pt x="54521" y="43651"/>
                  </a:lnTo>
                  <a:lnTo>
                    <a:pt x="50609" y="47335"/>
                  </a:lnTo>
                  <a:lnTo>
                    <a:pt x="46818" y="51144"/>
                  </a:lnTo>
                  <a:lnTo>
                    <a:pt x="43151" y="55072"/>
                  </a:lnTo>
                  <a:lnTo>
                    <a:pt x="39612" y="59116"/>
                  </a:lnTo>
                  <a:lnTo>
                    <a:pt x="36205" y="63271"/>
                  </a:lnTo>
                  <a:lnTo>
                    <a:pt x="32933" y="67534"/>
                  </a:lnTo>
                  <a:lnTo>
                    <a:pt x="29800" y="71900"/>
                  </a:lnTo>
                  <a:lnTo>
                    <a:pt x="26809" y="76365"/>
                  </a:lnTo>
                  <a:lnTo>
                    <a:pt x="23963" y="80923"/>
                  </a:lnTo>
                  <a:lnTo>
                    <a:pt x="21265" y="85571"/>
                  </a:lnTo>
                  <a:lnTo>
                    <a:pt x="18717" y="90302"/>
                  </a:lnTo>
                  <a:lnTo>
                    <a:pt x="16324" y="95113"/>
                  </a:lnTo>
                  <a:lnTo>
                    <a:pt x="14086" y="99999"/>
                  </a:lnTo>
                  <a:lnTo>
                    <a:pt x="12006" y="104954"/>
                  </a:lnTo>
                  <a:lnTo>
                    <a:pt x="10086" y="109973"/>
                  </a:lnTo>
                  <a:lnTo>
                    <a:pt x="8329" y="115052"/>
                  </a:lnTo>
                  <a:lnTo>
                    <a:pt x="6736" y="120184"/>
                  </a:lnTo>
                  <a:lnTo>
                    <a:pt x="5309" y="125365"/>
                  </a:lnTo>
                  <a:lnTo>
                    <a:pt x="4049" y="130589"/>
                  </a:lnTo>
                  <a:lnTo>
                    <a:pt x="2957" y="135851"/>
                  </a:lnTo>
                  <a:lnTo>
                    <a:pt x="2036" y="141145"/>
                  </a:lnTo>
                  <a:lnTo>
                    <a:pt x="1285" y="146466"/>
                  </a:lnTo>
                  <a:lnTo>
                    <a:pt x="705" y="151808"/>
                  </a:lnTo>
                  <a:lnTo>
                    <a:pt x="297" y="157167"/>
                  </a:lnTo>
                  <a:lnTo>
                    <a:pt x="62" y="162535"/>
                  </a:lnTo>
                  <a:lnTo>
                    <a:pt x="0" y="167909"/>
                  </a:lnTo>
                  <a:lnTo>
                    <a:pt x="110" y="173281"/>
                  </a:lnTo>
                  <a:lnTo>
                    <a:pt x="393" y="178648"/>
                  </a:lnTo>
                  <a:lnTo>
                    <a:pt x="848" y="184002"/>
                  </a:lnTo>
                  <a:lnTo>
                    <a:pt x="1475" y="189339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798810" y="5269756"/>
              <a:ext cx="332844" cy="334331"/>
            </a:xfrm>
            <a:custGeom>
              <a:avLst/>
              <a:pathLst>
                <a:path w="332844" h="334331">
                  <a:moveTo>
                    <a:pt x="0" y="189339"/>
                  </a:moveTo>
                  <a:lnTo>
                    <a:pt x="788" y="194596"/>
                  </a:lnTo>
                  <a:lnTo>
                    <a:pt x="1744" y="199826"/>
                  </a:lnTo>
                  <a:lnTo>
                    <a:pt x="2865" y="205022"/>
                  </a:lnTo>
                  <a:lnTo>
                    <a:pt x="4151" y="210180"/>
                  </a:lnTo>
                  <a:lnTo>
                    <a:pt x="5600" y="215294"/>
                  </a:lnTo>
                  <a:lnTo>
                    <a:pt x="7212" y="220360"/>
                  </a:lnTo>
                  <a:lnTo>
                    <a:pt x="8983" y="225372"/>
                  </a:lnTo>
                  <a:lnTo>
                    <a:pt x="10913" y="230325"/>
                  </a:lnTo>
                  <a:lnTo>
                    <a:pt x="12999" y="235215"/>
                  </a:lnTo>
                  <a:lnTo>
                    <a:pt x="15240" y="240035"/>
                  </a:lnTo>
                  <a:lnTo>
                    <a:pt x="17633" y="244782"/>
                  </a:lnTo>
                  <a:lnTo>
                    <a:pt x="20176" y="249450"/>
                  </a:lnTo>
                  <a:lnTo>
                    <a:pt x="22866" y="254036"/>
                  </a:lnTo>
                  <a:lnTo>
                    <a:pt x="25700" y="258533"/>
                  </a:lnTo>
                  <a:lnTo>
                    <a:pt x="28676" y="262938"/>
                  </a:lnTo>
                  <a:lnTo>
                    <a:pt x="31790" y="267246"/>
                  </a:lnTo>
                  <a:lnTo>
                    <a:pt x="35040" y="271453"/>
                  </a:lnTo>
                  <a:lnTo>
                    <a:pt x="38422" y="275554"/>
                  </a:lnTo>
                  <a:lnTo>
                    <a:pt x="41932" y="279546"/>
                  </a:lnTo>
                  <a:lnTo>
                    <a:pt x="45568" y="283424"/>
                  </a:lnTo>
                  <a:lnTo>
                    <a:pt x="49325" y="287185"/>
                  </a:lnTo>
                  <a:lnTo>
                    <a:pt x="53200" y="290824"/>
                  </a:lnTo>
                  <a:lnTo>
                    <a:pt x="57189" y="294338"/>
                  </a:lnTo>
                  <a:lnTo>
                    <a:pt x="61287" y="297724"/>
                  </a:lnTo>
                  <a:lnTo>
                    <a:pt x="65491" y="300977"/>
                  </a:lnTo>
                  <a:lnTo>
                    <a:pt x="69796" y="304095"/>
                  </a:lnTo>
                  <a:lnTo>
                    <a:pt x="74199" y="307075"/>
                  </a:lnTo>
                  <a:lnTo>
                    <a:pt x="78693" y="309913"/>
                  </a:lnTo>
                  <a:lnTo>
                    <a:pt x="83276" y="312607"/>
                  </a:lnTo>
                  <a:lnTo>
                    <a:pt x="87942" y="315154"/>
                  </a:lnTo>
                  <a:lnTo>
                    <a:pt x="92687" y="317551"/>
                  </a:lnTo>
                  <a:lnTo>
                    <a:pt x="97505" y="319797"/>
                  </a:lnTo>
                  <a:lnTo>
                    <a:pt x="102393" y="321887"/>
                  </a:lnTo>
                  <a:lnTo>
                    <a:pt x="107344" y="323822"/>
                  </a:lnTo>
                  <a:lnTo>
                    <a:pt x="112355" y="325598"/>
                  </a:lnTo>
                  <a:lnTo>
                    <a:pt x="117419" y="327213"/>
                  </a:lnTo>
                  <a:lnTo>
                    <a:pt x="122532" y="328667"/>
                  </a:lnTo>
                  <a:lnTo>
                    <a:pt x="127689" y="329958"/>
                  </a:lnTo>
                  <a:lnTo>
                    <a:pt x="132885" y="331084"/>
                  </a:lnTo>
                  <a:lnTo>
                    <a:pt x="138113" y="332044"/>
                  </a:lnTo>
                  <a:lnTo>
                    <a:pt x="143369" y="332838"/>
                  </a:lnTo>
                  <a:lnTo>
                    <a:pt x="148648" y="333463"/>
                  </a:lnTo>
                  <a:lnTo>
                    <a:pt x="153944" y="333921"/>
                  </a:lnTo>
                  <a:lnTo>
                    <a:pt x="159252" y="334210"/>
                  </a:lnTo>
                  <a:lnTo>
                    <a:pt x="164567" y="334331"/>
                  </a:lnTo>
                  <a:lnTo>
                    <a:pt x="169883" y="334282"/>
                  </a:lnTo>
                  <a:lnTo>
                    <a:pt x="175194" y="334064"/>
                  </a:lnTo>
                  <a:lnTo>
                    <a:pt x="180496" y="333677"/>
                  </a:lnTo>
                  <a:lnTo>
                    <a:pt x="185783" y="333122"/>
                  </a:lnTo>
                  <a:lnTo>
                    <a:pt x="191049" y="332400"/>
                  </a:lnTo>
                  <a:lnTo>
                    <a:pt x="196290" y="331510"/>
                  </a:lnTo>
                  <a:lnTo>
                    <a:pt x="201500" y="330454"/>
                  </a:lnTo>
                  <a:lnTo>
                    <a:pt x="206674" y="329233"/>
                  </a:lnTo>
                  <a:lnTo>
                    <a:pt x="211806" y="327848"/>
                  </a:lnTo>
                  <a:lnTo>
                    <a:pt x="216892" y="326300"/>
                  </a:lnTo>
                  <a:lnTo>
                    <a:pt x="221925" y="324592"/>
                  </a:lnTo>
                  <a:lnTo>
                    <a:pt x="226903" y="322724"/>
                  </a:lnTo>
                  <a:lnTo>
                    <a:pt x="231818" y="320699"/>
                  </a:lnTo>
                  <a:lnTo>
                    <a:pt x="236666" y="318519"/>
                  </a:lnTo>
                  <a:lnTo>
                    <a:pt x="241442" y="316186"/>
                  </a:lnTo>
                  <a:lnTo>
                    <a:pt x="246142" y="313702"/>
                  </a:lnTo>
                  <a:lnTo>
                    <a:pt x="250761" y="311069"/>
                  </a:lnTo>
                  <a:lnTo>
                    <a:pt x="255293" y="308292"/>
                  </a:lnTo>
                  <a:lnTo>
                    <a:pt x="259735" y="305371"/>
                  </a:lnTo>
                  <a:lnTo>
                    <a:pt x="264082" y="302311"/>
                  </a:lnTo>
                  <a:lnTo>
                    <a:pt x="268329" y="299115"/>
                  </a:lnTo>
                  <a:lnTo>
                    <a:pt x="272473" y="295784"/>
                  </a:lnTo>
                  <a:lnTo>
                    <a:pt x="276508" y="292324"/>
                  </a:lnTo>
                  <a:lnTo>
                    <a:pt x="280431" y="288737"/>
                  </a:lnTo>
                  <a:lnTo>
                    <a:pt x="284239" y="285028"/>
                  </a:lnTo>
                  <a:lnTo>
                    <a:pt x="287926" y="281199"/>
                  </a:lnTo>
                  <a:lnTo>
                    <a:pt x="291490" y="277254"/>
                  </a:lnTo>
                  <a:lnTo>
                    <a:pt x="294927" y="273199"/>
                  </a:lnTo>
                  <a:lnTo>
                    <a:pt x="298233" y="269036"/>
                  </a:lnTo>
                  <a:lnTo>
                    <a:pt x="301405" y="264770"/>
                  </a:lnTo>
                  <a:lnTo>
                    <a:pt x="304440" y="260406"/>
                  </a:lnTo>
                  <a:lnTo>
                    <a:pt x="307334" y="255947"/>
                  </a:lnTo>
                  <a:lnTo>
                    <a:pt x="310085" y="251398"/>
                  </a:lnTo>
                  <a:lnTo>
                    <a:pt x="312691" y="246765"/>
                  </a:lnTo>
                  <a:lnTo>
                    <a:pt x="315147" y="242050"/>
                  </a:lnTo>
                  <a:lnTo>
                    <a:pt x="317453" y="237260"/>
                  </a:lnTo>
                  <a:lnTo>
                    <a:pt x="319605" y="232399"/>
                  </a:lnTo>
                  <a:lnTo>
                    <a:pt x="321601" y="227473"/>
                  </a:lnTo>
                  <a:lnTo>
                    <a:pt x="323439" y="222485"/>
                  </a:lnTo>
                  <a:lnTo>
                    <a:pt x="325119" y="217441"/>
                  </a:lnTo>
                  <a:lnTo>
                    <a:pt x="326636" y="212347"/>
                  </a:lnTo>
                  <a:lnTo>
                    <a:pt x="327992" y="207206"/>
                  </a:lnTo>
                  <a:lnTo>
                    <a:pt x="329183" y="202026"/>
                  </a:lnTo>
                  <a:lnTo>
                    <a:pt x="330208" y="196810"/>
                  </a:lnTo>
                  <a:lnTo>
                    <a:pt x="331068" y="191564"/>
                  </a:lnTo>
                  <a:lnTo>
                    <a:pt x="331760" y="186293"/>
                  </a:lnTo>
                  <a:lnTo>
                    <a:pt x="332284" y="181003"/>
                  </a:lnTo>
                  <a:lnTo>
                    <a:pt x="332640" y="175699"/>
                  </a:lnTo>
                  <a:lnTo>
                    <a:pt x="332826" y="170386"/>
                  </a:lnTo>
                  <a:lnTo>
                    <a:pt x="332844" y="165071"/>
                  </a:lnTo>
                  <a:lnTo>
                    <a:pt x="332693" y="159757"/>
                  </a:lnTo>
                  <a:lnTo>
                    <a:pt x="332373" y="154451"/>
                  </a:lnTo>
                  <a:lnTo>
                    <a:pt x="331884" y="149157"/>
                  </a:lnTo>
                  <a:lnTo>
                    <a:pt x="331228" y="143882"/>
                  </a:lnTo>
                  <a:lnTo>
                    <a:pt x="330404" y="138630"/>
                  </a:lnTo>
                  <a:lnTo>
                    <a:pt x="329413" y="133408"/>
                  </a:lnTo>
                  <a:lnTo>
                    <a:pt x="328257" y="128219"/>
                  </a:lnTo>
                  <a:lnTo>
                    <a:pt x="326936" y="123070"/>
                  </a:lnTo>
                  <a:lnTo>
                    <a:pt x="325453" y="117965"/>
                  </a:lnTo>
                  <a:lnTo>
                    <a:pt x="323808" y="112910"/>
                  </a:lnTo>
                  <a:lnTo>
                    <a:pt x="322002" y="107910"/>
                  </a:lnTo>
                  <a:lnTo>
                    <a:pt x="320039" y="102970"/>
                  </a:lnTo>
                  <a:lnTo>
                    <a:pt x="317920" y="98095"/>
                  </a:lnTo>
                  <a:lnTo>
                    <a:pt x="315647" y="93289"/>
                  </a:lnTo>
                  <a:lnTo>
                    <a:pt x="313222" y="88559"/>
                  </a:lnTo>
                  <a:lnTo>
                    <a:pt x="310648" y="83908"/>
                  </a:lnTo>
                  <a:lnTo>
                    <a:pt x="307927" y="79341"/>
                  </a:lnTo>
                  <a:lnTo>
                    <a:pt x="305063" y="74863"/>
                  </a:lnTo>
                  <a:lnTo>
                    <a:pt x="302058" y="70478"/>
                  </a:lnTo>
                  <a:lnTo>
                    <a:pt x="298914" y="66191"/>
                  </a:lnTo>
                  <a:lnTo>
                    <a:pt x="295636" y="62006"/>
                  </a:lnTo>
                  <a:lnTo>
                    <a:pt x="292227" y="57927"/>
                  </a:lnTo>
                  <a:lnTo>
                    <a:pt x="288690" y="53959"/>
                  </a:lnTo>
                  <a:lnTo>
                    <a:pt x="285028" y="50105"/>
                  </a:lnTo>
                  <a:lnTo>
                    <a:pt x="281246" y="46370"/>
                  </a:lnTo>
                  <a:lnTo>
                    <a:pt x="277346" y="42757"/>
                  </a:lnTo>
                  <a:lnTo>
                    <a:pt x="273334" y="39270"/>
                  </a:lnTo>
                  <a:lnTo>
                    <a:pt x="269213" y="35912"/>
                  </a:lnTo>
                  <a:lnTo>
                    <a:pt x="264988" y="32687"/>
                  </a:lnTo>
                  <a:lnTo>
                    <a:pt x="260661" y="29597"/>
                  </a:lnTo>
                  <a:lnTo>
                    <a:pt x="256239" y="26647"/>
                  </a:lnTo>
                  <a:lnTo>
                    <a:pt x="251726" y="23839"/>
                  </a:lnTo>
                  <a:lnTo>
                    <a:pt x="247125" y="21176"/>
                  </a:lnTo>
                  <a:lnTo>
                    <a:pt x="242442" y="18661"/>
                  </a:lnTo>
                  <a:lnTo>
                    <a:pt x="237681" y="16295"/>
                  </a:lnTo>
                  <a:lnTo>
                    <a:pt x="232848" y="14083"/>
                  </a:lnTo>
                  <a:lnTo>
                    <a:pt x="227946" y="12025"/>
                  </a:lnTo>
                  <a:lnTo>
                    <a:pt x="222982" y="10124"/>
                  </a:lnTo>
                  <a:lnTo>
                    <a:pt x="217960" y="8381"/>
                  </a:lnTo>
                  <a:lnTo>
                    <a:pt x="212884" y="6800"/>
                  </a:lnTo>
                  <a:lnTo>
                    <a:pt x="207762" y="5380"/>
                  </a:lnTo>
                  <a:lnTo>
                    <a:pt x="202596" y="4124"/>
                  </a:lnTo>
                  <a:lnTo>
                    <a:pt x="197393" y="3033"/>
                  </a:lnTo>
                  <a:lnTo>
                    <a:pt x="192159" y="2108"/>
                  </a:lnTo>
                  <a:lnTo>
                    <a:pt x="186897" y="1350"/>
                  </a:lnTo>
                  <a:lnTo>
                    <a:pt x="181614" y="760"/>
                  </a:lnTo>
                  <a:lnTo>
                    <a:pt x="176315" y="338"/>
                  </a:lnTo>
                  <a:lnTo>
                    <a:pt x="171005" y="84"/>
                  </a:lnTo>
                  <a:lnTo>
                    <a:pt x="165690" y="0"/>
                  </a:lnTo>
                  <a:lnTo>
                    <a:pt x="16569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54953" y="5399291"/>
              <a:ext cx="31262" cy="167167"/>
            </a:xfrm>
            <a:custGeom>
              <a:avLst/>
              <a:pathLst>
                <a:path w="31262" h="167167">
                  <a:moveTo>
                    <a:pt x="31262" y="0"/>
                  </a:moveTo>
                  <a:lnTo>
                    <a:pt x="23403" y="184"/>
                  </a:lnTo>
                  <a:lnTo>
                    <a:pt x="15561" y="738"/>
                  </a:lnTo>
                  <a:lnTo>
                    <a:pt x="7754" y="1661"/>
                  </a:lnTo>
                  <a:lnTo>
                    <a:pt x="0" y="2949"/>
                  </a:lnTo>
                  <a:lnTo>
                    <a:pt x="31262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54953" y="5402241"/>
              <a:ext cx="31262" cy="164218"/>
            </a:xfrm>
            <a:custGeom>
              <a:avLst/>
              <a:pathLst>
                <a:path w="31262" h="164218">
                  <a:moveTo>
                    <a:pt x="0" y="0"/>
                  </a:moveTo>
                  <a:lnTo>
                    <a:pt x="31262" y="1642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54953" y="5402241"/>
              <a:ext cx="31262" cy="164218"/>
            </a:xfrm>
            <a:custGeom>
              <a:avLst/>
              <a:pathLst>
                <a:path w="31262" h="164218">
                  <a:moveTo>
                    <a:pt x="0" y="0"/>
                  </a:moveTo>
                  <a:lnTo>
                    <a:pt x="31262" y="1642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54953" y="5402241"/>
              <a:ext cx="31262" cy="164218"/>
            </a:xfrm>
            <a:custGeom>
              <a:avLst/>
              <a:pathLst>
                <a:path w="31262" h="164218">
                  <a:moveTo>
                    <a:pt x="0" y="0"/>
                  </a:moveTo>
                  <a:lnTo>
                    <a:pt x="31262" y="1642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54953" y="5402241"/>
              <a:ext cx="31262" cy="164218"/>
            </a:xfrm>
            <a:custGeom>
              <a:avLst/>
              <a:pathLst>
                <a:path w="31262" h="164218">
                  <a:moveTo>
                    <a:pt x="0" y="0"/>
                  </a:moveTo>
                  <a:lnTo>
                    <a:pt x="31262" y="1642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54953" y="5402241"/>
              <a:ext cx="31262" cy="164218"/>
            </a:xfrm>
            <a:custGeom>
              <a:avLst/>
              <a:pathLst>
                <a:path w="31262" h="164218">
                  <a:moveTo>
                    <a:pt x="0" y="0"/>
                  </a:moveTo>
                  <a:lnTo>
                    <a:pt x="31262" y="16421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54953" y="5402241"/>
              <a:ext cx="31262" cy="164218"/>
            </a:xfrm>
            <a:custGeom>
              <a:avLst/>
              <a:pathLst>
                <a:path w="31262" h="164218">
                  <a:moveTo>
                    <a:pt x="0" y="0"/>
                  </a:moveTo>
                  <a:lnTo>
                    <a:pt x="31262" y="16421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319063" y="5400680"/>
              <a:ext cx="334303" cy="332945"/>
            </a:xfrm>
            <a:custGeom>
              <a:avLst/>
              <a:pathLst>
                <a:path w="334303" h="332945">
                  <a:moveTo>
                    <a:pt x="135889" y="1560"/>
                  </a:moveTo>
                  <a:lnTo>
                    <a:pt x="130694" y="2634"/>
                  </a:lnTo>
                  <a:lnTo>
                    <a:pt x="125536" y="3873"/>
                  </a:lnTo>
                  <a:lnTo>
                    <a:pt x="120420" y="5275"/>
                  </a:lnTo>
                  <a:lnTo>
                    <a:pt x="115351" y="6839"/>
                  </a:lnTo>
                  <a:lnTo>
                    <a:pt x="110334" y="8562"/>
                  </a:lnTo>
                  <a:lnTo>
                    <a:pt x="105374" y="10444"/>
                  </a:lnTo>
                  <a:lnTo>
                    <a:pt x="100477" y="12483"/>
                  </a:lnTo>
                  <a:lnTo>
                    <a:pt x="95647" y="14675"/>
                  </a:lnTo>
                  <a:lnTo>
                    <a:pt x="90888" y="17020"/>
                  </a:lnTo>
                  <a:lnTo>
                    <a:pt x="86207" y="19515"/>
                  </a:lnTo>
                  <a:lnTo>
                    <a:pt x="81607" y="22157"/>
                  </a:lnTo>
                  <a:lnTo>
                    <a:pt x="77093" y="24943"/>
                  </a:lnTo>
                  <a:lnTo>
                    <a:pt x="72670" y="27872"/>
                  </a:lnTo>
                  <a:lnTo>
                    <a:pt x="68342" y="30939"/>
                  </a:lnTo>
                  <a:lnTo>
                    <a:pt x="64113" y="34142"/>
                  </a:lnTo>
                  <a:lnTo>
                    <a:pt x="59988" y="37478"/>
                  </a:lnTo>
                  <a:lnTo>
                    <a:pt x="55971" y="40942"/>
                  </a:lnTo>
                  <a:lnTo>
                    <a:pt x="52066" y="44533"/>
                  </a:lnTo>
                  <a:lnTo>
                    <a:pt x="48277" y="48246"/>
                  </a:lnTo>
                  <a:lnTo>
                    <a:pt x="44608" y="52076"/>
                  </a:lnTo>
                  <a:lnTo>
                    <a:pt x="41062" y="56022"/>
                  </a:lnTo>
                  <a:lnTo>
                    <a:pt x="37643" y="60078"/>
                  </a:lnTo>
                  <a:lnTo>
                    <a:pt x="34354" y="64240"/>
                  </a:lnTo>
                  <a:lnTo>
                    <a:pt x="31200" y="68505"/>
                  </a:lnTo>
                  <a:lnTo>
                    <a:pt x="28182" y="72868"/>
                  </a:lnTo>
                  <a:lnTo>
                    <a:pt x="25304" y="77324"/>
                  </a:lnTo>
                  <a:lnTo>
                    <a:pt x="22568" y="81869"/>
                  </a:lnTo>
                  <a:lnTo>
                    <a:pt x="19979" y="86499"/>
                  </a:lnTo>
                  <a:lnTo>
                    <a:pt x="17538" y="91208"/>
                  </a:lnTo>
                  <a:lnTo>
                    <a:pt x="15247" y="95993"/>
                  </a:lnTo>
                  <a:lnTo>
                    <a:pt x="13109" y="100848"/>
                  </a:lnTo>
                  <a:lnTo>
                    <a:pt x="11127" y="105768"/>
                  </a:lnTo>
                  <a:lnTo>
                    <a:pt x="9301" y="110749"/>
                  </a:lnTo>
                  <a:lnTo>
                    <a:pt x="7634" y="115785"/>
                  </a:lnTo>
                  <a:lnTo>
                    <a:pt x="6129" y="120872"/>
                  </a:lnTo>
                  <a:lnTo>
                    <a:pt x="4785" y="126003"/>
                  </a:lnTo>
                  <a:lnTo>
                    <a:pt x="3605" y="131175"/>
                  </a:lnTo>
                  <a:lnTo>
                    <a:pt x="2589" y="136382"/>
                  </a:lnTo>
                  <a:lnTo>
                    <a:pt x="1739" y="141618"/>
                  </a:lnTo>
                  <a:lnTo>
                    <a:pt x="1056" y="146878"/>
                  </a:lnTo>
                  <a:lnTo>
                    <a:pt x="540" y="152158"/>
                  </a:lnTo>
                  <a:lnTo>
                    <a:pt x="191" y="157451"/>
                  </a:lnTo>
                  <a:lnTo>
                    <a:pt x="11" y="162753"/>
                  </a:lnTo>
                  <a:lnTo>
                    <a:pt x="0" y="168058"/>
                  </a:lnTo>
                  <a:lnTo>
                    <a:pt x="156" y="173360"/>
                  </a:lnTo>
                  <a:lnTo>
                    <a:pt x="481" y="178655"/>
                  </a:lnTo>
                  <a:lnTo>
                    <a:pt x="973" y="183937"/>
                  </a:lnTo>
                  <a:lnTo>
                    <a:pt x="1633" y="189200"/>
                  </a:lnTo>
                  <a:lnTo>
                    <a:pt x="2459" y="194440"/>
                  </a:lnTo>
                  <a:lnTo>
                    <a:pt x="3452" y="199651"/>
                  </a:lnTo>
                  <a:lnTo>
                    <a:pt x="4609" y="204828"/>
                  </a:lnTo>
                  <a:lnTo>
                    <a:pt x="5930" y="209966"/>
                  </a:lnTo>
                  <a:lnTo>
                    <a:pt x="7413" y="215059"/>
                  </a:lnTo>
                  <a:lnTo>
                    <a:pt x="9057" y="220103"/>
                  </a:lnTo>
                  <a:lnTo>
                    <a:pt x="10860" y="225091"/>
                  </a:lnTo>
                  <a:lnTo>
                    <a:pt x="12821" y="230021"/>
                  </a:lnTo>
                  <a:lnTo>
                    <a:pt x="14937" y="234885"/>
                  </a:lnTo>
                  <a:lnTo>
                    <a:pt x="17206" y="239680"/>
                  </a:lnTo>
                  <a:lnTo>
                    <a:pt x="19627" y="244400"/>
                  </a:lnTo>
                  <a:lnTo>
                    <a:pt x="22196" y="249041"/>
                  </a:lnTo>
                  <a:lnTo>
                    <a:pt x="24911" y="253599"/>
                  </a:lnTo>
                  <a:lnTo>
                    <a:pt x="27769" y="258068"/>
                  </a:lnTo>
                  <a:lnTo>
                    <a:pt x="30767" y="262444"/>
                  </a:lnTo>
                  <a:lnTo>
                    <a:pt x="33903" y="266723"/>
                  </a:lnTo>
                  <a:lnTo>
                    <a:pt x="37173" y="270900"/>
                  </a:lnTo>
                  <a:lnTo>
                    <a:pt x="40574" y="274971"/>
                  </a:lnTo>
                  <a:lnTo>
                    <a:pt x="44102" y="278932"/>
                  </a:lnTo>
                  <a:lnTo>
                    <a:pt x="47754" y="282779"/>
                  </a:lnTo>
                  <a:lnTo>
                    <a:pt x="51527" y="286509"/>
                  </a:lnTo>
                  <a:lnTo>
                    <a:pt x="55416" y="290117"/>
                  </a:lnTo>
                  <a:lnTo>
                    <a:pt x="59417" y="293599"/>
                  </a:lnTo>
                  <a:lnTo>
                    <a:pt x="63527" y="296953"/>
                  </a:lnTo>
                  <a:lnTo>
                    <a:pt x="67741" y="300175"/>
                  </a:lnTo>
                  <a:lnTo>
                    <a:pt x="72055" y="303262"/>
                  </a:lnTo>
                  <a:lnTo>
                    <a:pt x="76466" y="306210"/>
                  </a:lnTo>
                  <a:lnTo>
                    <a:pt x="80967" y="309016"/>
                  </a:lnTo>
                  <a:lnTo>
                    <a:pt x="85555" y="311679"/>
                  </a:lnTo>
                  <a:lnTo>
                    <a:pt x="90226" y="314194"/>
                  </a:lnTo>
                  <a:lnTo>
                    <a:pt x="94973" y="316560"/>
                  </a:lnTo>
                  <a:lnTo>
                    <a:pt x="99794" y="318775"/>
                  </a:lnTo>
                  <a:lnTo>
                    <a:pt x="104682" y="320835"/>
                  </a:lnTo>
                  <a:lnTo>
                    <a:pt x="109634" y="322739"/>
                  </a:lnTo>
                  <a:lnTo>
                    <a:pt x="114643" y="324485"/>
                  </a:lnTo>
                  <a:lnTo>
                    <a:pt x="119705" y="326071"/>
                  </a:lnTo>
                  <a:lnTo>
                    <a:pt x="124815" y="327496"/>
                  </a:lnTo>
                  <a:lnTo>
                    <a:pt x="129967" y="328757"/>
                  </a:lnTo>
                  <a:lnTo>
                    <a:pt x="135157" y="329855"/>
                  </a:lnTo>
                  <a:lnTo>
                    <a:pt x="140379" y="330788"/>
                  </a:lnTo>
                  <a:lnTo>
                    <a:pt x="145628" y="331554"/>
                  </a:lnTo>
                  <a:lnTo>
                    <a:pt x="150899" y="332154"/>
                  </a:lnTo>
                  <a:lnTo>
                    <a:pt x="156186" y="332585"/>
                  </a:lnTo>
                  <a:lnTo>
                    <a:pt x="161484" y="332849"/>
                  </a:lnTo>
                  <a:lnTo>
                    <a:pt x="166788" y="332945"/>
                  </a:lnTo>
                  <a:lnTo>
                    <a:pt x="172092" y="332872"/>
                  </a:lnTo>
                  <a:lnTo>
                    <a:pt x="177392" y="332632"/>
                  </a:lnTo>
                  <a:lnTo>
                    <a:pt x="182681" y="332223"/>
                  </a:lnTo>
                  <a:lnTo>
                    <a:pt x="187954" y="331646"/>
                  </a:lnTo>
                  <a:lnTo>
                    <a:pt x="193206" y="330903"/>
                  </a:lnTo>
                  <a:lnTo>
                    <a:pt x="198432" y="329993"/>
                  </a:lnTo>
                  <a:lnTo>
                    <a:pt x="203627" y="328917"/>
                  </a:lnTo>
                  <a:lnTo>
                    <a:pt x="208785" y="327678"/>
                  </a:lnTo>
                  <a:lnTo>
                    <a:pt x="213901" y="326275"/>
                  </a:lnTo>
                  <a:lnTo>
                    <a:pt x="218970" y="324711"/>
                  </a:lnTo>
                  <a:lnTo>
                    <a:pt x="223987" y="322987"/>
                  </a:lnTo>
                  <a:lnTo>
                    <a:pt x="228946" y="321105"/>
                  </a:lnTo>
                  <a:lnTo>
                    <a:pt x="233843" y="319066"/>
                  </a:lnTo>
                  <a:lnTo>
                    <a:pt x="238673" y="316873"/>
                  </a:lnTo>
                  <a:lnTo>
                    <a:pt x="243432" y="314527"/>
                  </a:lnTo>
                  <a:lnTo>
                    <a:pt x="248113" y="312032"/>
                  </a:lnTo>
                  <a:lnTo>
                    <a:pt x="252713" y="309389"/>
                  </a:lnTo>
                  <a:lnTo>
                    <a:pt x="257226" y="306602"/>
                  </a:lnTo>
                  <a:lnTo>
                    <a:pt x="261649" y="303674"/>
                  </a:lnTo>
                  <a:lnTo>
                    <a:pt x="265977" y="300606"/>
                  </a:lnTo>
                  <a:lnTo>
                    <a:pt x="270205" y="297402"/>
                  </a:lnTo>
                  <a:lnTo>
                    <a:pt x="274329" y="294066"/>
                  </a:lnTo>
                  <a:lnTo>
                    <a:pt x="278346" y="290601"/>
                  </a:lnTo>
                  <a:lnTo>
                    <a:pt x="282250" y="287010"/>
                  </a:lnTo>
                  <a:lnTo>
                    <a:pt x="286039" y="283297"/>
                  </a:lnTo>
                  <a:lnTo>
                    <a:pt x="289708" y="279466"/>
                  </a:lnTo>
                  <a:lnTo>
                    <a:pt x="293253" y="275520"/>
                  </a:lnTo>
                  <a:lnTo>
                    <a:pt x="296672" y="271463"/>
                  </a:lnTo>
                  <a:lnTo>
                    <a:pt x="299960" y="267301"/>
                  </a:lnTo>
                  <a:lnTo>
                    <a:pt x="303114" y="263036"/>
                  </a:lnTo>
                  <a:lnTo>
                    <a:pt x="306132" y="258673"/>
                  </a:lnTo>
                  <a:lnTo>
                    <a:pt x="309009" y="254216"/>
                  </a:lnTo>
                  <a:lnTo>
                    <a:pt x="311744" y="249671"/>
                  </a:lnTo>
                  <a:lnTo>
                    <a:pt x="314333" y="245041"/>
                  </a:lnTo>
                  <a:lnTo>
                    <a:pt x="316774" y="240331"/>
                  </a:lnTo>
                  <a:lnTo>
                    <a:pt x="319064" y="235546"/>
                  </a:lnTo>
                  <a:lnTo>
                    <a:pt x="321201" y="230691"/>
                  </a:lnTo>
                  <a:lnTo>
                    <a:pt x="323183" y="225770"/>
                  </a:lnTo>
                  <a:lnTo>
                    <a:pt x="325008" y="220789"/>
                  </a:lnTo>
                  <a:lnTo>
                    <a:pt x="326674" y="215753"/>
                  </a:lnTo>
                  <a:lnTo>
                    <a:pt x="328179" y="210666"/>
                  </a:lnTo>
                  <a:lnTo>
                    <a:pt x="329523" y="205534"/>
                  </a:lnTo>
                  <a:lnTo>
                    <a:pt x="330702" y="200362"/>
                  </a:lnTo>
                  <a:lnTo>
                    <a:pt x="331717" y="195156"/>
                  </a:lnTo>
                  <a:lnTo>
                    <a:pt x="332566" y="189919"/>
                  </a:lnTo>
                  <a:lnTo>
                    <a:pt x="333249" y="184659"/>
                  </a:lnTo>
                  <a:lnTo>
                    <a:pt x="333765" y="179379"/>
                  </a:lnTo>
                  <a:lnTo>
                    <a:pt x="334112" y="174086"/>
                  </a:lnTo>
                  <a:lnTo>
                    <a:pt x="334292" y="168784"/>
                  </a:lnTo>
                  <a:lnTo>
                    <a:pt x="334303" y="163479"/>
                  </a:lnTo>
                  <a:lnTo>
                    <a:pt x="334146" y="158177"/>
                  </a:lnTo>
                  <a:lnTo>
                    <a:pt x="333821" y="152882"/>
                  </a:lnTo>
                  <a:lnTo>
                    <a:pt x="333328" y="147600"/>
                  </a:lnTo>
                  <a:lnTo>
                    <a:pt x="332667" y="142337"/>
                  </a:lnTo>
                  <a:lnTo>
                    <a:pt x="331840" y="137097"/>
                  </a:lnTo>
                  <a:lnTo>
                    <a:pt x="330847" y="131886"/>
                  </a:lnTo>
                  <a:lnTo>
                    <a:pt x="329689" y="126709"/>
                  </a:lnTo>
                  <a:lnTo>
                    <a:pt x="328368" y="121572"/>
                  </a:lnTo>
                  <a:lnTo>
                    <a:pt x="326884" y="116479"/>
                  </a:lnTo>
                  <a:lnTo>
                    <a:pt x="325239" y="111435"/>
                  </a:lnTo>
                  <a:lnTo>
                    <a:pt x="323436" y="106447"/>
                  </a:lnTo>
                  <a:lnTo>
                    <a:pt x="321474" y="101518"/>
                  </a:lnTo>
                  <a:lnTo>
                    <a:pt x="319358" y="96654"/>
                  </a:lnTo>
                  <a:lnTo>
                    <a:pt x="317088" y="91859"/>
                  </a:lnTo>
                  <a:lnTo>
                    <a:pt x="314667" y="87139"/>
                  </a:lnTo>
                  <a:lnTo>
                    <a:pt x="312098" y="82498"/>
                  </a:lnTo>
                  <a:lnTo>
                    <a:pt x="309382" y="77941"/>
                  </a:lnTo>
                  <a:lnTo>
                    <a:pt x="306524" y="73472"/>
                  </a:lnTo>
                  <a:lnTo>
                    <a:pt x="303525" y="69097"/>
                  </a:lnTo>
                  <a:lnTo>
                    <a:pt x="300388" y="64818"/>
                  </a:lnTo>
                  <a:lnTo>
                    <a:pt x="297118" y="60642"/>
                  </a:lnTo>
                  <a:lnTo>
                    <a:pt x="293717" y="56571"/>
                  </a:lnTo>
                  <a:lnTo>
                    <a:pt x="290188" y="52610"/>
                  </a:lnTo>
                  <a:lnTo>
                    <a:pt x="286535" y="48763"/>
                  </a:lnTo>
                  <a:lnTo>
                    <a:pt x="282762" y="45034"/>
                  </a:lnTo>
                  <a:lnTo>
                    <a:pt x="278873" y="41427"/>
                  </a:lnTo>
                  <a:lnTo>
                    <a:pt x="274871" y="37945"/>
                  </a:lnTo>
                  <a:lnTo>
                    <a:pt x="270761" y="34591"/>
                  </a:lnTo>
                  <a:lnTo>
                    <a:pt x="266546" y="31370"/>
                  </a:lnTo>
                  <a:lnTo>
                    <a:pt x="262232" y="28284"/>
                  </a:lnTo>
                  <a:lnTo>
                    <a:pt x="257821" y="25336"/>
                  </a:lnTo>
                  <a:lnTo>
                    <a:pt x="253319" y="22530"/>
                  </a:lnTo>
                  <a:lnTo>
                    <a:pt x="248731" y="19868"/>
                  </a:lnTo>
                  <a:lnTo>
                    <a:pt x="244060" y="17353"/>
                  </a:lnTo>
                  <a:lnTo>
                    <a:pt x="239312" y="14987"/>
                  </a:lnTo>
                  <a:lnTo>
                    <a:pt x="234491" y="12774"/>
                  </a:lnTo>
                  <a:lnTo>
                    <a:pt x="229603" y="10714"/>
                  </a:lnTo>
                  <a:lnTo>
                    <a:pt x="224651" y="8811"/>
                  </a:lnTo>
                  <a:lnTo>
                    <a:pt x="219642" y="7065"/>
                  </a:lnTo>
                  <a:lnTo>
                    <a:pt x="214580" y="5480"/>
                  </a:lnTo>
                  <a:lnTo>
                    <a:pt x="209470" y="4056"/>
                  </a:lnTo>
                  <a:lnTo>
                    <a:pt x="204317" y="2794"/>
                  </a:lnTo>
                  <a:lnTo>
                    <a:pt x="199127" y="1697"/>
                  </a:lnTo>
                  <a:lnTo>
                    <a:pt x="193905" y="765"/>
                  </a:lnTo>
                  <a:lnTo>
                    <a:pt x="188656" y="0"/>
                  </a:lnTo>
                  <a:lnTo>
                    <a:pt x="167151" y="16577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86215" y="5399291"/>
              <a:ext cx="21504" cy="167167"/>
            </a:xfrm>
            <a:custGeom>
              <a:avLst/>
              <a:pathLst>
                <a:path w="21504" h="167167">
                  <a:moveTo>
                    <a:pt x="21504" y="1388"/>
                  </a:moveTo>
                  <a:lnTo>
                    <a:pt x="14358" y="617"/>
                  </a:lnTo>
                  <a:lnTo>
                    <a:pt x="7185" y="15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4856376" y="5399291"/>
              <a:ext cx="167167" cy="332093"/>
            </a:xfrm>
            <a:custGeom>
              <a:avLst/>
              <a:pathLst>
                <a:path w="167167" h="332093">
                  <a:moveTo>
                    <a:pt x="167167" y="0"/>
                  </a:moveTo>
                  <a:lnTo>
                    <a:pt x="161815" y="85"/>
                  </a:lnTo>
                  <a:lnTo>
                    <a:pt x="156469" y="342"/>
                  </a:lnTo>
                  <a:lnTo>
                    <a:pt x="151134" y="770"/>
                  </a:lnTo>
                  <a:lnTo>
                    <a:pt x="145816" y="1369"/>
                  </a:lnTo>
                  <a:lnTo>
                    <a:pt x="140519" y="2137"/>
                  </a:lnTo>
                  <a:lnTo>
                    <a:pt x="135250" y="3075"/>
                  </a:lnTo>
                  <a:lnTo>
                    <a:pt x="130013" y="4181"/>
                  </a:lnTo>
                  <a:lnTo>
                    <a:pt x="124815" y="5453"/>
                  </a:lnTo>
                  <a:lnTo>
                    <a:pt x="119659" y="6892"/>
                  </a:lnTo>
                  <a:lnTo>
                    <a:pt x="114553" y="8495"/>
                  </a:lnTo>
                  <a:lnTo>
                    <a:pt x="109501" y="10261"/>
                  </a:lnTo>
                  <a:lnTo>
                    <a:pt x="104507" y="12187"/>
                  </a:lnTo>
                  <a:lnTo>
                    <a:pt x="99578" y="14272"/>
                  </a:lnTo>
                  <a:lnTo>
                    <a:pt x="94718" y="16514"/>
                  </a:lnTo>
                  <a:lnTo>
                    <a:pt x="89932" y="18911"/>
                  </a:lnTo>
                  <a:lnTo>
                    <a:pt x="85226" y="21459"/>
                  </a:lnTo>
                  <a:lnTo>
                    <a:pt x="80604" y="24157"/>
                  </a:lnTo>
                  <a:lnTo>
                    <a:pt x="76070" y="27002"/>
                  </a:lnTo>
                  <a:lnTo>
                    <a:pt x="71630" y="29990"/>
                  </a:lnTo>
                  <a:lnTo>
                    <a:pt x="67287" y="33118"/>
                  </a:lnTo>
                  <a:lnTo>
                    <a:pt x="63047" y="36384"/>
                  </a:lnTo>
                  <a:lnTo>
                    <a:pt x="58914" y="39785"/>
                  </a:lnTo>
                  <a:lnTo>
                    <a:pt x="54891" y="43315"/>
                  </a:lnTo>
                  <a:lnTo>
                    <a:pt x="50984" y="46973"/>
                  </a:lnTo>
                  <a:lnTo>
                    <a:pt x="47196" y="50754"/>
                  </a:lnTo>
                  <a:lnTo>
                    <a:pt x="43531" y="54654"/>
                  </a:lnTo>
                  <a:lnTo>
                    <a:pt x="39992" y="58670"/>
                  </a:lnTo>
                  <a:lnTo>
                    <a:pt x="36584" y="62796"/>
                  </a:lnTo>
                  <a:lnTo>
                    <a:pt x="33310" y="67030"/>
                  </a:lnTo>
                  <a:lnTo>
                    <a:pt x="30173" y="71366"/>
                  </a:lnTo>
                  <a:lnTo>
                    <a:pt x="27177" y="75801"/>
                  </a:lnTo>
                  <a:lnTo>
                    <a:pt x="24323" y="80329"/>
                  </a:lnTo>
                  <a:lnTo>
                    <a:pt x="21617" y="84947"/>
                  </a:lnTo>
                  <a:lnTo>
                    <a:pt x="19059" y="89648"/>
                  </a:lnTo>
                  <a:lnTo>
                    <a:pt x="16654" y="94429"/>
                  </a:lnTo>
                  <a:lnTo>
                    <a:pt x="14402" y="99285"/>
                  </a:lnTo>
                  <a:lnTo>
                    <a:pt x="12308" y="104210"/>
                  </a:lnTo>
                  <a:lnTo>
                    <a:pt x="10371" y="109199"/>
                  </a:lnTo>
                  <a:lnTo>
                    <a:pt x="8596" y="114249"/>
                  </a:lnTo>
                  <a:lnTo>
                    <a:pt x="6983" y="119352"/>
                  </a:lnTo>
                  <a:lnTo>
                    <a:pt x="5535" y="124504"/>
                  </a:lnTo>
                  <a:lnTo>
                    <a:pt x="4252" y="129700"/>
                  </a:lnTo>
                  <a:lnTo>
                    <a:pt x="3136" y="134935"/>
                  </a:lnTo>
                  <a:lnTo>
                    <a:pt x="2188" y="140202"/>
                  </a:lnTo>
                  <a:lnTo>
                    <a:pt x="1410" y="145497"/>
                  </a:lnTo>
                  <a:lnTo>
                    <a:pt x="801" y="150815"/>
                  </a:lnTo>
                  <a:lnTo>
                    <a:pt x="363" y="156149"/>
                  </a:lnTo>
                  <a:lnTo>
                    <a:pt x="95" y="161494"/>
                  </a:lnTo>
                  <a:lnTo>
                    <a:pt x="0" y="166846"/>
                  </a:lnTo>
                  <a:lnTo>
                    <a:pt x="75" y="172197"/>
                  </a:lnTo>
                  <a:lnTo>
                    <a:pt x="322" y="177544"/>
                  </a:lnTo>
                  <a:lnTo>
                    <a:pt x="739" y="182880"/>
                  </a:lnTo>
                  <a:lnTo>
                    <a:pt x="1328" y="188199"/>
                  </a:lnTo>
                  <a:lnTo>
                    <a:pt x="2086" y="193497"/>
                  </a:lnTo>
                  <a:lnTo>
                    <a:pt x="3013" y="198768"/>
                  </a:lnTo>
                  <a:lnTo>
                    <a:pt x="4109" y="204007"/>
                  </a:lnTo>
                  <a:lnTo>
                    <a:pt x="5372" y="209208"/>
                  </a:lnTo>
                  <a:lnTo>
                    <a:pt x="6801" y="214366"/>
                  </a:lnTo>
                  <a:lnTo>
                    <a:pt x="8394" y="219476"/>
                  </a:lnTo>
                  <a:lnTo>
                    <a:pt x="10150" y="224531"/>
                  </a:lnTo>
                  <a:lnTo>
                    <a:pt x="12067" y="229529"/>
                  </a:lnTo>
                  <a:lnTo>
                    <a:pt x="14143" y="234462"/>
                  </a:lnTo>
                  <a:lnTo>
                    <a:pt x="16375" y="239326"/>
                  </a:lnTo>
                  <a:lnTo>
                    <a:pt x="18762" y="244116"/>
                  </a:lnTo>
                  <a:lnTo>
                    <a:pt x="21302" y="248827"/>
                  </a:lnTo>
                  <a:lnTo>
                    <a:pt x="23991" y="253455"/>
                  </a:lnTo>
                  <a:lnTo>
                    <a:pt x="26826" y="257994"/>
                  </a:lnTo>
                  <a:lnTo>
                    <a:pt x="29806" y="262440"/>
                  </a:lnTo>
                  <a:lnTo>
                    <a:pt x="32926" y="266789"/>
                  </a:lnTo>
                  <a:lnTo>
                    <a:pt x="36184" y="271035"/>
                  </a:lnTo>
                  <a:lnTo>
                    <a:pt x="39576" y="275175"/>
                  </a:lnTo>
                  <a:lnTo>
                    <a:pt x="43099" y="279204"/>
                  </a:lnTo>
                  <a:lnTo>
                    <a:pt x="46750" y="283118"/>
                  </a:lnTo>
                  <a:lnTo>
                    <a:pt x="50523" y="286914"/>
                  </a:lnTo>
                  <a:lnTo>
                    <a:pt x="54416" y="290586"/>
                  </a:lnTo>
                  <a:lnTo>
                    <a:pt x="58425" y="294132"/>
                  </a:lnTo>
                  <a:lnTo>
                    <a:pt x="62545" y="297548"/>
                  </a:lnTo>
                  <a:lnTo>
                    <a:pt x="66773" y="300831"/>
                  </a:lnTo>
                  <a:lnTo>
                    <a:pt x="71103" y="303976"/>
                  </a:lnTo>
                  <a:lnTo>
                    <a:pt x="75532" y="306981"/>
                  </a:lnTo>
                  <a:lnTo>
                    <a:pt x="80055" y="309843"/>
                  </a:lnTo>
                  <a:lnTo>
                    <a:pt x="84667" y="312559"/>
                  </a:lnTo>
                  <a:lnTo>
                    <a:pt x="89363" y="315125"/>
                  </a:lnTo>
                  <a:lnTo>
                    <a:pt x="94140" y="317540"/>
                  </a:lnTo>
                  <a:lnTo>
                    <a:pt x="98991" y="319801"/>
                  </a:lnTo>
                  <a:lnTo>
                    <a:pt x="103912" y="321905"/>
                  </a:lnTo>
                  <a:lnTo>
                    <a:pt x="108898" y="323850"/>
                  </a:lnTo>
                  <a:lnTo>
                    <a:pt x="113944" y="325635"/>
                  </a:lnTo>
                  <a:lnTo>
                    <a:pt x="119044" y="327258"/>
                  </a:lnTo>
                  <a:lnTo>
                    <a:pt x="124193" y="328716"/>
                  </a:lnTo>
                  <a:lnTo>
                    <a:pt x="129387" y="330009"/>
                  </a:lnTo>
                  <a:lnTo>
                    <a:pt x="134619" y="331135"/>
                  </a:lnTo>
                  <a:lnTo>
                    <a:pt x="139885" y="332093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4996262" y="5566459"/>
              <a:ext cx="27281" cy="164926"/>
            </a:xfrm>
            <a:custGeom>
              <a:avLst/>
              <a:pathLst>
                <a:path w="27281" h="164926">
                  <a:moveTo>
                    <a:pt x="0" y="164926"/>
                  </a:moveTo>
                  <a:lnTo>
                    <a:pt x="2728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4996262" y="5566459"/>
              <a:ext cx="27281" cy="164926"/>
            </a:xfrm>
            <a:custGeom>
              <a:avLst/>
              <a:pathLst>
                <a:path w="27281" h="164926">
                  <a:moveTo>
                    <a:pt x="0" y="164926"/>
                  </a:moveTo>
                  <a:lnTo>
                    <a:pt x="2728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4996262" y="5566459"/>
              <a:ext cx="27281" cy="164926"/>
            </a:xfrm>
            <a:custGeom>
              <a:avLst/>
              <a:pathLst>
                <a:path w="27281" h="164926">
                  <a:moveTo>
                    <a:pt x="0" y="164926"/>
                  </a:moveTo>
                  <a:lnTo>
                    <a:pt x="2728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4996262" y="5566459"/>
              <a:ext cx="27281" cy="164926"/>
            </a:xfrm>
            <a:custGeom>
              <a:avLst/>
              <a:pathLst>
                <a:path w="27281" h="164926">
                  <a:moveTo>
                    <a:pt x="0" y="164926"/>
                  </a:moveTo>
                  <a:lnTo>
                    <a:pt x="2728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4996262" y="5566459"/>
              <a:ext cx="27281" cy="164926"/>
            </a:xfrm>
            <a:custGeom>
              <a:avLst/>
              <a:pathLst>
                <a:path w="27281" h="164926">
                  <a:moveTo>
                    <a:pt x="0" y="164926"/>
                  </a:moveTo>
                  <a:lnTo>
                    <a:pt x="2728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4996262" y="5566459"/>
              <a:ext cx="125249" cy="167167"/>
            </a:xfrm>
            <a:custGeom>
              <a:avLst/>
              <a:pathLst>
                <a:path w="125249" h="167167">
                  <a:moveTo>
                    <a:pt x="0" y="164926"/>
                  </a:moveTo>
                  <a:lnTo>
                    <a:pt x="5443" y="165734"/>
                  </a:lnTo>
                  <a:lnTo>
                    <a:pt x="10910" y="166363"/>
                  </a:lnTo>
                  <a:lnTo>
                    <a:pt x="16395" y="166812"/>
                  </a:lnTo>
                  <a:lnTo>
                    <a:pt x="21891" y="167080"/>
                  </a:lnTo>
                  <a:lnTo>
                    <a:pt x="27393" y="167167"/>
                  </a:lnTo>
                  <a:lnTo>
                    <a:pt x="32896" y="167073"/>
                  </a:lnTo>
                  <a:lnTo>
                    <a:pt x="38392" y="166797"/>
                  </a:lnTo>
                  <a:lnTo>
                    <a:pt x="43876" y="166341"/>
                  </a:lnTo>
                  <a:lnTo>
                    <a:pt x="49342" y="165705"/>
                  </a:lnTo>
                  <a:lnTo>
                    <a:pt x="54784" y="164889"/>
                  </a:lnTo>
                  <a:lnTo>
                    <a:pt x="60197" y="163894"/>
                  </a:lnTo>
                  <a:lnTo>
                    <a:pt x="65573" y="162722"/>
                  </a:lnTo>
                  <a:lnTo>
                    <a:pt x="70909" y="161374"/>
                  </a:lnTo>
                  <a:lnTo>
                    <a:pt x="76197" y="159850"/>
                  </a:lnTo>
                  <a:lnTo>
                    <a:pt x="81432" y="158153"/>
                  </a:lnTo>
                  <a:lnTo>
                    <a:pt x="86608" y="156285"/>
                  </a:lnTo>
                  <a:lnTo>
                    <a:pt x="91720" y="154248"/>
                  </a:lnTo>
                  <a:lnTo>
                    <a:pt x="96762" y="152043"/>
                  </a:lnTo>
                  <a:lnTo>
                    <a:pt x="101729" y="149674"/>
                  </a:lnTo>
                  <a:lnTo>
                    <a:pt x="106615" y="147142"/>
                  </a:lnTo>
                  <a:lnTo>
                    <a:pt x="111415" y="144451"/>
                  </a:lnTo>
                  <a:lnTo>
                    <a:pt x="116124" y="141604"/>
                  </a:lnTo>
                  <a:lnTo>
                    <a:pt x="120737" y="138603"/>
                  </a:lnTo>
                  <a:lnTo>
                    <a:pt x="125249" y="135452"/>
                  </a:lnTo>
                  <a:lnTo>
                    <a:pt x="27281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023544" y="5399291"/>
              <a:ext cx="167158" cy="302619"/>
            </a:xfrm>
            <a:custGeom>
              <a:avLst/>
              <a:pathLst>
                <a:path w="167158" h="302619">
                  <a:moveTo>
                    <a:pt x="97967" y="302619"/>
                  </a:moveTo>
                  <a:lnTo>
                    <a:pt x="102230" y="299432"/>
                  </a:lnTo>
                  <a:lnTo>
                    <a:pt x="106388" y="296110"/>
                  </a:lnTo>
                  <a:lnTo>
                    <a:pt x="110440" y="292658"/>
                  </a:lnTo>
                  <a:lnTo>
                    <a:pt x="114379" y="289078"/>
                  </a:lnTo>
                  <a:lnTo>
                    <a:pt x="118202" y="285375"/>
                  </a:lnTo>
                  <a:lnTo>
                    <a:pt x="121905" y="281552"/>
                  </a:lnTo>
                  <a:lnTo>
                    <a:pt x="125485" y="277613"/>
                  </a:lnTo>
                  <a:lnTo>
                    <a:pt x="128937" y="273563"/>
                  </a:lnTo>
                  <a:lnTo>
                    <a:pt x="132259" y="269404"/>
                  </a:lnTo>
                  <a:lnTo>
                    <a:pt x="135447" y="265141"/>
                  </a:lnTo>
                  <a:lnTo>
                    <a:pt x="138497" y="260780"/>
                  </a:lnTo>
                  <a:lnTo>
                    <a:pt x="141407" y="256323"/>
                  </a:lnTo>
                  <a:lnTo>
                    <a:pt x="144174" y="251776"/>
                  </a:lnTo>
                  <a:lnTo>
                    <a:pt x="146794" y="247143"/>
                  </a:lnTo>
                  <a:lnTo>
                    <a:pt x="149266" y="242430"/>
                  </a:lnTo>
                  <a:lnTo>
                    <a:pt x="151586" y="237640"/>
                  </a:lnTo>
                  <a:lnTo>
                    <a:pt x="153753" y="232778"/>
                  </a:lnTo>
                  <a:lnTo>
                    <a:pt x="155764" y="227850"/>
                  </a:lnTo>
                  <a:lnTo>
                    <a:pt x="157617" y="222860"/>
                  </a:lnTo>
                  <a:lnTo>
                    <a:pt x="159310" y="217814"/>
                  </a:lnTo>
                  <a:lnTo>
                    <a:pt x="160842" y="212717"/>
                  </a:lnTo>
                  <a:lnTo>
                    <a:pt x="162210" y="207573"/>
                  </a:lnTo>
                  <a:lnTo>
                    <a:pt x="163414" y="202389"/>
                  </a:lnTo>
                  <a:lnTo>
                    <a:pt x="164453" y="197169"/>
                  </a:lnTo>
                  <a:lnTo>
                    <a:pt x="165324" y="191918"/>
                  </a:lnTo>
                  <a:lnTo>
                    <a:pt x="166029" y="186642"/>
                  </a:lnTo>
                  <a:lnTo>
                    <a:pt x="166564" y="181347"/>
                  </a:lnTo>
                  <a:lnTo>
                    <a:pt x="166931" y="176037"/>
                  </a:lnTo>
                  <a:lnTo>
                    <a:pt x="167129" y="170718"/>
                  </a:lnTo>
                  <a:lnTo>
                    <a:pt x="167158" y="165396"/>
                  </a:lnTo>
                  <a:lnTo>
                    <a:pt x="167016" y="160075"/>
                  </a:lnTo>
                  <a:lnTo>
                    <a:pt x="166706" y="154761"/>
                  </a:lnTo>
                  <a:lnTo>
                    <a:pt x="166227" y="149461"/>
                  </a:lnTo>
                  <a:lnTo>
                    <a:pt x="165579" y="144178"/>
                  </a:lnTo>
                  <a:lnTo>
                    <a:pt x="164763" y="138918"/>
                  </a:lnTo>
                  <a:lnTo>
                    <a:pt x="163780" y="133687"/>
                  </a:lnTo>
                  <a:lnTo>
                    <a:pt x="162631" y="128490"/>
                  </a:lnTo>
                  <a:lnTo>
                    <a:pt x="161317" y="123332"/>
                  </a:lnTo>
                  <a:lnTo>
                    <a:pt x="159840" y="118219"/>
                  </a:lnTo>
                  <a:lnTo>
                    <a:pt x="158201" y="113155"/>
                  </a:lnTo>
                  <a:lnTo>
                    <a:pt x="156401" y="108146"/>
                  </a:lnTo>
                  <a:lnTo>
                    <a:pt x="154443" y="103197"/>
                  </a:lnTo>
                  <a:lnTo>
                    <a:pt x="152328" y="98312"/>
                  </a:lnTo>
                  <a:lnTo>
                    <a:pt x="150059" y="93498"/>
                  </a:lnTo>
                  <a:lnTo>
                    <a:pt x="147638" y="88758"/>
                  </a:lnTo>
                  <a:lnTo>
                    <a:pt x="145066" y="84098"/>
                  </a:lnTo>
                  <a:lnTo>
                    <a:pt x="142348" y="79521"/>
                  </a:lnTo>
                  <a:lnTo>
                    <a:pt x="139486" y="75034"/>
                  </a:lnTo>
                  <a:lnTo>
                    <a:pt x="136482" y="70640"/>
                  </a:lnTo>
                  <a:lnTo>
                    <a:pt x="133340" y="66344"/>
                  </a:lnTo>
                  <a:lnTo>
                    <a:pt x="130063" y="62150"/>
                  </a:lnTo>
                  <a:lnTo>
                    <a:pt x="126654" y="58063"/>
                  </a:lnTo>
                  <a:lnTo>
                    <a:pt x="123116" y="54086"/>
                  </a:lnTo>
                  <a:lnTo>
                    <a:pt x="119454" y="50224"/>
                  </a:lnTo>
                  <a:lnTo>
                    <a:pt x="115670" y="46480"/>
                  </a:lnTo>
                  <a:lnTo>
                    <a:pt x="111769" y="42859"/>
                  </a:lnTo>
                  <a:lnTo>
                    <a:pt x="107755" y="39364"/>
                  </a:lnTo>
                  <a:lnTo>
                    <a:pt x="103632" y="35998"/>
                  </a:lnTo>
                  <a:lnTo>
                    <a:pt x="99404" y="32765"/>
                  </a:lnTo>
                  <a:lnTo>
                    <a:pt x="95075" y="29669"/>
                  </a:lnTo>
                  <a:lnTo>
                    <a:pt x="90649" y="26712"/>
                  </a:lnTo>
                  <a:lnTo>
                    <a:pt x="86132" y="23897"/>
                  </a:lnTo>
                  <a:lnTo>
                    <a:pt x="81527" y="21228"/>
                  </a:lnTo>
                  <a:lnTo>
                    <a:pt x="76840" y="18706"/>
                  </a:lnTo>
                  <a:lnTo>
                    <a:pt x="72074" y="16335"/>
                  </a:lnTo>
                  <a:lnTo>
                    <a:pt x="67236" y="14117"/>
                  </a:lnTo>
                  <a:lnTo>
                    <a:pt x="62330" y="12054"/>
                  </a:lnTo>
                  <a:lnTo>
                    <a:pt x="57360" y="10149"/>
                  </a:lnTo>
                  <a:lnTo>
                    <a:pt x="52332" y="8402"/>
                  </a:lnTo>
                  <a:lnTo>
                    <a:pt x="47251" y="6817"/>
                  </a:lnTo>
                  <a:lnTo>
                    <a:pt x="42122" y="5394"/>
                  </a:lnTo>
                  <a:lnTo>
                    <a:pt x="36951" y="4135"/>
                  </a:lnTo>
                  <a:lnTo>
                    <a:pt x="31742" y="3041"/>
                  </a:lnTo>
                  <a:lnTo>
                    <a:pt x="26501" y="2114"/>
                  </a:lnTo>
                  <a:lnTo>
                    <a:pt x="21233" y="1354"/>
                  </a:lnTo>
                  <a:lnTo>
                    <a:pt x="15943" y="762"/>
                  </a:lnTo>
                  <a:lnTo>
                    <a:pt x="10638" y="338"/>
                  </a:lnTo>
                  <a:lnTo>
                    <a:pt x="5321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416259" y="5269756"/>
              <a:ext cx="128999" cy="167167"/>
            </a:xfrm>
            <a:custGeom>
              <a:avLst/>
              <a:pathLst>
                <a:path w="128999" h="167167">
                  <a:moveTo>
                    <a:pt x="128999" y="0"/>
                  </a:moveTo>
                  <a:lnTo>
                    <a:pt x="123542" y="89"/>
                  </a:lnTo>
                  <a:lnTo>
                    <a:pt x="118091" y="356"/>
                  </a:lnTo>
                  <a:lnTo>
                    <a:pt x="112652" y="801"/>
                  </a:lnTo>
                  <a:lnTo>
                    <a:pt x="107231" y="1423"/>
                  </a:lnTo>
                  <a:lnTo>
                    <a:pt x="101832" y="2222"/>
                  </a:lnTo>
                  <a:lnTo>
                    <a:pt x="96462" y="3196"/>
                  </a:lnTo>
                  <a:lnTo>
                    <a:pt x="91128" y="4346"/>
                  </a:lnTo>
                  <a:lnTo>
                    <a:pt x="85833" y="5669"/>
                  </a:lnTo>
                  <a:lnTo>
                    <a:pt x="80585" y="7164"/>
                  </a:lnTo>
                  <a:lnTo>
                    <a:pt x="75388" y="8829"/>
                  </a:lnTo>
                  <a:lnTo>
                    <a:pt x="70248" y="10664"/>
                  </a:lnTo>
                  <a:lnTo>
                    <a:pt x="65171" y="12665"/>
                  </a:lnTo>
                  <a:lnTo>
                    <a:pt x="60162" y="14831"/>
                  </a:lnTo>
                  <a:lnTo>
                    <a:pt x="55226" y="17159"/>
                  </a:lnTo>
                  <a:lnTo>
                    <a:pt x="50369" y="19647"/>
                  </a:lnTo>
                  <a:lnTo>
                    <a:pt x="45595" y="22292"/>
                  </a:lnTo>
                  <a:lnTo>
                    <a:pt x="40911" y="25091"/>
                  </a:lnTo>
                  <a:lnTo>
                    <a:pt x="36320" y="28042"/>
                  </a:lnTo>
                  <a:lnTo>
                    <a:pt x="31828" y="31142"/>
                  </a:lnTo>
                  <a:lnTo>
                    <a:pt x="27440" y="34386"/>
                  </a:lnTo>
                  <a:lnTo>
                    <a:pt x="23160" y="37772"/>
                  </a:lnTo>
                  <a:lnTo>
                    <a:pt x="18993" y="41295"/>
                  </a:lnTo>
                  <a:lnTo>
                    <a:pt x="14943" y="44953"/>
                  </a:lnTo>
                  <a:lnTo>
                    <a:pt x="11014" y="48741"/>
                  </a:lnTo>
                  <a:lnTo>
                    <a:pt x="7212" y="52656"/>
                  </a:lnTo>
                  <a:lnTo>
                    <a:pt x="3539" y="56692"/>
                  </a:lnTo>
                  <a:lnTo>
                    <a:pt x="0" y="60846"/>
                  </a:lnTo>
                  <a:lnTo>
                    <a:pt x="12899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416259" y="5330602"/>
              <a:ext cx="128999" cy="106320"/>
            </a:xfrm>
            <a:custGeom>
              <a:avLst/>
              <a:pathLst>
                <a:path w="128999" h="106320">
                  <a:moveTo>
                    <a:pt x="0" y="0"/>
                  </a:moveTo>
                  <a:lnTo>
                    <a:pt x="128999" y="1063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416259" y="5330602"/>
              <a:ext cx="128999" cy="106320"/>
            </a:xfrm>
            <a:custGeom>
              <a:avLst/>
              <a:pathLst>
                <a:path w="128999" h="106320">
                  <a:moveTo>
                    <a:pt x="0" y="0"/>
                  </a:moveTo>
                  <a:lnTo>
                    <a:pt x="128999" y="1063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416259" y="5330602"/>
              <a:ext cx="128999" cy="106320"/>
            </a:xfrm>
            <a:custGeom>
              <a:avLst/>
              <a:pathLst>
                <a:path w="128999" h="106320">
                  <a:moveTo>
                    <a:pt x="0" y="0"/>
                  </a:moveTo>
                  <a:lnTo>
                    <a:pt x="128999" y="10632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416259" y="5330602"/>
              <a:ext cx="128999" cy="106320"/>
            </a:xfrm>
            <a:custGeom>
              <a:avLst/>
              <a:pathLst>
                <a:path w="128999" h="106320">
                  <a:moveTo>
                    <a:pt x="0" y="0"/>
                  </a:moveTo>
                  <a:lnTo>
                    <a:pt x="128999" y="10632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391934" y="5330602"/>
              <a:ext cx="153323" cy="106320"/>
            </a:xfrm>
            <a:custGeom>
              <a:avLst/>
              <a:pathLst>
                <a:path w="153323" h="106320">
                  <a:moveTo>
                    <a:pt x="24324" y="0"/>
                  </a:moveTo>
                  <a:lnTo>
                    <a:pt x="20183" y="5233"/>
                  </a:lnTo>
                  <a:lnTo>
                    <a:pt x="16254" y="10629"/>
                  </a:lnTo>
                  <a:lnTo>
                    <a:pt x="12544" y="16176"/>
                  </a:lnTo>
                  <a:lnTo>
                    <a:pt x="9058" y="21868"/>
                  </a:lnTo>
                  <a:lnTo>
                    <a:pt x="5801" y="27693"/>
                  </a:lnTo>
                  <a:lnTo>
                    <a:pt x="2780" y="33645"/>
                  </a:lnTo>
                  <a:lnTo>
                    <a:pt x="0" y="39712"/>
                  </a:lnTo>
                  <a:lnTo>
                    <a:pt x="153323" y="1063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378091" y="5269756"/>
              <a:ext cx="334326" cy="334324"/>
            </a:xfrm>
            <a:custGeom>
              <a:avLst/>
              <a:pathLst>
                <a:path w="334326" h="334324">
                  <a:moveTo>
                    <a:pt x="13843" y="100558"/>
                  </a:moveTo>
                  <a:lnTo>
                    <a:pt x="11814" y="105439"/>
                  </a:lnTo>
                  <a:lnTo>
                    <a:pt x="9940" y="110381"/>
                  </a:lnTo>
                  <a:lnTo>
                    <a:pt x="8223" y="115380"/>
                  </a:lnTo>
                  <a:lnTo>
                    <a:pt x="6666" y="120430"/>
                  </a:lnTo>
                  <a:lnTo>
                    <a:pt x="5268" y="125528"/>
                  </a:lnTo>
                  <a:lnTo>
                    <a:pt x="4033" y="130667"/>
                  </a:lnTo>
                  <a:lnTo>
                    <a:pt x="2961" y="135842"/>
                  </a:lnTo>
                  <a:lnTo>
                    <a:pt x="2052" y="141049"/>
                  </a:lnTo>
                  <a:lnTo>
                    <a:pt x="1309" y="146282"/>
                  </a:lnTo>
                  <a:lnTo>
                    <a:pt x="732" y="151535"/>
                  </a:lnTo>
                  <a:lnTo>
                    <a:pt x="321" y="156805"/>
                  </a:lnTo>
                  <a:lnTo>
                    <a:pt x="77" y="162085"/>
                  </a:lnTo>
                  <a:lnTo>
                    <a:pt x="0" y="167369"/>
                  </a:lnTo>
                  <a:lnTo>
                    <a:pt x="89" y="172654"/>
                  </a:lnTo>
                  <a:lnTo>
                    <a:pt x="346" y="177933"/>
                  </a:lnTo>
                  <a:lnTo>
                    <a:pt x="770" y="183202"/>
                  </a:lnTo>
                  <a:lnTo>
                    <a:pt x="1360" y="188454"/>
                  </a:lnTo>
                  <a:lnTo>
                    <a:pt x="2116" y="193685"/>
                  </a:lnTo>
                  <a:lnTo>
                    <a:pt x="3037" y="198889"/>
                  </a:lnTo>
                  <a:lnTo>
                    <a:pt x="4122" y="204062"/>
                  </a:lnTo>
                  <a:lnTo>
                    <a:pt x="5370" y="209198"/>
                  </a:lnTo>
                  <a:lnTo>
                    <a:pt x="6779" y="214292"/>
                  </a:lnTo>
                  <a:lnTo>
                    <a:pt x="8349" y="219339"/>
                  </a:lnTo>
                  <a:lnTo>
                    <a:pt x="10078" y="224334"/>
                  </a:lnTo>
                  <a:lnTo>
                    <a:pt x="11964" y="229271"/>
                  </a:lnTo>
                  <a:lnTo>
                    <a:pt x="14005" y="234147"/>
                  </a:lnTo>
                  <a:lnTo>
                    <a:pt x="16199" y="238955"/>
                  </a:lnTo>
                  <a:lnTo>
                    <a:pt x="18544" y="243692"/>
                  </a:lnTo>
                  <a:lnTo>
                    <a:pt x="21037" y="248352"/>
                  </a:lnTo>
                  <a:lnTo>
                    <a:pt x="23677" y="252931"/>
                  </a:lnTo>
                  <a:lnTo>
                    <a:pt x="26460" y="257425"/>
                  </a:lnTo>
                  <a:lnTo>
                    <a:pt x="29383" y="261828"/>
                  </a:lnTo>
                  <a:lnTo>
                    <a:pt x="32445" y="266136"/>
                  </a:lnTo>
                  <a:lnTo>
                    <a:pt x="35641" y="270346"/>
                  </a:lnTo>
                  <a:lnTo>
                    <a:pt x="38968" y="274452"/>
                  </a:lnTo>
                  <a:lnTo>
                    <a:pt x="42424" y="278451"/>
                  </a:lnTo>
                  <a:lnTo>
                    <a:pt x="46005" y="282339"/>
                  </a:lnTo>
                  <a:lnTo>
                    <a:pt x="49706" y="286112"/>
                  </a:lnTo>
                  <a:lnTo>
                    <a:pt x="53525" y="289766"/>
                  </a:lnTo>
                  <a:lnTo>
                    <a:pt x="57458" y="293297"/>
                  </a:lnTo>
                  <a:lnTo>
                    <a:pt x="61500" y="296702"/>
                  </a:lnTo>
                  <a:lnTo>
                    <a:pt x="65648" y="299978"/>
                  </a:lnTo>
                  <a:lnTo>
                    <a:pt x="69897" y="303121"/>
                  </a:lnTo>
                  <a:lnTo>
                    <a:pt x="74244" y="306128"/>
                  </a:lnTo>
                  <a:lnTo>
                    <a:pt x="78683" y="308996"/>
                  </a:lnTo>
                  <a:lnTo>
                    <a:pt x="83211" y="311723"/>
                  </a:lnTo>
                  <a:lnTo>
                    <a:pt x="87823" y="314305"/>
                  </a:lnTo>
                  <a:lnTo>
                    <a:pt x="92514" y="316739"/>
                  </a:lnTo>
                  <a:lnTo>
                    <a:pt x="97280" y="319025"/>
                  </a:lnTo>
                  <a:lnTo>
                    <a:pt x="102116" y="321158"/>
                  </a:lnTo>
                  <a:lnTo>
                    <a:pt x="107016" y="323138"/>
                  </a:lnTo>
                  <a:lnTo>
                    <a:pt x="111977" y="324961"/>
                  </a:lnTo>
                  <a:lnTo>
                    <a:pt x="116993" y="326627"/>
                  </a:lnTo>
                  <a:lnTo>
                    <a:pt x="122059" y="328134"/>
                  </a:lnTo>
                  <a:lnTo>
                    <a:pt x="127171" y="329479"/>
                  </a:lnTo>
                  <a:lnTo>
                    <a:pt x="132322" y="330662"/>
                  </a:lnTo>
                  <a:lnTo>
                    <a:pt x="137508" y="331682"/>
                  </a:lnTo>
                  <a:lnTo>
                    <a:pt x="142724" y="332538"/>
                  </a:lnTo>
                  <a:lnTo>
                    <a:pt x="147964" y="333228"/>
                  </a:lnTo>
                  <a:lnTo>
                    <a:pt x="153223" y="333752"/>
                  </a:lnTo>
                  <a:lnTo>
                    <a:pt x="158496" y="334109"/>
                  </a:lnTo>
                  <a:lnTo>
                    <a:pt x="163778" y="334300"/>
                  </a:lnTo>
                  <a:lnTo>
                    <a:pt x="169064" y="334324"/>
                  </a:lnTo>
                  <a:lnTo>
                    <a:pt x="174347" y="334180"/>
                  </a:lnTo>
                  <a:lnTo>
                    <a:pt x="179623" y="333870"/>
                  </a:lnTo>
                  <a:lnTo>
                    <a:pt x="184887" y="333393"/>
                  </a:lnTo>
                  <a:lnTo>
                    <a:pt x="190133" y="332749"/>
                  </a:lnTo>
                  <a:lnTo>
                    <a:pt x="195356" y="331940"/>
                  </a:lnTo>
                  <a:lnTo>
                    <a:pt x="200551" y="330967"/>
                  </a:lnTo>
                  <a:lnTo>
                    <a:pt x="205713" y="329830"/>
                  </a:lnTo>
                  <a:lnTo>
                    <a:pt x="210836" y="328530"/>
                  </a:lnTo>
                  <a:lnTo>
                    <a:pt x="215915" y="327069"/>
                  </a:lnTo>
                  <a:lnTo>
                    <a:pt x="220946" y="325448"/>
                  </a:lnTo>
                  <a:lnTo>
                    <a:pt x="225923" y="323668"/>
                  </a:lnTo>
                  <a:lnTo>
                    <a:pt x="230841" y="321733"/>
                  </a:lnTo>
                  <a:lnTo>
                    <a:pt x="235696" y="319642"/>
                  </a:lnTo>
                  <a:lnTo>
                    <a:pt x="240482" y="317400"/>
                  </a:lnTo>
                  <a:lnTo>
                    <a:pt x="245194" y="315007"/>
                  </a:lnTo>
                  <a:lnTo>
                    <a:pt x="249829" y="312466"/>
                  </a:lnTo>
                  <a:lnTo>
                    <a:pt x="254381" y="309780"/>
                  </a:lnTo>
                  <a:lnTo>
                    <a:pt x="258846" y="306952"/>
                  </a:lnTo>
                  <a:lnTo>
                    <a:pt x="263219" y="303984"/>
                  </a:lnTo>
                  <a:lnTo>
                    <a:pt x="267497" y="300879"/>
                  </a:lnTo>
                  <a:lnTo>
                    <a:pt x="271673" y="297640"/>
                  </a:lnTo>
                  <a:lnTo>
                    <a:pt x="275746" y="294271"/>
                  </a:lnTo>
                  <a:lnTo>
                    <a:pt x="279710" y="290775"/>
                  </a:lnTo>
                  <a:lnTo>
                    <a:pt x="283561" y="287156"/>
                  </a:lnTo>
                  <a:lnTo>
                    <a:pt x="287296" y="283416"/>
                  </a:lnTo>
                  <a:lnTo>
                    <a:pt x="290911" y="279560"/>
                  </a:lnTo>
                  <a:lnTo>
                    <a:pt x="294403" y="275592"/>
                  </a:lnTo>
                  <a:lnTo>
                    <a:pt x="297767" y="271516"/>
                  </a:lnTo>
                  <a:lnTo>
                    <a:pt x="301000" y="267335"/>
                  </a:lnTo>
                  <a:lnTo>
                    <a:pt x="304100" y="263054"/>
                  </a:lnTo>
                  <a:lnTo>
                    <a:pt x="307063" y="258677"/>
                  </a:lnTo>
                  <a:lnTo>
                    <a:pt x="309886" y="254208"/>
                  </a:lnTo>
                  <a:lnTo>
                    <a:pt x="312566" y="249653"/>
                  </a:lnTo>
                  <a:lnTo>
                    <a:pt x="315101" y="245015"/>
                  </a:lnTo>
                  <a:lnTo>
                    <a:pt x="317488" y="240300"/>
                  </a:lnTo>
                  <a:lnTo>
                    <a:pt x="319725" y="235511"/>
                  </a:lnTo>
                  <a:lnTo>
                    <a:pt x="321809" y="230654"/>
                  </a:lnTo>
                  <a:lnTo>
                    <a:pt x="323739" y="225733"/>
                  </a:lnTo>
                  <a:lnTo>
                    <a:pt x="325512" y="220754"/>
                  </a:lnTo>
                  <a:lnTo>
                    <a:pt x="327127" y="215722"/>
                  </a:lnTo>
                  <a:lnTo>
                    <a:pt x="328582" y="210641"/>
                  </a:lnTo>
                  <a:lnTo>
                    <a:pt x="329876" y="205516"/>
                  </a:lnTo>
                  <a:lnTo>
                    <a:pt x="331007" y="200353"/>
                  </a:lnTo>
                  <a:lnTo>
                    <a:pt x="331974" y="195157"/>
                  </a:lnTo>
                  <a:lnTo>
                    <a:pt x="332777" y="189933"/>
                  </a:lnTo>
                  <a:lnTo>
                    <a:pt x="333414" y="184686"/>
                  </a:lnTo>
                  <a:lnTo>
                    <a:pt x="333884" y="179422"/>
                  </a:lnTo>
                  <a:lnTo>
                    <a:pt x="334189" y="174145"/>
                  </a:lnTo>
                  <a:lnTo>
                    <a:pt x="334326" y="168861"/>
                  </a:lnTo>
                  <a:lnTo>
                    <a:pt x="334296" y="163576"/>
                  </a:lnTo>
                  <a:lnTo>
                    <a:pt x="334099" y="158294"/>
                  </a:lnTo>
                  <a:lnTo>
                    <a:pt x="333735" y="153021"/>
                  </a:lnTo>
                  <a:lnTo>
                    <a:pt x="333204" y="147763"/>
                  </a:lnTo>
                  <a:lnTo>
                    <a:pt x="332508" y="142523"/>
                  </a:lnTo>
                  <a:lnTo>
                    <a:pt x="331646" y="137309"/>
                  </a:lnTo>
                  <a:lnTo>
                    <a:pt x="330620" y="132124"/>
                  </a:lnTo>
                  <a:lnTo>
                    <a:pt x="329430" y="126974"/>
                  </a:lnTo>
                  <a:lnTo>
                    <a:pt x="328079" y="121865"/>
                  </a:lnTo>
                  <a:lnTo>
                    <a:pt x="326566" y="116800"/>
                  </a:lnTo>
                  <a:lnTo>
                    <a:pt x="324894" y="111786"/>
                  </a:lnTo>
                  <a:lnTo>
                    <a:pt x="323065" y="106828"/>
                  </a:lnTo>
                  <a:lnTo>
                    <a:pt x="321079" y="101929"/>
                  </a:lnTo>
                  <a:lnTo>
                    <a:pt x="318940" y="97096"/>
                  </a:lnTo>
                  <a:lnTo>
                    <a:pt x="316649" y="92333"/>
                  </a:lnTo>
                  <a:lnTo>
                    <a:pt x="314208" y="87645"/>
                  </a:lnTo>
                  <a:lnTo>
                    <a:pt x="311621" y="83036"/>
                  </a:lnTo>
                  <a:lnTo>
                    <a:pt x="308889" y="78512"/>
                  </a:lnTo>
                  <a:lnTo>
                    <a:pt x="306016" y="74076"/>
                  </a:lnTo>
                  <a:lnTo>
                    <a:pt x="303003" y="69733"/>
                  </a:lnTo>
                  <a:lnTo>
                    <a:pt x="299855" y="65487"/>
                  </a:lnTo>
                  <a:lnTo>
                    <a:pt x="296574" y="61343"/>
                  </a:lnTo>
                  <a:lnTo>
                    <a:pt x="293164" y="57305"/>
                  </a:lnTo>
                  <a:lnTo>
                    <a:pt x="289628" y="53377"/>
                  </a:lnTo>
                  <a:lnTo>
                    <a:pt x="285970" y="49562"/>
                  </a:lnTo>
                  <a:lnTo>
                    <a:pt x="282192" y="45865"/>
                  </a:lnTo>
                  <a:lnTo>
                    <a:pt x="278300" y="42290"/>
                  </a:lnTo>
                  <a:lnTo>
                    <a:pt x="274297" y="38839"/>
                  </a:lnTo>
                  <a:lnTo>
                    <a:pt x="270186" y="35516"/>
                  </a:lnTo>
                  <a:lnTo>
                    <a:pt x="265973" y="32325"/>
                  </a:lnTo>
                  <a:lnTo>
                    <a:pt x="261661" y="29269"/>
                  </a:lnTo>
                  <a:lnTo>
                    <a:pt x="257254" y="26351"/>
                  </a:lnTo>
                  <a:lnTo>
                    <a:pt x="252757" y="23573"/>
                  </a:lnTo>
                  <a:lnTo>
                    <a:pt x="248175" y="20939"/>
                  </a:lnTo>
                  <a:lnTo>
                    <a:pt x="243512" y="18451"/>
                  </a:lnTo>
                  <a:lnTo>
                    <a:pt x="238772" y="16112"/>
                  </a:lnTo>
                  <a:lnTo>
                    <a:pt x="233961" y="13924"/>
                  </a:lnTo>
                  <a:lnTo>
                    <a:pt x="229083" y="11889"/>
                  </a:lnTo>
                  <a:lnTo>
                    <a:pt x="224143" y="10009"/>
                  </a:lnTo>
                  <a:lnTo>
                    <a:pt x="219147" y="8286"/>
                  </a:lnTo>
                  <a:lnTo>
                    <a:pt x="214098" y="6722"/>
                  </a:lnTo>
                  <a:lnTo>
                    <a:pt x="209002" y="5319"/>
                  </a:lnTo>
                  <a:lnTo>
                    <a:pt x="203865" y="4077"/>
                  </a:lnTo>
                  <a:lnTo>
                    <a:pt x="198691" y="2999"/>
                  </a:lnTo>
                  <a:lnTo>
                    <a:pt x="193485" y="2084"/>
                  </a:lnTo>
                  <a:lnTo>
                    <a:pt x="188253" y="1335"/>
                  </a:lnTo>
                  <a:lnTo>
                    <a:pt x="183000" y="751"/>
                  </a:lnTo>
                  <a:lnTo>
                    <a:pt x="177731" y="334"/>
                  </a:lnTo>
                  <a:lnTo>
                    <a:pt x="172452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5853876" y="5018213"/>
              <a:ext cx="167162" cy="176820"/>
            </a:xfrm>
            <a:custGeom>
              <a:avLst/>
              <a:pathLst>
                <a:path w="167162" h="176820">
                  <a:moveTo>
                    <a:pt x="167162" y="0"/>
                  </a:moveTo>
                  <a:lnTo>
                    <a:pt x="161718" y="88"/>
                  </a:lnTo>
                  <a:lnTo>
                    <a:pt x="156280" y="354"/>
                  </a:lnTo>
                  <a:lnTo>
                    <a:pt x="150854" y="797"/>
                  </a:lnTo>
                  <a:lnTo>
                    <a:pt x="145444" y="1416"/>
                  </a:lnTo>
                  <a:lnTo>
                    <a:pt x="140058" y="2211"/>
                  </a:lnTo>
                  <a:lnTo>
                    <a:pt x="134701" y="3182"/>
                  </a:lnTo>
                  <a:lnTo>
                    <a:pt x="129377" y="4326"/>
                  </a:lnTo>
                  <a:lnTo>
                    <a:pt x="124094" y="5643"/>
                  </a:lnTo>
                  <a:lnTo>
                    <a:pt x="118857" y="7131"/>
                  </a:lnTo>
                  <a:lnTo>
                    <a:pt x="113671" y="8789"/>
                  </a:lnTo>
                  <a:lnTo>
                    <a:pt x="108542" y="10615"/>
                  </a:lnTo>
                  <a:lnTo>
                    <a:pt x="103475" y="12607"/>
                  </a:lnTo>
                  <a:lnTo>
                    <a:pt x="98475" y="14763"/>
                  </a:lnTo>
                  <a:lnTo>
                    <a:pt x="93548" y="17081"/>
                  </a:lnTo>
                  <a:lnTo>
                    <a:pt x="88700" y="19557"/>
                  </a:lnTo>
                  <a:lnTo>
                    <a:pt x="83934" y="22191"/>
                  </a:lnTo>
                  <a:lnTo>
                    <a:pt x="79257" y="24978"/>
                  </a:lnTo>
                  <a:lnTo>
                    <a:pt x="74673" y="27916"/>
                  </a:lnTo>
                  <a:lnTo>
                    <a:pt x="70188" y="31002"/>
                  </a:lnTo>
                  <a:lnTo>
                    <a:pt x="65805" y="34232"/>
                  </a:lnTo>
                  <a:lnTo>
                    <a:pt x="61529" y="37604"/>
                  </a:lnTo>
                  <a:lnTo>
                    <a:pt x="57366" y="41113"/>
                  </a:lnTo>
                  <a:lnTo>
                    <a:pt x="53319" y="44755"/>
                  </a:lnTo>
                  <a:lnTo>
                    <a:pt x="49393" y="48527"/>
                  </a:lnTo>
                  <a:lnTo>
                    <a:pt x="45592" y="52425"/>
                  </a:lnTo>
                  <a:lnTo>
                    <a:pt x="41920" y="56445"/>
                  </a:lnTo>
                  <a:lnTo>
                    <a:pt x="38381" y="60583"/>
                  </a:lnTo>
                  <a:lnTo>
                    <a:pt x="34978" y="64833"/>
                  </a:lnTo>
                  <a:lnTo>
                    <a:pt x="31715" y="69192"/>
                  </a:lnTo>
                  <a:lnTo>
                    <a:pt x="28597" y="73655"/>
                  </a:lnTo>
                  <a:lnTo>
                    <a:pt x="25625" y="78217"/>
                  </a:lnTo>
                  <a:lnTo>
                    <a:pt x="22803" y="82874"/>
                  </a:lnTo>
                  <a:lnTo>
                    <a:pt x="20135" y="87619"/>
                  </a:lnTo>
                  <a:lnTo>
                    <a:pt x="17622" y="92450"/>
                  </a:lnTo>
                  <a:lnTo>
                    <a:pt x="15268" y="97359"/>
                  </a:lnTo>
                  <a:lnTo>
                    <a:pt x="13075" y="102343"/>
                  </a:lnTo>
                  <a:lnTo>
                    <a:pt x="11046" y="107395"/>
                  </a:lnTo>
                  <a:lnTo>
                    <a:pt x="9182" y="112511"/>
                  </a:lnTo>
                  <a:lnTo>
                    <a:pt x="7486" y="117685"/>
                  </a:lnTo>
                  <a:lnTo>
                    <a:pt x="5960" y="122911"/>
                  </a:lnTo>
                  <a:lnTo>
                    <a:pt x="4604" y="128184"/>
                  </a:lnTo>
                  <a:lnTo>
                    <a:pt x="3421" y="133498"/>
                  </a:lnTo>
                  <a:lnTo>
                    <a:pt x="2411" y="138849"/>
                  </a:lnTo>
                  <a:lnTo>
                    <a:pt x="1576" y="144229"/>
                  </a:lnTo>
                  <a:lnTo>
                    <a:pt x="917" y="149634"/>
                  </a:lnTo>
                  <a:lnTo>
                    <a:pt x="434" y="155057"/>
                  </a:lnTo>
                  <a:lnTo>
                    <a:pt x="128" y="160493"/>
                  </a:lnTo>
                  <a:lnTo>
                    <a:pt x="0" y="165936"/>
                  </a:lnTo>
                  <a:lnTo>
                    <a:pt x="48" y="171380"/>
                  </a:lnTo>
                  <a:lnTo>
                    <a:pt x="274" y="17682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5854150" y="5185380"/>
              <a:ext cx="166888" cy="9653"/>
            </a:xfrm>
            <a:custGeom>
              <a:avLst/>
              <a:pathLst>
                <a:path w="166888" h="9653">
                  <a:moveTo>
                    <a:pt x="0" y="9653"/>
                  </a:moveTo>
                  <a:lnTo>
                    <a:pt x="16688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5854150" y="5185380"/>
              <a:ext cx="166888" cy="9653"/>
            </a:xfrm>
            <a:custGeom>
              <a:avLst/>
              <a:pathLst>
                <a:path w="166888" h="9653">
                  <a:moveTo>
                    <a:pt x="0" y="9653"/>
                  </a:moveTo>
                  <a:lnTo>
                    <a:pt x="16688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5854150" y="5185380"/>
              <a:ext cx="166888" cy="9653"/>
            </a:xfrm>
            <a:custGeom>
              <a:avLst/>
              <a:pathLst>
                <a:path w="166888" h="9653">
                  <a:moveTo>
                    <a:pt x="0" y="9653"/>
                  </a:moveTo>
                  <a:lnTo>
                    <a:pt x="16688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5854150" y="5185380"/>
              <a:ext cx="166888" cy="82283"/>
            </a:xfrm>
            <a:custGeom>
              <a:avLst/>
              <a:pathLst>
                <a:path w="166888" h="82283">
                  <a:moveTo>
                    <a:pt x="0" y="9653"/>
                  </a:moveTo>
                  <a:lnTo>
                    <a:pt x="442" y="15511"/>
                  </a:lnTo>
                  <a:lnTo>
                    <a:pt x="1090" y="21349"/>
                  </a:lnTo>
                  <a:lnTo>
                    <a:pt x="1942" y="27162"/>
                  </a:lnTo>
                  <a:lnTo>
                    <a:pt x="2998" y="32941"/>
                  </a:lnTo>
                  <a:lnTo>
                    <a:pt x="4257" y="38679"/>
                  </a:lnTo>
                  <a:lnTo>
                    <a:pt x="5716" y="44369"/>
                  </a:lnTo>
                  <a:lnTo>
                    <a:pt x="7375" y="50004"/>
                  </a:lnTo>
                  <a:lnTo>
                    <a:pt x="9230" y="55578"/>
                  </a:lnTo>
                  <a:lnTo>
                    <a:pt x="11280" y="61083"/>
                  </a:lnTo>
                  <a:lnTo>
                    <a:pt x="13523" y="66513"/>
                  </a:lnTo>
                  <a:lnTo>
                    <a:pt x="15954" y="71861"/>
                  </a:lnTo>
                  <a:lnTo>
                    <a:pt x="18573" y="77119"/>
                  </a:lnTo>
                  <a:lnTo>
                    <a:pt x="21374" y="82283"/>
                  </a:lnTo>
                  <a:lnTo>
                    <a:pt x="16688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5875524" y="5018213"/>
              <a:ext cx="312668" cy="334331"/>
            </a:xfrm>
            <a:custGeom>
              <a:avLst/>
              <a:pathLst>
                <a:path w="312668" h="334331">
                  <a:moveTo>
                    <a:pt x="0" y="249450"/>
                  </a:moveTo>
                  <a:lnTo>
                    <a:pt x="2689" y="254036"/>
                  </a:lnTo>
                  <a:lnTo>
                    <a:pt x="5524" y="258533"/>
                  </a:lnTo>
                  <a:lnTo>
                    <a:pt x="8499" y="262938"/>
                  </a:lnTo>
                  <a:lnTo>
                    <a:pt x="11614" y="267246"/>
                  </a:lnTo>
                  <a:lnTo>
                    <a:pt x="14864" y="271453"/>
                  </a:lnTo>
                  <a:lnTo>
                    <a:pt x="18246" y="275554"/>
                  </a:lnTo>
                  <a:lnTo>
                    <a:pt x="21756" y="279546"/>
                  </a:lnTo>
                  <a:lnTo>
                    <a:pt x="25392" y="283424"/>
                  </a:lnTo>
                  <a:lnTo>
                    <a:pt x="29149" y="287185"/>
                  </a:lnTo>
                  <a:lnTo>
                    <a:pt x="33024" y="290824"/>
                  </a:lnTo>
                  <a:lnTo>
                    <a:pt x="37013" y="294338"/>
                  </a:lnTo>
                  <a:lnTo>
                    <a:pt x="41111" y="297724"/>
                  </a:lnTo>
                  <a:lnTo>
                    <a:pt x="45315" y="300977"/>
                  </a:lnTo>
                  <a:lnTo>
                    <a:pt x="49620" y="304095"/>
                  </a:lnTo>
                  <a:lnTo>
                    <a:pt x="54022" y="307075"/>
                  </a:lnTo>
                  <a:lnTo>
                    <a:pt x="58517" y="309913"/>
                  </a:lnTo>
                  <a:lnTo>
                    <a:pt x="63100" y="312607"/>
                  </a:lnTo>
                  <a:lnTo>
                    <a:pt x="67766" y="315154"/>
                  </a:lnTo>
                  <a:lnTo>
                    <a:pt x="72511" y="317551"/>
                  </a:lnTo>
                  <a:lnTo>
                    <a:pt x="77329" y="319797"/>
                  </a:lnTo>
                  <a:lnTo>
                    <a:pt x="82217" y="321887"/>
                  </a:lnTo>
                  <a:lnTo>
                    <a:pt x="87168" y="323822"/>
                  </a:lnTo>
                  <a:lnTo>
                    <a:pt x="92178" y="325598"/>
                  </a:lnTo>
                  <a:lnTo>
                    <a:pt x="97243" y="327213"/>
                  </a:lnTo>
                  <a:lnTo>
                    <a:pt x="102356" y="328667"/>
                  </a:lnTo>
                  <a:lnTo>
                    <a:pt x="107513" y="329958"/>
                  </a:lnTo>
                  <a:lnTo>
                    <a:pt x="112708" y="331084"/>
                  </a:lnTo>
                  <a:lnTo>
                    <a:pt x="117937" y="332044"/>
                  </a:lnTo>
                  <a:lnTo>
                    <a:pt x="123193" y="332838"/>
                  </a:lnTo>
                  <a:lnTo>
                    <a:pt x="128472" y="333463"/>
                  </a:lnTo>
                  <a:lnTo>
                    <a:pt x="133768" y="333921"/>
                  </a:lnTo>
                  <a:lnTo>
                    <a:pt x="139076" y="334210"/>
                  </a:lnTo>
                  <a:lnTo>
                    <a:pt x="144391" y="334331"/>
                  </a:lnTo>
                  <a:lnTo>
                    <a:pt x="149706" y="334282"/>
                  </a:lnTo>
                  <a:lnTo>
                    <a:pt x="155018" y="334064"/>
                  </a:lnTo>
                  <a:lnTo>
                    <a:pt x="160319" y="333677"/>
                  </a:lnTo>
                  <a:lnTo>
                    <a:pt x="165606" y="333122"/>
                  </a:lnTo>
                  <a:lnTo>
                    <a:pt x="170873" y="332400"/>
                  </a:lnTo>
                  <a:lnTo>
                    <a:pt x="176114" y="331510"/>
                  </a:lnTo>
                  <a:lnTo>
                    <a:pt x="181324" y="330454"/>
                  </a:lnTo>
                  <a:lnTo>
                    <a:pt x="186497" y="329233"/>
                  </a:lnTo>
                  <a:lnTo>
                    <a:pt x="191630" y="327848"/>
                  </a:lnTo>
                  <a:lnTo>
                    <a:pt x="196715" y="326300"/>
                  </a:lnTo>
                  <a:lnTo>
                    <a:pt x="201749" y="324592"/>
                  </a:lnTo>
                  <a:lnTo>
                    <a:pt x="206726" y="322724"/>
                  </a:lnTo>
                  <a:lnTo>
                    <a:pt x="211641" y="320699"/>
                  </a:lnTo>
                  <a:lnTo>
                    <a:pt x="216490" y="318519"/>
                  </a:lnTo>
                  <a:lnTo>
                    <a:pt x="221266" y="316186"/>
                  </a:lnTo>
                  <a:lnTo>
                    <a:pt x="225966" y="313702"/>
                  </a:lnTo>
                  <a:lnTo>
                    <a:pt x="230584" y="311069"/>
                  </a:lnTo>
                  <a:lnTo>
                    <a:pt x="235117" y="308292"/>
                  </a:lnTo>
                  <a:lnTo>
                    <a:pt x="239559" y="305371"/>
                  </a:lnTo>
                  <a:lnTo>
                    <a:pt x="243905" y="302311"/>
                  </a:lnTo>
                  <a:lnTo>
                    <a:pt x="248153" y="299115"/>
                  </a:lnTo>
                  <a:lnTo>
                    <a:pt x="252296" y="295784"/>
                  </a:lnTo>
                  <a:lnTo>
                    <a:pt x="256332" y="292324"/>
                  </a:lnTo>
                  <a:lnTo>
                    <a:pt x="260255" y="288737"/>
                  </a:lnTo>
                  <a:lnTo>
                    <a:pt x="264063" y="285028"/>
                  </a:lnTo>
                  <a:lnTo>
                    <a:pt x="267750" y="281199"/>
                  </a:lnTo>
                  <a:lnTo>
                    <a:pt x="271314" y="277254"/>
                  </a:lnTo>
                  <a:lnTo>
                    <a:pt x="274751" y="273199"/>
                  </a:lnTo>
                  <a:lnTo>
                    <a:pt x="278057" y="269036"/>
                  </a:lnTo>
                  <a:lnTo>
                    <a:pt x="281229" y="264770"/>
                  </a:lnTo>
                  <a:lnTo>
                    <a:pt x="284263" y="260406"/>
                  </a:lnTo>
                  <a:lnTo>
                    <a:pt x="287158" y="255947"/>
                  </a:lnTo>
                  <a:lnTo>
                    <a:pt x="289909" y="251398"/>
                  </a:lnTo>
                  <a:lnTo>
                    <a:pt x="292514" y="246765"/>
                  </a:lnTo>
                  <a:lnTo>
                    <a:pt x="294971" y="242050"/>
                  </a:lnTo>
                  <a:lnTo>
                    <a:pt x="297276" y="237260"/>
                  </a:lnTo>
                  <a:lnTo>
                    <a:pt x="299428" y="232399"/>
                  </a:lnTo>
                  <a:lnTo>
                    <a:pt x="301424" y="227473"/>
                  </a:lnTo>
                  <a:lnTo>
                    <a:pt x="303263" y="222485"/>
                  </a:lnTo>
                  <a:lnTo>
                    <a:pt x="304942" y="217441"/>
                  </a:lnTo>
                  <a:lnTo>
                    <a:pt x="306460" y="212347"/>
                  </a:lnTo>
                  <a:lnTo>
                    <a:pt x="307815" y="207206"/>
                  </a:lnTo>
                  <a:lnTo>
                    <a:pt x="309006" y="202026"/>
                  </a:lnTo>
                  <a:lnTo>
                    <a:pt x="310032" y="196810"/>
                  </a:lnTo>
                  <a:lnTo>
                    <a:pt x="310891" y="191564"/>
                  </a:lnTo>
                  <a:lnTo>
                    <a:pt x="311583" y="186293"/>
                  </a:lnTo>
                  <a:lnTo>
                    <a:pt x="312108" y="181003"/>
                  </a:lnTo>
                  <a:lnTo>
                    <a:pt x="312463" y="175699"/>
                  </a:lnTo>
                  <a:lnTo>
                    <a:pt x="312650" y="170386"/>
                  </a:lnTo>
                  <a:lnTo>
                    <a:pt x="312668" y="165071"/>
                  </a:lnTo>
                  <a:lnTo>
                    <a:pt x="312517" y="159757"/>
                  </a:lnTo>
                  <a:lnTo>
                    <a:pt x="312197" y="154451"/>
                  </a:lnTo>
                  <a:lnTo>
                    <a:pt x="311708" y="149157"/>
                  </a:lnTo>
                  <a:lnTo>
                    <a:pt x="311051" y="143882"/>
                  </a:lnTo>
                  <a:lnTo>
                    <a:pt x="310227" y="138630"/>
                  </a:lnTo>
                  <a:lnTo>
                    <a:pt x="309237" y="133408"/>
                  </a:lnTo>
                  <a:lnTo>
                    <a:pt x="308081" y="128219"/>
                  </a:lnTo>
                  <a:lnTo>
                    <a:pt x="306760" y="123070"/>
                  </a:lnTo>
                  <a:lnTo>
                    <a:pt x="305276" y="117965"/>
                  </a:lnTo>
                  <a:lnTo>
                    <a:pt x="303631" y="112910"/>
                  </a:lnTo>
                  <a:lnTo>
                    <a:pt x="301826" y="107910"/>
                  </a:lnTo>
                  <a:lnTo>
                    <a:pt x="299863" y="102970"/>
                  </a:lnTo>
                  <a:lnTo>
                    <a:pt x="297744" y="98095"/>
                  </a:lnTo>
                  <a:lnTo>
                    <a:pt x="295471" y="93289"/>
                  </a:lnTo>
                  <a:lnTo>
                    <a:pt x="293046" y="88559"/>
                  </a:lnTo>
                  <a:lnTo>
                    <a:pt x="290472" y="83908"/>
                  </a:lnTo>
                  <a:lnTo>
                    <a:pt x="287751" y="79341"/>
                  </a:lnTo>
                  <a:lnTo>
                    <a:pt x="284887" y="74863"/>
                  </a:lnTo>
                  <a:lnTo>
                    <a:pt x="281881" y="70478"/>
                  </a:lnTo>
                  <a:lnTo>
                    <a:pt x="278738" y="66191"/>
                  </a:lnTo>
                  <a:lnTo>
                    <a:pt x="275460" y="62006"/>
                  </a:lnTo>
                  <a:lnTo>
                    <a:pt x="272051" y="57927"/>
                  </a:lnTo>
                  <a:lnTo>
                    <a:pt x="268513" y="53959"/>
                  </a:lnTo>
                  <a:lnTo>
                    <a:pt x="264852" y="50105"/>
                  </a:lnTo>
                  <a:lnTo>
                    <a:pt x="261069" y="46370"/>
                  </a:lnTo>
                  <a:lnTo>
                    <a:pt x="257170" y="42757"/>
                  </a:lnTo>
                  <a:lnTo>
                    <a:pt x="253158" y="39270"/>
                  </a:lnTo>
                  <a:lnTo>
                    <a:pt x="249037" y="35912"/>
                  </a:lnTo>
                  <a:lnTo>
                    <a:pt x="244811" y="32687"/>
                  </a:lnTo>
                  <a:lnTo>
                    <a:pt x="240485" y="29597"/>
                  </a:lnTo>
                  <a:lnTo>
                    <a:pt x="236063" y="26647"/>
                  </a:lnTo>
                  <a:lnTo>
                    <a:pt x="231549" y="23839"/>
                  </a:lnTo>
                  <a:lnTo>
                    <a:pt x="226949" y="21176"/>
                  </a:lnTo>
                  <a:lnTo>
                    <a:pt x="222265" y="18661"/>
                  </a:lnTo>
                  <a:lnTo>
                    <a:pt x="217505" y="16295"/>
                  </a:lnTo>
                  <a:lnTo>
                    <a:pt x="212671" y="14083"/>
                  </a:lnTo>
                  <a:lnTo>
                    <a:pt x="207770" y="12025"/>
                  </a:lnTo>
                  <a:lnTo>
                    <a:pt x="202806" y="10124"/>
                  </a:lnTo>
                  <a:lnTo>
                    <a:pt x="197783" y="8381"/>
                  </a:lnTo>
                  <a:lnTo>
                    <a:pt x="192708" y="6800"/>
                  </a:lnTo>
                  <a:lnTo>
                    <a:pt x="187585" y="5380"/>
                  </a:lnTo>
                  <a:lnTo>
                    <a:pt x="182420" y="4124"/>
                  </a:lnTo>
                  <a:lnTo>
                    <a:pt x="177217" y="3033"/>
                  </a:lnTo>
                  <a:lnTo>
                    <a:pt x="171982" y="2108"/>
                  </a:lnTo>
                  <a:lnTo>
                    <a:pt x="166721" y="1350"/>
                  </a:lnTo>
                  <a:lnTo>
                    <a:pt x="161438" y="760"/>
                  </a:lnTo>
                  <a:lnTo>
                    <a:pt x="156139" y="338"/>
                  </a:lnTo>
                  <a:lnTo>
                    <a:pt x="150829" y="84"/>
                  </a:lnTo>
                  <a:lnTo>
                    <a:pt x="145514" y="0"/>
                  </a:lnTo>
                  <a:lnTo>
                    <a:pt x="14551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256087" y="4659281"/>
              <a:ext cx="167147" cy="333595"/>
            </a:xfrm>
            <a:custGeom>
              <a:avLst/>
              <a:pathLst>
                <a:path w="167147" h="333595">
                  <a:moveTo>
                    <a:pt x="167147" y="0"/>
                  </a:moveTo>
                  <a:lnTo>
                    <a:pt x="161842" y="84"/>
                  </a:lnTo>
                  <a:lnTo>
                    <a:pt x="156541" y="336"/>
                  </a:lnTo>
                  <a:lnTo>
                    <a:pt x="151251" y="757"/>
                  </a:lnTo>
                  <a:lnTo>
                    <a:pt x="145977" y="1345"/>
                  </a:lnTo>
                  <a:lnTo>
                    <a:pt x="140725" y="2101"/>
                  </a:lnTo>
                  <a:lnTo>
                    <a:pt x="135499" y="3023"/>
                  </a:lnTo>
                  <a:lnTo>
                    <a:pt x="130305" y="4110"/>
                  </a:lnTo>
                  <a:lnTo>
                    <a:pt x="125148" y="5361"/>
                  </a:lnTo>
                  <a:lnTo>
                    <a:pt x="120034" y="6776"/>
                  </a:lnTo>
                  <a:lnTo>
                    <a:pt x="114967" y="8352"/>
                  </a:lnTo>
                  <a:lnTo>
                    <a:pt x="109952" y="10088"/>
                  </a:lnTo>
                  <a:lnTo>
                    <a:pt x="104995" y="11983"/>
                  </a:lnTo>
                  <a:lnTo>
                    <a:pt x="100101" y="14034"/>
                  </a:lnTo>
                  <a:lnTo>
                    <a:pt x="95275" y="16239"/>
                  </a:lnTo>
                  <a:lnTo>
                    <a:pt x="90520" y="18596"/>
                  </a:lnTo>
                  <a:lnTo>
                    <a:pt x="85843" y="21103"/>
                  </a:lnTo>
                  <a:lnTo>
                    <a:pt x="81248" y="23757"/>
                  </a:lnTo>
                  <a:lnTo>
                    <a:pt x="76740" y="26556"/>
                  </a:lnTo>
                  <a:lnTo>
                    <a:pt x="72322" y="29496"/>
                  </a:lnTo>
                  <a:lnTo>
                    <a:pt x="68001" y="32576"/>
                  </a:lnTo>
                  <a:lnTo>
                    <a:pt x="63779" y="35790"/>
                  </a:lnTo>
                  <a:lnTo>
                    <a:pt x="59661" y="39137"/>
                  </a:lnTo>
                  <a:lnTo>
                    <a:pt x="55651" y="42613"/>
                  </a:lnTo>
                  <a:lnTo>
                    <a:pt x="51754" y="46215"/>
                  </a:lnTo>
                  <a:lnTo>
                    <a:pt x="47973" y="49939"/>
                  </a:lnTo>
                  <a:lnTo>
                    <a:pt x="44313" y="53780"/>
                  </a:lnTo>
                  <a:lnTo>
                    <a:pt x="40776" y="57736"/>
                  </a:lnTo>
                  <a:lnTo>
                    <a:pt x="37366" y="61802"/>
                  </a:lnTo>
                  <a:lnTo>
                    <a:pt x="34087" y="65975"/>
                  </a:lnTo>
                  <a:lnTo>
                    <a:pt x="30942" y="70249"/>
                  </a:lnTo>
                  <a:lnTo>
                    <a:pt x="27935" y="74621"/>
                  </a:lnTo>
                  <a:lnTo>
                    <a:pt x="25068" y="79086"/>
                  </a:lnTo>
                  <a:lnTo>
                    <a:pt x="22343" y="83640"/>
                  </a:lnTo>
                  <a:lnTo>
                    <a:pt x="19765" y="88278"/>
                  </a:lnTo>
                  <a:lnTo>
                    <a:pt x="17336" y="92996"/>
                  </a:lnTo>
                  <a:lnTo>
                    <a:pt x="15057" y="97788"/>
                  </a:lnTo>
                  <a:lnTo>
                    <a:pt x="12931" y="102650"/>
                  </a:lnTo>
                  <a:lnTo>
                    <a:pt x="10961" y="107578"/>
                  </a:lnTo>
                  <a:lnTo>
                    <a:pt x="9149" y="112565"/>
                  </a:lnTo>
                  <a:lnTo>
                    <a:pt x="7495" y="117607"/>
                  </a:lnTo>
                  <a:lnTo>
                    <a:pt x="6003" y="122700"/>
                  </a:lnTo>
                  <a:lnTo>
                    <a:pt x="4673" y="127837"/>
                  </a:lnTo>
                  <a:lnTo>
                    <a:pt x="3506" y="133013"/>
                  </a:lnTo>
                  <a:lnTo>
                    <a:pt x="2504" y="138225"/>
                  </a:lnTo>
                  <a:lnTo>
                    <a:pt x="1669" y="143465"/>
                  </a:lnTo>
                  <a:lnTo>
                    <a:pt x="1000" y="148729"/>
                  </a:lnTo>
                  <a:lnTo>
                    <a:pt x="498" y="154012"/>
                  </a:lnTo>
                  <a:lnTo>
                    <a:pt x="165" y="159308"/>
                  </a:lnTo>
                  <a:lnTo>
                    <a:pt x="0" y="164612"/>
                  </a:lnTo>
                  <a:lnTo>
                    <a:pt x="3" y="169918"/>
                  </a:lnTo>
                  <a:lnTo>
                    <a:pt x="174" y="175222"/>
                  </a:lnTo>
                  <a:lnTo>
                    <a:pt x="514" y="180518"/>
                  </a:lnTo>
                  <a:lnTo>
                    <a:pt x="1022" y="185800"/>
                  </a:lnTo>
                  <a:lnTo>
                    <a:pt x="1697" y="191063"/>
                  </a:lnTo>
                  <a:lnTo>
                    <a:pt x="2539" y="196303"/>
                  </a:lnTo>
                  <a:lnTo>
                    <a:pt x="3546" y="201513"/>
                  </a:lnTo>
                  <a:lnTo>
                    <a:pt x="4719" y="206688"/>
                  </a:lnTo>
                  <a:lnTo>
                    <a:pt x="6055" y="211824"/>
                  </a:lnTo>
                  <a:lnTo>
                    <a:pt x="7554" y="216914"/>
                  </a:lnTo>
                  <a:lnTo>
                    <a:pt x="9213" y="221955"/>
                  </a:lnTo>
                  <a:lnTo>
                    <a:pt x="11032" y="226940"/>
                  </a:lnTo>
                  <a:lnTo>
                    <a:pt x="13007" y="231865"/>
                  </a:lnTo>
                  <a:lnTo>
                    <a:pt x="15139" y="236725"/>
                  </a:lnTo>
                  <a:lnTo>
                    <a:pt x="17423" y="241514"/>
                  </a:lnTo>
                  <a:lnTo>
                    <a:pt x="19858" y="246229"/>
                  </a:lnTo>
                  <a:lnTo>
                    <a:pt x="22442" y="250864"/>
                  </a:lnTo>
                  <a:lnTo>
                    <a:pt x="25171" y="255415"/>
                  </a:lnTo>
                  <a:lnTo>
                    <a:pt x="28044" y="259877"/>
                  </a:lnTo>
                  <a:lnTo>
                    <a:pt x="31056" y="264245"/>
                  </a:lnTo>
                  <a:lnTo>
                    <a:pt x="34206" y="268516"/>
                  </a:lnTo>
                  <a:lnTo>
                    <a:pt x="37490" y="272684"/>
                  </a:lnTo>
                  <a:lnTo>
                    <a:pt x="40904" y="276746"/>
                  </a:lnTo>
                  <a:lnTo>
                    <a:pt x="44446" y="280698"/>
                  </a:lnTo>
                  <a:lnTo>
                    <a:pt x="48111" y="284535"/>
                  </a:lnTo>
                  <a:lnTo>
                    <a:pt x="51896" y="288254"/>
                  </a:lnTo>
                  <a:lnTo>
                    <a:pt x="55798" y="291851"/>
                  </a:lnTo>
                  <a:lnTo>
                    <a:pt x="59811" y="295323"/>
                  </a:lnTo>
                  <a:lnTo>
                    <a:pt x="63933" y="298665"/>
                  </a:lnTo>
                  <a:lnTo>
                    <a:pt x="68159" y="301875"/>
                  </a:lnTo>
                  <a:lnTo>
                    <a:pt x="72484" y="304949"/>
                  </a:lnTo>
                  <a:lnTo>
                    <a:pt x="76905" y="307884"/>
                  </a:lnTo>
                  <a:lnTo>
                    <a:pt x="81417" y="310677"/>
                  </a:lnTo>
                  <a:lnTo>
                    <a:pt x="86015" y="313326"/>
                  </a:lnTo>
                  <a:lnTo>
                    <a:pt x="90695" y="315828"/>
                  </a:lnTo>
                  <a:lnTo>
                    <a:pt x="95452" y="318179"/>
                  </a:lnTo>
                  <a:lnTo>
                    <a:pt x="100281" y="320379"/>
                  </a:lnTo>
                  <a:lnTo>
                    <a:pt x="105178" y="322424"/>
                  </a:lnTo>
                  <a:lnTo>
                    <a:pt x="110137" y="324313"/>
                  </a:lnTo>
                  <a:lnTo>
                    <a:pt x="115153" y="326043"/>
                  </a:lnTo>
                  <a:lnTo>
                    <a:pt x="120222" y="327613"/>
                  </a:lnTo>
                  <a:lnTo>
                    <a:pt x="125339" y="329022"/>
                  </a:lnTo>
                  <a:lnTo>
                    <a:pt x="130497" y="330267"/>
                  </a:lnTo>
                  <a:lnTo>
                    <a:pt x="135692" y="331348"/>
                  </a:lnTo>
                  <a:lnTo>
                    <a:pt x="140919" y="332264"/>
                  </a:lnTo>
                  <a:lnTo>
                    <a:pt x="146172" y="333013"/>
                  </a:lnTo>
                  <a:lnTo>
                    <a:pt x="151447" y="333595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07534" y="4826449"/>
              <a:ext cx="15700" cy="166428"/>
            </a:xfrm>
            <a:custGeom>
              <a:avLst/>
              <a:pathLst>
                <a:path w="15700" h="166428">
                  <a:moveTo>
                    <a:pt x="0" y="166428"/>
                  </a:moveTo>
                  <a:lnTo>
                    <a:pt x="1570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07534" y="4826449"/>
              <a:ext cx="15700" cy="166428"/>
            </a:xfrm>
            <a:custGeom>
              <a:avLst/>
              <a:pathLst>
                <a:path w="15700" h="166428">
                  <a:moveTo>
                    <a:pt x="0" y="166428"/>
                  </a:moveTo>
                  <a:lnTo>
                    <a:pt x="1570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07534" y="4826449"/>
              <a:ext cx="75866" cy="167154"/>
            </a:xfrm>
            <a:custGeom>
              <a:avLst/>
              <a:pathLst>
                <a:path w="75866" h="167154">
                  <a:moveTo>
                    <a:pt x="0" y="166428"/>
                  </a:moveTo>
                  <a:lnTo>
                    <a:pt x="5926" y="166881"/>
                  </a:lnTo>
                  <a:lnTo>
                    <a:pt x="11864" y="167123"/>
                  </a:lnTo>
                  <a:lnTo>
                    <a:pt x="17808" y="167154"/>
                  </a:lnTo>
                  <a:lnTo>
                    <a:pt x="23749" y="166973"/>
                  </a:lnTo>
                  <a:lnTo>
                    <a:pt x="29680" y="166581"/>
                  </a:lnTo>
                  <a:lnTo>
                    <a:pt x="35593" y="165979"/>
                  </a:lnTo>
                  <a:lnTo>
                    <a:pt x="41480" y="165167"/>
                  </a:lnTo>
                  <a:lnTo>
                    <a:pt x="47336" y="164146"/>
                  </a:lnTo>
                  <a:lnTo>
                    <a:pt x="53151" y="162918"/>
                  </a:lnTo>
                  <a:lnTo>
                    <a:pt x="58919" y="161484"/>
                  </a:lnTo>
                  <a:lnTo>
                    <a:pt x="64632" y="159845"/>
                  </a:lnTo>
                  <a:lnTo>
                    <a:pt x="70284" y="158005"/>
                  </a:lnTo>
                  <a:lnTo>
                    <a:pt x="75866" y="155964"/>
                  </a:lnTo>
                  <a:lnTo>
                    <a:pt x="1570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167161" cy="323132"/>
            </a:xfrm>
            <a:custGeom>
              <a:avLst/>
              <a:pathLst>
                <a:path w="167161" h="323132">
                  <a:moveTo>
                    <a:pt x="60166" y="323132"/>
                  </a:moveTo>
                  <a:lnTo>
                    <a:pt x="65106" y="321135"/>
                  </a:lnTo>
                  <a:lnTo>
                    <a:pt x="69980" y="318981"/>
                  </a:lnTo>
                  <a:lnTo>
                    <a:pt x="74784" y="316674"/>
                  </a:lnTo>
                  <a:lnTo>
                    <a:pt x="79511" y="314214"/>
                  </a:lnTo>
                  <a:lnTo>
                    <a:pt x="84157" y="311605"/>
                  </a:lnTo>
                  <a:lnTo>
                    <a:pt x="88718" y="308850"/>
                  </a:lnTo>
                  <a:lnTo>
                    <a:pt x="93189" y="305950"/>
                  </a:lnTo>
                  <a:lnTo>
                    <a:pt x="97565" y="302909"/>
                  </a:lnTo>
                  <a:lnTo>
                    <a:pt x="101842" y="299730"/>
                  </a:lnTo>
                  <a:lnTo>
                    <a:pt x="106015" y="296417"/>
                  </a:lnTo>
                  <a:lnTo>
                    <a:pt x="110081" y="292972"/>
                  </a:lnTo>
                  <a:lnTo>
                    <a:pt x="114035" y="289400"/>
                  </a:lnTo>
                  <a:lnTo>
                    <a:pt x="117873" y="285703"/>
                  </a:lnTo>
                  <a:lnTo>
                    <a:pt x="121591" y="281886"/>
                  </a:lnTo>
                  <a:lnTo>
                    <a:pt x="125186" y="277952"/>
                  </a:lnTo>
                  <a:lnTo>
                    <a:pt x="128653" y="273906"/>
                  </a:lnTo>
                  <a:lnTo>
                    <a:pt x="131990" y="269751"/>
                  </a:lnTo>
                  <a:lnTo>
                    <a:pt x="135193" y="265492"/>
                  </a:lnTo>
                  <a:lnTo>
                    <a:pt x="138258" y="261133"/>
                  </a:lnTo>
                  <a:lnTo>
                    <a:pt x="141182" y="256679"/>
                  </a:lnTo>
                  <a:lnTo>
                    <a:pt x="143964" y="252133"/>
                  </a:lnTo>
                  <a:lnTo>
                    <a:pt x="146599" y="247501"/>
                  </a:lnTo>
                  <a:lnTo>
                    <a:pt x="149085" y="242788"/>
                  </a:lnTo>
                  <a:lnTo>
                    <a:pt x="151419" y="237998"/>
                  </a:lnTo>
                  <a:lnTo>
                    <a:pt x="153600" y="233136"/>
                  </a:lnTo>
                  <a:lnTo>
                    <a:pt x="155624" y="228206"/>
                  </a:lnTo>
                  <a:lnTo>
                    <a:pt x="157491" y="223215"/>
                  </a:lnTo>
                  <a:lnTo>
                    <a:pt x="159197" y="218167"/>
                  </a:lnTo>
                  <a:lnTo>
                    <a:pt x="160742" y="213067"/>
                  </a:lnTo>
                  <a:lnTo>
                    <a:pt x="162123" y="207920"/>
                  </a:lnTo>
                  <a:lnTo>
                    <a:pt x="163340" y="202732"/>
                  </a:lnTo>
                  <a:lnTo>
                    <a:pt x="164390" y="197508"/>
                  </a:lnTo>
                  <a:lnTo>
                    <a:pt x="165274" y="192253"/>
                  </a:lnTo>
                  <a:lnTo>
                    <a:pt x="165990" y="186972"/>
                  </a:lnTo>
                  <a:lnTo>
                    <a:pt x="166536" y="181672"/>
                  </a:lnTo>
                  <a:lnTo>
                    <a:pt x="166914" y="176356"/>
                  </a:lnTo>
                  <a:lnTo>
                    <a:pt x="167122" y="171032"/>
                  </a:lnTo>
                  <a:lnTo>
                    <a:pt x="167161" y="165703"/>
                  </a:lnTo>
                  <a:lnTo>
                    <a:pt x="167029" y="160376"/>
                  </a:lnTo>
                  <a:lnTo>
                    <a:pt x="166728" y="155056"/>
                  </a:lnTo>
                  <a:lnTo>
                    <a:pt x="166257" y="149748"/>
                  </a:lnTo>
                  <a:lnTo>
                    <a:pt x="165617" y="144457"/>
                  </a:lnTo>
                  <a:lnTo>
                    <a:pt x="164809" y="139190"/>
                  </a:lnTo>
                  <a:lnTo>
                    <a:pt x="163834" y="133951"/>
                  </a:lnTo>
                  <a:lnTo>
                    <a:pt x="162692" y="128746"/>
                  </a:lnTo>
                  <a:lnTo>
                    <a:pt x="161385" y="123580"/>
                  </a:lnTo>
                  <a:lnTo>
                    <a:pt x="159913" y="118459"/>
                  </a:lnTo>
                  <a:lnTo>
                    <a:pt x="158280" y="113387"/>
                  </a:lnTo>
                  <a:lnTo>
                    <a:pt x="156485" y="108369"/>
                  </a:lnTo>
                  <a:lnTo>
                    <a:pt x="154532" y="103411"/>
                  </a:lnTo>
                  <a:lnTo>
                    <a:pt x="152421" y="98518"/>
                  </a:lnTo>
                  <a:lnTo>
                    <a:pt x="150156" y="93695"/>
                  </a:lnTo>
                  <a:lnTo>
                    <a:pt x="147737" y="88946"/>
                  </a:lnTo>
                  <a:lnTo>
                    <a:pt x="145169" y="84277"/>
                  </a:lnTo>
                  <a:lnTo>
                    <a:pt x="142454" y="79692"/>
                  </a:lnTo>
                  <a:lnTo>
                    <a:pt x="139593" y="75196"/>
                  </a:lnTo>
                  <a:lnTo>
                    <a:pt x="136591" y="70794"/>
                  </a:lnTo>
                  <a:lnTo>
                    <a:pt x="133450" y="66489"/>
                  </a:lnTo>
                  <a:lnTo>
                    <a:pt x="130173" y="62287"/>
                  </a:lnTo>
                  <a:lnTo>
                    <a:pt x="126764" y="58191"/>
                  </a:lnTo>
                  <a:lnTo>
                    <a:pt x="123226" y="54206"/>
                  </a:lnTo>
                  <a:lnTo>
                    <a:pt x="119563" y="50336"/>
                  </a:lnTo>
                  <a:lnTo>
                    <a:pt x="115779" y="46585"/>
                  </a:lnTo>
                  <a:lnTo>
                    <a:pt x="111877" y="42956"/>
                  </a:lnTo>
                  <a:lnTo>
                    <a:pt x="107861" y="39453"/>
                  </a:lnTo>
                  <a:lnTo>
                    <a:pt x="103735" y="36080"/>
                  </a:lnTo>
                  <a:lnTo>
                    <a:pt x="99505" y="32840"/>
                  </a:lnTo>
                  <a:lnTo>
                    <a:pt x="95173" y="29737"/>
                  </a:lnTo>
                  <a:lnTo>
                    <a:pt x="90744" y="26773"/>
                  </a:lnTo>
                  <a:lnTo>
                    <a:pt x="86223" y="23952"/>
                  </a:lnTo>
                  <a:lnTo>
                    <a:pt x="81615" y="21277"/>
                  </a:lnTo>
                  <a:lnTo>
                    <a:pt x="76923" y="18750"/>
                  </a:lnTo>
                  <a:lnTo>
                    <a:pt x="72154" y="16373"/>
                  </a:lnTo>
                  <a:lnTo>
                    <a:pt x="67311" y="14150"/>
                  </a:lnTo>
                  <a:lnTo>
                    <a:pt x="62399" y="12082"/>
                  </a:lnTo>
                  <a:lnTo>
                    <a:pt x="57425" y="10172"/>
                  </a:lnTo>
                  <a:lnTo>
                    <a:pt x="52392" y="8422"/>
                  </a:lnTo>
                  <a:lnTo>
                    <a:pt x="47305" y="6833"/>
                  </a:lnTo>
                  <a:lnTo>
                    <a:pt x="42171" y="5406"/>
                  </a:lnTo>
                  <a:lnTo>
                    <a:pt x="36994" y="4144"/>
                  </a:lnTo>
                  <a:lnTo>
                    <a:pt x="31779" y="3048"/>
                  </a:lnTo>
                  <a:lnTo>
                    <a:pt x="26532" y="2119"/>
                  </a:lnTo>
                  <a:lnTo>
                    <a:pt x="21258" y="1357"/>
                  </a:lnTo>
                  <a:lnTo>
                    <a:pt x="15962" y="763"/>
                  </a:lnTo>
                  <a:lnTo>
                    <a:pt x="10650" y="339"/>
                  </a:lnTo>
                  <a:lnTo>
                    <a:pt x="5328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561306" y="4213821"/>
              <a:ext cx="228168" cy="334326"/>
            </a:xfrm>
            <a:custGeom>
              <a:avLst/>
              <a:pathLst>
                <a:path w="228168" h="334326">
                  <a:moveTo>
                    <a:pt x="167165" y="0"/>
                  </a:moveTo>
                  <a:lnTo>
                    <a:pt x="161824" y="85"/>
                  </a:lnTo>
                  <a:lnTo>
                    <a:pt x="156488" y="341"/>
                  </a:lnTo>
                  <a:lnTo>
                    <a:pt x="151163" y="767"/>
                  </a:lnTo>
                  <a:lnTo>
                    <a:pt x="145855" y="1363"/>
                  </a:lnTo>
                  <a:lnTo>
                    <a:pt x="140568" y="2129"/>
                  </a:lnTo>
                  <a:lnTo>
                    <a:pt x="135309" y="3063"/>
                  </a:lnTo>
                  <a:lnTo>
                    <a:pt x="130082" y="4164"/>
                  </a:lnTo>
                  <a:lnTo>
                    <a:pt x="124893" y="5432"/>
                  </a:lnTo>
                  <a:lnTo>
                    <a:pt x="119747" y="6866"/>
                  </a:lnTo>
                  <a:lnTo>
                    <a:pt x="114650" y="8462"/>
                  </a:lnTo>
                  <a:lnTo>
                    <a:pt x="109606" y="10221"/>
                  </a:lnTo>
                  <a:lnTo>
                    <a:pt x="104621" y="12141"/>
                  </a:lnTo>
                  <a:lnTo>
                    <a:pt x="99699" y="14218"/>
                  </a:lnTo>
                  <a:lnTo>
                    <a:pt x="94847" y="16452"/>
                  </a:lnTo>
                  <a:lnTo>
                    <a:pt x="90069" y="18839"/>
                  </a:lnTo>
                  <a:lnTo>
                    <a:pt x="85369" y="21378"/>
                  </a:lnTo>
                  <a:lnTo>
                    <a:pt x="80753" y="24066"/>
                  </a:lnTo>
                  <a:lnTo>
                    <a:pt x="76225" y="26900"/>
                  </a:lnTo>
                  <a:lnTo>
                    <a:pt x="71789" y="29877"/>
                  </a:lnTo>
                  <a:lnTo>
                    <a:pt x="67452" y="32995"/>
                  </a:lnTo>
                  <a:lnTo>
                    <a:pt x="63216" y="36249"/>
                  </a:lnTo>
                  <a:lnTo>
                    <a:pt x="59086" y="39637"/>
                  </a:lnTo>
                  <a:lnTo>
                    <a:pt x="55066" y="43155"/>
                  </a:lnTo>
                  <a:lnTo>
                    <a:pt x="51161" y="46800"/>
                  </a:lnTo>
                  <a:lnTo>
                    <a:pt x="47375" y="50568"/>
                  </a:lnTo>
                  <a:lnTo>
                    <a:pt x="43711" y="54455"/>
                  </a:lnTo>
                  <a:lnTo>
                    <a:pt x="40173" y="58457"/>
                  </a:lnTo>
                  <a:lnTo>
                    <a:pt x="36764" y="62570"/>
                  </a:lnTo>
                  <a:lnTo>
                    <a:pt x="33489" y="66790"/>
                  </a:lnTo>
                  <a:lnTo>
                    <a:pt x="30350" y="71112"/>
                  </a:lnTo>
                  <a:lnTo>
                    <a:pt x="27351" y="75532"/>
                  </a:lnTo>
                  <a:lnTo>
                    <a:pt x="24494" y="80046"/>
                  </a:lnTo>
                  <a:lnTo>
                    <a:pt x="21784" y="84649"/>
                  </a:lnTo>
                  <a:lnTo>
                    <a:pt x="19221" y="89336"/>
                  </a:lnTo>
                  <a:lnTo>
                    <a:pt x="16810" y="94103"/>
                  </a:lnTo>
                  <a:lnTo>
                    <a:pt x="14552" y="98944"/>
                  </a:lnTo>
                  <a:lnTo>
                    <a:pt x="12451" y="103855"/>
                  </a:lnTo>
                  <a:lnTo>
                    <a:pt x="10507" y="108830"/>
                  </a:lnTo>
                  <a:lnTo>
                    <a:pt x="8723" y="113865"/>
                  </a:lnTo>
                  <a:lnTo>
                    <a:pt x="7101" y="118955"/>
                  </a:lnTo>
                  <a:lnTo>
                    <a:pt x="5642" y="124093"/>
                  </a:lnTo>
                  <a:lnTo>
                    <a:pt x="4348" y="129276"/>
                  </a:lnTo>
                  <a:lnTo>
                    <a:pt x="3221" y="134498"/>
                  </a:lnTo>
                  <a:lnTo>
                    <a:pt x="2261" y="139752"/>
                  </a:lnTo>
                  <a:lnTo>
                    <a:pt x="1469" y="145035"/>
                  </a:lnTo>
                  <a:lnTo>
                    <a:pt x="846" y="150340"/>
                  </a:lnTo>
                  <a:lnTo>
                    <a:pt x="394" y="155663"/>
                  </a:lnTo>
                  <a:lnTo>
                    <a:pt x="111" y="160997"/>
                  </a:lnTo>
                  <a:lnTo>
                    <a:pt x="0" y="166338"/>
                  </a:lnTo>
                  <a:lnTo>
                    <a:pt x="58" y="171679"/>
                  </a:lnTo>
                  <a:lnTo>
                    <a:pt x="288" y="177016"/>
                  </a:lnTo>
                  <a:lnTo>
                    <a:pt x="688" y="182343"/>
                  </a:lnTo>
                  <a:lnTo>
                    <a:pt x="1258" y="187654"/>
                  </a:lnTo>
                  <a:lnTo>
                    <a:pt x="1997" y="192944"/>
                  </a:lnTo>
                  <a:lnTo>
                    <a:pt x="2905" y="198209"/>
                  </a:lnTo>
                  <a:lnTo>
                    <a:pt x="3980" y="203441"/>
                  </a:lnTo>
                  <a:lnTo>
                    <a:pt x="5223" y="208636"/>
                  </a:lnTo>
                  <a:lnTo>
                    <a:pt x="6630" y="213789"/>
                  </a:lnTo>
                  <a:lnTo>
                    <a:pt x="8202" y="218894"/>
                  </a:lnTo>
                  <a:lnTo>
                    <a:pt x="9936" y="223947"/>
                  </a:lnTo>
                  <a:lnTo>
                    <a:pt x="11830" y="228942"/>
                  </a:lnTo>
                  <a:lnTo>
                    <a:pt x="13883" y="233873"/>
                  </a:lnTo>
                  <a:lnTo>
                    <a:pt x="16093" y="238736"/>
                  </a:lnTo>
                  <a:lnTo>
                    <a:pt x="18457" y="243527"/>
                  </a:lnTo>
                  <a:lnTo>
                    <a:pt x="20972" y="248239"/>
                  </a:lnTo>
                  <a:lnTo>
                    <a:pt x="23637" y="252868"/>
                  </a:lnTo>
                  <a:lnTo>
                    <a:pt x="26449" y="257410"/>
                  </a:lnTo>
                  <a:lnTo>
                    <a:pt x="29404" y="261860"/>
                  </a:lnTo>
                  <a:lnTo>
                    <a:pt x="32500" y="266213"/>
                  </a:lnTo>
                  <a:lnTo>
                    <a:pt x="35733" y="270466"/>
                  </a:lnTo>
                  <a:lnTo>
                    <a:pt x="39100" y="274612"/>
                  </a:lnTo>
                  <a:lnTo>
                    <a:pt x="42599" y="278649"/>
                  </a:lnTo>
                  <a:lnTo>
                    <a:pt x="46224" y="282572"/>
                  </a:lnTo>
                  <a:lnTo>
                    <a:pt x="49973" y="286377"/>
                  </a:lnTo>
                  <a:lnTo>
                    <a:pt x="53842" y="290061"/>
                  </a:lnTo>
                  <a:lnTo>
                    <a:pt x="57826" y="293619"/>
                  </a:lnTo>
                  <a:lnTo>
                    <a:pt x="61922" y="297047"/>
                  </a:lnTo>
                  <a:lnTo>
                    <a:pt x="66126" y="300344"/>
                  </a:lnTo>
                  <a:lnTo>
                    <a:pt x="70432" y="303504"/>
                  </a:lnTo>
                  <a:lnTo>
                    <a:pt x="74838" y="306525"/>
                  </a:lnTo>
                  <a:lnTo>
                    <a:pt x="79337" y="309404"/>
                  </a:lnTo>
                  <a:lnTo>
                    <a:pt x="83927" y="312137"/>
                  </a:lnTo>
                  <a:lnTo>
                    <a:pt x="88601" y="314723"/>
                  </a:lnTo>
                  <a:lnTo>
                    <a:pt x="93356" y="317158"/>
                  </a:lnTo>
                  <a:lnTo>
                    <a:pt x="98186" y="319439"/>
                  </a:lnTo>
                  <a:lnTo>
                    <a:pt x="103086" y="321565"/>
                  </a:lnTo>
                  <a:lnTo>
                    <a:pt x="108052" y="323534"/>
                  </a:lnTo>
                  <a:lnTo>
                    <a:pt x="113078" y="325343"/>
                  </a:lnTo>
                  <a:lnTo>
                    <a:pt x="118159" y="326990"/>
                  </a:lnTo>
                  <a:lnTo>
                    <a:pt x="123291" y="328474"/>
                  </a:lnTo>
                  <a:lnTo>
                    <a:pt x="128467" y="329794"/>
                  </a:lnTo>
                  <a:lnTo>
                    <a:pt x="133683" y="330947"/>
                  </a:lnTo>
                  <a:lnTo>
                    <a:pt x="138933" y="331933"/>
                  </a:lnTo>
                  <a:lnTo>
                    <a:pt x="144212" y="332751"/>
                  </a:lnTo>
                  <a:lnTo>
                    <a:pt x="149514" y="333400"/>
                  </a:lnTo>
                  <a:lnTo>
                    <a:pt x="154834" y="333879"/>
                  </a:lnTo>
                  <a:lnTo>
                    <a:pt x="160167" y="334188"/>
                  </a:lnTo>
                  <a:lnTo>
                    <a:pt x="165507" y="334326"/>
                  </a:lnTo>
                  <a:lnTo>
                    <a:pt x="170848" y="334294"/>
                  </a:lnTo>
                  <a:lnTo>
                    <a:pt x="176186" y="334091"/>
                  </a:lnTo>
                  <a:lnTo>
                    <a:pt x="181515" y="333717"/>
                  </a:lnTo>
                  <a:lnTo>
                    <a:pt x="186829" y="333174"/>
                  </a:lnTo>
                  <a:lnTo>
                    <a:pt x="192123" y="332461"/>
                  </a:lnTo>
                  <a:lnTo>
                    <a:pt x="197391" y="331579"/>
                  </a:lnTo>
                  <a:lnTo>
                    <a:pt x="202629" y="330529"/>
                  </a:lnTo>
                  <a:lnTo>
                    <a:pt x="207830" y="329313"/>
                  </a:lnTo>
                  <a:lnTo>
                    <a:pt x="212990" y="327931"/>
                  </a:lnTo>
                  <a:lnTo>
                    <a:pt x="218103" y="326384"/>
                  </a:lnTo>
                  <a:lnTo>
                    <a:pt x="223164" y="324676"/>
                  </a:lnTo>
                  <a:lnTo>
                    <a:pt x="228168" y="322806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380988"/>
              <a:ext cx="61003" cy="155639"/>
            </a:xfrm>
            <a:custGeom>
              <a:avLst/>
              <a:pathLst>
                <a:path w="61003" h="155639">
                  <a:moveTo>
                    <a:pt x="61003" y="15563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380988"/>
              <a:ext cx="131532" cy="155639"/>
            </a:xfrm>
            <a:custGeom>
              <a:avLst/>
              <a:pathLst>
                <a:path w="131532" h="155639">
                  <a:moveTo>
                    <a:pt x="61003" y="155639"/>
                  </a:moveTo>
                  <a:lnTo>
                    <a:pt x="66485" y="153377"/>
                  </a:lnTo>
                  <a:lnTo>
                    <a:pt x="71882" y="150923"/>
                  </a:lnTo>
                  <a:lnTo>
                    <a:pt x="77190" y="148278"/>
                  </a:lnTo>
                  <a:lnTo>
                    <a:pt x="82400" y="145447"/>
                  </a:lnTo>
                  <a:lnTo>
                    <a:pt x="87507" y="142433"/>
                  </a:lnTo>
                  <a:lnTo>
                    <a:pt x="92504" y="139240"/>
                  </a:lnTo>
                  <a:lnTo>
                    <a:pt x="97384" y="135872"/>
                  </a:lnTo>
                  <a:lnTo>
                    <a:pt x="102141" y="132332"/>
                  </a:lnTo>
                  <a:lnTo>
                    <a:pt x="106771" y="128627"/>
                  </a:lnTo>
                  <a:lnTo>
                    <a:pt x="111265" y="124759"/>
                  </a:lnTo>
                  <a:lnTo>
                    <a:pt x="115620" y="120734"/>
                  </a:lnTo>
                  <a:lnTo>
                    <a:pt x="119829" y="116557"/>
                  </a:lnTo>
                  <a:lnTo>
                    <a:pt x="123888" y="112234"/>
                  </a:lnTo>
                  <a:lnTo>
                    <a:pt x="127790" y="107770"/>
                  </a:lnTo>
                  <a:lnTo>
                    <a:pt x="131532" y="1031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167164" cy="270337"/>
            </a:xfrm>
            <a:custGeom>
              <a:avLst/>
              <a:pathLst>
                <a:path w="167164" h="270337">
                  <a:moveTo>
                    <a:pt x="131532" y="270337"/>
                  </a:moveTo>
                  <a:lnTo>
                    <a:pt x="134760" y="266084"/>
                  </a:lnTo>
                  <a:lnTo>
                    <a:pt x="137850" y="261729"/>
                  </a:lnTo>
                  <a:lnTo>
                    <a:pt x="140800" y="257279"/>
                  </a:lnTo>
                  <a:lnTo>
                    <a:pt x="143606" y="252736"/>
                  </a:lnTo>
                  <a:lnTo>
                    <a:pt x="146266" y="248106"/>
                  </a:lnTo>
                  <a:lnTo>
                    <a:pt x="148776" y="243394"/>
                  </a:lnTo>
                  <a:lnTo>
                    <a:pt x="151134" y="238603"/>
                  </a:lnTo>
                  <a:lnTo>
                    <a:pt x="153339" y="233740"/>
                  </a:lnTo>
                  <a:lnTo>
                    <a:pt x="155387" y="228809"/>
                  </a:lnTo>
                  <a:lnTo>
                    <a:pt x="157276" y="223815"/>
                  </a:lnTo>
                  <a:lnTo>
                    <a:pt x="159005" y="218763"/>
                  </a:lnTo>
                  <a:lnTo>
                    <a:pt x="160572" y="213659"/>
                  </a:lnTo>
                  <a:lnTo>
                    <a:pt x="161975" y="208507"/>
                  </a:lnTo>
                  <a:lnTo>
                    <a:pt x="163212" y="203313"/>
                  </a:lnTo>
                  <a:lnTo>
                    <a:pt x="164283" y="198082"/>
                  </a:lnTo>
                  <a:lnTo>
                    <a:pt x="165187" y="192820"/>
                  </a:lnTo>
                  <a:lnTo>
                    <a:pt x="165922" y="187531"/>
                  </a:lnTo>
                  <a:lnTo>
                    <a:pt x="166488" y="182222"/>
                  </a:lnTo>
                  <a:lnTo>
                    <a:pt x="166884" y="176897"/>
                  </a:lnTo>
                  <a:lnTo>
                    <a:pt x="167109" y="171563"/>
                  </a:lnTo>
                  <a:lnTo>
                    <a:pt x="167164" y="166224"/>
                  </a:lnTo>
                  <a:lnTo>
                    <a:pt x="167049" y="160885"/>
                  </a:lnTo>
                  <a:lnTo>
                    <a:pt x="166763" y="155554"/>
                  </a:lnTo>
                  <a:lnTo>
                    <a:pt x="166307" y="150234"/>
                  </a:lnTo>
                  <a:lnTo>
                    <a:pt x="165681" y="144931"/>
                  </a:lnTo>
                  <a:lnTo>
                    <a:pt x="164887" y="139651"/>
                  </a:lnTo>
                  <a:lnTo>
                    <a:pt x="163924" y="134399"/>
                  </a:lnTo>
                  <a:lnTo>
                    <a:pt x="162794" y="129181"/>
                  </a:lnTo>
                  <a:lnTo>
                    <a:pt x="161498" y="124001"/>
                  </a:lnTo>
                  <a:lnTo>
                    <a:pt x="160037" y="118865"/>
                  </a:lnTo>
                  <a:lnTo>
                    <a:pt x="158413" y="113779"/>
                  </a:lnTo>
                  <a:lnTo>
                    <a:pt x="156627" y="108747"/>
                  </a:lnTo>
                  <a:lnTo>
                    <a:pt x="154681" y="103775"/>
                  </a:lnTo>
                  <a:lnTo>
                    <a:pt x="152578" y="98867"/>
                  </a:lnTo>
                  <a:lnTo>
                    <a:pt x="150319" y="94029"/>
                  </a:lnTo>
                  <a:lnTo>
                    <a:pt x="147906" y="89266"/>
                  </a:lnTo>
                  <a:lnTo>
                    <a:pt x="145343" y="84582"/>
                  </a:lnTo>
                  <a:lnTo>
                    <a:pt x="142631" y="79982"/>
                  </a:lnTo>
                  <a:lnTo>
                    <a:pt x="139774" y="75472"/>
                  </a:lnTo>
                  <a:lnTo>
                    <a:pt x="136774" y="71054"/>
                  </a:lnTo>
                  <a:lnTo>
                    <a:pt x="133635" y="66735"/>
                  </a:lnTo>
                  <a:lnTo>
                    <a:pt x="130359" y="62519"/>
                  </a:lnTo>
                  <a:lnTo>
                    <a:pt x="126951" y="58409"/>
                  </a:lnTo>
                  <a:lnTo>
                    <a:pt x="123413" y="54410"/>
                  </a:lnTo>
                  <a:lnTo>
                    <a:pt x="119749" y="50526"/>
                  </a:lnTo>
                  <a:lnTo>
                    <a:pt x="115963" y="46761"/>
                  </a:lnTo>
                  <a:lnTo>
                    <a:pt x="112058" y="43119"/>
                  </a:lnTo>
                  <a:lnTo>
                    <a:pt x="108039" y="39604"/>
                  </a:lnTo>
                  <a:lnTo>
                    <a:pt x="103910" y="36218"/>
                  </a:lnTo>
                  <a:lnTo>
                    <a:pt x="99675" y="32967"/>
                  </a:lnTo>
                  <a:lnTo>
                    <a:pt x="95339" y="29852"/>
                  </a:lnTo>
                  <a:lnTo>
                    <a:pt x="90905" y="26877"/>
                  </a:lnTo>
                  <a:lnTo>
                    <a:pt x="86378" y="24046"/>
                  </a:lnTo>
                  <a:lnTo>
                    <a:pt x="81763" y="21360"/>
                  </a:lnTo>
                  <a:lnTo>
                    <a:pt x="77065" y="18823"/>
                  </a:lnTo>
                  <a:lnTo>
                    <a:pt x="72288" y="16438"/>
                  </a:lnTo>
                  <a:lnTo>
                    <a:pt x="67437" y="14206"/>
                  </a:lnTo>
                  <a:lnTo>
                    <a:pt x="62518" y="12130"/>
                  </a:lnTo>
                  <a:lnTo>
                    <a:pt x="57534" y="10213"/>
                  </a:lnTo>
                  <a:lnTo>
                    <a:pt x="52493" y="8455"/>
                  </a:lnTo>
                  <a:lnTo>
                    <a:pt x="47397" y="6860"/>
                  </a:lnTo>
                  <a:lnTo>
                    <a:pt x="42253" y="5428"/>
                  </a:lnTo>
                  <a:lnTo>
                    <a:pt x="37066" y="4161"/>
                  </a:lnTo>
                  <a:lnTo>
                    <a:pt x="31842" y="3060"/>
                  </a:lnTo>
                  <a:lnTo>
                    <a:pt x="26584" y="2127"/>
                  </a:lnTo>
                  <a:lnTo>
                    <a:pt x="21300" y="1362"/>
                  </a:lnTo>
                  <a:lnTo>
                    <a:pt x="15994" y="766"/>
                  </a:lnTo>
                  <a:lnTo>
                    <a:pt x="10672" y="341"/>
                  </a:lnTo>
                  <a:lnTo>
                    <a:pt x="5338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751856" y="3707720"/>
              <a:ext cx="167155" cy="334285"/>
            </a:xfrm>
            <a:custGeom>
              <a:avLst/>
              <a:pathLst>
                <a:path w="167155" h="334285">
                  <a:moveTo>
                    <a:pt x="167155" y="0"/>
                  </a:moveTo>
                  <a:lnTo>
                    <a:pt x="161838" y="84"/>
                  </a:lnTo>
                  <a:lnTo>
                    <a:pt x="156527" y="338"/>
                  </a:lnTo>
                  <a:lnTo>
                    <a:pt x="151226" y="760"/>
                  </a:lnTo>
                  <a:lnTo>
                    <a:pt x="145942" y="1351"/>
                  </a:lnTo>
                  <a:lnTo>
                    <a:pt x="140678" y="2109"/>
                  </a:lnTo>
                  <a:lnTo>
                    <a:pt x="135442" y="3035"/>
                  </a:lnTo>
                  <a:lnTo>
                    <a:pt x="130238" y="4127"/>
                  </a:lnTo>
                  <a:lnTo>
                    <a:pt x="125071" y="5383"/>
                  </a:lnTo>
                  <a:lnTo>
                    <a:pt x="119947" y="6804"/>
                  </a:lnTo>
                  <a:lnTo>
                    <a:pt x="114871" y="8386"/>
                  </a:lnTo>
                  <a:lnTo>
                    <a:pt x="109847" y="10129"/>
                  </a:lnTo>
                  <a:lnTo>
                    <a:pt x="104881" y="12032"/>
                  </a:lnTo>
                  <a:lnTo>
                    <a:pt x="99979" y="14091"/>
                  </a:lnTo>
                  <a:lnTo>
                    <a:pt x="95144" y="16305"/>
                  </a:lnTo>
                  <a:lnTo>
                    <a:pt x="90383" y="18671"/>
                  </a:lnTo>
                  <a:lnTo>
                    <a:pt x="85699" y="21188"/>
                  </a:lnTo>
                  <a:lnTo>
                    <a:pt x="81097" y="23853"/>
                  </a:lnTo>
                  <a:lnTo>
                    <a:pt x="76582" y="26662"/>
                  </a:lnTo>
                  <a:lnTo>
                    <a:pt x="72159" y="29614"/>
                  </a:lnTo>
                  <a:lnTo>
                    <a:pt x="67833" y="32705"/>
                  </a:lnTo>
                  <a:lnTo>
                    <a:pt x="63606" y="35932"/>
                  </a:lnTo>
                  <a:lnTo>
                    <a:pt x="59485" y="39291"/>
                  </a:lnTo>
                  <a:lnTo>
                    <a:pt x="55472" y="42781"/>
                  </a:lnTo>
                  <a:lnTo>
                    <a:pt x="51573" y="46396"/>
                  </a:lnTo>
                  <a:lnTo>
                    <a:pt x="47790" y="50133"/>
                  </a:lnTo>
                  <a:lnTo>
                    <a:pt x="44128" y="53988"/>
                  </a:lnTo>
                  <a:lnTo>
                    <a:pt x="40591" y="57958"/>
                  </a:lnTo>
                  <a:lnTo>
                    <a:pt x="37181" y="62039"/>
                  </a:lnTo>
                  <a:lnTo>
                    <a:pt x="33903" y="66226"/>
                  </a:lnTo>
                  <a:lnTo>
                    <a:pt x="30760" y="70515"/>
                  </a:lnTo>
                  <a:lnTo>
                    <a:pt x="27755" y="74902"/>
                  </a:lnTo>
                  <a:lnTo>
                    <a:pt x="24892" y="79382"/>
                  </a:lnTo>
                  <a:lnTo>
                    <a:pt x="22172" y="83951"/>
                  </a:lnTo>
                  <a:lnTo>
                    <a:pt x="19598" y="88605"/>
                  </a:lnTo>
                  <a:lnTo>
                    <a:pt x="17174" y="93337"/>
                  </a:lnTo>
                  <a:lnTo>
                    <a:pt x="14902" y="98145"/>
                  </a:lnTo>
                  <a:lnTo>
                    <a:pt x="12784" y="103022"/>
                  </a:lnTo>
                  <a:lnTo>
                    <a:pt x="10822" y="107964"/>
                  </a:lnTo>
                  <a:lnTo>
                    <a:pt x="9018" y="112966"/>
                  </a:lnTo>
                  <a:lnTo>
                    <a:pt x="7374" y="118023"/>
                  </a:lnTo>
                  <a:lnTo>
                    <a:pt x="5892" y="123130"/>
                  </a:lnTo>
                  <a:lnTo>
                    <a:pt x="4573" y="128281"/>
                  </a:lnTo>
                  <a:lnTo>
                    <a:pt x="3418" y="133472"/>
                  </a:lnTo>
                  <a:lnTo>
                    <a:pt x="2430" y="138697"/>
                  </a:lnTo>
                  <a:lnTo>
                    <a:pt x="1607" y="143950"/>
                  </a:lnTo>
                  <a:lnTo>
                    <a:pt x="953" y="149227"/>
                  </a:lnTo>
                  <a:lnTo>
                    <a:pt x="466" y="154522"/>
                  </a:lnTo>
                  <a:lnTo>
                    <a:pt x="148" y="159830"/>
                  </a:lnTo>
                  <a:lnTo>
                    <a:pt x="0" y="165145"/>
                  </a:lnTo>
                  <a:lnTo>
                    <a:pt x="20" y="170463"/>
                  </a:lnTo>
                  <a:lnTo>
                    <a:pt x="209" y="175777"/>
                  </a:lnTo>
                  <a:lnTo>
                    <a:pt x="567" y="181082"/>
                  </a:lnTo>
                  <a:lnTo>
                    <a:pt x="1094" y="186373"/>
                  </a:lnTo>
                  <a:lnTo>
                    <a:pt x="1789" y="191645"/>
                  </a:lnTo>
                  <a:lnTo>
                    <a:pt x="2651" y="196892"/>
                  </a:lnTo>
                  <a:lnTo>
                    <a:pt x="3680" y="202109"/>
                  </a:lnTo>
                  <a:lnTo>
                    <a:pt x="4874" y="207291"/>
                  </a:lnTo>
                  <a:lnTo>
                    <a:pt x="6232" y="212432"/>
                  </a:lnTo>
                  <a:lnTo>
                    <a:pt x="7753" y="217527"/>
                  </a:lnTo>
                  <a:lnTo>
                    <a:pt x="9436" y="222571"/>
                  </a:lnTo>
                  <a:lnTo>
                    <a:pt x="11278" y="227560"/>
                  </a:lnTo>
                  <a:lnTo>
                    <a:pt x="13277" y="232487"/>
                  </a:lnTo>
                  <a:lnTo>
                    <a:pt x="15433" y="237348"/>
                  </a:lnTo>
                  <a:lnTo>
                    <a:pt x="17741" y="242138"/>
                  </a:lnTo>
                  <a:lnTo>
                    <a:pt x="20201" y="246852"/>
                  </a:lnTo>
                  <a:lnTo>
                    <a:pt x="22810" y="251485"/>
                  </a:lnTo>
                  <a:lnTo>
                    <a:pt x="25565" y="256034"/>
                  </a:lnTo>
                  <a:lnTo>
                    <a:pt x="28463" y="260492"/>
                  </a:lnTo>
                  <a:lnTo>
                    <a:pt x="31501" y="264856"/>
                  </a:lnTo>
                  <a:lnTo>
                    <a:pt x="34677" y="269121"/>
                  </a:lnTo>
                  <a:lnTo>
                    <a:pt x="37987" y="273283"/>
                  </a:lnTo>
                  <a:lnTo>
                    <a:pt x="41427" y="277337"/>
                  </a:lnTo>
                  <a:lnTo>
                    <a:pt x="44994" y="281280"/>
                  </a:lnTo>
                  <a:lnTo>
                    <a:pt x="48686" y="285108"/>
                  </a:lnTo>
                  <a:lnTo>
                    <a:pt x="52497" y="288816"/>
                  </a:lnTo>
                  <a:lnTo>
                    <a:pt x="56424" y="292401"/>
                  </a:lnTo>
                  <a:lnTo>
                    <a:pt x="60463" y="295860"/>
                  </a:lnTo>
                  <a:lnTo>
                    <a:pt x="64610" y="299188"/>
                  </a:lnTo>
                  <a:lnTo>
                    <a:pt x="68861" y="302382"/>
                  </a:lnTo>
                  <a:lnTo>
                    <a:pt x="73211" y="305440"/>
                  </a:lnTo>
                  <a:lnTo>
                    <a:pt x="77656" y="308358"/>
                  </a:lnTo>
                  <a:lnTo>
                    <a:pt x="82192" y="311133"/>
                  </a:lnTo>
                  <a:lnTo>
                    <a:pt x="86814" y="313763"/>
                  </a:lnTo>
                  <a:lnTo>
                    <a:pt x="91517" y="316244"/>
                  </a:lnTo>
                  <a:lnTo>
                    <a:pt x="96296" y="318574"/>
                  </a:lnTo>
                  <a:lnTo>
                    <a:pt x="101148" y="320751"/>
                  </a:lnTo>
                  <a:lnTo>
                    <a:pt x="106066" y="322773"/>
                  </a:lnTo>
                  <a:lnTo>
                    <a:pt x="111046" y="324637"/>
                  </a:lnTo>
                  <a:lnTo>
                    <a:pt x="116083" y="326342"/>
                  </a:lnTo>
                  <a:lnTo>
                    <a:pt x="121171" y="327885"/>
                  </a:lnTo>
                  <a:lnTo>
                    <a:pt x="126306" y="329267"/>
                  </a:lnTo>
                  <a:lnTo>
                    <a:pt x="131482" y="330484"/>
                  </a:lnTo>
                  <a:lnTo>
                    <a:pt x="136694" y="331536"/>
                  </a:lnTo>
                  <a:lnTo>
                    <a:pt x="141938" y="332421"/>
                  </a:lnTo>
                  <a:lnTo>
                    <a:pt x="147206" y="333140"/>
                  </a:lnTo>
                  <a:lnTo>
                    <a:pt x="152495" y="333690"/>
                  </a:lnTo>
                  <a:lnTo>
                    <a:pt x="157799" y="334072"/>
                  </a:lnTo>
                  <a:lnTo>
                    <a:pt x="163112" y="334285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4968" y="3713253"/>
              <a:ext cx="171209" cy="328797"/>
            </a:xfrm>
            <a:custGeom>
              <a:avLst/>
              <a:pathLst>
                <a:path w="171209" h="328797">
                  <a:moveTo>
                    <a:pt x="0" y="328753"/>
                  </a:moveTo>
                  <a:lnTo>
                    <a:pt x="5341" y="328797"/>
                  </a:lnTo>
                  <a:lnTo>
                    <a:pt x="10681" y="328670"/>
                  </a:lnTo>
                  <a:lnTo>
                    <a:pt x="16014" y="328373"/>
                  </a:lnTo>
                  <a:lnTo>
                    <a:pt x="21335" y="327905"/>
                  </a:lnTo>
                  <a:lnTo>
                    <a:pt x="26638" y="327268"/>
                  </a:lnTo>
                  <a:lnTo>
                    <a:pt x="31918" y="326461"/>
                  </a:lnTo>
                  <a:lnTo>
                    <a:pt x="37170" y="325487"/>
                  </a:lnTo>
                  <a:lnTo>
                    <a:pt x="42388" y="324345"/>
                  </a:lnTo>
                  <a:lnTo>
                    <a:pt x="47566" y="323036"/>
                  </a:lnTo>
                  <a:lnTo>
                    <a:pt x="52701" y="321564"/>
                  </a:lnTo>
                  <a:lnTo>
                    <a:pt x="57785" y="319927"/>
                  </a:lnTo>
                  <a:lnTo>
                    <a:pt x="62815" y="318130"/>
                  </a:lnTo>
                  <a:lnTo>
                    <a:pt x="67785" y="316172"/>
                  </a:lnTo>
                  <a:lnTo>
                    <a:pt x="72689" y="314057"/>
                  </a:lnTo>
                  <a:lnTo>
                    <a:pt x="77524" y="311786"/>
                  </a:lnTo>
                  <a:lnTo>
                    <a:pt x="82284" y="309361"/>
                  </a:lnTo>
                  <a:lnTo>
                    <a:pt x="86963" y="306786"/>
                  </a:lnTo>
                  <a:lnTo>
                    <a:pt x="91558" y="304063"/>
                  </a:lnTo>
                  <a:lnTo>
                    <a:pt x="96064" y="301194"/>
                  </a:lnTo>
                  <a:lnTo>
                    <a:pt x="100476" y="298183"/>
                  </a:lnTo>
                  <a:lnTo>
                    <a:pt x="104789" y="295033"/>
                  </a:lnTo>
                  <a:lnTo>
                    <a:pt x="108999" y="291746"/>
                  </a:lnTo>
                  <a:lnTo>
                    <a:pt x="113103" y="288326"/>
                  </a:lnTo>
                  <a:lnTo>
                    <a:pt x="117094" y="284777"/>
                  </a:lnTo>
                  <a:lnTo>
                    <a:pt x="120971" y="281103"/>
                  </a:lnTo>
                  <a:lnTo>
                    <a:pt x="124728" y="277306"/>
                  </a:lnTo>
                  <a:lnTo>
                    <a:pt x="128362" y="273391"/>
                  </a:lnTo>
                  <a:lnTo>
                    <a:pt x="131869" y="269362"/>
                  </a:lnTo>
                  <a:lnTo>
                    <a:pt x="135245" y="265224"/>
                  </a:lnTo>
                  <a:lnTo>
                    <a:pt x="138488" y="260979"/>
                  </a:lnTo>
                  <a:lnTo>
                    <a:pt x="141593" y="256633"/>
                  </a:lnTo>
                  <a:lnTo>
                    <a:pt x="144558" y="252190"/>
                  </a:lnTo>
                  <a:lnTo>
                    <a:pt x="147379" y="247654"/>
                  </a:lnTo>
                  <a:lnTo>
                    <a:pt x="150054" y="243031"/>
                  </a:lnTo>
                  <a:lnTo>
                    <a:pt x="152580" y="238325"/>
                  </a:lnTo>
                  <a:lnTo>
                    <a:pt x="154955" y="233540"/>
                  </a:lnTo>
                  <a:lnTo>
                    <a:pt x="157175" y="228682"/>
                  </a:lnTo>
                  <a:lnTo>
                    <a:pt x="159239" y="223755"/>
                  </a:lnTo>
                  <a:lnTo>
                    <a:pt x="161144" y="218765"/>
                  </a:lnTo>
                  <a:lnTo>
                    <a:pt x="162889" y="213717"/>
                  </a:lnTo>
                  <a:lnTo>
                    <a:pt x="164472" y="208616"/>
                  </a:lnTo>
                  <a:lnTo>
                    <a:pt x="165891" y="203466"/>
                  </a:lnTo>
                  <a:lnTo>
                    <a:pt x="167145" y="198274"/>
                  </a:lnTo>
                  <a:lnTo>
                    <a:pt x="168232" y="193045"/>
                  </a:lnTo>
                  <a:lnTo>
                    <a:pt x="169152" y="187783"/>
                  </a:lnTo>
                  <a:lnTo>
                    <a:pt x="169903" y="182495"/>
                  </a:lnTo>
                  <a:lnTo>
                    <a:pt x="170485" y="177185"/>
                  </a:lnTo>
                  <a:lnTo>
                    <a:pt x="170897" y="171860"/>
                  </a:lnTo>
                  <a:lnTo>
                    <a:pt x="171138" y="166524"/>
                  </a:lnTo>
                  <a:lnTo>
                    <a:pt x="171209" y="161183"/>
                  </a:lnTo>
                  <a:lnTo>
                    <a:pt x="171109" y="155842"/>
                  </a:lnTo>
                  <a:lnTo>
                    <a:pt x="170839" y="150508"/>
                  </a:lnTo>
                  <a:lnTo>
                    <a:pt x="170398" y="145184"/>
                  </a:lnTo>
                  <a:lnTo>
                    <a:pt x="169788" y="139878"/>
                  </a:lnTo>
                  <a:lnTo>
                    <a:pt x="169008" y="134594"/>
                  </a:lnTo>
                  <a:lnTo>
                    <a:pt x="168060" y="129337"/>
                  </a:lnTo>
                  <a:lnTo>
                    <a:pt x="166945" y="124114"/>
                  </a:lnTo>
                  <a:lnTo>
                    <a:pt x="165663" y="118928"/>
                  </a:lnTo>
                  <a:lnTo>
                    <a:pt x="164216" y="113787"/>
                  </a:lnTo>
                  <a:lnTo>
                    <a:pt x="162605" y="108694"/>
                  </a:lnTo>
                  <a:lnTo>
                    <a:pt x="160833" y="103655"/>
                  </a:lnTo>
                  <a:lnTo>
                    <a:pt x="158901" y="98676"/>
                  </a:lnTo>
                  <a:lnTo>
                    <a:pt x="156810" y="93760"/>
                  </a:lnTo>
                  <a:lnTo>
                    <a:pt x="154564" y="88914"/>
                  </a:lnTo>
                  <a:lnTo>
                    <a:pt x="152164" y="84142"/>
                  </a:lnTo>
                  <a:lnTo>
                    <a:pt x="149612" y="79450"/>
                  </a:lnTo>
                  <a:lnTo>
                    <a:pt x="146912" y="74841"/>
                  </a:lnTo>
                  <a:lnTo>
                    <a:pt x="144067" y="70321"/>
                  </a:lnTo>
                  <a:lnTo>
                    <a:pt x="141078" y="65894"/>
                  </a:lnTo>
                  <a:lnTo>
                    <a:pt x="137949" y="61565"/>
                  </a:lnTo>
                  <a:lnTo>
                    <a:pt x="134684" y="57338"/>
                  </a:lnTo>
                  <a:lnTo>
                    <a:pt x="131285" y="53217"/>
                  </a:lnTo>
                  <a:lnTo>
                    <a:pt x="127756" y="49207"/>
                  </a:lnTo>
                  <a:lnTo>
                    <a:pt x="124101" y="45312"/>
                  </a:lnTo>
                  <a:lnTo>
                    <a:pt x="120324" y="41536"/>
                  </a:lnTo>
                  <a:lnTo>
                    <a:pt x="116427" y="37882"/>
                  </a:lnTo>
                  <a:lnTo>
                    <a:pt x="112416" y="34355"/>
                  </a:lnTo>
                  <a:lnTo>
                    <a:pt x="108295" y="30958"/>
                  </a:lnTo>
                  <a:lnTo>
                    <a:pt x="104067" y="27694"/>
                  </a:lnTo>
                  <a:lnTo>
                    <a:pt x="99736" y="24566"/>
                  </a:lnTo>
                  <a:lnTo>
                    <a:pt x="95308" y="21579"/>
                  </a:lnTo>
                  <a:lnTo>
                    <a:pt x="90787" y="18735"/>
                  </a:lnTo>
                  <a:lnTo>
                    <a:pt x="86178" y="16036"/>
                  </a:lnTo>
                  <a:lnTo>
                    <a:pt x="81484" y="13487"/>
                  </a:lnTo>
                  <a:lnTo>
                    <a:pt x="76711" y="11088"/>
                  </a:lnTo>
                  <a:lnTo>
                    <a:pt x="71865" y="8843"/>
                  </a:lnTo>
                  <a:lnTo>
                    <a:pt x="66949" y="6755"/>
                  </a:lnTo>
                  <a:lnTo>
                    <a:pt x="61968" y="4824"/>
                  </a:lnTo>
                  <a:lnTo>
                    <a:pt x="56929" y="3053"/>
                  </a:lnTo>
                  <a:lnTo>
                    <a:pt x="51836" y="1445"/>
                  </a:lnTo>
                  <a:lnTo>
                    <a:pt x="46693" y="0"/>
                  </a:lnTo>
                  <a:lnTo>
                    <a:pt x="4042" y="16163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42651" cy="167167"/>
            </a:xfrm>
            <a:custGeom>
              <a:avLst/>
              <a:pathLst>
                <a:path w="42651" h="167167">
                  <a:moveTo>
                    <a:pt x="42651" y="5532"/>
                  </a:moveTo>
                  <a:lnTo>
                    <a:pt x="36666" y="4070"/>
                  </a:lnTo>
                  <a:lnTo>
                    <a:pt x="30631" y="2830"/>
                  </a:lnTo>
                  <a:lnTo>
                    <a:pt x="24555" y="1813"/>
                  </a:lnTo>
                  <a:lnTo>
                    <a:pt x="18445" y="1020"/>
                  </a:lnTo>
                  <a:lnTo>
                    <a:pt x="12311" y="453"/>
                  </a:lnTo>
                  <a:lnTo>
                    <a:pt x="6159" y="11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tx801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02" name="tx802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03" name="tx803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04" name="tx804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05" name="tx805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06" name="tx806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07" name="tx807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08" name="tx808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09" name="tx809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10" name="tx810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11" name="tx811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12" name="tx812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13" name="tx813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14" name="tx814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15" name="tx815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2025-06-05T18:33:51Z</dcterms:modified>
  <cp:category/>
</cp:coreProperties>
</file>