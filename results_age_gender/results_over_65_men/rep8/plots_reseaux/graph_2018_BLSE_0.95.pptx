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58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58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20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80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80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37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55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78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15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80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11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29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8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64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95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58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580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89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37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86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178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58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52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62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58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66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10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58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75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51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58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51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58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78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20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37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20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89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55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195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92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439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580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20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80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195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92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644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95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58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195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92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197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58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289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37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195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92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66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10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58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11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29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46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58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20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80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29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46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06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80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37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55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65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178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15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35454" y="3170392"/>
              <a:ext cx="48324" cy="167167"/>
            </a:xfrm>
            <a:custGeom>
              <a:avLst/>
              <a:pathLst>
                <a:path w="48324" h="167167">
                  <a:moveTo>
                    <a:pt x="48324" y="0"/>
                  </a:moveTo>
                  <a:lnTo>
                    <a:pt x="42197" y="112"/>
                  </a:lnTo>
                  <a:lnTo>
                    <a:pt x="36079" y="449"/>
                  </a:lnTo>
                  <a:lnTo>
                    <a:pt x="29977" y="1009"/>
                  </a:lnTo>
                  <a:lnTo>
                    <a:pt x="23900" y="1793"/>
                  </a:lnTo>
                  <a:lnTo>
                    <a:pt x="17855" y="2800"/>
                  </a:lnTo>
                  <a:lnTo>
                    <a:pt x="11852" y="4027"/>
                  </a:lnTo>
                  <a:lnTo>
                    <a:pt x="5897" y="5473"/>
                  </a:lnTo>
                  <a:lnTo>
                    <a:pt x="0" y="7137"/>
                  </a:lnTo>
                  <a:lnTo>
                    <a:pt x="4832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816617" y="3171039"/>
              <a:ext cx="334323" cy="333683"/>
            </a:xfrm>
            <a:custGeom>
              <a:avLst/>
              <a:pathLst>
                <a:path w="334323" h="333683">
                  <a:moveTo>
                    <a:pt x="118837" y="6490"/>
                  </a:moveTo>
                  <a:lnTo>
                    <a:pt x="113784" y="8104"/>
                  </a:lnTo>
                  <a:lnTo>
                    <a:pt x="108785" y="9877"/>
                  </a:lnTo>
                  <a:lnTo>
                    <a:pt x="103845" y="11808"/>
                  </a:lnTo>
                  <a:lnTo>
                    <a:pt x="98968" y="13894"/>
                  </a:lnTo>
                  <a:lnTo>
                    <a:pt x="94160" y="16135"/>
                  </a:lnTo>
                  <a:lnTo>
                    <a:pt x="89426" y="18526"/>
                  </a:lnTo>
                  <a:lnTo>
                    <a:pt x="84770" y="21067"/>
                  </a:lnTo>
                  <a:lnTo>
                    <a:pt x="80197" y="23754"/>
                  </a:lnTo>
                  <a:lnTo>
                    <a:pt x="75711" y="26585"/>
                  </a:lnTo>
                  <a:lnTo>
                    <a:pt x="71318" y="29557"/>
                  </a:lnTo>
                  <a:lnTo>
                    <a:pt x="67021" y="32666"/>
                  </a:lnTo>
                  <a:lnTo>
                    <a:pt x="62825" y="35911"/>
                  </a:lnTo>
                  <a:lnTo>
                    <a:pt x="58734" y="39287"/>
                  </a:lnTo>
                  <a:lnTo>
                    <a:pt x="54752" y="42791"/>
                  </a:lnTo>
                  <a:lnTo>
                    <a:pt x="50883" y="46419"/>
                  </a:lnTo>
                  <a:lnTo>
                    <a:pt x="47131" y="50169"/>
                  </a:lnTo>
                  <a:lnTo>
                    <a:pt x="43500" y="54035"/>
                  </a:lnTo>
                  <a:lnTo>
                    <a:pt x="39994" y="58015"/>
                  </a:lnTo>
                  <a:lnTo>
                    <a:pt x="36615" y="62104"/>
                  </a:lnTo>
                  <a:lnTo>
                    <a:pt x="33368" y="66298"/>
                  </a:lnTo>
                  <a:lnTo>
                    <a:pt x="30256" y="70593"/>
                  </a:lnTo>
                  <a:lnTo>
                    <a:pt x="27282" y="74985"/>
                  </a:lnTo>
                  <a:lnTo>
                    <a:pt x="24448" y="79469"/>
                  </a:lnTo>
                  <a:lnTo>
                    <a:pt x="21758" y="84040"/>
                  </a:lnTo>
                  <a:lnTo>
                    <a:pt x="19215" y="88695"/>
                  </a:lnTo>
                  <a:lnTo>
                    <a:pt x="16820" y="93428"/>
                  </a:lnTo>
                  <a:lnTo>
                    <a:pt x="14577" y="98234"/>
                  </a:lnTo>
                  <a:lnTo>
                    <a:pt x="12487" y="103109"/>
                  </a:lnTo>
                  <a:lnTo>
                    <a:pt x="10553" y="108048"/>
                  </a:lnTo>
                  <a:lnTo>
                    <a:pt x="8777" y="113046"/>
                  </a:lnTo>
                  <a:lnTo>
                    <a:pt x="7160" y="118098"/>
                  </a:lnTo>
                  <a:lnTo>
                    <a:pt x="5705" y="123199"/>
                  </a:lnTo>
                  <a:lnTo>
                    <a:pt x="4412" y="128343"/>
                  </a:lnTo>
                  <a:lnTo>
                    <a:pt x="3282" y="133525"/>
                  </a:lnTo>
                  <a:lnTo>
                    <a:pt x="2318" y="138741"/>
                  </a:lnTo>
                  <a:lnTo>
                    <a:pt x="1520" y="143985"/>
                  </a:lnTo>
                  <a:lnTo>
                    <a:pt x="888" y="149251"/>
                  </a:lnTo>
                  <a:lnTo>
                    <a:pt x="424" y="154535"/>
                  </a:lnTo>
                  <a:lnTo>
                    <a:pt x="128" y="159831"/>
                  </a:lnTo>
                  <a:lnTo>
                    <a:pt x="0" y="165133"/>
                  </a:lnTo>
                  <a:lnTo>
                    <a:pt x="40" y="170437"/>
                  </a:lnTo>
                  <a:lnTo>
                    <a:pt x="248" y="175737"/>
                  </a:lnTo>
                  <a:lnTo>
                    <a:pt x="624" y="181028"/>
                  </a:lnTo>
                  <a:lnTo>
                    <a:pt x="1169" y="186304"/>
                  </a:lnTo>
                  <a:lnTo>
                    <a:pt x="1880" y="191561"/>
                  </a:lnTo>
                  <a:lnTo>
                    <a:pt x="2757" y="196792"/>
                  </a:lnTo>
                  <a:lnTo>
                    <a:pt x="3801" y="201992"/>
                  </a:lnTo>
                  <a:lnTo>
                    <a:pt x="5008" y="207157"/>
                  </a:lnTo>
                  <a:lnTo>
                    <a:pt x="6379" y="212281"/>
                  </a:lnTo>
                  <a:lnTo>
                    <a:pt x="7912" y="217359"/>
                  </a:lnTo>
                  <a:lnTo>
                    <a:pt x="9605" y="222386"/>
                  </a:lnTo>
                  <a:lnTo>
                    <a:pt x="11456" y="227356"/>
                  </a:lnTo>
                  <a:lnTo>
                    <a:pt x="13465" y="232265"/>
                  </a:lnTo>
                  <a:lnTo>
                    <a:pt x="15628" y="237108"/>
                  </a:lnTo>
                  <a:lnTo>
                    <a:pt x="17944" y="241880"/>
                  </a:lnTo>
                  <a:lnTo>
                    <a:pt x="20410" y="246576"/>
                  </a:lnTo>
                  <a:lnTo>
                    <a:pt x="23023" y="251192"/>
                  </a:lnTo>
                  <a:lnTo>
                    <a:pt x="25782" y="255722"/>
                  </a:lnTo>
                  <a:lnTo>
                    <a:pt x="28683" y="260162"/>
                  </a:lnTo>
                  <a:lnTo>
                    <a:pt x="31724" y="264508"/>
                  </a:lnTo>
                  <a:lnTo>
                    <a:pt x="34901" y="268756"/>
                  </a:lnTo>
                  <a:lnTo>
                    <a:pt x="38211" y="272901"/>
                  </a:lnTo>
                  <a:lnTo>
                    <a:pt x="41651" y="276938"/>
                  </a:lnTo>
                  <a:lnTo>
                    <a:pt x="45217" y="280864"/>
                  </a:lnTo>
                  <a:lnTo>
                    <a:pt x="48906" y="284676"/>
                  </a:lnTo>
                  <a:lnTo>
                    <a:pt x="52714" y="288368"/>
                  </a:lnTo>
                  <a:lnTo>
                    <a:pt x="56637" y="291937"/>
                  </a:lnTo>
                  <a:lnTo>
                    <a:pt x="60672" y="295381"/>
                  </a:lnTo>
                  <a:lnTo>
                    <a:pt x="64814" y="298694"/>
                  </a:lnTo>
                  <a:lnTo>
                    <a:pt x="69058" y="301875"/>
                  </a:lnTo>
                  <a:lnTo>
                    <a:pt x="73402" y="304919"/>
                  </a:lnTo>
                  <a:lnTo>
                    <a:pt x="77840" y="307824"/>
                  </a:lnTo>
                  <a:lnTo>
                    <a:pt x="82368" y="310586"/>
                  </a:lnTo>
                  <a:lnTo>
                    <a:pt x="86981" y="313204"/>
                  </a:lnTo>
                  <a:lnTo>
                    <a:pt x="91675" y="315674"/>
                  </a:lnTo>
                  <a:lnTo>
                    <a:pt x="96445" y="317994"/>
                  </a:lnTo>
                  <a:lnTo>
                    <a:pt x="101286" y="320161"/>
                  </a:lnTo>
                  <a:lnTo>
                    <a:pt x="106194" y="322174"/>
                  </a:lnTo>
                  <a:lnTo>
                    <a:pt x="111163" y="324029"/>
                  </a:lnTo>
                  <a:lnTo>
                    <a:pt x="116188" y="325727"/>
                  </a:lnTo>
                  <a:lnTo>
                    <a:pt x="121264" y="327264"/>
                  </a:lnTo>
                  <a:lnTo>
                    <a:pt x="126387" y="328639"/>
                  </a:lnTo>
                  <a:lnTo>
                    <a:pt x="131551" y="329851"/>
                  </a:lnTo>
                  <a:lnTo>
                    <a:pt x="136751" y="330898"/>
                  </a:lnTo>
                  <a:lnTo>
                    <a:pt x="141981" y="331781"/>
                  </a:lnTo>
                  <a:lnTo>
                    <a:pt x="147237" y="332496"/>
                  </a:lnTo>
                  <a:lnTo>
                    <a:pt x="152512" y="333045"/>
                  </a:lnTo>
                  <a:lnTo>
                    <a:pt x="157803" y="333426"/>
                  </a:lnTo>
                  <a:lnTo>
                    <a:pt x="163103" y="333639"/>
                  </a:lnTo>
                  <a:lnTo>
                    <a:pt x="168407" y="333683"/>
                  </a:lnTo>
                  <a:lnTo>
                    <a:pt x="173709" y="333560"/>
                  </a:lnTo>
                  <a:lnTo>
                    <a:pt x="179005" y="333268"/>
                  </a:lnTo>
                  <a:lnTo>
                    <a:pt x="184290" y="332808"/>
                  </a:lnTo>
                  <a:lnTo>
                    <a:pt x="189556" y="332181"/>
                  </a:lnTo>
                  <a:lnTo>
                    <a:pt x="194801" y="331387"/>
                  </a:lnTo>
                  <a:lnTo>
                    <a:pt x="200017" y="330427"/>
                  </a:lnTo>
                  <a:lnTo>
                    <a:pt x="205201" y="329302"/>
                  </a:lnTo>
                  <a:lnTo>
                    <a:pt x="210346" y="328013"/>
                  </a:lnTo>
                  <a:lnTo>
                    <a:pt x="215448" y="326562"/>
                  </a:lnTo>
                  <a:lnTo>
                    <a:pt x="220501" y="324950"/>
                  </a:lnTo>
                  <a:lnTo>
                    <a:pt x="225500" y="323178"/>
                  </a:lnTo>
                  <a:lnTo>
                    <a:pt x="230441" y="321248"/>
                  </a:lnTo>
                  <a:lnTo>
                    <a:pt x="235318" y="319162"/>
                  </a:lnTo>
                  <a:lnTo>
                    <a:pt x="240126" y="316923"/>
                  </a:lnTo>
                  <a:lnTo>
                    <a:pt x="244861" y="314533"/>
                  </a:lnTo>
                  <a:lnTo>
                    <a:pt x="249518" y="311993"/>
                  </a:lnTo>
                  <a:lnTo>
                    <a:pt x="254092" y="309307"/>
                  </a:lnTo>
                  <a:lnTo>
                    <a:pt x="258578" y="306477"/>
                  </a:lnTo>
                  <a:lnTo>
                    <a:pt x="262972" y="303507"/>
                  </a:lnTo>
                  <a:lnTo>
                    <a:pt x="267270" y="300398"/>
                  </a:lnTo>
                  <a:lnTo>
                    <a:pt x="271467" y="297155"/>
                  </a:lnTo>
                  <a:lnTo>
                    <a:pt x="275559" y="293780"/>
                  </a:lnTo>
                  <a:lnTo>
                    <a:pt x="279541" y="290277"/>
                  </a:lnTo>
                  <a:lnTo>
                    <a:pt x="283411" y="286649"/>
                  </a:lnTo>
                  <a:lnTo>
                    <a:pt x="287164" y="282901"/>
                  </a:lnTo>
                  <a:lnTo>
                    <a:pt x="290796" y="279035"/>
                  </a:lnTo>
                  <a:lnTo>
                    <a:pt x="294303" y="275056"/>
                  </a:lnTo>
                  <a:lnTo>
                    <a:pt x="297682" y="270967"/>
                  </a:lnTo>
                  <a:lnTo>
                    <a:pt x="300930" y="266774"/>
                  </a:lnTo>
                  <a:lnTo>
                    <a:pt x="304043" y="262480"/>
                  </a:lnTo>
                  <a:lnTo>
                    <a:pt x="307019" y="258089"/>
                  </a:lnTo>
                  <a:lnTo>
                    <a:pt x="309854" y="253606"/>
                  </a:lnTo>
                  <a:lnTo>
                    <a:pt x="312545" y="249035"/>
                  </a:lnTo>
                  <a:lnTo>
                    <a:pt x="315089" y="244381"/>
                  </a:lnTo>
                  <a:lnTo>
                    <a:pt x="317485" y="239649"/>
                  </a:lnTo>
                  <a:lnTo>
                    <a:pt x="319729" y="234843"/>
                  </a:lnTo>
                  <a:lnTo>
                    <a:pt x="321820" y="229968"/>
                  </a:lnTo>
                  <a:lnTo>
                    <a:pt x="323755" y="225029"/>
                  </a:lnTo>
                  <a:lnTo>
                    <a:pt x="325533" y="220032"/>
                  </a:lnTo>
                  <a:lnTo>
                    <a:pt x="327150" y="214981"/>
                  </a:lnTo>
                  <a:lnTo>
                    <a:pt x="328607" y="209880"/>
                  </a:lnTo>
                  <a:lnTo>
                    <a:pt x="329902" y="204737"/>
                  </a:lnTo>
                  <a:lnTo>
                    <a:pt x="331032" y="199554"/>
                  </a:lnTo>
                  <a:lnTo>
                    <a:pt x="331998" y="194339"/>
                  </a:lnTo>
                  <a:lnTo>
                    <a:pt x="332797" y="189095"/>
                  </a:lnTo>
                  <a:lnTo>
                    <a:pt x="333430" y="183829"/>
                  </a:lnTo>
                  <a:lnTo>
                    <a:pt x="333896" y="178545"/>
                  </a:lnTo>
                  <a:lnTo>
                    <a:pt x="334193" y="173250"/>
                  </a:lnTo>
                  <a:lnTo>
                    <a:pt x="334323" y="167947"/>
                  </a:lnTo>
                  <a:lnTo>
                    <a:pt x="334284" y="162643"/>
                  </a:lnTo>
                  <a:lnTo>
                    <a:pt x="334077" y="157343"/>
                  </a:lnTo>
                  <a:lnTo>
                    <a:pt x="333701" y="152052"/>
                  </a:lnTo>
                  <a:lnTo>
                    <a:pt x="333158" y="146776"/>
                  </a:lnTo>
                  <a:lnTo>
                    <a:pt x="332449" y="141519"/>
                  </a:lnTo>
                  <a:lnTo>
                    <a:pt x="331572" y="136288"/>
                  </a:lnTo>
                  <a:lnTo>
                    <a:pt x="330530" y="131087"/>
                  </a:lnTo>
                  <a:lnTo>
                    <a:pt x="329324" y="125922"/>
                  </a:lnTo>
                  <a:lnTo>
                    <a:pt x="327954" y="120798"/>
                  </a:lnTo>
                  <a:lnTo>
                    <a:pt x="326423" y="115720"/>
                  </a:lnTo>
                  <a:lnTo>
                    <a:pt x="324731" y="110693"/>
                  </a:lnTo>
                  <a:lnTo>
                    <a:pt x="322880" y="105722"/>
                  </a:lnTo>
                  <a:lnTo>
                    <a:pt x="320873" y="100812"/>
                  </a:lnTo>
                  <a:lnTo>
                    <a:pt x="318711" y="95968"/>
                  </a:lnTo>
                  <a:lnTo>
                    <a:pt x="316397" y="91196"/>
                  </a:lnTo>
                  <a:lnTo>
                    <a:pt x="313932" y="86499"/>
                  </a:lnTo>
                  <a:lnTo>
                    <a:pt x="311319" y="81883"/>
                  </a:lnTo>
                  <a:lnTo>
                    <a:pt x="308561" y="77352"/>
                  </a:lnTo>
                  <a:lnTo>
                    <a:pt x="305661" y="72911"/>
                  </a:lnTo>
                  <a:lnTo>
                    <a:pt x="302622" y="68564"/>
                  </a:lnTo>
                  <a:lnTo>
                    <a:pt x="299446" y="64316"/>
                  </a:lnTo>
                  <a:lnTo>
                    <a:pt x="296137" y="60171"/>
                  </a:lnTo>
                  <a:lnTo>
                    <a:pt x="292698" y="56132"/>
                  </a:lnTo>
                  <a:lnTo>
                    <a:pt x="289133" y="52205"/>
                  </a:lnTo>
                  <a:lnTo>
                    <a:pt x="285444" y="48393"/>
                  </a:lnTo>
                  <a:lnTo>
                    <a:pt x="281637" y="44700"/>
                  </a:lnTo>
                  <a:lnTo>
                    <a:pt x="277715" y="41130"/>
                  </a:lnTo>
                  <a:lnTo>
                    <a:pt x="273681" y="37685"/>
                  </a:lnTo>
                  <a:lnTo>
                    <a:pt x="269540" y="34371"/>
                  </a:lnTo>
                  <a:lnTo>
                    <a:pt x="265296" y="31189"/>
                  </a:lnTo>
                  <a:lnTo>
                    <a:pt x="260953" y="28144"/>
                  </a:lnTo>
                  <a:lnTo>
                    <a:pt x="256516" y="25238"/>
                  </a:lnTo>
                  <a:lnTo>
                    <a:pt x="251989" y="22474"/>
                  </a:lnTo>
                  <a:lnTo>
                    <a:pt x="247376" y="19856"/>
                  </a:lnTo>
                  <a:lnTo>
                    <a:pt x="242683" y="17385"/>
                  </a:lnTo>
                  <a:lnTo>
                    <a:pt x="237913" y="15064"/>
                  </a:lnTo>
                  <a:lnTo>
                    <a:pt x="233073" y="12895"/>
                  </a:lnTo>
                  <a:lnTo>
                    <a:pt x="228166" y="10882"/>
                  </a:lnTo>
                  <a:lnTo>
                    <a:pt x="223197" y="9025"/>
                  </a:lnTo>
                  <a:lnTo>
                    <a:pt x="218172" y="7326"/>
                  </a:lnTo>
                  <a:lnTo>
                    <a:pt x="213096" y="5788"/>
                  </a:lnTo>
                  <a:lnTo>
                    <a:pt x="207974" y="4411"/>
                  </a:lnTo>
                  <a:lnTo>
                    <a:pt x="202810" y="3198"/>
                  </a:lnTo>
                  <a:lnTo>
                    <a:pt x="197611" y="2150"/>
                  </a:lnTo>
                  <a:lnTo>
                    <a:pt x="192381" y="1266"/>
                  </a:lnTo>
                  <a:lnTo>
                    <a:pt x="187125" y="549"/>
                  </a:lnTo>
                  <a:lnTo>
                    <a:pt x="181849" y="0"/>
                  </a:lnTo>
                  <a:lnTo>
                    <a:pt x="167161" y="1665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83779" y="3170392"/>
              <a:ext cx="14688" cy="167167"/>
            </a:xfrm>
            <a:custGeom>
              <a:avLst/>
              <a:pathLst>
                <a:path w="14688" h="167167">
                  <a:moveTo>
                    <a:pt x="14688" y="64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1844" y="2633064"/>
              <a:ext cx="167167" cy="193711"/>
            </a:xfrm>
            <a:custGeom>
              <a:avLst/>
              <a:pathLst>
                <a:path w="167167" h="193711">
                  <a:moveTo>
                    <a:pt x="167167" y="0"/>
                  </a:moveTo>
                  <a:lnTo>
                    <a:pt x="161811" y="85"/>
                  </a:lnTo>
                  <a:lnTo>
                    <a:pt x="156462" y="343"/>
                  </a:lnTo>
                  <a:lnTo>
                    <a:pt x="151123" y="771"/>
                  </a:lnTo>
                  <a:lnTo>
                    <a:pt x="145800" y="1371"/>
                  </a:lnTo>
                  <a:lnTo>
                    <a:pt x="140500" y="2140"/>
                  </a:lnTo>
                  <a:lnTo>
                    <a:pt x="135226" y="3079"/>
                  </a:lnTo>
                  <a:lnTo>
                    <a:pt x="129986" y="4187"/>
                  </a:lnTo>
                  <a:lnTo>
                    <a:pt x="124784" y="5462"/>
                  </a:lnTo>
                  <a:lnTo>
                    <a:pt x="119625" y="6902"/>
                  </a:lnTo>
                  <a:lnTo>
                    <a:pt x="114515" y="8508"/>
                  </a:lnTo>
                  <a:lnTo>
                    <a:pt x="109459" y="10276"/>
                  </a:lnTo>
                  <a:lnTo>
                    <a:pt x="104463" y="12205"/>
                  </a:lnTo>
                  <a:lnTo>
                    <a:pt x="99531" y="14294"/>
                  </a:lnTo>
                  <a:lnTo>
                    <a:pt x="94668" y="16539"/>
                  </a:lnTo>
                  <a:lnTo>
                    <a:pt x="89879" y="18939"/>
                  </a:lnTo>
                  <a:lnTo>
                    <a:pt x="85170" y="21491"/>
                  </a:lnTo>
                  <a:lnTo>
                    <a:pt x="80546" y="24192"/>
                  </a:lnTo>
                  <a:lnTo>
                    <a:pt x="76010" y="27041"/>
                  </a:lnTo>
                  <a:lnTo>
                    <a:pt x="71567" y="30033"/>
                  </a:lnTo>
                  <a:lnTo>
                    <a:pt x="67223" y="33166"/>
                  </a:lnTo>
                  <a:lnTo>
                    <a:pt x="62982" y="36437"/>
                  </a:lnTo>
                  <a:lnTo>
                    <a:pt x="58847" y="39842"/>
                  </a:lnTo>
                  <a:lnTo>
                    <a:pt x="54823" y="43377"/>
                  </a:lnTo>
                  <a:lnTo>
                    <a:pt x="50915" y="47040"/>
                  </a:lnTo>
                  <a:lnTo>
                    <a:pt x="47127" y="50826"/>
                  </a:lnTo>
                  <a:lnTo>
                    <a:pt x="43461" y="54731"/>
                  </a:lnTo>
                  <a:lnTo>
                    <a:pt x="39923" y="58752"/>
                  </a:lnTo>
                  <a:lnTo>
                    <a:pt x="36515" y="62884"/>
                  </a:lnTo>
                  <a:lnTo>
                    <a:pt x="33241" y="67123"/>
                  </a:lnTo>
                  <a:lnTo>
                    <a:pt x="30105" y="71465"/>
                  </a:lnTo>
                  <a:lnTo>
                    <a:pt x="27109" y="75905"/>
                  </a:lnTo>
                  <a:lnTo>
                    <a:pt x="24257" y="80439"/>
                  </a:lnTo>
                  <a:lnTo>
                    <a:pt x="21552" y="85062"/>
                  </a:lnTo>
                  <a:lnTo>
                    <a:pt x="18996" y="89769"/>
                  </a:lnTo>
                  <a:lnTo>
                    <a:pt x="16593" y="94555"/>
                  </a:lnTo>
                  <a:lnTo>
                    <a:pt x="14344" y="99416"/>
                  </a:lnTo>
                  <a:lnTo>
                    <a:pt x="12252" y="104347"/>
                  </a:lnTo>
                  <a:lnTo>
                    <a:pt x="10319" y="109342"/>
                  </a:lnTo>
                  <a:lnTo>
                    <a:pt x="8547" y="114397"/>
                  </a:lnTo>
                  <a:lnTo>
                    <a:pt x="6938" y="119506"/>
                  </a:lnTo>
                  <a:lnTo>
                    <a:pt x="5493" y="124663"/>
                  </a:lnTo>
                  <a:lnTo>
                    <a:pt x="4215" y="129864"/>
                  </a:lnTo>
                  <a:lnTo>
                    <a:pt x="3103" y="135104"/>
                  </a:lnTo>
                  <a:lnTo>
                    <a:pt x="2160" y="140376"/>
                  </a:lnTo>
                  <a:lnTo>
                    <a:pt x="1387" y="145676"/>
                  </a:lnTo>
                  <a:lnTo>
                    <a:pt x="783" y="150998"/>
                  </a:lnTo>
                  <a:lnTo>
                    <a:pt x="351" y="156337"/>
                  </a:lnTo>
                  <a:lnTo>
                    <a:pt x="89" y="161687"/>
                  </a:lnTo>
                  <a:lnTo>
                    <a:pt x="0" y="167042"/>
                  </a:lnTo>
                  <a:lnTo>
                    <a:pt x="81" y="172398"/>
                  </a:lnTo>
                  <a:lnTo>
                    <a:pt x="335" y="177748"/>
                  </a:lnTo>
                  <a:lnTo>
                    <a:pt x="759" y="183087"/>
                  </a:lnTo>
                  <a:lnTo>
                    <a:pt x="1355" y="188410"/>
                  </a:lnTo>
                  <a:lnTo>
                    <a:pt x="2120" y="19371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3964" y="2800231"/>
              <a:ext cx="165046" cy="26544"/>
            </a:xfrm>
            <a:custGeom>
              <a:avLst/>
              <a:pathLst>
                <a:path w="165046" h="26544">
                  <a:moveTo>
                    <a:pt x="0" y="26544"/>
                  </a:moveTo>
                  <a:lnTo>
                    <a:pt x="1650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3964" y="2662375"/>
              <a:ext cx="332198" cy="305017"/>
            </a:xfrm>
            <a:custGeom>
              <a:avLst/>
              <a:pathLst>
                <a:path w="332198" h="305017">
                  <a:moveTo>
                    <a:pt x="0" y="164400"/>
                  </a:moveTo>
                  <a:lnTo>
                    <a:pt x="929" y="169646"/>
                  </a:lnTo>
                  <a:lnTo>
                    <a:pt x="2025" y="174859"/>
                  </a:lnTo>
                  <a:lnTo>
                    <a:pt x="3287" y="180035"/>
                  </a:lnTo>
                  <a:lnTo>
                    <a:pt x="4713" y="185167"/>
                  </a:lnTo>
                  <a:lnTo>
                    <a:pt x="6302" y="190252"/>
                  </a:lnTo>
                  <a:lnTo>
                    <a:pt x="8052" y="195284"/>
                  </a:lnTo>
                  <a:lnTo>
                    <a:pt x="9962" y="200257"/>
                  </a:lnTo>
                  <a:lnTo>
                    <a:pt x="12029" y="205167"/>
                  </a:lnTo>
                  <a:lnTo>
                    <a:pt x="14251" y="210008"/>
                  </a:lnTo>
                  <a:lnTo>
                    <a:pt x="16627" y="214776"/>
                  </a:lnTo>
                  <a:lnTo>
                    <a:pt x="19153" y="219466"/>
                  </a:lnTo>
                  <a:lnTo>
                    <a:pt x="21828" y="224074"/>
                  </a:lnTo>
                  <a:lnTo>
                    <a:pt x="24648" y="228593"/>
                  </a:lnTo>
                  <a:lnTo>
                    <a:pt x="27610" y="233021"/>
                  </a:lnTo>
                  <a:lnTo>
                    <a:pt x="30712" y="237352"/>
                  </a:lnTo>
                  <a:lnTo>
                    <a:pt x="33951" y="241581"/>
                  </a:lnTo>
                  <a:lnTo>
                    <a:pt x="37322" y="245706"/>
                  </a:lnTo>
                  <a:lnTo>
                    <a:pt x="40823" y="249721"/>
                  </a:lnTo>
                  <a:lnTo>
                    <a:pt x="44451" y="253622"/>
                  </a:lnTo>
                  <a:lnTo>
                    <a:pt x="48201" y="257406"/>
                  </a:lnTo>
                  <a:lnTo>
                    <a:pt x="52069" y="261068"/>
                  </a:lnTo>
                  <a:lnTo>
                    <a:pt x="56053" y="264606"/>
                  </a:lnTo>
                  <a:lnTo>
                    <a:pt x="60147" y="268014"/>
                  </a:lnTo>
                  <a:lnTo>
                    <a:pt x="64347" y="271291"/>
                  </a:lnTo>
                  <a:lnTo>
                    <a:pt x="68650" y="274431"/>
                  </a:lnTo>
                  <a:lnTo>
                    <a:pt x="73051" y="277434"/>
                  </a:lnTo>
                  <a:lnTo>
                    <a:pt x="77545" y="280294"/>
                  </a:lnTo>
                  <a:lnTo>
                    <a:pt x="82128" y="283010"/>
                  </a:lnTo>
                  <a:lnTo>
                    <a:pt x="86795" y="285578"/>
                  </a:lnTo>
                  <a:lnTo>
                    <a:pt x="91542" y="287996"/>
                  </a:lnTo>
                  <a:lnTo>
                    <a:pt x="96363" y="290262"/>
                  </a:lnTo>
                  <a:lnTo>
                    <a:pt x="101254" y="292373"/>
                  </a:lnTo>
                  <a:lnTo>
                    <a:pt x="106210" y="294328"/>
                  </a:lnTo>
                  <a:lnTo>
                    <a:pt x="111226" y="296123"/>
                  </a:lnTo>
                  <a:lnTo>
                    <a:pt x="116296" y="297757"/>
                  </a:lnTo>
                  <a:lnTo>
                    <a:pt x="121416" y="299229"/>
                  </a:lnTo>
                  <a:lnTo>
                    <a:pt x="126580" y="300538"/>
                  </a:lnTo>
                  <a:lnTo>
                    <a:pt x="131783" y="301681"/>
                  </a:lnTo>
                  <a:lnTo>
                    <a:pt x="137020" y="302658"/>
                  </a:lnTo>
                  <a:lnTo>
                    <a:pt x="142285" y="303467"/>
                  </a:lnTo>
                  <a:lnTo>
                    <a:pt x="147574" y="304108"/>
                  </a:lnTo>
                  <a:lnTo>
                    <a:pt x="152880" y="304580"/>
                  </a:lnTo>
                  <a:lnTo>
                    <a:pt x="158198" y="304883"/>
                  </a:lnTo>
                  <a:lnTo>
                    <a:pt x="163524" y="305017"/>
                  </a:lnTo>
                  <a:lnTo>
                    <a:pt x="168851" y="304980"/>
                  </a:lnTo>
                  <a:lnTo>
                    <a:pt x="174174" y="304774"/>
                  </a:lnTo>
                  <a:lnTo>
                    <a:pt x="179488" y="304399"/>
                  </a:lnTo>
                  <a:lnTo>
                    <a:pt x="184787" y="303854"/>
                  </a:lnTo>
                  <a:lnTo>
                    <a:pt x="190067" y="303141"/>
                  </a:lnTo>
                  <a:lnTo>
                    <a:pt x="195321" y="302259"/>
                  </a:lnTo>
                  <a:lnTo>
                    <a:pt x="200544" y="301211"/>
                  </a:lnTo>
                  <a:lnTo>
                    <a:pt x="205731" y="299997"/>
                  </a:lnTo>
                  <a:lnTo>
                    <a:pt x="210876" y="298619"/>
                  </a:lnTo>
                  <a:lnTo>
                    <a:pt x="215976" y="297077"/>
                  </a:lnTo>
                  <a:lnTo>
                    <a:pt x="221023" y="295373"/>
                  </a:lnTo>
                  <a:lnTo>
                    <a:pt x="226014" y="293509"/>
                  </a:lnTo>
                  <a:lnTo>
                    <a:pt x="230942" y="291488"/>
                  </a:lnTo>
                  <a:lnTo>
                    <a:pt x="235804" y="289310"/>
                  </a:lnTo>
                  <a:lnTo>
                    <a:pt x="240594" y="286979"/>
                  </a:lnTo>
                  <a:lnTo>
                    <a:pt x="245307" y="284496"/>
                  </a:lnTo>
                  <a:lnTo>
                    <a:pt x="249939" y="281864"/>
                  </a:lnTo>
                  <a:lnTo>
                    <a:pt x="254484" y="279086"/>
                  </a:lnTo>
                  <a:lnTo>
                    <a:pt x="258939" y="276164"/>
                  </a:lnTo>
                  <a:lnTo>
                    <a:pt x="263298" y="273102"/>
                  </a:lnTo>
                  <a:lnTo>
                    <a:pt x="267558" y="269903"/>
                  </a:lnTo>
                  <a:lnTo>
                    <a:pt x="271713" y="266569"/>
                  </a:lnTo>
                  <a:lnTo>
                    <a:pt x="275760" y="263105"/>
                  </a:lnTo>
                  <a:lnTo>
                    <a:pt x="279695" y="259514"/>
                  </a:lnTo>
                  <a:lnTo>
                    <a:pt x="283513" y="255799"/>
                  </a:lnTo>
                  <a:lnTo>
                    <a:pt x="287211" y="251964"/>
                  </a:lnTo>
                  <a:lnTo>
                    <a:pt x="290785" y="248014"/>
                  </a:lnTo>
                  <a:lnTo>
                    <a:pt x="294231" y="243951"/>
                  </a:lnTo>
                  <a:lnTo>
                    <a:pt x="297546" y="239781"/>
                  </a:lnTo>
                  <a:lnTo>
                    <a:pt x="300726" y="235508"/>
                  </a:lnTo>
                  <a:lnTo>
                    <a:pt x="303769" y="231135"/>
                  </a:lnTo>
                  <a:lnTo>
                    <a:pt x="306671" y="226667"/>
                  </a:lnTo>
                  <a:lnTo>
                    <a:pt x="309429" y="222110"/>
                  </a:lnTo>
                  <a:lnTo>
                    <a:pt x="312040" y="217466"/>
                  </a:lnTo>
                  <a:lnTo>
                    <a:pt x="314502" y="212742"/>
                  </a:lnTo>
                  <a:lnTo>
                    <a:pt x="316812" y="207942"/>
                  </a:lnTo>
                  <a:lnTo>
                    <a:pt x="318968" y="203070"/>
                  </a:lnTo>
                  <a:lnTo>
                    <a:pt x="320968" y="198133"/>
                  </a:lnTo>
                  <a:lnTo>
                    <a:pt x="322810" y="193134"/>
                  </a:lnTo>
                  <a:lnTo>
                    <a:pt x="324491" y="188079"/>
                  </a:lnTo>
                  <a:lnTo>
                    <a:pt x="326010" y="182973"/>
                  </a:lnTo>
                  <a:lnTo>
                    <a:pt x="327366" y="177821"/>
                  </a:lnTo>
                  <a:lnTo>
                    <a:pt x="328557" y="172629"/>
                  </a:lnTo>
                  <a:lnTo>
                    <a:pt x="329582" y="167401"/>
                  </a:lnTo>
                  <a:lnTo>
                    <a:pt x="330440" y="162144"/>
                  </a:lnTo>
                  <a:lnTo>
                    <a:pt x="331130" y="156861"/>
                  </a:lnTo>
                  <a:lnTo>
                    <a:pt x="331651" y="151560"/>
                  </a:lnTo>
                  <a:lnTo>
                    <a:pt x="332003" y="146244"/>
                  </a:lnTo>
                  <a:lnTo>
                    <a:pt x="332185" y="140920"/>
                  </a:lnTo>
                  <a:lnTo>
                    <a:pt x="332198" y="135593"/>
                  </a:lnTo>
                  <a:lnTo>
                    <a:pt x="332041" y="130268"/>
                  </a:lnTo>
                  <a:lnTo>
                    <a:pt x="331715" y="124951"/>
                  </a:lnTo>
                  <a:lnTo>
                    <a:pt x="331219" y="119647"/>
                  </a:lnTo>
                  <a:lnTo>
                    <a:pt x="330554" y="114361"/>
                  </a:lnTo>
                  <a:lnTo>
                    <a:pt x="329721" y="109099"/>
                  </a:lnTo>
                  <a:lnTo>
                    <a:pt x="328722" y="103867"/>
                  </a:lnTo>
                  <a:lnTo>
                    <a:pt x="327555" y="98669"/>
                  </a:lnTo>
                  <a:lnTo>
                    <a:pt x="326224" y="93511"/>
                  </a:lnTo>
                  <a:lnTo>
                    <a:pt x="324729" y="88397"/>
                  </a:lnTo>
                  <a:lnTo>
                    <a:pt x="323072" y="83334"/>
                  </a:lnTo>
                  <a:lnTo>
                    <a:pt x="321255" y="78327"/>
                  </a:lnTo>
                  <a:lnTo>
                    <a:pt x="319279" y="73380"/>
                  </a:lnTo>
                  <a:lnTo>
                    <a:pt x="317146" y="68498"/>
                  </a:lnTo>
                  <a:lnTo>
                    <a:pt x="314859" y="63687"/>
                  </a:lnTo>
                  <a:lnTo>
                    <a:pt x="312420" y="58951"/>
                  </a:lnTo>
                  <a:lnTo>
                    <a:pt x="309830" y="54295"/>
                  </a:lnTo>
                  <a:lnTo>
                    <a:pt x="307094" y="49724"/>
                  </a:lnTo>
                  <a:lnTo>
                    <a:pt x="304214" y="45243"/>
                  </a:lnTo>
                  <a:lnTo>
                    <a:pt x="301192" y="40856"/>
                  </a:lnTo>
                  <a:lnTo>
                    <a:pt x="298033" y="36567"/>
                  </a:lnTo>
                  <a:lnTo>
                    <a:pt x="294738" y="32381"/>
                  </a:lnTo>
                  <a:lnTo>
                    <a:pt x="291311" y="28302"/>
                  </a:lnTo>
                  <a:lnTo>
                    <a:pt x="287756" y="24334"/>
                  </a:lnTo>
                  <a:lnTo>
                    <a:pt x="284077" y="20482"/>
                  </a:lnTo>
                  <a:lnTo>
                    <a:pt x="280276" y="16749"/>
                  </a:lnTo>
                  <a:lnTo>
                    <a:pt x="276359" y="13139"/>
                  </a:lnTo>
                  <a:lnTo>
                    <a:pt x="272328" y="9655"/>
                  </a:lnTo>
                  <a:lnTo>
                    <a:pt x="268189" y="6302"/>
                  </a:lnTo>
                  <a:lnTo>
                    <a:pt x="263945" y="3082"/>
                  </a:lnTo>
                  <a:lnTo>
                    <a:pt x="259600" y="0"/>
                  </a:lnTo>
                  <a:lnTo>
                    <a:pt x="165046" y="1378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919011" y="2633064"/>
              <a:ext cx="94554" cy="167167"/>
            </a:xfrm>
            <a:custGeom>
              <a:avLst/>
              <a:pathLst>
                <a:path w="94554" h="167167">
                  <a:moveTo>
                    <a:pt x="94554" y="29310"/>
                  </a:moveTo>
                  <a:lnTo>
                    <a:pt x="89897" y="26230"/>
                  </a:lnTo>
                  <a:lnTo>
                    <a:pt x="85141" y="23306"/>
                  </a:lnTo>
                  <a:lnTo>
                    <a:pt x="80289" y="20543"/>
                  </a:lnTo>
                  <a:lnTo>
                    <a:pt x="75348" y="17944"/>
                  </a:lnTo>
                  <a:lnTo>
                    <a:pt x="70323" y="15511"/>
                  </a:lnTo>
                  <a:lnTo>
                    <a:pt x="65220" y="13247"/>
                  </a:lnTo>
                  <a:lnTo>
                    <a:pt x="60044" y="11155"/>
                  </a:lnTo>
                  <a:lnTo>
                    <a:pt x="54800" y="9237"/>
                  </a:lnTo>
                  <a:lnTo>
                    <a:pt x="49496" y="7495"/>
                  </a:lnTo>
                  <a:lnTo>
                    <a:pt x="44136" y="5931"/>
                  </a:lnTo>
                  <a:lnTo>
                    <a:pt x="38728" y="4547"/>
                  </a:lnTo>
                  <a:lnTo>
                    <a:pt x="33276" y="3345"/>
                  </a:lnTo>
                  <a:lnTo>
                    <a:pt x="27786" y="2325"/>
                  </a:lnTo>
                  <a:lnTo>
                    <a:pt x="22266" y="1489"/>
                  </a:lnTo>
                  <a:lnTo>
                    <a:pt x="16721" y="838"/>
                  </a:lnTo>
                  <a:lnTo>
                    <a:pt x="11158" y="372"/>
                  </a:lnTo>
                  <a:lnTo>
                    <a:pt x="5582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45331" y="2126963"/>
              <a:ext cx="83141" cy="167167"/>
            </a:xfrm>
            <a:custGeom>
              <a:avLst/>
              <a:pathLst>
                <a:path w="83141" h="167167">
                  <a:moveTo>
                    <a:pt x="83141" y="0"/>
                  </a:moveTo>
                  <a:lnTo>
                    <a:pt x="77341" y="100"/>
                  </a:lnTo>
                  <a:lnTo>
                    <a:pt x="71547" y="402"/>
                  </a:lnTo>
                  <a:lnTo>
                    <a:pt x="65768" y="905"/>
                  </a:lnTo>
                  <a:lnTo>
                    <a:pt x="60010" y="1607"/>
                  </a:lnTo>
                  <a:lnTo>
                    <a:pt x="54280" y="2510"/>
                  </a:lnTo>
                  <a:lnTo>
                    <a:pt x="48584" y="3610"/>
                  </a:lnTo>
                  <a:lnTo>
                    <a:pt x="42930" y="4908"/>
                  </a:lnTo>
                  <a:lnTo>
                    <a:pt x="37325" y="6400"/>
                  </a:lnTo>
                  <a:lnTo>
                    <a:pt x="31774" y="8087"/>
                  </a:lnTo>
                  <a:lnTo>
                    <a:pt x="26286" y="9965"/>
                  </a:lnTo>
                  <a:lnTo>
                    <a:pt x="20866" y="12032"/>
                  </a:lnTo>
                  <a:lnTo>
                    <a:pt x="15521" y="14286"/>
                  </a:lnTo>
                  <a:lnTo>
                    <a:pt x="10257" y="16724"/>
                  </a:lnTo>
                  <a:lnTo>
                    <a:pt x="5081" y="19344"/>
                  </a:lnTo>
                  <a:lnTo>
                    <a:pt x="0" y="22141"/>
                  </a:lnTo>
                  <a:lnTo>
                    <a:pt x="8314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45331" y="2149105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561305" y="2149105"/>
              <a:ext cx="270123" cy="312190"/>
            </a:xfrm>
            <a:custGeom>
              <a:avLst/>
              <a:pathLst>
                <a:path w="270123" h="312190">
                  <a:moveTo>
                    <a:pt x="84026" y="0"/>
                  </a:moveTo>
                  <a:lnTo>
                    <a:pt x="79444" y="2724"/>
                  </a:lnTo>
                  <a:lnTo>
                    <a:pt x="74951" y="5593"/>
                  </a:lnTo>
                  <a:lnTo>
                    <a:pt x="70553" y="8604"/>
                  </a:lnTo>
                  <a:lnTo>
                    <a:pt x="66252" y="11754"/>
                  </a:lnTo>
                  <a:lnTo>
                    <a:pt x="62054" y="15039"/>
                  </a:lnTo>
                  <a:lnTo>
                    <a:pt x="57963" y="18457"/>
                  </a:lnTo>
                  <a:lnTo>
                    <a:pt x="53983" y="22003"/>
                  </a:lnTo>
                  <a:lnTo>
                    <a:pt x="50119" y="25674"/>
                  </a:lnTo>
                  <a:lnTo>
                    <a:pt x="46373" y="29467"/>
                  </a:lnTo>
                  <a:lnTo>
                    <a:pt x="42750" y="33377"/>
                  </a:lnTo>
                  <a:lnTo>
                    <a:pt x="39253" y="37400"/>
                  </a:lnTo>
                  <a:lnTo>
                    <a:pt x="35887" y="41533"/>
                  </a:lnTo>
                  <a:lnTo>
                    <a:pt x="32654" y="45772"/>
                  </a:lnTo>
                  <a:lnTo>
                    <a:pt x="29558" y="50111"/>
                  </a:lnTo>
                  <a:lnTo>
                    <a:pt x="26601" y="54547"/>
                  </a:lnTo>
                  <a:lnTo>
                    <a:pt x="23788" y="59074"/>
                  </a:lnTo>
                  <a:lnTo>
                    <a:pt x="21121" y="63689"/>
                  </a:lnTo>
                  <a:lnTo>
                    <a:pt x="18602" y="68387"/>
                  </a:lnTo>
                  <a:lnTo>
                    <a:pt x="16234" y="73163"/>
                  </a:lnTo>
                  <a:lnTo>
                    <a:pt x="14019" y="78012"/>
                  </a:lnTo>
                  <a:lnTo>
                    <a:pt x="11960" y="82929"/>
                  </a:lnTo>
                  <a:lnTo>
                    <a:pt x="10059" y="87909"/>
                  </a:lnTo>
                  <a:lnTo>
                    <a:pt x="8318" y="92947"/>
                  </a:lnTo>
                  <a:lnTo>
                    <a:pt x="6739" y="98038"/>
                  </a:lnTo>
                  <a:lnTo>
                    <a:pt x="5322" y="103177"/>
                  </a:lnTo>
                  <a:lnTo>
                    <a:pt x="4070" y="108358"/>
                  </a:lnTo>
                  <a:lnTo>
                    <a:pt x="2984" y="113577"/>
                  </a:lnTo>
                  <a:lnTo>
                    <a:pt x="2065" y="118828"/>
                  </a:lnTo>
                  <a:lnTo>
                    <a:pt x="1313" y="124105"/>
                  </a:lnTo>
                  <a:lnTo>
                    <a:pt x="731" y="129404"/>
                  </a:lnTo>
                  <a:lnTo>
                    <a:pt x="317" y="134718"/>
                  </a:lnTo>
                  <a:lnTo>
                    <a:pt x="73" y="140043"/>
                  </a:lnTo>
                  <a:lnTo>
                    <a:pt x="0" y="145373"/>
                  </a:lnTo>
                  <a:lnTo>
                    <a:pt x="96" y="150703"/>
                  </a:lnTo>
                  <a:lnTo>
                    <a:pt x="362" y="156027"/>
                  </a:lnTo>
                  <a:lnTo>
                    <a:pt x="797" y="161340"/>
                  </a:lnTo>
                  <a:lnTo>
                    <a:pt x="1402" y="166636"/>
                  </a:lnTo>
                  <a:lnTo>
                    <a:pt x="2175" y="171910"/>
                  </a:lnTo>
                  <a:lnTo>
                    <a:pt x="3116" y="177157"/>
                  </a:lnTo>
                  <a:lnTo>
                    <a:pt x="4224" y="182371"/>
                  </a:lnTo>
                  <a:lnTo>
                    <a:pt x="5498" y="187547"/>
                  </a:lnTo>
                  <a:lnTo>
                    <a:pt x="6936" y="192680"/>
                  </a:lnTo>
                  <a:lnTo>
                    <a:pt x="8536" y="197765"/>
                  </a:lnTo>
                  <a:lnTo>
                    <a:pt x="10299" y="202796"/>
                  </a:lnTo>
                  <a:lnTo>
                    <a:pt x="12220" y="207768"/>
                  </a:lnTo>
                  <a:lnTo>
                    <a:pt x="14300" y="212676"/>
                  </a:lnTo>
                  <a:lnTo>
                    <a:pt x="16534" y="217516"/>
                  </a:lnTo>
                  <a:lnTo>
                    <a:pt x="18922" y="222282"/>
                  </a:lnTo>
                  <a:lnTo>
                    <a:pt x="21461" y="226969"/>
                  </a:lnTo>
                  <a:lnTo>
                    <a:pt x="24147" y="231573"/>
                  </a:lnTo>
                  <a:lnTo>
                    <a:pt x="26979" y="236089"/>
                  </a:lnTo>
                  <a:lnTo>
                    <a:pt x="29954" y="240512"/>
                  </a:lnTo>
                  <a:lnTo>
                    <a:pt x="33068" y="244838"/>
                  </a:lnTo>
                  <a:lnTo>
                    <a:pt x="36319" y="249063"/>
                  </a:lnTo>
                  <a:lnTo>
                    <a:pt x="39703" y="253182"/>
                  </a:lnTo>
                  <a:lnTo>
                    <a:pt x="43216" y="257191"/>
                  </a:lnTo>
                  <a:lnTo>
                    <a:pt x="46855" y="261086"/>
                  </a:lnTo>
                  <a:lnTo>
                    <a:pt x="50617" y="264863"/>
                  </a:lnTo>
                  <a:lnTo>
                    <a:pt x="54497" y="268518"/>
                  </a:lnTo>
                  <a:lnTo>
                    <a:pt x="58491" y="272048"/>
                  </a:lnTo>
                  <a:lnTo>
                    <a:pt x="62597" y="275448"/>
                  </a:lnTo>
                  <a:lnTo>
                    <a:pt x="66808" y="278716"/>
                  </a:lnTo>
                  <a:lnTo>
                    <a:pt x="71122" y="281848"/>
                  </a:lnTo>
                  <a:lnTo>
                    <a:pt x="75533" y="284840"/>
                  </a:lnTo>
                  <a:lnTo>
                    <a:pt x="80037" y="287691"/>
                  </a:lnTo>
                  <a:lnTo>
                    <a:pt x="84630" y="290396"/>
                  </a:lnTo>
                  <a:lnTo>
                    <a:pt x="89307" y="292954"/>
                  </a:lnTo>
                  <a:lnTo>
                    <a:pt x="94063" y="295361"/>
                  </a:lnTo>
                  <a:lnTo>
                    <a:pt x="98893" y="297616"/>
                  </a:lnTo>
                  <a:lnTo>
                    <a:pt x="103793" y="299715"/>
                  </a:lnTo>
                  <a:lnTo>
                    <a:pt x="108758" y="301657"/>
                  </a:lnTo>
                  <a:lnTo>
                    <a:pt x="113781" y="303439"/>
                  </a:lnTo>
                  <a:lnTo>
                    <a:pt x="118859" y="305061"/>
                  </a:lnTo>
                  <a:lnTo>
                    <a:pt x="123986" y="306520"/>
                  </a:lnTo>
                  <a:lnTo>
                    <a:pt x="129157" y="307814"/>
                  </a:lnTo>
                  <a:lnTo>
                    <a:pt x="134367" y="308943"/>
                  </a:lnTo>
                  <a:lnTo>
                    <a:pt x="139610" y="309906"/>
                  </a:lnTo>
                  <a:lnTo>
                    <a:pt x="144881" y="310701"/>
                  </a:lnTo>
                  <a:lnTo>
                    <a:pt x="150174" y="311327"/>
                  </a:lnTo>
                  <a:lnTo>
                    <a:pt x="155485" y="311784"/>
                  </a:lnTo>
                  <a:lnTo>
                    <a:pt x="160808" y="312072"/>
                  </a:lnTo>
                  <a:lnTo>
                    <a:pt x="166137" y="312190"/>
                  </a:lnTo>
                  <a:lnTo>
                    <a:pt x="171468" y="312138"/>
                  </a:lnTo>
                  <a:lnTo>
                    <a:pt x="176794" y="311915"/>
                  </a:lnTo>
                  <a:lnTo>
                    <a:pt x="182110" y="311524"/>
                  </a:lnTo>
                  <a:lnTo>
                    <a:pt x="187411" y="310963"/>
                  </a:lnTo>
                  <a:lnTo>
                    <a:pt x="192691" y="310233"/>
                  </a:lnTo>
                  <a:lnTo>
                    <a:pt x="197945" y="309335"/>
                  </a:lnTo>
                  <a:lnTo>
                    <a:pt x="203169" y="308270"/>
                  </a:lnTo>
                  <a:lnTo>
                    <a:pt x="208355" y="307039"/>
                  </a:lnTo>
                  <a:lnTo>
                    <a:pt x="213500" y="305644"/>
                  </a:lnTo>
                  <a:lnTo>
                    <a:pt x="218597" y="304085"/>
                  </a:lnTo>
                  <a:lnTo>
                    <a:pt x="223642" y="302364"/>
                  </a:lnTo>
                  <a:lnTo>
                    <a:pt x="228630" y="300483"/>
                  </a:lnTo>
                  <a:lnTo>
                    <a:pt x="233556" y="298445"/>
                  </a:lnTo>
                  <a:lnTo>
                    <a:pt x="238413" y="296250"/>
                  </a:lnTo>
                  <a:lnTo>
                    <a:pt x="243199" y="293901"/>
                  </a:lnTo>
                  <a:lnTo>
                    <a:pt x="247907" y="291402"/>
                  </a:lnTo>
                  <a:lnTo>
                    <a:pt x="252533" y="288753"/>
                  </a:lnTo>
                  <a:lnTo>
                    <a:pt x="257072" y="285958"/>
                  </a:lnTo>
                  <a:lnTo>
                    <a:pt x="261519" y="283020"/>
                  </a:lnTo>
                  <a:lnTo>
                    <a:pt x="265871" y="279941"/>
                  </a:lnTo>
                  <a:lnTo>
                    <a:pt x="270123" y="276726"/>
                  </a:lnTo>
                  <a:lnTo>
                    <a:pt x="167167" y="1450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728472" y="2126963"/>
              <a:ext cx="167164" cy="298867"/>
            </a:xfrm>
            <a:custGeom>
              <a:avLst/>
              <a:pathLst>
                <a:path w="167164" h="298867">
                  <a:moveTo>
                    <a:pt x="102956" y="298867"/>
                  </a:moveTo>
                  <a:lnTo>
                    <a:pt x="107140" y="295486"/>
                  </a:lnTo>
                  <a:lnTo>
                    <a:pt x="111214" y="291972"/>
                  </a:lnTo>
                  <a:lnTo>
                    <a:pt x="115172" y="288329"/>
                  </a:lnTo>
                  <a:lnTo>
                    <a:pt x="119011" y="284560"/>
                  </a:lnTo>
                  <a:lnTo>
                    <a:pt x="122727" y="280670"/>
                  </a:lnTo>
                  <a:lnTo>
                    <a:pt x="126315" y="276662"/>
                  </a:lnTo>
                  <a:lnTo>
                    <a:pt x="129773" y="272541"/>
                  </a:lnTo>
                  <a:lnTo>
                    <a:pt x="133097" y="268311"/>
                  </a:lnTo>
                  <a:lnTo>
                    <a:pt x="136282" y="263976"/>
                  </a:lnTo>
                  <a:lnTo>
                    <a:pt x="139327" y="259540"/>
                  </a:lnTo>
                  <a:lnTo>
                    <a:pt x="142227" y="255009"/>
                  </a:lnTo>
                  <a:lnTo>
                    <a:pt x="144980" y="250387"/>
                  </a:lnTo>
                  <a:lnTo>
                    <a:pt x="147583" y="245679"/>
                  </a:lnTo>
                  <a:lnTo>
                    <a:pt x="150033" y="240890"/>
                  </a:lnTo>
                  <a:lnTo>
                    <a:pt x="152327" y="236024"/>
                  </a:lnTo>
                  <a:lnTo>
                    <a:pt x="154464" y="231087"/>
                  </a:lnTo>
                  <a:lnTo>
                    <a:pt x="156441" y="226083"/>
                  </a:lnTo>
                  <a:lnTo>
                    <a:pt x="158255" y="221019"/>
                  </a:lnTo>
                  <a:lnTo>
                    <a:pt x="159906" y="215899"/>
                  </a:lnTo>
                  <a:lnTo>
                    <a:pt x="161391" y="210728"/>
                  </a:lnTo>
                  <a:lnTo>
                    <a:pt x="162710" y="205513"/>
                  </a:lnTo>
                  <a:lnTo>
                    <a:pt x="163859" y="200257"/>
                  </a:lnTo>
                  <a:lnTo>
                    <a:pt x="164839" y="194967"/>
                  </a:lnTo>
                  <a:lnTo>
                    <a:pt x="165648" y="189649"/>
                  </a:lnTo>
                  <a:lnTo>
                    <a:pt x="166286" y="184307"/>
                  </a:lnTo>
                  <a:lnTo>
                    <a:pt x="166751" y="178948"/>
                  </a:lnTo>
                  <a:lnTo>
                    <a:pt x="167044" y="173576"/>
                  </a:lnTo>
                  <a:lnTo>
                    <a:pt x="167164" y="168198"/>
                  </a:lnTo>
                  <a:lnTo>
                    <a:pt x="167110" y="162818"/>
                  </a:lnTo>
                  <a:lnTo>
                    <a:pt x="166884" y="157443"/>
                  </a:lnTo>
                  <a:lnTo>
                    <a:pt x="166485" y="152078"/>
                  </a:lnTo>
                  <a:lnTo>
                    <a:pt x="165913" y="146729"/>
                  </a:lnTo>
                  <a:lnTo>
                    <a:pt x="165169" y="141401"/>
                  </a:lnTo>
                  <a:lnTo>
                    <a:pt x="164255" y="136100"/>
                  </a:lnTo>
                  <a:lnTo>
                    <a:pt x="163170" y="130830"/>
                  </a:lnTo>
                  <a:lnTo>
                    <a:pt x="161916" y="125599"/>
                  </a:lnTo>
                  <a:lnTo>
                    <a:pt x="160495" y="120410"/>
                  </a:lnTo>
                  <a:lnTo>
                    <a:pt x="158907" y="115270"/>
                  </a:lnTo>
                  <a:lnTo>
                    <a:pt x="157155" y="110184"/>
                  </a:lnTo>
                  <a:lnTo>
                    <a:pt x="155240" y="105157"/>
                  </a:lnTo>
                  <a:lnTo>
                    <a:pt x="153164" y="100193"/>
                  </a:lnTo>
                  <a:lnTo>
                    <a:pt x="150930" y="95300"/>
                  </a:lnTo>
                  <a:lnTo>
                    <a:pt x="148539" y="90480"/>
                  </a:lnTo>
                  <a:lnTo>
                    <a:pt x="145995" y="85740"/>
                  </a:lnTo>
                  <a:lnTo>
                    <a:pt x="143299" y="81085"/>
                  </a:lnTo>
                  <a:lnTo>
                    <a:pt x="140455" y="76518"/>
                  </a:lnTo>
                  <a:lnTo>
                    <a:pt x="137466" y="72046"/>
                  </a:lnTo>
                  <a:lnTo>
                    <a:pt x="134334" y="67672"/>
                  </a:lnTo>
                  <a:lnTo>
                    <a:pt x="131063" y="63401"/>
                  </a:lnTo>
                  <a:lnTo>
                    <a:pt x="127656" y="59237"/>
                  </a:lnTo>
                  <a:lnTo>
                    <a:pt x="124117" y="55186"/>
                  </a:lnTo>
                  <a:lnTo>
                    <a:pt x="120449" y="51250"/>
                  </a:lnTo>
                  <a:lnTo>
                    <a:pt x="116657" y="47434"/>
                  </a:lnTo>
                  <a:lnTo>
                    <a:pt x="112744" y="43742"/>
                  </a:lnTo>
                  <a:lnTo>
                    <a:pt x="108714" y="40178"/>
                  </a:lnTo>
                  <a:lnTo>
                    <a:pt x="104572" y="36746"/>
                  </a:lnTo>
                  <a:lnTo>
                    <a:pt x="100321" y="33449"/>
                  </a:lnTo>
                  <a:lnTo>
                    <a:pt x="95966" y="30290"/>
                  </a:lnTo>
                  <a:lnTo>
                    <a:pt x="91512" y="27273"/>
                  </a:lnTo>
                  <a:lnTo>
                    <a:pt x="86963" y="24401"/>
                  </a:lnTo>
                  <a:lnTo>
                    <a:pt x="82325" y="21676"/>
                  </a:lnTo>
                  <a:lnTo>
                    <a:pt x="77600" y="19103"/>
                  </a:lnTo>
                  <a:lnTo>
                    <a:pt x="72796" y="16682"/>
                  </a:lnTo>
                  <a:lnTo>
                    <a:pt x="67916" y="14418"/>
                  </a:lnTo>
                  <a:lnTo>
                    <a:pt x="62966" y="12312"/>
                  </a:lnTo>
                  <a:lnTo>
                    <a:pt x="57950" y="10366"/>
                  </a:lnTo>
                  <a:lnTo>
                    <a:pt x="52875" y="8582"/>
                  </a:lnTo>
                  <a:lnTo>
                    <a:pt x="47745" y="6963"/>
                  </a:lnTo>
                  <a:lnTo>
                    <a:pt x="42565" y="5509"/>
                  </a:lnTo>
                  <a:lnTo>
                    <a:pt x="37341" y="4224"/>
                  </a:lnTo>
                  <a:lnTo>
                    <a:pt x="32079" y="3106"/>
                  </a:lnTo>
                  <a:lnTo>
                    <a:pt x="26783" y="2159"/>
                  </a:lnTo>
                  <a:lnTo>
                    <a:pt x="21460" y="1383"/>
                  </a:lnTo>
                  <a:lnTo>
                    <a:pt x="16114" y="778"/>
                  </a:lnTo>
                  <a:lnTo>
                    <a:pt x="10752" y="346"/>
                  </a:lnTo>
                  <a:lnTo>
                    <a:pt x="5379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85567" y="1681503"/>
              <a:ext cx="37667" cy="167167"/>
            </a:xfrm>
            <a:custGeom>
              <a:avLst/>
              <a:pathLst>
                <a:path w="37667" h="167167">
                  <a:moveTo>
                    <a:pt x="37667" y="0"/>
                  </a:moveTo>
                  <a:lnTo>
                    <a:pt x="31336" y="119"/>
                  </a:lnTo>
                  <a:lnTo>
                    <a:pt x="25015" y="479"/>
                  </a:lnTo>
                  <a:lnTo>
                    <a:pt x="18711" y="1078"/>
                  </a:lnTo>
                  <a:lnTo>
                    <a:pt x="12435" y="1915"/>
                  </a:lnTo>
                  <a:lnTo>
                    <a:pt x="6194" y="2989"/>
                  </a:lnTo>
                  <a:lnTo>
                    <a:pt x="0" y="4299"/>
                  </a:lnTo>
                  <a:lnTo>
                    <a:pt x="3766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256086" y="1685802"/>
              <a:ext cx="334312" cy="330034"/>
            </a:xfrm>
            <a:custGeom>
              <a:avLst/>
              <a:pathLst>
                <a:path w="334312" h="330034">
                  <a:moveTo>
                    <a:pt x="129481" y="0"/>
                  </a:moveTo>
                  <a:lnTo>
                    <a:pt x="124348" y="1272"/>
                  </a:lnTo>
                  <a:lnTo>
                    <a:pt x="119259" y="2707"/>
                  </a:lnTo>
                  <a:lnTo>
                    <a:pt x="114217" y="4302"/>
                  </a:lnTo>
                  <a:lnTo>
                    <a:pt x="109229" y="6055"/>
                  </a:lnTo>
                  <a:lnTo>
                    <a:pt x="104298" y="7965"/>
                  </a:lnTo>
                  <a:lnTo>
                    <a:pt x="99430" y="10031"/>
                  </a:lnTo>
                  <a:lnTo>
                    <a:pt x="94630" y="12249"/>
                  </a:lnTo>
                  <a:lnTo>
                    <a:pt x="89903" y="14618"/>
                  </a:lnTo>
                  <a:lnTo>
                    <a:pt x="85253" y="17135"/>
                  </a:lnTo>
                  <a:lnTo>
                    <a:pt x="80685" y="19798"/>
                  </a:lnTo>
                  <a:lnTo>
                    <a:pt x="76203" y="22604"/>
                  </a:lnTo>
                  <a:lnTo>
                    <a:pt x="71812" y="25551"/>
                  </a:lnTo>
                  <a:lnTo>
                    <a:pt x="67517" y="28635"/>
                  </a:lnTo>
                  <a:lnTo>
                    <a:pt x="63321" y="31853"/>
                  </a:lnTo>
                  <a:lnTo>
                    <a:pt x="59229" y="35202"/>
                  </a:lnTo>
                  <a:lnTo>
                    <a:pt x="55246" y="38680"/>
                  </a:lnTo>
                  <a:lnTo>
                    <a:pt x="51374" y="42281"/>
                  </a:lnTo>
                  <a:lnTo>
                    <a:pt x="47618" y="46003"/>
                  </a:lnTo>
                  <a:lnTo>
                    <a:pt x="43981" y="49842"/>
                  </a:lnTo>
                  <a:lnTo>
                    <a:pt x="40468" y="53794"/>
                  </a:lnTo>
                  <a:lnTo>
                    <a:pt x="37082" y="57855"/>
                  </a:lnTo>
                  <a:lnTo>
                    <a:pt x="33826" y="62021"/>
                  </a:lnTo>
                  <a:lnTo>
                    <a:pt x="30703" y="66288"/>
                  </a:lnTo>
                  <a:lnTo>
                    <a:pt x="27716" y="70652"/>
                  </a:lnTo>
                  <a:lnTo>
                    <a:pt x="24870" y="75108"/>
                  </a:lnTo>
                  <a:lnTo>
                    <a:pt x="22165" y="79652"/>
                  </a:lnTo>
                  <a:lnTo>
                    <a:pt x="19606" y="84279"/>
                  </a:lnTo>
                  <a:lnTo>
                    <a:pt x="17194" y="88985"/>
                  </a:lnTo>
                  <a:lnTo>
                    <a:pt x="14932" y="93765"/>
                  </a:lnTo>
                  <a:lnTo>
                    <a:pt x="12823" y="98614"/>
                  </a:lnTo>
                  <a:lnTo>
                    <a:pt x="10868" y="103527"/>
                  </a:lnTo>
                  <a:lnTo>
                    <a:pt x="9069" y="108499"/>
                  </a:lnTo>
                  <a:lnTo>
                    <a:pt x="7429" y="113526"/>
                  </a:lnTo>
                  <a:lnTo>
                    <a:pt x="5948" y="118602"/>
                  </a:lnTo>
                  <a:lnTo>
                    <a:pt x="4629" y="123723"/>
                  </a:lnTo>
                  <a:lnTo>
                    <a:pt x="3472" y="128882"/>
                  </a:lnTo>
                  <a:lnTo>
                    <a:pt x="2479" y="134076"/>
                  </a:lnTo>
                  <a:lnTo>
                    <a:pt x="1651" y="139299"/>
                  </a:lnTo>
                  <a:lnTo>
                    <a:pt x="988" y="144545"/>
                  </a:lnTo>
                  <a:lnTo>
                    <a:pt x="492" y="149809"/>
                  </a:lnTo>
                  <a:lnTo>
                    <a:pt x="162" y="155087"/>
                  </a:lnTo>
                  <a:lnTo>
                    <a:pt x="0" y="160372"/>
                  </a:lnTo>
                  <a:lnTo>
                    <a:pt x="4" y="165660"/>
                  </a:lnTo>
                  <a:lnTo>
                    <a:pt x="176" y="170945"/>
                  </a:lnTo>
                  <a:lnTo>
                    <a:pt x="515" y="176222"/>
                  </a:lnTo>
                  <a:lnTo>
                    <a:pt x="1021" y="181485"/>
                  </a:lnTo>
                  <a:lnTo>
                    <a:pt x="1693" y="186730"/>
                  </a:lnTo>
                  <a:lnTo>
                    <a:pt x="2530" y="191951"/>
                  </a:lnTo>
                  <a:lnTo>
                    <a:pt x="3532" y="197143"/>
                  </a:lnTo>
                  <a:lnTo>
                    <a:pt x="4698" y="202301"/>
                  </a:lnTo>
                  <a:lnTo>
                    <a:pt x="6027" y="207419"/>
                  </a:lnTo>
                  <a:lnTo>
                    <a:pt x="7516" y="212493"/>
                  </a:lnTo>
                  <a:lnTo>
                    <a:pt x="9166" y="217517"/>
                  </a:lnTo>
                  <a:lnTo>
                    <a:pt x="10973" y="222486"/>
                  </a:lnTo>
                  <a:lnTo>
                    <a:pt x="12937" y="227396"/>
                  </a:lnTo>
                  <a:lnTo>
                    <a:pt x="15055" y="232241"/>
                  </a:lnTo>
                  <a:lnTo>
                    <a:pt x="17325" y="237016"/>
                  </a:lnTo>
                  <a:lnTo>
                    <a:pt x="19745" y="241718"/>
                  </a:lnTo>
                  <a:lnTo>
                    <a:pt x="22313" y="246340"/>
                  </a:lnTo>
                  <a:lnTo>
                    <a:pt x="25025" y="250879"/>
                  </a:lnTo>
                  <a:lnTo>
                    <a:pt x="27880" y="255330"/>
                  </a:lnTo>
                  <a:lnTo>
                    <a:pt x="30874" y="259689"/>
                  </a:lnTo>
                  <a:lnTo>
                    <a:pt x="34004" y="263950"/>
                  </a:lnTo>
                  <a:lnTo>
                    <a:pt x="37268" y="268111"/>
                  </a:lnTo>
                  <a:lnTo>
                    <a:pt x="40662" y="272166"/>
                  </a:lnTo>
                  <a:lnTo>
                    <a:pt x="44182" y="276112"/>
                  </a:lnTo>
                  <a:lnTo>
                    <a:pt x="47825" y="279944"/>
                  </a:lnTo>
                  <a:lnTo>
                    <a:pt x="51588" y="283660"/>
                  </a:lnTo>
                  <a:lnTo>
                    <a:pt x="55466" y="287254"/>
                  </a:lnTo>
                  <a:lnTo>
                    <a:pt x="59456" y="290724"/>
                  </a:lnTo>
                  <a:lnTo>
                    <a:pt x="63553" y="294066"/>
                  </a:lnTo>
                  <a:lnTo>
                    <a:pt x="67755" y="297277"/>
                  </a:lnTo>
                  <a:lnTo>
                    <a:pt x="72055" y="300354"/>
                  </a:lnTo>
                  <a:lnTo>
                    <a:pt x="76451" y="303292"/>
                  </a:lnTo>
                  <a:lnTo>
                    <a:pt x="80938" y="306091"/>
                  </a:lnTo>
                  <a:lnTo>
                    <a:pt x="85511" y="308746"/>
                  </a:lnTo>
                  <a:lnTo>
                    <a:pt x="90166" y="311255"/>
                  </a:lnTo>
                  <a:lnTo>
                    <a:pt x="94897" y="313615"/>
                  </a:lnTo>
                  <a:lnTo>
                    <a:pt x="99701" y="315825"/>
                  </a:lnTo>
                  <a:lnTo>
                    <a:pt x="104573" y="317882"/>
                  </a:lnTo>
                  <a:lnTo>
                    <a:pt x="109507" y="319783"/>
                  </a:lnTo>
                  <a:lnTo>
                    <a:pt x="114498" y="321528"/>
                  </a:lnTo>
                  <a:lnTo>
                    <a:pt x="119543" y="323114"/>
                  </a:lnTo>
                  <a:lnTo>
                    <a:pt x="124635" y="324539"/>
                  </a:lnTo>
                  <a:lnTo>
                    <a:pt x="129769" y="325803"/>
                  </a:lnTo>
                  <a:lnTo>
                    <a:pt x="134941" y="326903"/>
                  </a:lnTo>
                  <a:lnTo>
                    <a:pt x="140145" y="327840"/>
                  </a:lnTo>
                  <a:lnTo>
                    <a:pt x="145377" y="328612"/>
                  </a:lnTo>
                  <a:lnTo>
                    <a:pt x="150630" y="329217"/>
                  </a:lnTo>
                  <a:lnTo>
                    <a:pt x="155899" y="329656"/>
                  </a:lnTo>
                  <a:lnTo>
                    <a:pt x="161180" y="329929"/>
                  </a:lnTo>
                  <a:lnTo>
                    <a:pt x="166467" y="330034"/>
                  </a:lnTo>
                  <a:lnTo>
                    <a:pt x="171754" y="329972"/>
                  </a:lnTo>
                  <a:lnTo>
                    <a:pt x="177037" y="329743"/>
                  </a:lnTo>
                  <a:lnTo>
                    <a:pt x="182310" y="329346"/>
                  </a:lnTo>
                  <a:lnTo>
                    <a:pt x="187568" y="328784"/>
                  </a:lnTo>
                  <a:lnTo>
                    <a:pt x="192805" y="328055"/>
                  </a:lnTo>
                  <a:lnTo>
                    <a:pt x="198017" y="327161"/>
                  </a:lnTo>
                  <a:lnTo>
                    <a:pt x="203197" y="326102"/>
                  </a:lnTo>
                  <a:lnTo>
                    <a:pt x="208342" y="324880"/>
                  </a:lnTo>
                  <a:lnTo>
                    <a:pt x="213445" y="323496"/>
                  </a:lnTo>
                  <a:lnTo>
                    <a:pt x="218503" y="321952"/>
                  </a:lnTo>
                  <a:lnTo>
                    <a:pt x="223508" y="320248"/>
                  </a:lnTo>
                  <a:lnTo>
                    <a:pt x="228458" y="318387"/>
                  </a:lnTo>
                  <a:lnTo>
                    <a:pt x="233346" y="316370"/>
                  </a:lnTo>
                  <a:lnTo>
                    <a:pt x="238168" y="314199"/>
                  </a:lnTo>
                  <a:lnTo>
                    <a:pt x="242918" y="311877"/>
                  </a:lnTo>
                  <a:lnTo>
                    <a:pt x="247593" y="309407"/>
                  </a:lnTo>
                  <a:lnTo>
                    <a:pt x="252188" y="306789"/>
                  </a:lnTo>
                  <a:lnTo>
                    <a:pt x="256697" y="304027"/>
                  </a:lnTo>
                  <a:lnTo>
                    <a:pt x="261117" y="301124"/>
                  </a:lnTo>
                  <a:lnTo>
                    <a:pt x="265443" y="298083"/>
                  </a:lnTo>
                  <a:lnTo>
                    <a:pt x="269670" y="294907"/>
                  </a:lnTo>
                  <a:lnTo>
                    <a:pt x="273795" y="291598"/>
                  </a:lnTo>
                  <a:lnTo>
                    <a:pt x="277813" y="288161"/>
                  </a:lnTo>
                  <a:lnTo>
                    <a:pt x="281720" y="284598"/>
                  </a:lnTo>
                  <a:lnTo>
                    <a:pt x="285513" y="280914"/>
                  </a:lnTo>
                  <a:lnTo>
                    <a:pt x="289187" y="277111"/>
                  </a:lnTo>
                  <a:lnTo>
                    <a:pt x="292739" y="273194"/>
                  </a:lnTo>
                  <a:lnTo>
                    <a:pt x="296166" y="269167"/>
                  </a:lnTo>
                  <a:lnTo>
                    <a:pt x="299463" y="265033"/>
                  </a:lnTo>
                  <a:lnTo>
                    <a:pt x="302628" y="260797"/>
                  </a:lnTo>
                  <a:lnTo>
                    <a:pt x="305658" y="256463"/>
                  </a:lnTo>
                  <a:lnTo>
                    <a:pt x="308549" y="252035"/>
                  </a:lnTo>
                  <a:lnTo>
                    <a:pt x="311298" y="247519"/>
                  </a:lnTo>
                  <a:lnTo>
                    <a:pt x="313903" y="242917"/>
                  </a:lnTo>
                  <a:lnTo>
                    <a:pt x="316362" y="238236"/>
                  </a:lnTo>
                  <a:lnTo>
                    <a:pt x="318671" y="233479"/>
                  </a:lnTo>
                  <a:lnTo>
                    <a:pt x="320828" y="228651"/>
                  </a:lnTo>
                  <a:lnTo>
                    <a:pt x="322832" y="223758"/>
                  </a:lnTo>
                  <a:lnTo>
                    <a:pt x="324680" y="218803"/>
                  </a:lnTo>
                  <a:lnTo>
                    <a:pt x="326370" y="213793"/>
                  </a:lnTo>
                  <a:lnTo>
                    <a:pt x="327901" y="208732"/>
                  </a:lnTo>
                  <a:lnTo>
                    <a:pt x="329271" y="203624"/>
                  </a:lnTo>
                  <a:lnTo>
                    <a:pt x="330479" y="198476"/>
                  </a:lnTo>
                  <a:lnTo>
                    <a:pt x="331524" y="193293"/>
                  </a:lnTo>
                  <a:lnTo>
                    <a:pt x="332404" y="188079"/>
                  </a:lnTo>
                  <a:lnTo>
                    <a:pt x="333118" y="182839"/>
                  </a:lnTo>
                  <a:lnTo>
                    <a:pt x="333667" y="177580"/>
                  </a:lnTo>
                  <a:lnTo>
                    <a:pt x="334049" y="172306"/>
                  </a:lnTo>
                  <a:lnTo>
                    <a:pt x="334264" y="167023"/>
                  </a:lnTo>
                  <a:lnTo>
                    <a:pt x="334312" y="161735"/>
                  </a:lnTo>
                  <a:lnTo>
                    <a:pt x="334192" y="156449"/>
                  </a:lnTo>
                  <a:lnTo>
                    <a:pt x="333906" y="151169"/>
                  </a:lnTo>
                  <a:lnTo>
                    <a:pt x="333452" y="145900"/>
                  </a:lnTo>
                  <a:lnTo>
                    <a:pt x="332833" y="140649"/>
                  </a:lnTo>
                  <a:lnTo>
                    <a:pt x="332047" y="135420"/>
                  </a:lnTo>
                  <a:lnTo>
                    <a:pt x="331096" y="130218"/>
                  </a:lnTo>
                  <a:lnTo>
                    <a:pt x="329982" y="125049"/>
                  </a:lnTo>
                  <a:lnTo>
                    <a:pt x="328704" y="119918"/>
                  </a:lnTo>
                  <a:lnTo>
                    <a:pt x="327265" y="114830"/>
                  </a:lnTo>
                  <a:lnTo>
                    <a:pt x="325665" y="109790"/>
                  </a:lnTo>
                  <a:lnTo>
                    <a:pt x="323907" y="104803"/>
                  </a:lnTo>
                  <a:lnTo>
                    <a:pt x="321993" y="99874"/>
                  </a:lnTo>
                  <a:lnTo>
                    <a:pt x="319923" y="95008"/>
                  </a:lnTo>
                  <a:lnTo>
                    <a:pt x="317700" y="90210"/>
                  </a:lnTo>
                  <a:lnTo>
                    <a:pt x="315327" y="85485"/>
                  </a:lnTo>
                  <a:lnTo>
                    <a:pt x="312805" y="80837"/>
                  </a:lnTo>
                  <a:lnTo>
                    <a:pt x="310138" y="76272"/>
                  </a:lnTo>
                  <a:lnTo>
                    <a:pt x="307328" y="71792"/>
                  </a:lnTo>
                  <a:lnTo>
                    <a:pt x="304377" y="67404"/>
                  </a:lnTo>
                  <a:lnTo>
                    <a:pt x="301289" y="63112"/>
                  </a:lnTo>
                  <a:lnTo>
                    <a:pt x="298067" y="58919"/>
                  </a:lnTo>
                  <a:lnTo>
                    <a:pt x="294714" y="54831"/>
                  </a:lnTo>
                  <a:lnTo>
                    <a:pt x="291233" y="50850"/>
                  </a:lnTo>
                  <a:lnTo>
                    <a:pt x="287628" y="46982"/>
                  </a:lnTo>
                  <a:lnTo>
                    <a:pt x="283902" y="43229"/>
                  </a:lnTo>
                  <a:lnTo>
                    <a:pt x="280060" y="39596"/>
                  </a:lnTo>
                  <a:lnTo>
                    <a:pt x="276105" y="36087"/>
                  </a:lnTo>
                  <a:lnTo>
                    <a:pt x="272041" y="32704"/>
                  </a:lnTo>
                  <a:lnTo>
                    <a:pt x="267871" y="29452"/>
                  </a:lnTo>
                  <a:lnTo>
                    <a:pt x="263601" y="26333"/>
                  </a:lnTo>
                  <a:lnTo>
                    <a:pt x="259235" y="23351"/>
                  </a:lnTo>
                  <a:lnTo>
                    <a:pt x="254776" y="20508"/>
                  </a:lnTo>
                  <a:lnTo>
                    <a:pt x="250230" y="17808"/>
                  </a:lnTo>
                  <a:lnTo>
                    <a:pt x="245600" y="15253"/>
                  </a:lnTo>
                  <a:lnTo>
                    <a:pt x="240892" y="12845"/>
                  </a:lnTo>
                  <a:lnTo>
                    <a:pt x="236110" y="10588"/>
                  </a:lnTo>
                  <a:lnTo>
                    <a:pt x="167148" y="1628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423235" y="1681503"/>
              <a:ext cx="68962" cy="167167"/>
            </a:xfrm>
            <a:custGeom>
              <a:avLst/>
              <a:pathLst>
                <a:path w="68962" h="167167">
                  <a:moveTo>
                    <a:pt x="68962" y="14887"/>
                  </a:moveTo>
                  <a:lnTo>
                    <a:pt x="63523" y="12539"/>
                  </a:lnTo>
                  <a:lnTo>
                    <a:pt x="58005" y="10386"/>
                  </a:lnTo>
                  <a:lnTo>
                    <a:pt x="52414" y="8429"/>
                  </a:lnTo>
                  <a:lnTo>
                    <a:pt x="46757" y="6672"/>
                  </a:lnTo>
                  <a:lnTo>
                    <a:pt x="41042" y="5116"/>
                  </a:lnTo>
                  <a:lnTo>
                    <a:pt x="35275" y="3764"/>
                  </a:lnTo>
                  <a:lnTo>
                    <a:pt x="29464" y="2617"/>
                  </a:lnTo>
                  <a:lnTo>
                    <a:pt x="23615" y="1676"/>
                  </a:lnTo>
                  <a:lnTo>
                    <a:pt x="17737" y="943"/>
                  </a:lnTo>
                  <a:lnTo>
                    <a:pt x="11837" y="419"/>
                  </a:lnTo>
                  <a:lnTo>
                    <a:pt x="5922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853880" y="1322571"/>
              <a:ext cx="334325" cy="334324"/>
            </a:xfrm>
            <a:custGeom>
              <a:avLst/>
              <a:pathLst>
                <a:path w="334325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3" y="334"/>
                  </a:lnTo>
                  <a:lnTo>
                    <a:pt x="151323" y="751"/>
                  </a:lnTo>
                  <a:lnTo>
                    <a:pt x="146070" y="1335"/>
                  </a:lnTo>
                  <a:lnTo>
                    <a:pt x="140837" y="2085"/>
                  </a:lnTo>
                  <a:lnTo>
                    <a:pt x="135631" y="2999"/>
                  </a:lnTo>
                  <a:lnTo>
                    <a:pt x="130456" y="4078"/>
                  </a:lnTo>
                  <a:lnTo>
                    <a:pt x="125318" y="5320"/>
                  </a:lnTo>
                  <a:lnTo>
                    <a:pt x="120222" y="6724"/>
                  </a:lnTo>
                  <a:lnTo>
                    <a:pt x="115173" y="8288"/>
                  </a:lnTo>
                  <a:lnTo>
                    <a:pt x="110175" y="10011"/>
                  </a:lnTo>
                  <a:lnTo>
                    <a:pt x="105235" y="11891"/>
                  </a:lnTo>
                  <a:lnTo>
                    <a:pt x="100357" y="13927"/>
                  </a:lnTo>
                  <a:lnTo>
                    <a:pt x="95545" y="16115"/>
                  </a:lnTo>
                  <a:lnTo>
                    <a:pt x="90805" y="18455"/>
                  </a:lnTo>
                  <a:lnTo>
                    <a:pt x="86142" y="20944"/>
                  </a:lnTo>
                  <a:lnTo>
                    <a:pt x="81559" y="23578"/>
                  </a:lnTo>
                  <a:lnTo>
                    <a:pt x="77062" y="26356"/>
                  </a:lnTo>
                  <a:lnTo>
                    <a:pt x="72655" y="29275"/>
                  </a:lnTo>
                  <a:lnTo>
                    <a:pt x="68342" y="32332"/>
                  </a:lnTo>
                  <a:lnTo>
                    <a:pt x="64129" y="35524"/>
                  </a:lnTo>
                  <a:lnTo>
                    <a:pt x="60018" y="38847"/>
                  </a:lnTo>
                  <a:lnTo>
                    <a:pt x="56015" y="42299"/>
                  </a:lnTo>
                  <a:lnTo>
                    <a:pt x="52122" y="45875"/>
                  </a:lnTo>
                  <a:lnTo>
                    <a:pt x="48345" y="49573"/>
                  </a:lnTo>
                  <a:lnTo>
                    <a:pt x="44686" y="53388"/>
                  </a:lnTo>
                  <a:lnTo>
                    <a:pt x="41150" y="57317"/>
                  </a:lnTo>
                  <a:lnTo>
                    <a:pt x="37740" y="61356"/>
                  </a:lnTo>
                  <a:lnTo>
                    <a:pt x="34459" y="65501"/>
                  </a:lnTo>
                  <a:lnTo>
                    <a:pt x="31311" y="69747"/>
                  </a:lnTo>
                  <a:lnTo>
                    <a:pt x="28299" y="74091"/>
                  </a:lnTo>
                  <a:lnTo>
                    <a:pt x="25426" y="78528"/>
                  </a:lnTo>
                  <a:lnTo>
                    <a:pt x="22694" y="83053"/>
                  </a:lnTo>
                  <a:lnTo>
                    <a:pt x="20107" y="87663"/>
                  </a:lnTo>
                  <a:lnTo>
                    <a:pt x="17667" y="92352"/>
                  </a:lnTo>
                  <a:lnTo>
                    <a:pt x="15376" y="97116"/>
                  </a:lnTo>
                  <a:lnTo>
                    <a:pt x="13237" y="101949"/>
                  </a:lnTo>
                  <a:lnTo>
                    <a:pt x="11252" y="106849"/>
                  </a:lnTo>
                  <a:lnTo>
                    <a:pt x="9423" y="111808"/>
                  </a:lnTo>
                  <a:lnTo>
                    <a:pt x="7752" y="116823"/>
                  </a:lnTo>
                  <a:lnTo>
                    <a:pt x="6240" y="121888"/>
                  </a:lnTo>
                  <a:lnTo>
                    <a:pt x="4888" y="126998"/>
                  </a:lnTo>
                  <a:lnTo>
                    <a:pt x="3700" y="132149"/>
                  </a:lnTo>
                  <a:lnTo>
                    <a:pt x="2674" y="137334"/>
                  </a:lnTo>
                  <a:lnTo>
                    <a:pt x="1813" y="142550"/>
                  </a:lnTo>
                  <a:lnTo>
                    <a:pt x="1117" y="147790"/>
                  </a:lnTo>
                  <a:lnTo>
                    <a:pt x="588" y="153049"/>
                  </a:lnTo>
                  <a:lnTo>
                    <a:pt x="225" y="158323"/>
                  </a:lnTo>
                  <a:lnTo>
                    <a:pt x="29" y="163605"/>
                  </a:lnTo>
                  <a:lnTo>
                    <a:pt x="0" y="168891"/>
                  </a:lnTo>
                  <a:lnTo>
                    <a:pt x="138" y="174175"/>
                  </a:lnTo>
                  <a:lnTo>
                    <a:pt x="443" y="179452"/>
                  </a:lnTo>
                  <a:lnTo>
                    <a:pt x="914" y="184717"/>
                  </a:lnTo>
                  <a:lnTo>
                    <a:pt x="1552" y="189964"/>
                  </a:lnTo>
                  <a:lnTo>
                    <a:pt x="2356" y="195189"/>
                  </a:lnTo>
                  <a:lnTo>
                    <a:pt x="3324" y="200385"/>
                  </a:lnTo>
                  <a:lnTo>
                    <a:pt x="4457" y="205549"/>
                  </a:lnTo>
                  <a:lnTo>
                    <a:pt x="5751" y="210674"/>
                  </a:lnTo>
                  <a:lnTo>
                    <a:pt x="7208" y="215755"/>
                  </a:lnTo>
                  <a:lnTo>
                    <a:pt x="8824" y="220788"/>
                  </a:lnTo>
                  <a:lnTo>
                    <a:pt x="10598" y="225767"/>
                  </a:lnTo>
                  <a:lnTo>
                    <a:pt x="12529" y="230688"/>
                  </a:lnTo>
                  <a:lnTo>
                    <a:pt x="14615" y="235545"/>
                  </a:lnTo>
                  <a:lnTo>
                    <a:pt x="16853" y="240334"/>
                  </a:lnTo>
                  <a:lnTo>
                    <a:pt x="19242" y="245049"/>
                  </a:lnTo>
                  <a:lnTo>
                    <a:pt x="21778" y="249687"/>
                  </a:lnTo>
                  <a:lnTo>
                    <a:pt x="24460" y="254242"/>
                  </a:lnTo>
                  <a:lnTo>
                    <a:pt x="27284" y="258710"/>
                  </a:lnTo>
                  <a:lnTo>
                    <a:pt x="30248" y="263087"/>
                  </a:lnTo>
                  <a:lnTo>
                    <a:pt x="33349" y="267368"/>
                  </a:lnTo>
                  <a:lnTo>
                    <a:pt x="36584" y="271548"/>
                  </a:lnTo>
                  <a:lnTo>
                    <a:pt x="39950" y="275624"/>
                  </a:lnTo>
                  <a:lnTo>
                    <a:pt x="43443" y="279592"/>
                  </a:lnTo>
                  <a:lnTo>
                    <a:pt x="47059" y="283447"/>
                  </a:lnTo>
                  <a:lnTo>
                    <a:pt x="50795" y="287186"/>
                  </a:lnTo>
                  <a:lnTo>
                    <a:pt x="54648" y="290805"/>
                  </a:lnTo>
                  <a:lnTo>
                    <a:pt x="58613" y="294301"/>
                  </a:lnTo>
                  <a:lnTo>
                    <a:pt x="62687" y="297669"/>
                  </a:lnTo>
                  <a:lnTo>
                    <a:pt x="66866" y="300907"/>
                  </a:lnTo>
                  <a:lnTo>
                    <a:pt x="71144" y="304011"/>
                  </a:lnTo>
                  <a:lnTo>
                    <a:pt x="75519" y="306978"/>
                  </a:lnTo>
                  <a:lnTo>
                    <a:pt x="79985" y="309806"/>
                  </a:lnTo>
                  <a:lnTo>
                    <a:pt x="84538" y="312491"/>
                  </a:lnTo>
                  <a:lnTo>
                    <a:pt x="89174" y="315030"/>
                  </a:lnTo>
                  <a:lnTo>
                    <a:pt x="93888" y="317422"/>
                  </a:lnTo>
                  <a:lnTo>
                    <a:pt x="98676" y="319663"/>
                  </a:lnTo>
                  <a:lnTo>
                    <a:pt x="103531" y="321752"/>
                  </a:lnTo>
                  <a:lnTo>
                    <a:pt x="108451" y="323687"/>
                  </a:lnTo>
                  <a:lnTo>
                    <a:pt x="113429" y="325464"/>
                  </a:lnTo>
                  <a:lnTo>
                    <a:pt x="118460" y="327084"/>
                  </a:lnTo>
                  <a:lnTo>
                    <a:pt x="123541" y="328544"/>
                  </a:lnTo>
                  <a:lnTo>
                    <a:pt x="128665" y="329842"/>
                  </a:lnTo>
                  <a:lnTo>
                    <a:pt x="133827" y="330978"/>
                  </a:lnTo>
                  <a:lnTo>
                    <a:pt x="139023" y="331950"/>
                  </a:lnTo>
                  <a:lnTo>
                    <a:pt x="144247" y="332757"/>
                  </a:lnTo>
                  <a:lnTo>
                    <a:pt x="149494" y="333399"/>
                  </a:lnTo>
                  <a:lnTo>
                    <a:pt x="154759" y="333874"/>
                  </a:lnTo>
                  <a:lnTo>
                    <a:pt x="160036" y="334183"/>
                  </a:lnTo>
                  <a:lnTo>
                    <a:pt x="165320" y="334324"/>
                  </a:lnTo>
                  <a:lnTo>
                    <a:pt x="170606" y="334299"/>
                  </a:lnTo>
                  <a:lnTo>
                    <a:pt x="175888" y="334106"/>
                  </a:lnTo>
                  <a:lnTo>
                    <a:pt x="181162" y="333747"/>
                  </a:lnTo>
                  <a:lnTo>
                    <a:pt x="186422" y="333221"/>
                  </a:lnTo>
                  <a:lnTo>
                    <a:pt x="191662" y="332529"/>
                  </a:lnTo>
                  <a:lnTo>
                    <a:pt x="196878" y="331671"/>
                  </a:lnTo>
                  <a:lnTo>
                    <a:pt x="202064" y="330649"/>
                  </a:lnTo>
                  <a:lnTo>
                    <a:pt x="207216" y="329464"/>
                  </a:lnTo>
                  <a:lnTo>
                    <a:pt x="212327" y="328116"/>
                  </a:lnTo>
                  <a:lnTo>
                    <a:pt x="217393" y="326608"/>
                  </a:lnTo>
                  <a:lnTo>
                    <a:pt x="222409" y="324940"/>
                  </a:lnTo>
                  <a:lnTo>
                    <a:pt x="227370" y="323114"/>
                  </a:lnTo>
                  <a:lnTo>
                    <a:pt x="232270" y="321132"/>
                  </a:lnTo>
                  <a:lnTo>
                    <a:pt x="237105" y="318997"/>
                  </a:lnTo>
                  <a:lnTo>
                    <a:pt x="241871" y="316709"/>
                  </a:lnTo>
                  <a:lnTo>
                    <a:pt x="246562" y="314272"/>
                  </a:lnTo>
                  <a:lnTo>
                    <a:pt x="251173" y="311688"/>
                  </a:lnTo>
                  <a:lnTo>
                    <a:pt x="255700" y="308960"/>
                  </a:lnTo>
                  <a:lnTo>
                    <a:pt x="260139" y="306090"/>
                  </a:lnTo>
                  <a:lnTo>
                    <a:pt x="264485" y="303080"/>
                  </a:lnTo>
                  <a:lnTo>
                    <a:pt x="268733" y="299935"/>
                  </a:lnTo>
                  <a:lnTo>
                    <a:pt x="272880" y="296657"/>
                  </a:lnTo>
                  <a:lnTo>
                    <a:pt x="276922" y="293250"/>
                  </a:lnTo>
                  <a:lnTo>
                    <a:pt x="280853" y="289717"/>
                  </a:lnTo>
                  <a:lnTo>
                    <a:pt x="284671" y="286061"/>
                  </a:lnTo>
                  <a:lnTo>
                    <a:pt x="288371" y="282286"/>
                  </a:lnTo>
                  <a:lnTo>
                    <a:pt x="291950" y="278396"/>
                  </a:lnTo>
                  <a:lnTo>
                    <a:pt x="295405" y="274395"/>
                  </a:lnTo>
                  <a:lnTo>
                    <a:pt x="298731" y="270286"/>
                  </a:lnTo>
                  <a:lnTo>
                    <a:pt x="301925" y="266075"/>
                  </a:lnTo>
                  <a:lnTo>
                    <a:pt x="304985" y="261765"/>
                  </a:lnTo>
                  <a:lnTo>
                    <a:pt x="307907" y="257360"/>
                  </a:lnTo>
                  <a:lnTo>
                    <a:pt x="310688" y="252864"/>
                  </a:lnTo>
                  <a:lnTo>
                    <a:pt x="313326" y="248284"/>
                  </a:lnTo>
                  <a:lnTo>
                    <a:pt x="315817" y="243622"/>
                  </a:lnTo>
                  <a:lnTo>
                    <a:pt x="318160" y="238883"/>
                  </a:lnTo>
                  <a:lnTo>
                    <a:pt x="320352" y="234073"/>
                  </a:lnTo>
                  <a:lnTo>
                    <a:pt x="322391" y="229196"/>
                  </a:lnTo>
                  <a:lnTo>
                    <a:pt x="324275" y="224257"/>
                  </a:lnTo>
                  <a:lnTo>
                    <a:pt x="326001" y="219261"/>
                  </a:lnTo>
                  <a:lnTo>
                    <a:pt x="327569" y="214213"/>
                  </a:lnTo>
                  <a:lnTo>
                    <a:pt x="328976" y="209118"/>
                  </a:lnTo>
                  <a:lnTo>
                    <a:pt x="330222" y="203981"/>
                  </a:lnTo>
                  <a:lnTo>
                    <a:pt x="331304" y="198807"/>
                  </a:lnTo>
                  <a:lnTo>
                    <a:pt x="332222" y="193601"/>
                  </a:lnTo>
                  <a:lnTo>
                    <a:pt x="332976" y="188369"/>
                  </a:lnTo>
                  <a:lnTo>
                    <a:pt x="333563" y="183116"/>
                  </a:lnTo>
                  <a:lnTo>
                    <a:pt x="333984" y="177847"/>
                  </a:lnTo>
                  <a:lnTo>
                    <a:pt x="334238" y="172567"/>
                  </a:lnTo>
                  <a:lnTo>
                    <a:pt x="334325" y="167281"/>
                  </a:lnTo>
                  <a:lnTo>
                    <a:pt x="334246" y="161996"/>
                  </a:lnTo>
                  <a:lnTo>
                    <a:pt x="333998" y="156716"/>
                  </a:lnTo>
                  <a:lnTo>
                    <a:pt x="333585" y="151446"/>
                  </a:lnTo>
                  <a:lnTo>
                    <a:pt x="333004" y="146192"/>
                  </a:lnTo>
                  <a:lnTo>
                    <a:pt x="332258" y="140959"/>
                  </a:lnTo>
                  <a:lnTo>
                    <a:pt x="331347" y="135752"/>
                  </a:lnTo>
                  <a:lnTo>
                    <a:pt x="330272" y="130577"/>
                  </a:lnTo>
                  <a:lnTo>
                    <a:pt x="329033" y="125438"/>
                  </a:lnTo>
                  <a:lnTo>
                    <a:pt x="327633" y="120341"/>
                  </a:lnTo>
                  <a:lnTo>
                    <a:pt x="326072" y="115290"/>
                  </a:lnTo>
                  <a:lnTo>
                    <a:pt x="324353" y="110292"/>
                  </a:lnTo>
                  <a:lnTo>
                    <a:pt x="322476" y="105350"/>
                  </a:lnTo>
                  <a:lnTo>
                    <a:pt x="320444" y="100471"/>
                  </a:lnTo>
                  <a:lnTo>
                    <a:pt x="318259" y="95658"/>
                  </a:lnTo>
                  <a:lnTo>
                    <a:pt x="315922" y="90916"/>
                  </a:lnTo>
                  <a:lnTo>
                    <a:pt x="313437" y="86251"/>
                  </a:lnTo>
                  <a:lnTo>
                    <a:pt x="310805" y="81666"/>
                  </a:lnTo>
                  <a:lnTo>
                    <a:pt x="308030" y="77167"/>
                  </a:lnTo>
                  <a:lnTo>
                    <a:pt x="305114" y="72758"/>
                  </a:lnTo>
                  <a:lnTo>
                    <a:pt x="302061" y="68444"/>
                  </a:lnTo>
                  <a:lnTo>
                    <a:pt x="298872" y="64228"/>
                  </a:lnTo>
                  <a:lnTo>
                    <a:pt x="295551" y="60115"/>
                  </a:lnTo>
                  <a:lnTo>
                    <a:pt x="292102" y="56109"/>
                  </a:lnTo>
                  <a:lnTo>
                    <a:pt x="288529" y="52214"/>
                  </a:lnTo>
                  <a:lnTo>
                    <a:pt x="284834" y="48434"/>
                  </a:lnTo>
                  <a:lnTo>
                    <a:pt x="281021" y="44773"/>
                  </a:lnTo>
                  <a:lnTo>
                    <a:pt x="277094" y="41234"/>
                  </a:lnTo>
                  <a:lnTo>
                    <a:pt x="273058" y="37822"/>
                  </a:lnTo>
                  <a:lnTo>
                    <a:pt x="268915" y="34538"/>
                  </a:lnTo>
                  <a:lnTo>
                    <a:pt x="264671" y="31387"/>
                  </a:lnTo>
                  <a:lnTo>
                    <a:pt x="260329" y="28372"/>
                  </a:lnTo>
                  <a:lnTo>
                    <a:pt x="255894" y="25495"/>
                  </a:lnTo>
                  <a:lnTo>
                    <a:pt x="251371" y="22761"/>
                  </a:lnTo>
                  <a:lnTo>
                    <a:pt x="246763" y="20170"/>
                  </a:lnTo>
                  <a:lnTo>
                    <a:pt x="242076" y="17727"/>
                  </a:lnTo>
                  <a:lnTo>
                    <a:pt x="237313" y="15433"/>
                  </a:lnTo>
                  <a:lnTo>
                    <a:pt x="232481" y="13291"/>
                  </a:lnTo>
                  <a:lnTo>
                    <a:pt x="227583" y="11302"/>
                  </a:lnTo>
                  <a:lnTo>
                    <a:pt x="222625" y="9470"/>
                  </a:lnTo>
                  <a:lnTo>
                    <a:pt x="217611" y="7795"/>
                  </a:lnTo>
                  <a:lnTo>
                    <a:pt x="212547" y="6280"/>
                  </a:lnTo>
                  <a:lnTo>
                    <a:pt x="207438" y="4925"/>
                  </a:lnTo>
                  <a:lnTo>
                    <a:pt x="202288" y="3732"/>
                  </a:lnTo>
                  <a:lnTo>
                    <a:pt x="197103" y="2703"/>
                  </a:lnTo>
                  <a:lnTo>
                    <a:pt x="191889" y="1839"/>
                  </a:lnTo>
                  <a:lnTo>
                    <a:pt x="186649" y="1140"/>
                  </a:lnTo>
                  <a:lnTo>
                    <a:pt x="181390" y="606"/>
                  </a:lnTo>
                  <a:lnTo>
                    <a:pt x="176117" y="240"/>
                  </a:lnTo>
                  <a:lnTo>
                    <a:pt x="170835" y="4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22571"/>
              <a:ext cx="3676" cy="167167"/>
            </a:xfrm>
            <a:custGeom>
              <a:avLst/>
              <a:pathLst>
                <a:path w="3676" h="167167">
                  <a:moveTo>
                    <a:pt x="3676" y="4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378099" y="1071028"/>
              <a:ext cx="334326" cy="334324"/>
            </a:xfrm>
            <a:custGeom>
              <a:avLst/>
              <a:pathLst>
                <a:path w="334326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3" y="334"/>
                  </a:lnTo>
                  <a:lnTo>
                    <a:pt x="151324" y="751"/>
                  </a:lnTo>
                  <a:lnTo>
                    <a:pt x="146071" y="1335"/>
                  </a:lnTo>
                  <a:lnTo>
                    <a:pt x="140839" y="2084"/>
                  </a:lnTo>
                  <a:lnTo>
                    <a:pt x="135633" y="2999"/>
                  </a:lnTo>
                  <a:lnTo>
                    <a:pt x="130458" y="4078"/>
                  </a:lnTo>
                  <a:lnTo>
                    <a:pt x="125321" y="5320"/>
                  </a:lnTo>
                  <a:lnTo>
                    <a:pt x="120225" y="6723"/>
                  </a:lnTo>
                  <a:lnTo>
                    <a:pt x="115176" y="8287"/>
                  </a:lnTo>
                  <a:lnTo>
                    <a:pt x="110179" y="10010"/>
                  </a:lnTo>
                  <a:lnTo>
                    <a:pt x="105239" y="11890"/>
                  </a:lnTo>
                  <a:lnTo>
                    <a:pt x="100361" y="13925"/>
                  </a:lnTo>
                  <a:lnTo>
                    <a:pt x="95549" y="16114"/>
                  </a:lnTo>
                  <a:lnTo>
                    <a:pt x="90809" y="18453"/>
                  </a:lnTo>
                  <a:lnTo>
                    <a:pt x="86146" y="20941"/>
                  </a:lnTo>
                  <a:lnTo>
                    <a:pt x="81564" y="23575"/>
                  </a:lnTo>
                  <a:lnTo>
                    <a:pt x="77067" y="26353"/>
                  </a:lnTo>
                  <a:lnTo>
                    <a:pt x="72660" y="29272"/>
                  </a:lnTo>
                  <a:lnTo>
                    <a:pt x="68348" y="32329"/>
                  </a:lnTo>
                  <a:lnTo>
                    <a:pt x="64134" y="35520"/>
                  </a:lnTo>
                  <a:lnTo>
                    <a:pt x="60023" y="38843"/>
                  </a:lnTo>
                  <a:lnTo>
                    <a:pt x="56020" y="42294"/>
                  </a:lnTo>
                  <a:lnTo>
                    <a:pt x="52128" y="45870"/>
                  </a:lnTo>
                  <a:lnTo>
                    <a:pt x="48350" y="49567"/>
                  </a:lnTo>
                  <a:lnTo>
                    <a:pt x="44692" y="53382"/>
                  </a:lnTo>
                  <a:lnTo>
                    <a:pt x="41156" y="57311"/>
                  </a:lnTo>
                  <a:lnTo>
                    <a:pt x="37746" y="61349"/>
                  </a:lnTo>
                  <a:lnTo>
                    <a:pt x="34465" y="65494"/>
                  </a:lnTo>
                  <a:lnTo>
                    <a:pt x="31317" y="69740"/>
                  </a:lnTo>
                  <a:lnTo>
                    <a:pt x="28305" y="74083"/>
                  </a:lnTo>
                  <a:lnTo>
                    <a:pt x="25431" y="78519"/>
                  </a:lnTo>
                  <a:lnTo>
                    <a:pt x="22699" y="83044"/>
                  </a:lnTo>
                  <a:lnTo>
                    <a:pt x="20112" y="87654"/>
                  </a:lnTo>
                  <a:lnTo>
                    <a:pt x="17672" y="92342"/>
                  </a:lnTo>
                  <a:lnTo>
                    <a:pt x="15381" y="97106"/>
                  </a:lnTo>
                  <a:lnTo>
                    <a:pt x="13242" y="101939"/>
                  </a:lnTo>
                  <a:lnTo>
                    <a:pt x="11256" y="106838"/>
                  </a:lnTo>
                  <a:lnTo>
                    <a:pt x="9427" y="111797"/>
                  </a:lnTo>
                  <a:lnTo>
                    <a:pt x="7755" y="116811"/>
                  </a:lnTo>
                  <a:lnTo>
                    <a:pt x="6243" y="121876"/>
                  </a:lnTo>
                  <a:lnTo>
                    <a:pt x="4892" y="126986"/>
                  </a:lnTo>
                  <a:lnTo>
                    <a:pt x="3702" y="132136"/>
                  </a:lnTo>
                  <a:lnTo>
                    <a:pt x="2677" y="137321"/>
                  </a:lnTo>
                  <a:lnTo>
                    <a:pt x="1815" y="142536"/>
                  </a:lnTo>
                  <a:lnTo>
                    <a:pt x="1119" y="147776"/>
                  </a:lnTo>
                  <a:lnTo>
                    <a:pt x="589" y="153035"/>
                  </a:lnTo>
                  <a:lnTo>
                    <a:pt x="226" y="158308"/>
                  </a:lnTo>
                  <a:lnTo>
                    <a:pt x="29" y="163590"/>
                  </a:lnTo>
                  <a:lnTo>
                    <a:pt x="0" y="168876"/>
                  </a:lnTo>
                  <a:lnTo>
                    <a:pt x="137" y="174160"/>
                  </a:lnTo>
                  <a:lnTo>
                    <a:pt x="442" y="179436"/>
                  </a:lnTo>
                  <a:lnTo>
                    <a:pt x="913" y="184701"/>
                  </a:lnTo>
                  <a:lnTo>
                    <a:pt x="1550" y="189948"/>
                  </a:lnTo>
                  <a:lnTo>
                    <a:pt x="2353" y="195172"/>
                  </a:lnTo>
                  <a:lnTo>
                    <a:pt x="3321" y="200369"/>
                  </a:lnTo>
                  <a:lnTo>
                    <a:pt x="4453" y="205532"/>
                  </a:lnTo>
                  <a:lnTo>
                    <a:pt x="5747" y="210657"/>
                  </a:lnTo>
                  <a:lnTo>
                    <a:pt x="7203" y="215738"/>
                  </a:lnTo>
                  <a:lnTo>
                    <a:pt x="8818" y="220771"/>
                  </a:lnTo>
                  <a:lnTo>
                    <a:pt x="10592" y="225750"/>
                  </a:lnTo>
                  <a:lnTo>
                    <a:pt x="12522" y="230670"/>
                  </a:lnTo>
                  <a:lnTo>
                    <a:pt x="14607" y="235527"/>
                  </a:lnTo>
                  <a:lnTo>
                    <a:pt x="16845" y="240316"/>
                  </a:lnTo>
                  <a:lnTo>
                    <a:pt x="19233" y="245032"/>
                  </a:lnTo>
                  <a:lnTo>
                    <a:pt x="21768" y="249670"/>
                  </a:lnTo>
                  <a:lnTo>
                    <a:pt x="24449" y="254225"/>
                  </a:lnTo>
                  <a:lnTo>
                    <a:pt x="27273" y="258693"/>
                  </a:lnTo>
                  <a:lnTo>
                    <a:pt x="30236" y="263070"/>
                  </a:lnTo>
                  <a:lnTo>
                    <a:pt x="33337" y="267351"/>
                  </a:lnTo>
                  <a:lnTo>
                    <a:pt x="36571" y="271531"/>
                  </a:lnTo>
                  <a:lnTo>
                    <a:pt x="39936" y="275608"/>
                  </a:lnTo>
                  <a:lnTo>
                    <a:pt x="43428" y="279576"/>
                  </a:lnTo>
                  <a:lnTo>
                    <a:pt x="47043" y="283431"/>
                  </a:lnTo>
                  <a:lnTo>
                    <a:pt x="50779" y="287171"/>
                  </a:lnTo>
                  <a:lnTo>
                    <a:pt x="54631" y="290790"/>
                  </a:lnTo>
                  <a:lnTo>
                    <a:pt x="58596" y="294286"/>
                  </a:lnTo>
                  <a:lnTo>
                    <a:pt x="62669" y="297654"/>
                  </a:lnTo>
                  <a:lnTo>
                    <a:pt x="66847" y="300893"/>
                  </a:lnTo>
                  <a:lnTo>
                    <a:pt x="71124" y="303997"/>
                  </a:lnTo>
                  <a:lnTo>
                    <a:pt x="75498" y="306965"/>
                  </a:lnTo>
                  <a:lnTo>
                    <a:pt x="79964" y="309793"/>
                  </a:lnTo>
                  <a:lnTo>
                    <a:pt x="84517" y="312478"/>
                  </a:lnTo>
                  <a:lnTo>
                    <a:pt x="89152" y="315018"/>
                  </a:lnTo>
                  <a:lnTo>
                    <a:pt x="93865" y="317410"/>
                  </a:lnTo>
                  <a:lnTo>
                    <a:pt x="98652" y="319652"/>
                  </a:lnTo>
                  <a:lnTo>
                    <a:pt x="103507" y="321742"/>
                  </a:lnTo>
                  <a:lnTo>
                    <a:pt x="108426" y="323677"/>
                  </a:lnTo>
                  <a:lnTo>
                    <a:pt x="113403" y="325456"/>
                  </a:lnTo>
                  <a:lnTo>
                    <a:pt x="118434" y="327076"/>
                  </a:lnTo>
                  <a:lnTo>
                    <a:pt x="123514" y="328537"/>
                  </a:lnTo>
                  <a:lnTo>
                    <a:pt x="128638" y="329836"/>
                  </a:lnTo>
                  <a:lnTo>
                    <a:pt x="133800" y="330972"/>
                  </a:lnTo>
                  <a:lnTo>
                    <a:pt x="138995" y="331945"/>
                  </a:lnTo>
                  <a:lnTo>
                    <a:pt x="144219" y="332753"/>
                  </a:lnTo>
                  <a:lnTo>
                    <a:pt x="149465" y="333395"/>
                  </a:lnTo>
                  <a:lnTo>
                    <a:pt x="154729" y="333872"/>
                  </a:lnTo>
                  <a:lnTo>
                    <a:pt x="160006" y="334181"/>
                  </a:lnTo>
                  <a:lnTo>
                    <a:pt x="165290" y="334324"/>
                  </a:lnTo>
                  <a:lnTo>
                    <a:pt x="170575" y="334299"/>
                  </a:lnTo>
                  <a:lnTo>
                    <a:pt x="175858" y="334108"/>
                  </a:lnTo>
                  <a:lnTo>
                    <a:pt x="181131" y="333749"/>
                  </a:lnTo>
                  <a:lnTo>
                    <a:pt x="186391" y="333224"/>
                  </a:lnTo>
                  <a:lnTo>
                    <a:pt x="191631" y="332533"/>
                  </a:lnTo>
                  <a:lnTo>
                    <a:pt x="196847" y="331677"/>
                  </a:lnTo>
                  <a:lnTo>
                    <a:pt x="202033" y="330656"/>
                  </a:lnTo>
                  <a:lnTo>
                    <a:pt x="207184" y="329472"/>
                  </a:lnTo>
                  <a:lnTo>
                    <a:pt x="212295" y="328125"/>
                  </a:lnTo>
                  <a:lnTo>
                    <a:pt x="217362" y="326618"/>
                  </a:lnTo>
                  <a:lnTo>
                    <a:pt x="222378" y="324951"/>
                  </a:lnTo>
                  <a:lnTo>
                    <a:pt x="227338" y="323126"/>
                  </a:lnTo>
                  <a:lnTo>
                    <a:pt x="232239" y="321146"/>
                  </a:lnTo>
                  <a:lnTo>
                    <a:pt x="237074" y="319011"/>
                  </a:lnTo>
                  <a:lnTo>
                    <a:pt x="241840" y="316725"/>
                  </a:lnTo>
                  <a:lnTo>
                    <a:pt x="246531" y="314289"/>
                  </a:lnTo>
                  <a:lnTo>
                    <a:pt x="251143" y="311706"/>
                  </a:lnTo>
                  <a:lnTo>
                    <a:pt x="255670" y="308979"/>
                  </a:lnTo>
                  <a:lnTo>
                    <a:pt x="260109" y="306109"/>
                  </a:lnTo>
                  <a:lnTo>
                    <a:pt x="264456" y="303101"/>
                  </a:lnTo>
                  <a:lnTo>
                    <a:pt x="268705" y="299957"/>
                  </a:lnTo>
                  <a:lnTo>
                    <a:pt x="272852" y="296681"/>
                  </a:lnTo>
                  <a:lnTo>
                    <a:pt x="276894" y="293274"/>
                  </a:lnTo>
                  <a:lnTo>
                    <a:pt x="280826" y="289742"/>
                  </a:lnTo>
                  <a:lnTo>
                    <a:pt x="284644" y="286087"/>
                  </a:lnTo>
                  <a:lnTo>
                    <a:pt x="288345" y="282313"/>
                  </a:lnTo>
                  <a:lnTo>
                    <a:pt x="291925" y="278424"/>
                  </a:lnTo>
                  <a:lnTo>
                    <a:pt x="295380" y="274424"/>
                  </a:lnTo>
                  <a:lnTo>
                    <a:pt x="298707" y="270317"/>
                  </a:lnTo>
                  <a:lnTo>
                    <a:pt x="301902" y="266106"/>
                  </a:lnTo>
                  <a:lnTo>
                    <a:pt x="304963" y="261797"/>
                  </a:lnTo>
                  <a:lnTo>
                    <a:pt x="307886" y="257393"/>
                  </a:lnTo>
                  <a:lnTo>
                    <a:pt x="310668" y="252899"/>
                  </a:lnTo>
                  <a:lnTo>
                    <a:pt x="313306" y="248319"/>
                  </a:lnTo>
                  <a:lnTo>
                    <a:pt x="315799" y="243658"/>
                  </a:lnTo>
                  <a:lnTo>
                    <a:pt x="318143" y="238920"/>
                  </a:lnTo>
                  <a:lnTo>
                    <a:pt x="320336" y="234111"/>
                  </a:lnTo>
                  <a:lnTo>
                    <a:pt x="322376" y="229235"/>
                  </a:lnTo>
                  <a:lnTo>
                    <a:pt x="324261" y="224297"/>
                  </a:lnTo>
                  <a:lnTo>
                    <a:pt x="325988" y="219301"/>
                  </a:lnTo>
                  <a:lnTo>
                    <a:pt x="327557" y="214254"/>
                  </a:lnTo>
                  <a:lnTo>
                    <a:pt x="328966" y="209159"/>
                  </a:lnTo>
                  <a:lnTo>
                    <a:pt x="330212" y="204023"/>
                  </a:lnTo>
                  <a:lnTo>
                    <a:pt x="331296" y="198849"/>
                  </a:lnTo>
                  <a:lnTo>
                    <a:pt x="332215" y="193644"/>
                  </a:lnTo>
                  <a:lnTo>
                    <a:pt x="332970" y="188413"/>
                  </a:lnTo>
                  <a:lnTo>
                    <a:pt x="333559" y="183160"/>
                  </a:lnTo>
                  <a:lnTo>
                    <a:pt x="333981" y="177891"/>
                  </a:lnTo>
                  <a:lnTo>
                    <a:pt x="334237" y="172612"/>
                  </a:lnTo>
                  <a:lnTo>
                    <a:pt x="334326" y="167327"/>
                  </a:lnTo>
                  <a:lnTo>
                    <a:pt x="334247" y="162042"/>
                  </a:lnTo>
                  <a:lnTo>
                    <a:pt x="334002" y="156762"/>
                  </a:lnTo>
                  <a:lnTo>
                    <a:pt x="333589" y="151492"/>
                  </a:lnTo>
                  <a:lnTo>
                    <a:pt x="333010" y="146238"/>
                  </a:lnTo>
                  <a:lnTo>
                    <a:pt x="332266" y="141005"/>
                  </a:lnTo>
                  <a:lnTo>
                    <a:pt x="331356" y="135798"/>
                  </a:lnTo>
                  <a:lnTo>
                    <a:pt x="330282" y="130623"/>
                  </a:lnTo>
                  <a:lnTo>
                    <a:pt x="329045" y="125484"/>
                  </a:lnTo>
                  <a:lnTo>
                    <a:pt x="327647" y="120387"/>
                  </a:lnTo>
                  <a:lnTo>
                    <a:pt x="326088" y="115336"/>
                  </a:lnTo>
                  <a:lnTo>
                    <a:pt x="324369" y="110338"/>
                  </a:lnTo>
                  <a:lnTo>
                    <a:pt x="322494" y="105396"/>
                  </a:lnTo>
                  <a:lnTo>
                    <a:pt x="320464" y="100516"/>
                  </a:lnTo>
                  <a:lnTo>
                    <a:pt x="318280" y="95702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66731"/>
              <a:ext cx="151121" cy="71464"/>
            </a:xfrm>
            <a:custGeom>
              <a:avLst/>
              <a:pathLst>
                <a:path w="151121" h="71464">
                  <a:moveTo>
                    <a:pt x="151121" y="0"/>
                  </a:moveTo>
                  <a:lnTo>
                    <a:pt x="0" y="714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66731"/>
              <a:ext cx="151121" cy="71464"/>
            </a:xfrm>
            <a:custGeom>
              <a:avLst/>
              <a:pathLst>
                <a:path w="151121" h="71464">
                  <a:moveTo>
                    <a:pt x="151121" y="0"/>
                  </a:moveTo>
                  <a:lnTo>
                    <a:pt x="0" y="714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66731"/>
              <a:ext cx="151121" cy="71464"/>
            </a:xfrm>
            <a:custGeom>
              <a:avLst/>
              <a:pathLst>
                <a:path w="151121" h="71464">
                  <a:moveTo>
                    <a:pt x="151121" y="0"/>
                  </a:moveTo>
                  <a:lnTo>
                    <a:pt x="0" y="714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66731"/>
              <a:ext cx="151121" cy="71464"/>
            </a:xfrm>
            <a:custGeom>
              <a:avLst/>
              <a:pathLst>
                <a:path w="151121" h="71464">
                  <a:moveTo>
                    <a:pt x="151121" y="0"/>
                  </a:moveTo>
                  <a:lnTo>
                    <a:pt x="0" y="714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66731"/>
              <a:ext cx="151121" cy="71464"/>
            </a:xfrm>
            <a:custGeom>
              <a:avLst/>
              <a:pathLst>
                <a:path w="151121" h="71464">
                  <a:moveTo>
                    <a:pt x="151121" y="0"/>
                  </a:moveTo>
                  <a:lnTo>
                    <a:pt x="0" y="714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66731"/>
              <a:ext cx="151121" cy="71464"/>
            </a:xfrm>
            <a:custGeom>
              <a:avLst/>
              <a:pathLst>
                <a:path w="151121" h="71464">
                  <a:moveTo>
                    <a:pt x="151121" y="0"/>
                  </a:moveTo>
                  <a:lnTo>
                    <a:pt x="0" y="714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66731"/>
              <a:ext cx="151121" cy="71464"/>
            </a:xfrm>
            <a:custGeom>
              <a:avLst/>
              <a:pathLst>
                <a:path w="151121" h="71464">
                  <a:moveTo>
                    <a:pt x="151121" y="0"/>
                  </a:moveTo>
                  <a:lnTo>
                    <a:pt x="0" y="71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66731"/>
              <a:ext cx="151121" cy="71464"/>
            </a:xfrm>
            <a:custGeom>
              <a:avLst/>
              <a:pathLst>
                <a:path w="151121" h="71464">
                  <a:moveTo>
                    <a:pt x="151121" y="0"/>
                  </a:moveTo>
                  <a:lnTo>
                    <a:pt x="0" y="71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66731"/>
              <a:ext cx="151121" cy="71464"/>
            </a:xfrm>
            <a:custGeom>
              <a:avLst/>
              <a:pathLst>
                <a:path w="151121" h="71464">
                  <a:moveTo>
                    <a:pt x="151121" y="0"/>
                  </a:moveTo>
                  <a:lnTo>
                    <a:pt x="0" y="71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66731"/>
              <a:ext cx="151121" cy="71464"/>
            </a:xfrm>
            <a:custGeom>
              <a:avLst/>
              <a:pathLst>
                <a:path w="151121" h="71464">
                  <a:moveTo>
                    <a:pt x="151121" y="0"/>
                  </a:moveTo>
                  <a:lnTo>
                    <a:pt x="0" y="71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66731"/>
              <a:ext cx="151121" cy="71464"/>
            </a:xfrm>
            <a:custGeom>
              <a:avLst/>
              <a:pathLst>
                <a:path w="151121" h="71464">
                  <a:moveTo>
                    <a:pt x="151121" y="0"/>
                  </a:moveTo>
                  <a:lnTo>
                    <a:pt x="0" y="714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66731"/>
              <a:ext cx="151121" cy="71464"/>
            </a:xfrm>
            <a:custGeom>
              <a:avLst/>
              <a:pathLst>
                <a:path w="151121" h="71464">
                  <a:moveTo>
                    <a:pt x="151121" y="0"/>
                  </a:moveTo>
                  <a:lnTo>
                    <a:pt x="0" y="714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66731"/>
              <a:ext cx="151121" cy="71464"/>
            </a:xfrm>
            <a:custGeom>
              <a:avLst/>
              <a:pathLst>
                <a:path w="151121" h="71464">
                  <a:moveTo>
                    <a:pt x="151121" y="0"/>
                  </a:moveTo>
                  <a:lnTo>
                    <a:pt x="0" y="714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66731"/>
              <a:ext cx="151121" cy="71464"/>
            </a:xfrm>
            <a:custGeom>
              <a:avLst/>
              <a:pathLst>
                <a:path w="151121" h="71464">
                  <a:moveTo>
                    <a:pt x="151121" y="0"/>
                  </a:moveTo>
                  <a:lnTo>
                    <a:pt x="0" y="714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66731"/>
              <a:ext cx="151121" cy="71464"/>
            </a:xfrm>
            <a:custGeom>
              <a:avLst/>
              <a:pathLst>
                <a:path w="151121" h="71464">
                  <a:moveTo>
                    <a:pt x="151121" y="0"/>
                  </a:moveTo>
                  <a:lnTo>
                    <a:pt x="0" y="71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66731"/>
              <a:ext cx="151121" cy="71464"/>
            </a:xfrm>
            <a:custGeom>
              <a:avLst/>
              <a:pathLst>
                <a:path w="151121" h="71464">
                  <a:moveTo>
                    <a:pt x="151121" y="0"/>
                  </a:moveTo>
                  <a:lnTo>
                    <a:pt x="0" y="71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66731"/>
              <a:ext cx="151121" cy="71464"/>
            </a:xfrm>
            <a:custGeom>
              <a:avLst/>
              <a:pathLst>
                <a:path w="151121" h="71464">
                  <a:moveTo>
                    <a:pt x="151121" y="0"/>
                  </a:moveTo>
                  <a:lnTo>
                    <a:pt x="0" y="71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66731"/>
              <a:ext cx="151121" cy="71464"/>
            </a:xfrm>
            <a:custGeom>
              <a:avLst/>
              <a:pathLst>
                <a:path w="151121" h="71464">
                  <a:moveTo>
                    <a:pt x="151121" y="0"/>
                  </a:moveTo>
                  <a:lnTo>
                    <a:pt x="0" y="71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66731"/>
              <a:ext cx="151121" cy="71464"/>
            </a:xfrm>
            <a:custGeom>
              <a:avLst/>
              <a:pathLst>
                <a:path w="151121" h="71464">
                  <a:moveTo>
                    <a:pt x="151121" y="0"/>
                  </a:moveTo>
                  <a:lnTo>
                    <a:pt x="0" y="714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66731"/>
              <a:ext cx="151121" cy="71464"/>
            </a:xfrm>
            <a:custGeom>
              <a:avLst/>
              <a:pathLst>
                <a:path w="151121" h="71464">
                  <a:moveTo>
                    <a:pt x="151121" y="0"/>
                  </a:moveTo>
                  <a:lnTo>
                    <a:pt x="0" y="714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66731"/>
              <a:ext cx="151121" cy="71464"/>
            </a:xfrm>
            <a:custGeom>
              <a:avLst/>
              <a:pathLst>
                <a:path w="151121" h="71464">
                  <a:moveTo>
                    <a:pt x="151121" y="0"/>
                  </a:moveTo>
                  <a:lnTo>
                    <a:pt x="0" y="714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071028"/>
              <a:ext cx="151121" cy="167167"/>
            </a:xfrm>
            <a:custGeom>
              <a:avLst/>
              <a:pathLst>
                <a:path w="151121" h="167167">
                  <a:moveTo>
                    <a:pt x="151121" y="95702"/>
                  </a:moveTo>
                  <a:lnTo>
                    <a:pt x="148665" y="90724"/>
                  </a:lnTo>
                  <a:lnTo>
                    <a:pt x="146045" y="85830"/>
                  </a:lnTo>
                  <a:lnTo>
                    <a:pt x="143264" y="81026"/>
                  </a:lnTo>
                  <a:lnTo>
                    <a:pt x="140325" y="76317"/>
                  </a:lnTo>
                  <a:lnTo>
                    <a:pt x="137231" y="71708"/>
                  </a:lnTo>
                  <a:lnTo>
                    <a:pt x="133986" y="67204"/>
                  </a:lnTo>
                  <a:lnTo>
                    <a:pt x="130593" y="62811"/>
                  </a:lnTo>
                  <a:lnTo>
                    <a:pt x="127057" y="58533"/>
                  </a:lnTo>
                  <a:lnTo>
                    <a:pt x="123380" y="54374"/>
                  </a:lnTo>
                  <a:lnTo>
                    <a:pt x="119567" y="50340"/>
                  </a:lnTo>
                  <a:lnTo>
                    <a:pt x="115622" y="46434"/>
                  </a:lnTo>
                  <a:lnTo>
                    <a:pt x="111550" y="42662"/>
                  </a:lnTo>
                  <a:lnTo>
                    <a:pt x="107354" y="39027"/>
                  </a:lnTo>
                  <a:lnTo>
                    <a:pt x="103041" y="35533"/>
                  </a:lnTo>
                  <a:lnTo>
                    <a:pt x="98614" y="32185"/>
                  </a:lnTo>
                  <a:lnTo>
                    <a:pt x="94077" y="28985"/>
                  </a:lnTo>
                  <a:lnTo>
                    <a:pt x="89438" y="25937"/>
                  </a:lnTo>
                  <a:lnTo>
                    <a:pt x="84699" y="23046"/>
                  </a:lnTo>
                  <a:lnTo>
                    <a:pt x="79868" y="20313"/>
                  </a:lnTo>
                  <a:lnTo>
                    <a:pt x="74948" y="17742"/>
                  </a:lnTo>
                  <a:lnTo>
                    <a:pt x="69945" y="15336"/>
                  </a:lnTo>
                  <a:lnTo>
                    <a:pt x="64866" y="13098"/>
                  </a:lnTo>
                  <a:lnTo>
                    <a:pt x="59715" y="11029"/>
                  </a:lnTo>
                  <a:lnTo>
                    <a:pt x="54498" y="9132"/>
                  </a:lnTo>
                  <a:lnTo>
                    <a:pt x="49220" y="7410"/>
                  </a:lnTo>
                  <a:lnTo>
                    <a:pt x="43889" y="5864"/>
                  </a:lnTo>
                  <a:lnTo>
                    <a:pt x="38509" y="4496"/>
                  </a:lnTo>
                  <a:lnTo>
                    <a:pt x="33087" y="3307"/>
                  </a:lnTo>
                  <a:lnTo>
                    <a:pt x="27629" y="2299"/>
                  </a:lnTo>
                  <a:lnTo>
                    <a:pt x="22139" y="1472"/>
                  </a:lnTo>
                  <a:lnTo>
                    <a:pt x="16626" y="828"/>
                  </a:lnTo>
                  <a:lnTo>
                    <a:pt x="11094" y="368"/>
                  </a:lnTo>
                  <a:lnTo>
                    <a:pt x="5550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16299" y="941493"/>
              <a:ext cx="107244" cy="167167"/>
            </a:xfrm>
            <a:custGeom>
              <a:avLst/>
              <a:pathLst>
                <a:path w="107244" h="167167">
                  <a:moveTo>
                    <a:pt x="107244" y="0"/>
                  </a:moveTo>
                  <a:lnTo>
                    <a:pt x="101700" y="91"/>
                  </a:lnTo>
                  <a:lnTo>
                    <a:pt x="96163" y="367"/>
                  </a:lnTo>
                  <a:lnTo>
                    <a:pt x="90638" y="826"/>
                  </a:lnTo>
                  <a:lnTo>
                    <a:pt x="85131" y="1468"/>
                  </a:lnTo>
                  <a:lnTo>
                    <a:pt x="79649" y="2293"/>
                  </a:lnTo>
                  <a:lnTo>
                    <a:pt x="74197" y="3299"/>
                  </a:lnTo>
                  <a:lnTo>
                    <a:pt x="68781" y="4485"/>
                  </a:lnTo>
                  <a:lnTo>
                    <a:pt x="63407" y="5850"/>
                  </a:lnTo>
                  <a:lnTo>
                    <a:pt x="58082" y="7392"/>
                  </a:lnTo>
                  <a:lnTo>
                    <a:pt x="52811" y="9110"/>
                  </a:lnTo>
                  <a:lnTo>
                    <a:pt x="47599" y="11002"/>
                  </a:lnTo>
                  <a:lnTo>
                    <a:pt x="42454" y="13066"/>
                  </a:lnTo>
                  <a:lnTo>
                    <a:pt x="37379" y="15299"/>
                  </a:lnTo>
                  <a:lnTo>
                    <a:pt x="32382" y="17699"/>
                  </a:lnTo>
                  <a:lnTo>
                    <a:pt x="27466" y="20264"/>
                  </a:lnTo>
                  <a:lnTo>
                    <a:pt x="22639" y="22990"/>
                  </a:lnTo>
                  <a:lnTo>
                    <a:pt x="17904" y="25875"/>
                  </a:lnTo>
                  <a:lnTo>
                    <a:pt x="13268" y="28915"/>
                  </a:lnTo>
                  <a:lnTo>
                    <a:pt x="8735" y="32108"/>
                  </a:lnTo>
                  <a:lnTo>
                    <a:pt x="4311" y="35449"/>
                  </a:lnTo>
                  <a:lnTo>
                    <a:pt x="0" y="38934"/>
                  </a:lnTo>
                  <a:lnTo>
                    <a:pt x="10724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16299" y="98042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16299" y="98042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16299" y="98042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16299" y="98042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16299" y="98042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16299" y="98042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16299" y="98042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16299" y="98042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16299" y="98042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16299" y="98042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16299" y="98042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16299" y="98042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16299" y="98042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16299" y="98042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16299" y="98042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16299" y="98042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16299" y="98042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16299" y="98042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16299" y="980428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856388" y="954424"/>
              <a:ext cx="334321" cy="321398"/>
            </a:xfrm>
            <a:custGeom>
              <a:avLst/>
              <a:pathLst>
                <a:path w="334321" h="321398">
                  <a:moveTo>
                    <a:pt x="59911" y="26004"/>
                  </a:moveTo>
                  <a:lnTo>
                    <a:pt x="55906" y="29462"/>
                  </a:lnTo>
                  <a:lnTo>
                    <a:pt x="52013" y="33045"/>
                  </a:lnTo>
                  <a:lnTo>
                    <a:pt x="48236" y="36749"/>
                  </a:lnTo>
                  <a:lnTo>
                    <a:pt x="44578" y="40571"/>
                  </a:lnTo>
                  <a:lnTo>
                    <a:pt x="41042" y="44507"/>
                  </a:lnTo>
                  <a:lnTo>
                    <a:pt x="37633" y="48553"/>
                  </a:lnTo>
                  <a:lnTo>
                    <a:pt x="34353" y="52705"/>
                  </a:lnTo>
                  <a:lnTo>
                    <a:pt x="31207" y="56958"/>
                  </a:lnTo>
                  <a:lnTo>
                    <a:pt x="28196" y="61309"/>
                  </a:lnTo>
                  <a:lnTo>
                    <a:pt x="25325" y="65753"/>
                  </a:lnTo>
                  <a:lnTo>
                    <a:pt x="22596" y="70286"/>
                  </a:lnTo>
                  <a:lnTo>
                    <a:pt x="20012" y="74903"/>
                  </a:lnTo>
                  <a:lnTo>
                    <a:pt x="17575" y="79599"/>
                  </a:lnTo>
                  <a:lnTo>
                    <a:pt x="15288" y="84370"/>
                  </a:lnTo>
                  <a:lnTo>
                    <a:pt x="13153" y="89211"/>
                  </a:lnTo>
                  <a:lnTo>
                    <a:pt x="11172" y="94117"/>
                  </a:lnTo>
                  <a:lnTo>
                    <a:pt x="9348" y="99083"/>
                  </a:lnTo>
                  <a:lnTo>
                    <a:pt x="7682" y="104105"/>
                  </a:lnTo>
                  <a:lnTo>
                    <a:pt x="6175" y="109176"/>
                  </a:lnTo>
                  <a:lnTo>
                    <a:pt x="4830" y="114293"/>
                  </a:lnTo>
                  <a:lnTo>
                    <a:pt x="3647" y="119450"/>
                  </a:lnTo>
                  <a:lnTo>
                    <a:pt x="2628" y="124642"/>
                  </a:lnTo>
                  <a:lnTo>
                    <a:pt x="1774" y="129863"/>
                  </a:lnTo>
                  <a:lnTo>
                    <a:pt x="1085" y="135109"/>
                  </a:lnTo>
                  <a:lnTo>
                    <a:pt x="563" y="140374"/>
                  </a:lnTo>
                  <a:lnTo>
                    <a:pt x="208" y="145653"/>
                  </a:lnTo>
                  <a:lnTo>
                    <a:pt x="20" y="150941"/>
                  </a:lnTo>
                  <a:lnTo>
                    <a:pt x="0" y="156231"/>
                  </a:lnTo>
                  <a:lnTo>
                    <a:pt x="146" y="161520"/>
                  </a:lnTo>
                  <a:lnTo>
                    <a:pt x="461" y="166802"/>
                  </a:lnTo>
                  <a:lnTo>
                    <a:pt x="942" y="172071"/>
                  </a:lnTo>
                  <a:lnTo>
                    <a:pt x="1589" y="177322"/>
                  </a:lnTo>
                  <a:lnTo>
                    <a:pt x="2403" y="182549"/>
                  </a:lnTo>
                  <a:lnTo>
                    <a:pt x="3381" y="187749"/>
                  </a:lnTo>
                  <a:lnTo>
                    <a:pt x="4524" y="192915"/>
                  </a:lnTo>
                  <a:lnTo>
                    <a:pt x="5829" y="198042"/>
                  </a:lnTo>
                  <a:lnTo>
                    <a:pt x="7296" y="203125"/>
                  </a:lnTo>
                  <a:lnTo>
                    <a:pt x="8924" y="208160"/>
                  </a:lnTo>
                  <a:lnTo>
                    <a:pt x="10709" y="213140"/>
                  </a:lnTo>
                  <a:lnTo>
                    <a:pt x="12652" y="218062"/>
                  </a:lnTo>
                  <a:lnTo>
                    <a:pt x="14749" y="222919"/>
                  </a:lnTo>
                  <a:lnTo>
                    <a:pt x="16999" y="227708"/>
                  </a:lnTo>
                  <a:lnTo>
                    <a:pt x="19399" y="232423"/>
                  </a:lnTo>
                  <a:lnTo>
                    <a:pt x="21947" y="237059"/>
                  </a:lnTo>
                  <a:lnTo>
                    <a:pt x="24641" y="241613"/>
                  </a:lnTo>
                  <a:lnTo>
                    <a:pt x="27478" y="246079"/>
                  </a:lnTo>
                  <a:lnTo>
                    <a:pt x="30454" y="250453"/>
                  </a:lnTo>
                  <a:lnTo>
                    <a:pt x="33567" y="254731"/>
                  </a:lnTo>
                  <a:lnTo>
                    <a:pt x="36814" y="258908"/>
                  </a:lnTo>
                  <a:lnTo>
                    <a:pt x="40192" y="262981"/>
                  </a:lnTo>
                  <a:lnTo>
                    <a:pt x="43697" y="266944"/>
                  </a:lnTo>
                  <a:lnTo>
                    <a:pt x="47326" y="270795"/>
                  </a:lnTo>
                  <a:lnTo>
                    <a:pt x="51074" y="274528"/>
                  </a:lnTo>
                  <a:lnTo>
                    <a:pt x="54939" y="278141"/>
                  </a:lnTo>
                  <a:lnTo>
                    <a:pt x="58916" y="281631"/>
                  </a:lnTo>
                  <a:lnTo>
                    <a:pt x="63002" y="284992"/>
                  </a:lnTo>
                  <a:lnTo>
                    <a:pt x="67192" y="288223"/>
                  </a:lnTo>
                  <a:lnTo>
                    <a:pt x="71482" y="291319"/>
                  </a:lnTo>
                  <a:lnTo>
                    <a:pt x="75868" y="294278"/>
                  </a:lnTo>
                  <a:lnTo>
                    <a:pt x="80346" y="297097"/>
                  </a:lnTo>
                  <a:lnTo>
                    <a:pt x="84910" y="299772"/>
                  </a:lnTo>
                  <a:lnTo>
                    <a:pt x="89557" y="302302"/>
                  </a:lnTo>
                  <a:lnTo>
                    <a:pt x="94282" y="304683"/>
                  </a:lnTo>
                  <a:lnTo>
                    <a:pt x="99079" y="306914"/>
                  </a:lnTo>
                  <a:lnTo>
                    <a:pt x="103945" y="308992"/>
                  </a:lnTo>
                  <a:lnTo>
                    <a:pt x="108874" y="310915"/>
                  </a:lnTo>
                  <a:lnTo>
                    <a:pt x="113861" y="312681"/>
                  </a:lnTo>
                  <a:lnTo>
                    <a:pt x="118902" y="314288"/>
                  </a:lnTo>
                  <a:lnTo>
                    <a:pt x="123991" y="315735"/>
                  </a:lnTo>
                  <a:lnTo>
                    <a:pt x="129124" y="317020"/>
                  </a:lnTo>
                  <a:lnTo>
                    <a:pt x="134294" y="318142"/>
                  </a:lnTo>
                  <a:lnTo>
                    <a:pt x="139497" y="319100"/>
                  </a:lnTo>
                  <a:lnTo>
                    <a:pt x="144729" y="319892"/>
                  </a:lnTo>
                  <a:lnTo>
                    <a:pt x="149982" y="320519"/>
                  </a:lnTo>
                  <a:lnTo>
                    <a:pt x="155253" y="320979"/>
                  </a:lnTo>
                  <a:lnTo>
                    <a:pt x="160536" y="321272"/>
                  </a:lnTo>
                  <a:lnTo>
                    <a:pt x="165825" y="321398"/>
                  </a:lnTo>
                  <a:lnTo>
                    <a:pt x="171115" y="321357"/>
                  </a:lnTo>
                  <a:lnTo>
                    <a:pt x="176402" y="321148"/>
                  </a:lnTo>
                  <a:lnTo>
                    <a:pt x="181680" y="320771"/>
                  </a:lnTo>
                  <a:lnTo>
                    <a:pt x="186942" y="320228"/>
                  </a:lnTo>
                  <a:lnTo>
                    <a:pt x="192185" y="319519"/>
                  </a:lnTo>
                  <a:lnTo>
                    <a:pt x="197403" y="318644"/>
                  </a:lnTo>
                  <a:lnTo>
                    <a:pt x="202591" y="317605"/>
                  </a:lnTo>
                  <a:lnTo>
                    <a:pt x="207743" y="316401"/>
                  </a:lnTo>
                  <a:lnTo>
                    <a:pt x="212855" y="315036"/>
                  </a:lnTo>
                  <a:lnTo>
                    <a:pt x="217921" y="313509"/>
                  </a:lnTo>
                  <a:lnTo>
                    <a:pt x="222935" y="311823"/>
                  </a:lnTo>
                  <a:lnTo>
                    <a:pt x="227894" y="309978"/>
                  </a:lnTo>
                  <a:lnTo>
                    <a:pt x="232793" y="307978"/>
                  </a:lnTo>
                  <a:lnTo>
                    <a:pt x="237625" y="305824"/>
                  </a:lnTo>
                  <a:lnTo>
                    <a:pt x="242387" y="303518"/>
                  </a:lnTo>
                  <a:lnTo>
                    <a:pt x="247073" y="301063"/>
                  </a:lnTo>
                  <a:lnTo>
                    <a:pt x="251680" y="298460"/>
                  </a:lnTo>
                  <a:lnTo>
                    <a:pt x="256201" y="295713"/>
                  </a:lnTo>
                  <a:lnTo>
                    <a:pt x="260634" y="292824"/>
                  </a:lnTo>
                  <a:lnTo>
                    <a:pt x="264973" y="289796"/>
                  </a:lnTo>
                  <a:lnTo>
                    <a:pt x="269214" y="286633"/>
                  </a:lnTo>
                  <a:lnTo>
                    <a:pt x="273353" y="283337"/>
                  </a:lnTo>
                  <a:lnTo>
                    <a:pt x="277385" y="279912"/>
                  </a:lnTo>
                  <a:lnTo>
                    <a:pt x="281307" y="276360"/>
                  </a:lnTo>
                  <a:lnTo>
                    <a:pt x="285114" y="272687"/>
                  </a:lnTo>
                  <a:lnTo>
                    <a:pt x="288804" y="268895"/>
                  </a:lnTo>
                  <a:lnTo>
                    <a:pt x="292371" y="264987"/>
                  </a:lnTo>
                  <a:lnTo>
                    <a:pt x="295813" y="260969"/>
                  </a:lnTo>
                  <a:lnTo>
                    <a:pt x="299127" y="256844"/>
                  </a:lnTo>
                  <a:lnTo>
                    <a:pt x="302308" y="252617"/>
                  </a:lnTo>
                  <a:lnTo>
                    <a:pt x="305353" y="248290"/>
                  </a:lnTo>
                  <a:lnTo>
                    <a:pt x="308260" y="243870"/>
                  </a:lnTo>
                  <a:lnTo>
                    <a:pt x="311026" y="239360"/>
                  </a:lnTo>
                  <a:lnTo>
                    <a:pt x="313648" y="234764"/>
                  </a:lnTo>
                  <a:lnTo>
                    <a:pt x="316123" y="230088"/>
                  </a:lnTo>
                  <a:lnTo>
                    <a:pt x="318449" y="225336"/>
                  </a:lnTo>
                  <a:lnTo>
                    <a:pt x="320623" y="220512"/>
                  </a:lnTo>
                  <a:lnTo>
                    <a:pt x="322644" y="215622"/>
                  </a:lnTo>
                  <a:lnTo>
                    <a:pt x="324508" y="210671"/>
                  </a:lnTo>
                  <a:lnTo>
                    <a:pt x="326215" y="205663"/>
                  </a:lnTo>
                  <a:lnTo>
                    <a:pt x="327763" y="200604"/>
                  </a:lnTo>
                  <a:lnTo>
                    <a:pt x="329150" y="195498"/>
                  </a:lnTo>
                  <a:lnTo>
                    <a:pt x="330375" y="190351"/>
                  </a:lnTo>
                  <a:lnTo>
                    <a:pt x="331436" y="185168"/>
                  </a:lnTo>
                  <a:lnTo>
                    <a:pt x="332332" y="179953"/>
                  </a:lnTo>
                  <a:lnTo>
                    <a:pt x="333064" y="174713"/>
                  </a:lnTo>
                  <a:lnTo>
                    <a:pt x="333628" y="169453"/>
                  </a:lnTo>
                  <a:lnTo>
                    <a:pt x="334027" y="164177"/>
                  </a:lnTo>
                  <a:lnTo>
                    <a:pt x="334258" y="158891"/>
                  </a:lnTo>
                  <a:lnTo>
                    <a:pt x="334321" y="153601"/>
                  </a:lnTo>
                  <a:lnTo>
                    <a:pt x="334217" y="148311"/>
                  </a:lnTo>
                  <a:lnTo>
                    <a:pt x="333946" y="143027"/>
                  </a:lnTo>
                  <a:lnTo>
                    <a:pt x="333508" y="137755"/>
                  </a:lnTo>
                  <a:lnTo>
                    <a:pt x="332903" y="132498"/>
                  </a:lnTo>
                  <a:lnTo>
                    <a:pt x="332132" y="127264"/>
                  </a:lnTo>
                  <a:lnTo>
                    <a:pt x="331196" y="122057"/>
                  </a:lnTo>
                  <a:lnTo>
                    <a:pt x="330096" y="116882"/>
                  </a:lnTo>
                  <a:lnTo>
                    <a:pt x="328832" y="111744"/>
                  </a:lnTo>
                  <a:lnTo>
                    <a:pt x="327406" y="106649"/>
                  </a:lnTo>
                  <a:lnTo>
                    <a:pt x="325820" y="101602"/>
                  </a:lnTo>
                  <a:lnTo>
                    <a:pt x="324075" y="96607"/>
                  </a:lnTo>
                  <a:lnTo>
                    <a:pt x="322172" y="91670"/>
                  </a:lnTo>
                  <a:lnTo>
                    <a:pt x="320115" y="86795"/>
                  </a:lnTo>
                  <a:lnTo>
                    <a:pt x="317904" y="81989"/>
                  </a:lnTo>
                  <a:lnTo>
                    <a:pt x="315542" y="77254"/>
                  </a:lnTo>
                  <a:lnTo>
                    <a:pt x="313032" y="72597"/>
                  </a:lnTo>
                  <a:lnTo>
                    <a:pt x="310375" y="68022"/>
                  </a:lnTo>
                  <a:lnTo>
                    <a:pt x="307575" y="63532"/>
                  </a:lnTo>
                  <a:lnTo>
                    <a:pt x="304634" y="59134"/>
                  </a:lnTo>
                  <a:lnTo>
                    <a:pt x="301556" y="54831"/>
                  </a:lnTo>
                  <a:lnTo>
                    <a:pt x="298343" y="50628"/>
                  </a:lnTo>
                  <a:lnTo>
                    <a:pt x="294998" y="46528"/>
                  </a:lnTo>
                  <a:lnTo>
                    <a:pt x="291526" y="42536"/>
                  </a:lnTo>
                  <a:lnTo>
                    <a:pt x="287929" y="38656"/>
                  </a:lnTo>
                  <a:lnTo>
                    <a:pt x="284211" y="34892"/>
                  </a:lnTo>
                  <a:lnTo>
                    <a:pt x="280375" y="31248"/>
                  </a:lnTo>
                  <a:lnTo>
                    <a:pt x="276427" y="27726"/>
                  </a:lnTo>
                  <a:lnTo>
                    <a:pt x="272368" y="24332"/>
                  </a:lnTo>
                  <a:lnTo>
                    <a:pt x="268205" y="21067"/>
                  </a:lnTo>
                  <a:lnTo>
                    <a:pt x="263940" y="17936"/>
                  </a:lnTo>
                  <a:lnTo>
                    <a:pt x="259578" y="14942"/>
                  </a:lnTo>
                  <a:lnTo>
                    <a:pt x="255124" y="12087"/>
                  </a:lnTo>
                  <a:lnTo>
                    <a:pt x="250581" y="9374"/>
                  </a:lnTo>
                  <a:lnTo>
                    <a:pt x="245955" y="6806"/>
                  </a:lnTo>
                  <a:lnTo>
                    <a:pt x="241250" y="4387"/>
                  </a:lnTo>
                  <a:lnTo>
                    <a:pt x="236471" y="2117"/>
                  </a:lnTo>
                  <a:lnTo>
                    <a:pt x="231622" y="0"/>
                  </a:lnTo>
                  <a:lnTo>
                    <a:pt x="167155" y="1542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5023544" y="941493"/>
              <a:ext cx="64467" cy="167167"/>
            </a:xfrm>
            <a:custGeom>
              <a:avLst/>
              <a:pathLst>
                <a:path w="64467" h="167167">
                  <a:moveTo>
                    <a:pt x="64467" y="12930"/>
                  </a:moveTo>
                  <a:lnTo>
                    <a:pt x="58875" y="10710"/>
                  </a:lnTo>
                  <a:lnTo>
                    <a:pt x="53207" y="8693"/>
                  </a:lnTo>
                  <a:lnTo>
                    <a:pt x="47470" y="6881"/>
                  </a:lnTo>
                  <a:lnTo>
                    <a:pt x="41672" y="5277"/>
                  </a:lnTo>
                  <a:lnTo>
                    <a:pt x="35819" y="3882"/>
                  </a:lnTo>
                  <a:lnTo>
                    <a:pt x="29920" y="2699"/>
                  </a:lnTo>
                  <a:lnTo>
                    <a:pt x="23983" y="1729"/>
                  </a:lnTo>
                  <a:lnTo>
                    <a:pt x="18014" y="973"/>
                  </a:lnTo>
                  <a:lnTo>
                    <a:pt x="12022" y="432"/>
                  </a:lnTo>
                  <a:lnTo>
                    <a:pt x="6015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74343" y="941493"/>
              <a:ext cx="111872" cy="167167"/>
            </a:xfrm>
            <a:custGeom>
              <a:avLst/>
              <a:pathLst>
                <a:path w="111872" h="167167">
                  <a:moveTo>
                    <a:pt x="111872" y="0"/>
                  </a:moveTo>
                  <a:lnTo>
                    <a:pt x="106302" y="92"/>
                  </a:lnTo>
                  <a:lnTo>
                    <a:pt x="100738" y="371"/>
                  </a:lnTo>
                  <a:lnTo>
                    <a:pt x="95187" y="834"/>
                  </a:lnTo>
                  <a:lnTo>
                    <a:pt x="89654" y="1483"/>
                  </a:lnTo>
                  <a:lnTo>
                    <a:pt x="84146" y="2315"/>
                  </a:lnTo>
                  <a:lnTo>
                    <a:pt x="78668" y="3330"/>
                  </a:lnTo>
                  <a:lnTo>
                    <a:pt x="73228" y="4527"/>
                  </a:lnTo>
                  <a:lnTo>
                    <a:pt x="67830" y="5905"/>
                  </a:lnTo>
                  <a:lnTo>
                    <a:pt x="62481" y="7462"/>
                  </a:lnTo>
                  <a:lnTo>
                    <a:pt x="57188" y="9197"/>
                  </a:lnTo>
                  <a:lnTo>
                    <a:pt x="51955" y="11106"/>
                  </a:lnTo>
                  <a:lnTo>
                    <a:pt x="46788" y="13189"/>
                  </a:lnTo>
                  <a:lnTo>
                    <a:pt x="41694" y="15443"/>
                  </a:lnTo>
                  <a:lnTo>
                    <a:pt x="36677" y="17866"/>
                  </a:lnTo>
                  <a:lnTo>
                    <a:pt x="31744" y="20454"/>
                  </a:lnTo>
                  <a:lnTo>
                    <a:pt x="26901" y="23206"/>
                  </a:lnTo>
                  <a:lnTo>
                    <a:pt x="22151" y="26117"/>
                  </a:lnTo>
                  <a:lnTo>
                    <a:pt x="17501" y="29184"/>
                  </a:lnTo>
                  <a:lnTo>
                    <a:pt x="12956" y="32405"/>
                  </a:lnTo>
                  <a:lnTo>
                    <a:pt x="8521" y="35776"/>
                  </a:lnTo>
                  <a:lnTo>
                    <a:pt x="4200" y="39292"/>
                  </a:lnTo>
                  <a:lnTo>
                    <a:pt x="0" y="42951"/>
                  </a:lnTo>
                  <a:lnTo>
                    <a:pt x="11187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74343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74343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4343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4343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4343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4343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4343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74343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4343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4343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4343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4343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4343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4343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4343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4343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74343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74343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19049" y="984444"/>
              <a:ext cx="167166" cy="252840"/>
            </a:xfrm>
            <a:custGeom>
              <a:avLst/>
              <a:pathLst>
                <a:path w="167166" h="252840">
                  <a:moveTo>
                    <a:pt x="55294" y="0"/>
                  </a:moveTo>
                  <a:lnTo>
                    <a:pt x="51332" y="3685"/>
                  </a:lnTo>
                  <a:lnTo>
                    <a:pt x="47492" y="7497"/>
                  </a:lnTo>
                  <a:lnTo>
                    <a:pt x="43777" y="11431"/>
                  </a:lnTo>
                  <a:lnTo>
                    <a:pt x="40192" y="15484"/>
                  </a:lnTo>
                  <a:lnTo>
                    <a:pt x="36739" y="19650"/>
                  </a:lnTo>
                  <a:lnTo>
                    <a:pt x="33423" y="23926"/>
                  </a:lnTo>
                  <a:lnTo>
                    <a:pt x="30248" y="28307"/>
                  </a:lnTo>
                  <a:lnTo>
                    <a:pt x="27215" y="32789"/>
                  </a:lnTo>
                  <a:lnTo>
                    <a:pt x="24330" y="37366"/>
                  </a:lnTo>
                  <a:lnTo>
                    <a:pt x="21594" y="42034"/>
                  </a:lnTo>
                  <a:lnTo>
                    <a:pt x="19010" y="46788"/>
                  </a:lnTo>
                  <a:lnTo>
                    <a:pt x="16582" y="51624"/>
                  </a:lnTo>
                  <a:lnTo>
                    <a:pt x="14312" y="56535"/>
                  </a:lnTo>
                  <a:lnTo>
                    <a:pt x="12201" y="61518"/>
                  </a:lnTo>
                  <a:lnTo>
                    <a:pt x="10253" y="66566"/>
                  </a:lnTo>
                  <a:lnTo>
                    <a:pt x="8470" y="71675"/>
                  </a:lnTo>
                  <a:lnTo>
                    <a:pt x="6852" y="76838"/>
                  </a:lnTo>
                  <a:lnTo>
                    <a:pt x="5403" y="82051"/>
                  </a:lnTo>
                  <a:lnTo>
                    <a:pt x="4123" y="87309"/>
                  </a:lnTo>
                  <a:lnTo>
                    <a:pt x="3014" y="92605"/>
                  </a:lnTo>
                  <a:lnTo>
                    <a:pt x="2077" y="97934"/>
                  </a:lnTo>
                  <a:lnTo>
                    <a:pt x="1313" y="103291"/>
                  </a:lnTo>
                  <a:lnTo>
                    <a:pt x="723" y="108669"/>
                  </a:lnTo>
                  <a:lnTo>
                    <a:pt x="307" y="114064"/>
                  </a:lnTo>
                  <a:lnTo>
                    <a:pt x="66" y="119470"/>
                  </a:lnTo>
                  <a:lnTo>
                    <a:pt x="0" y="124880"/>
                  </a:lnTo>
                  <a:lnTo>
                    <a:pt x="109" y="130290"/>
                  </a:lnTo>
                  <a:lnTo>
                    <a:pt x="393" y="135694"/>
                  </a:lnTo>
                  <a:lnTo>
                    <a:pt x="852" y="141085"/>
                  </a:lnTo>
                  <a:lnTo>
                    <a:pt x="1485" y="146459"/>
                  </a:lnTo>
                  <a:lnTo>
                    <a:pt x="2291" y="151809"/>
                  </a:lnTo>
                  <a:lnTo>
                    <a:pt x="3271" y="157131"/>
                  </a:lnTo>
                  <a:lnTo>
                    <a:pt x="4422" y="162418"/>
                  </a:lnTo>
                  <a:lnTo>
                    <a:pt x="5744" y="167665"/>
                  </a:lnTo>
                  <a:lnTo>
                    <a:pt x="7234" y="172866"/>
                  </a:lnTo>
                  <a:lnTo>
                    <a:pt x="8893" y="178017"/>
                  </a:lnTo>
                  <a:lnTo>
                    <a:pt x="10717" y="183111"/>
                  </a:lnTo>
                  <a:lnTo>
                    <a:pt x="12705" y="188144"/>
                  </a:lnTo>
                  <a:lnTo>
                    <a:pt x="14855" y="193109"/>
                  </a:lnTo>
                  <a:lnTo>
                    <a:pt x="17164" y="198002"/>
                  </a:lnTo>
                  <a:lnTo>
                    <a:pt x="19631" y="202818"/>
                  </a:lnTo>
                  <a:lnTo>
                    <a:pt x="22252" y="207552"/>
                  </a:lnTo>
                  <a:lnTo>
                    <a:pt x="25025" y="212198"/>
                  </a:lnTo>
                  <a:lnTo>
                    <a:pt x="27947" y="216753"/>
                  </a:lnTo>
                  <a:lnTo>
                    <a:pt x="31015" y="221210"/>
                  </a:lnTo>
                  <a:lnTo>
                    <a:pt x="34225" y="225565"/>
                  </a:lnTo>
                  <a:lnTo>
                    <a:pt x="37575" y="229815"/>
                  </a:lnTo>
                  <a:lnTo>
                    <a:pt x="41060" y="233954"/>
                  </a:lnTo>
                  <a:lnTo>
                    <a:pt x="44678" y="237977"/>
                  </a:lnTo>
                  <a:lnTo>
                    <a:pt x="48424" y="241882"/>
                  </a:lnTo>
                  <a:lnTo>
                    <a:pt x="52294" y="245663"/>
                  </a:lnTo>
                  <a:lnTo>
                    <a:pt x="56285" y="249317"/>
                  </a:lnTo>
                  <a:lnTo>
                    <a:pt x="60392" y="252840"/>
                  </a:lnTo>
                  <a:lnTo>
                    <a:pt x="167166" y="1242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79442" y="941493"/>
              <a:ext cx="273925" cy="334333"/>
            </a:xfrm>
            <a:custGeom>
              <a:avLst/>
              <a:pathLst>
                <a:path w="273925" h="334333">
                  <a:moveTo>
                    <a:pt x="0" y="295792"/>
                  </a:moveTo>
                  <a:lnTo>
                    <a:pt x="4128" y="299110"/>
                  </a:lnTo>
                  <a:lnTo>
                    <a:pt x="8361" y="302296"/>
                  </a:lnTo>
                  <a:lnTo>
                    <a:pt x="12691" y="305347"/>
                  </a:lnTo>
                  <a:lnTo>
                    <a:pt x="17117" y="308258"/>
                  </a:lnTo>
                  <a:lnTo>
                    <a:pt x="21632" y="311028"/>
                  </a:lnTo>
                  <a:lnTo>
                    <a:pt x="26233" y="313653"/>
                  </a:lnTo>
                  <a:lnTo>
                    <a:pt x="30915" y="316132"/>
                  </a:lnTo>
                  <a:lnTo>
                    <a:pt x="35673" y="318460"/>
                  </a:lnTo>
                  <a:lnTo>
                    <a:pt x="40502" y="320637"/>
                  </a:lnTo>
                  <a:lnTo>
                    <a:pt x="45398" y="322660"/>
                  </a:lnTo>
                  <a:lnTo>
                    <a:pt x="50355" y="324526"/>
                  </a:lnTo>
                  <a:lnTo>
                    <a:pt x="55369" y="326235"/>
                  </a:lnTo>
                  <a:lnTo>
                    <a:pt x="60435" y="327784"/>
                  </a:lnTo>
                  <a:lnTo>
                    <a:pt x="65547" y="329171"/>
                  </a:lnTo>
                  <a:lnTo>
                    <a:pt x="70701" y="330396"/>
                  </a:lnTo>
                  <a:lnTo>
                    <a:pt x="75891" y="331457"/>
                  </a:lnTo>
                  <a:lnTo>
                    <a:pt x="81112" y="332353"/>
                  </a:lnTo>
                  <a:lnTo>
                    <a:pt x="86359" y="333083"/>
                  </a:lnTo>
                  <a:lnTo>
                    <a:pt x="91626" y="333647"/>
                  </a:lnTo>
                  <a:lnTo>
                    <a:pt x="96908" y="334043"/>
                  </a:lnTo>
                  <a:lnTo>
                    <a:pt x="102200" y="334272"/>
                  </a:lnTo>
                  <a:lnTo>
                    <a:pt x="107497" y="334333"/>
                  </a:lnTo>
                  <a:lnTo>
                    <a:pt x="112793" y="334226"/>
                  </a:lnTo>
                  <a:lnTo>
                    <a:pt x="118084" y="333951"/>
                  </a:lnTo>
                  <a:lnTo>
                    <a:pt x="123362" y="333509"/>
                  </a:lnTo>
                  <a:lnTo>
                    <a:pt x="128624" y="332900"/>
                  </a:lnTo>
                  <a:lnTo>
                    <a:pt x="133865" y="332125"/>
                  </a:lnTo>
                  <a:lnTo>
                    <a:pt x="139078" y="331183"/>
                  </a:lnTo>
                  <a:lnTo>
                    <a:pt x="144258" y="330077"/>
                  </a:lnTo>
                  <a:lnTo>
                    <a:pt x="149401" y="328808"/>
                  </a:lnTo>
                  <a:lnTo>
                    <a:pt x="154501" y="327376"/>
                  </a:lnTo>
                  <a:lnTo>
                    <a:pt x="159553" y="325784"/>
                  </a:lnTo>
                  <a:lnTo>
                    <a:pt x="164552" y="324032"/>
                  </a:lnTo>
                  <a:lnTo>
                    <a:pt x="169493" y="322122"/>
                  </a:lnTo>
                  <a:lnTo>
                    <a:pt x="174371" y="320057"/>
                  </a:lnTo>
                  <a:lnTo>
                    <a:pt x="179182" y="317839"/>
                  </a:lnTo>
                  <a:lnTo>
                    <a:pt x="183919" y="315469"/>
                  </a:lnTo>
                  <a:lnTo>
                    <a:pt x="188579" y="312950"/>
                  </a:lnTo>
                  <a:lnTo>
                    <a:pt x="193157" y="310285"/>
                  </a:lnTo>
                  <a:lnTo>
                    <a:pt x="197649" y="307476"/>
                  </a:lnTo>
                  <a:lnTo>
                    <a:pt x="202048" y="304526"/>
                  </a:lnTo>
                  <a:lnTo>
                    <a:pt x="206353" y="301438"/>
                  </a:lnTo>
                  <a:lnTo>
                    <a:pt x="210557" y="298216"/>
                  </a:lnTo>
                  <a:lnTo>
                    <a:pt x="214657" y="294862"/>
                  </a:lnTo>
                  <a:lnTo>
                    <a:pt x="218649" y="291380"/>
                  </a:lnTo>
                  <a:lnTo>
                    <a:pt x="222528" y="287772"/>
                  </a:lnTo>
                  <a:lnTo>
                    <a:pt x="226291" y="284044"/>
                  </a:lnTo>
                  <a:lnTo>
                    <a:pt x="229935" y="280199"/>
                  </a:lnTo>
                  <a:lnTo>
                    <a:pt x="233454" y="276240"/>
                  </a:lnTo>
                  <a:lnTo>
                    <a:pt x="236846" y="272171"/>
                  </a:lnTo>
                  <a:lnTo>
                    <a:pt x="240108" y="267997"/>
                  </a:lnTo>
                  <a:lnTo>
                    <a:pt x="243236" y="263722"/>
                  </a:lnTo>
                  <a:lnTo>
                    <a:pt x="246227" y="259350"/>
                  </a:lnTo>
                  <a:lnTo>
                    <a:pt x="249077" y="254885"/>
                  </a:lnTo>
                  <a:lnTo>
                    <a:pt x="251785" y="250332"/>
                  </a:lnTo>
                  <a:lnTo>
                    <a:pt x="254347" y="245696"/>
                  </a:lnTo>
                  <a:lnTo>
                    <a:pt x="256761" y="240981"/>
                  </a:lnTo>
                  <a:lnTo>
                    <a:pt x="259025" y="236191"/>
                  </a:lnTo>
                  <a:lnTo>
                    <a:pt x="261135" y="231333"/>
                  </a:lnTo>
                  <a:lnTo>
                    <a:pt x="263091" y="226410"/>
                  </a:lnTo>
                  <a:lnTo>
                    <a:pt x="264889" y="221427"/>
                  </a:lnTo>
                  <a:lnTo>
                    <a:pt x="266529" y="216390"/>
                  </a:lnTo>
                  <a:lnTo>
                    <a:pt x="268009" y="211304"/>
                  </a:lnTo>
                  <a:lnTo>
                    <a:pt x="269326" y="206173"/>
                  </a:lnTo>
                  <a:lnTo>
                    <a:pt x="270480" y="201003"/>
                  </a:lnTo>
                  <a:lnTo>
                    <a:pt x="271470" y="195799"/>
                  </a:lnTo>
                  <a:lnTo>
                    <a:pt x="272295" y="190566"/>
                  </a:lnTo>
                  <a:lnTo>
                    <a:pt x="272953" y="185310"/>
                  </a:lnTo>
                  <a:lnTo>
                    <a:pt x="273444" y="180036"/>
                  </a:lnTo>
                  <a:lnTo>
                    <a:pt x="273769" y="174748"/>
                  </a:lnTo>
                  <a:lnTo>
                    <a:pt x="273925" y="169453"/>
                  </a:lnTo>
                  <a:lnTo>
                    <a:pt x="273913" y="164156"/>
                  </a:lnTo>
                  <a:lnTo>
                    <a:pt x="273734" y="158862"/>
                  </a:lnTo>
                  <a:lnTo>
                    <a:pt x="273387" y="153576"/>
                  </a:lnTo>
                  <a:lnTo>
                    <a:pt x="272873" y="148304"/>
                  </a:lnTo>
                  <a:lnTo>
                    <a:pt x="272192" y="143051"/>
                  </a:lnTo>
                  <a:lnTo>
                    <a:pt x="271345" y="137822"/>
                  </a:lnTo>
                  <a:lnTo>
                    <a:pt x="270332" y="132622"/>
                  </a:lnTo>
                  <a:lnTo>
                    <a:pt x="269156" y="127457"/>
                  </a:lnTo>
                  <a:lnTo>
                    <a:pt x="267816" y="122332"/>
                  </a:lnTo>
                  <a:lnTo>
                    <a:pt x="266315" y="117252"/>
                  </a:lnTo>
                  <a:lnTo>
                    <a:pt x="264653" y="112222"/>
                  </a:lnTo>
                  <a:lnTo>
                    <a:pt x="262833" y="107248"/>
                  </a:lnTo>
                  <a:lnTo>
                    <a:pt x="260856" y="102333"/>
                  </a:lnTo>
                  <a:lnTo>
                    <a:pt x="258724" y="97484"/>
                  </a:lnTo>
                  <a:lnTo>
                    <a:pt x="256440" y="92704"/>
                  </a:lnTo>
                  <a:lnTo>
                    <a:pt x="254006" y="87999"/>
                  </a:lnTo>
                  <a:lnTo>
                    <a:pt x="251423" y="83374"/>
                  </a:lnTo>
                  <a:lnTo>
                    <a:pt x="248696" y="78833"/>
                  </a:lnTo>
                  <a:lnTo>
                    <a:pt x="245826" y="74381"/>
                  </a:lnTo>
                  <a:lnTo>
                    <a:pt x="242816" y="70022"/>
                  </a:lnTo>
                  <a:lnTo>
                    <a:pt x="239670" y="65760"/>
                  </a:lnTo>
                  <a:lnTo>
                    <a:pt x="236390" y="61600"/>
                  </a:lnTo>
                  <a:lnTo>
                    <a:pt x="232980" y="57546"/>
                  </a:lnTo>
                  <a:lnTo>
                    <a:pt x="229444" y="53603"/>
                  </a:lnTo>
                  <a:lnTo>
                    <a:pt x="225784" y="49773"/>
                  </a:lnTo>
                  <a:lnTo>
                    <a:pt x="222005" y="46061"/>
                  </a:lnTo>
                  <a:lnTo>
                    <a:pt x="218110" y="42471"/>
                  </a:lnTo>
                  <a:lnTo>
                    <a:pt x="214103" y="39006"/>
                  </a:lnTo>
                  <a:lnTo>
                    <a:pt x="209988" y="35670"/>
                  </a:lnTo>
                  <a:lnTo>
                    <a:pt x="205770" y="32465"/>
                  </a:lnTo>
                  <a:lnTo>
                    <a:pt x="201453" y="29396"/>
                  </a:lnTo>
                  <a:lnTo>
                    <a:pt x="197040" y="26466"/>
                  </a:lnTo>
                  <a:lnTo>
                    <a:pt x="192536" y="23676"/>
                  </a:lnTo>
                  <a:lnTo>
                    <a:pt x="187947" y="21031"/>
                  </a:lnTo>
                  <a:lnTo>
                    <a:pt x="183276" y="18532"/>
                  </a:lnTo>
                  <a:lnTo>
                    <a:pt x="178528" y="16183"/>
                  </a:lnTo>
                  <a:lnTo>
                    <a:pt x="173708" y="13985"/>
                  </a:lnTo>
                  <a:lnTo>
                    <a:pt x="168821" y="11941"/>
                  </a:lnTo>
                  <a:lnTo>
                    <a:pt x="163872" y="10053"/>
                  </a:lnTo>
                  <a:lnTo>
                    <a:pt x="158865" y="8323"/>
                  </a:lnTo>
                  <a:lnTo>
                    <a:pt x="153806" y="6752"/>
                  </a:lnTo>
                  <a:lnTo>
                    <a:pt x="148700" y="5343"/>
                  </a:lnTo>
                  <a:lnTo>
                    <a:pt x="143552" y="4096"/>
                  </a:lnTo>
                  <a:lnTo>
                    <a:pt x="138367" y="3012"/>
                  </a:lnTo>
                  <a:lnTo>
                    <a:pt x="133150" y="2094"/>
                  </a:lnTo>
                  <a:lnTo>
                    <a:pt x="127906" y="1341"/>
                  </a:lnTo>
                  <a:lnTo>
                    <a:pt x="122642" y="754"/>
                  </a:lnTo>
                  <a:lnTo>
                    <a:pt x="117361" y="335"/>
                  </a:lnTo>
                  <a:lnTo>
                    <a:pt x="112070" y="83"/>
                  </a:lnTo>
                  <a:lnTo>
                    <a:pt x="106773" y="0"/>
                  </a:lnTo>
                  <a:lnTo>
                    <a:pt x="10677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797346" y="1071028"/>
              <a:ext cx="287400" cy="334330"/>
            </a:xfrm>
            <a:custGeom>
              <a:avLst/>
              <a:pathLst>
                <a:path w="287400" h="334330">
                  <a:moveTo>
                    <a:pt x="167155" y="0"/>
                  </a:moveTo>
                  <a:lnTo>
                    <a:pt x="161838" y="84"/>
                  </a:lnTo>
                  <a:lnTo>
                    <a:pt x="156527" y="338"/>
                  </a:lnTo>
                  <a:lnTo>
                    <a:pt x="151226" y="760"/>
                  </a:lnTo>
                  <a:lnTo>
                    <a:pt x="145942" y="1351"/>
                  </a:lnTo>
                  <a:lnTo>
                    <a:pt x="140679" y="2109"/>
                  </a:lnTo>
                  <a:lnTo>
                    <a:pt x="135443" y="3035"/>
                  </a:lnTo>
                  <a:lnTo>
                    <a:pt x="130239" y="4127"/>
                  </a:lnTo>
                  <a:lnTo>
                    <a:pt x="125072" y="5383"/>
                  </a:lnTo>
                  <a:lnTo>
                    <a:pt x="119948" y="6803"/>
                  </a:lnTo>
                  <a:lnTo>
                    <a:pt x="114871" y="8386"/>
                  </a:lnTo>
                  <a:lnTo>
                    <a:pt x="109848" y="10129"/>
                  </a:lnTo>
                  <a:lnTo>
                    <a:pt x="104882" y="12031"/>
                  </a:lnTo>
                  <a:lnTo>
                    <a:pt x="99980" y="14090"/>
                  </a:lnTo>
                  <a:lnTo>
                    <a:pt x="95145" y="16304"/>
                  </a:lnTo>
                  <a:lnTo>
                    <a:pt x="90384" y="18671"/>
                  </a:lnTo>
                  <a:lnTo>
                    <a:pt x="85700" y="21187"/>
                  </a:lnTo>
                  <a:lnTo>
                    <a:pt x="81098" y="23852"/>
                  </a:lnTo>
                  <a:lnTo>
                    <a:pt x="76584" y="26661"/>
                  </a:lnTo>
                  <a:lnTo>
                    <a:pt x="72161" y="29613"/>
                  </a:lnTo>
                  <a:lnTo>
                    <a:pt x="67834" y="32704"/>
                  </a:lnTo>
                  <a:lnTo>
                    <a:pt x="63608" y="35931"/>
                  </a:lnTo>
                  <a:lnTo>
                    <a:pt x="59486" y="39290"/>
                  </a:lnTo>
                  <a:lnTo>
                    <a:pt x="55474" y="42779"/>
                  </a:lnTo>
                  <a:lnTo>
                    <a:pt x="51574" y="46394"/>
                  </a:lnTo>
                  <a:lnTo>
                    <a:pt x="47792" y="50131"/>
                  </a:lnTo>
                  <a:lnTo>
                    <a:pt x="44130" y="53987"/>
                  </a:lnTo>
                  <a:lnTo>
                    <a:pt x="40592" y="57957"/>
                  </a:lnTo>
                  <a:lnTo>
                    <a:pt x="37183" y="62037"/>
                  </a:lnTo>
                  <a:lnTo>
                    <a:pt x="33905" y="66224"/>
                  </a:lnTo>
                  <a:lnTo>
                    <a:pt x="30762" y="70513"/>
                  </a:lnTo>
                  <a:lnTo>
                    <a:pt x="27757" y="74900"/>
                  </a:lnTo>
                  <a:lnTo>
                    <a:pt x="24893" y="79380"/>
                  </a:lnTo>
                  <a:lnTo>
                    <a:pt x="22173" y="83949"/>
                  </a:lnTo>
                  <a:lnTo>
                    <a:pt x="19600" y="88602"/>
                  </a:lnTo>
                  <a:lnTo>
                    <a:pt x="17176" y="93334"/>
                  </a:lnTo>
                  <a:lnTo>
                    <a:pt x="14903" y="98142"/>
                  </a:lnTo>
                  <a:lnTo>
                    <a:pt x="12785" y="103019"/>
                  </a:lnTo>
                  <a:lnTo>
                    <a:pt x="10823" y="107961"/>
                  </a:lnTo>
                  <a:lnTo>
                    <a:pt x="9019" y="112963"/>
                  </a:lnTo>
                  <a:lnTo>
                    <a:pt x="7375" y="118020"/>
                  </a:lnTo>
                  <a:lnTo>
                    <a:pt x="5893" y="123126"/>
                  </a:lnTo>
                  <a:lnTo>
                    <a:pt x="4574" y="128278"/>
                  </a:lnTo>
                  <a:lnTo>
                    <a:pt x="3419" y="133468"/>
                  </a:lnTo>
                  <a:lnTo>
                    <a:pt x="2430" y="138693"/>
                  </a:lnTo>
                  <a:lnTo>
                    <a:pt x="1608" y="143946"/>
                  </a:lnTo>
                  <a:lnTo>
                    <a:pt x="953" y="149223"/>
                  </a:lnTo>
                  <a:lnTo>
                    <a:pt x="466" y="154518"/>
                  </a:lnTo>
                  <a:lnTo>
                    <a:pt x="149" y="159826"/>
                  </a:lnTo>
                  <a:lnTo>
                    <a:pt x="0" y="165141"/>
                  </a:lnTo>
                  <a:lnTo>
                    <a:pt x="20" y="170458"/>
                  </a:lnTo>
                  <a:lnTo>
                    <a:pt x="209" y="175772"/>
                  </a:lnTo>
                  <a:lnTo>
                    <a:pt x="567" y="181077"/>
                  </a:lnTo>
                  <a:lnTo>
                    <a:pt x="1094" y="186368"/>
                  </a:lnTo>
                  <a:lnTo>
                    <a:pt x="1788" y="191640"/>
                  </a:lnTo>
                  <a:lnTo>
                    <a:pt x="2650" y="196887"/>
                  </a:lnTo>
                  <a:lnTo>
                    <a:pt x="3679" y="202104"/>
                  </a:lnTo>
                  <a:lnTo>
                    <a:pt x="4873" y="207286"/>
                  </a:lnTo>
                  <a:lnTo>
                    <a:pt x="6231" y="212427"/>
                  </a:lnTo>
                  <a:lnTo>
                    <a:pt x="7752" y="217522"/>
                  </a:lnTo>
                  <a:lnTo>
                    <a:pt x="9434" y="222566"/>
                  </a:lnTo>
                  <a:lnTo>
                    <a:pt x="11275" y="227554"/>
                  </a:lnTo>
                  <a:lnTo>
                    <a:pt x="13275" y="232481"/>
                  </a:lnTo>
                  <a:lnTo>
                    <a:pt x="15430" y="237342"/>
                  </a:lnTo>
                  <a:lnTo>
                    <a:pt x="17739" y="242132"/>
                  </a:lnTo>
                  <a:lnTo>
                    <a:pt x="20198" y="246846"/>
                  </a:lnTo>
                  <a:lnTo>
                    <a:pt x="22807" y="251480"/>
                  </a:lnTo>
                  <a:lnTo>
                    <a:pt x="25562" y="256028"/>
                  </a:lnTo>
                  <a:lnTo>
                    <a:pt x="28459" y="260487"/>
                  </a:lnTo>
                  <a:lnTo>
                    <a:pt x="31497" y="264850"/>
                  </a:lnTo>
                  <a:lnTo>
                    <a:pt x="34673" y="269116"/>
                  </a:lnTo>
                  <a:lnTo>
                    <a:pt x="37982" y="273277"/>
                  </a:lnTo>
                  <a:lnTo>
                    <a:pt x="41422" y="277332"/>
                  </a:lnTo>
                  <a:lnTo>
                    <a:pt x="44990" y="281275"/>
                  </a:lnTo>
                  <a:lnTo>
                    <a:pt x="48681" y="285103"/>
                  </a:lnTo>
                  <a:lnTo>
                    <a:pt x="52491" y="288811"/>
                  </a:lnTo>
                  <a:lnTo>
                    <a:pt x="56418" y="292396"/>
                  </a:lnTo>
                  <a:lnTo>
                    <a:pt x="60457" y="295855"/>
                  </a:lnTo>
                  <a:lnTo>
                    <a:pt x="64604" y="299183"/>
                  </a:lnTo>
                  <a:lnTo>
                    <a:pt x="68855" y="302378"/>
                  </a:lnTo>
                  <a:lnTo>
                    <a:pt x="73205" y="305436"/>
                  </a:lnTo>
                  <a:lnTo>
                    <a:pt x="77650" y="308354"/>
                  </a:lnTo>
                  <a:lnTo>
                    <a:pt x="82185" y="311129"/>
                  </a:lnTo>
                  <a:lnTo>
                    <a:pt x="86807" y="313759"/>
                  </a:lnTo>
                  <a:lnTo>
                    <a:pt x="91510" y="316240"/>
                  </a:lnTo>
                  <a:lnTo>
                    <a:pt x="96289" y="318571"/>
                  </a:lnTo>
                  <a:lnTo>
                    <a:pt x="101140" y="320748"/>
                  </a:lnTo>
                  <a:lnTo>
                    <a:pt x="106058" y="322770"/>
                  </a:lnTo>
                  <a:lnTo>
                    <a:pt x="111038" y="324634"/>
                  </a:lnTo>
                  <a:lnTo>
                    <a:pt x="116075" y="326339"/>
                  </a:lnTo>
                  <a:lnTo>
                    <a:pt x="121163" y="327883"/>
                  </a:lnTo>
                  <a:lnTo>
                    <a:pt x="126298" y="329265"/>
                  </a:lnTo>
                  <a:lnTo>
                    <a:pt x="131474" y="330482"/>
                  </a:lnTo>
                  <a:lnTo>
                    <a:pt x="136686" y="331534"/>
                  </a:lnTo>
                  <a:lnTo>
                    <a:pt x="141929" y="332420"/>
                  </a:lnTo>
                  <a:lnTo>
                    <a:pt x="147197" y="333139"/>
                  </a:lnTo>
                  <a:lnTo>
                    <a:pt x="152486" y="333690"/>
                  </a:lnTo>
                  <a:lnTo>
                    <a:pt x="157790" y="334072"/>
                  </a:lnTo>
                  <a:lnTo>
                    <a:pt x="163103" y="334285"/>
                  </a:lnTo>
                  <a:lnTo>
                    <a:pt x="168420" y="334330"/>
                  </a:lnTo>
                  <a:lnTo>
                    <a:pt x="173736" y="334205"/>
                  </a:lnTo>
                  <a:lnTo>
                    <a:pt x="179045" y="333911"/>
                  </a:lnTo>
                  <a:lnTo>
                    <a:pt x="184342" y="333448"/>
                  </a:lnTo>
                  <a:lnTo>
                    <a:pt x="189622" y="332818"/>
                  </a:lnTo>
                  <a:lnTo>
                    <a:pt x="194879" y="332019"/>
                  </a:lnTo>
                  <a:lnTo>
                    <a:pt x="200108" y="331054"/>
                  </a:lnTo>
                  <a:lnTo>
                    <a:pt x="205304" y="329923"/>
                  </a:lnTo>
                  <a:lnTo>
                    <a:pt x="210461" y="328628"/>
                  </a:lnTo>
                  <a:lnTo>
                    <a:pt x="215574" y="327169"/>
                  </a:lnTo>
                  <a:lnTo>
                    <a:pt x="220638" y="325548"/>
                  </a:lnTo>
                  <a:lnTo>
                    <a:pt x="225648" y="323767"/>
                  </a:lnTo>
                  <a:lnTo>
                    <a:pt x="230599" y="321827"/>
                  </a:lnTo>
                  <a:lnTo>
                    <a:pt x="235486" y="319731"/>
                  </a:lnTo>
                  <a:lnTo>
                    <a:pt x="240304" y="317481"/>
                  </a:lnTo>
                  <a:lnTo>
                    <a:pt x="245047" y="315078"/>
                  </a:lnTo>
                  <a:lnTo>
                    <a:pt x="249712" y="312526"/>
                  </a:lnTo>
                  <a:lnTo>
                    <a:pt x="254293" y="309827"/>
                  </a:lnTo>
                  <a:lnTo>
                    <a:pt x="258786" y="306983"/>
                  </a:lnTo>
                  <a:lnTo>
                    <a:pt x="263187" y="303998"/>
                  </a:lnTo>
                  <a:lnTo>
                    <a:pt x="267490" y="300875"/>
                  </a:lnTo>
                  <a:lnTo>
                    <a:pt x="271692" y="297616"/>
                  </a:lnTo>
                  <a:lnTo>
                    <a:pt x="275788" y="294225"/>
                  </a:lnTo>
                  <a:lnTo>
                    <a:pt x="279774" y="290706"/>
                  </a:lnTo>
                  <a:lnTo>
                    <a:pt x="283646" y="287062"/>
                  </a:lnTo>
                  <a:lnTo>
                    <a:pt x="287400" y="283296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120245" cy="116129"/>
            </a:xfrm>
            <a:custGeom>
              <a:avLst/>
              <a:pathLst>
                <a:path w="120245" h="116129">
                  <a:moveTo>
                    <a:pt x="120245" y="11612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120245" cy="116129"/>
            </a:xfrm>
            <a:custGeom>
              <a:avLst/>
              <a:pathLst>
                <a:path w="120245" h="116129">
                  <a:moveTo>
                    <a:pt x="120245" y="11612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120245" cy="116129"/>
            </a:xfrm>
            <a:custGeom>
              <a:avLst/>
              <a:pathLst>
                <a:path w="120245" h="116129">
                  <a:moveTo>
                    <a:pt x="120245" y="11612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120245" cy="116129"/>
            </a:xfrm>
            <a:custGeom>
              <a:avLst/>
              <a:pathLst>
                <a:path w="120245" h="116129">
                  <a:moveTo>
                    <a:pt x="120245" y="11612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120245" cy="116129"/>
            </a:xfrm>
            <a:custGeom>
              <a:avLst/>
              <a:pathLst>
                <a:path w="120245" h="116129">
                  <a:moveTo>
                    <a:pt x="120245" y="11612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20245" cy="116129"/>
            </a:xfrm>
            <a:custGeom>
              <a:avLst/>
              <a:pathLst>
                <a:path w="120245" h="116129">
                  <a:moveTo>
                    <a:pt x="120245" y="11612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20245" cy="116129"/>
            </a:xfrm>
            <a:custGeom>
              <a:avLst/>
              <a:pathLst>
                <a:path w="120245" h="116129">
                  <a:moveTo>
                    <a:pt x="120245" y="11612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20245" cy="116129"/>
            </a:xfrm>
            <a:custGeom>
              <a:avLst/>
              <a:pathLst>
                <a:path w="120245" h="116129">
                  <a:moveTo>
                    <a:pt x="120245" y="11612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20245" cy="116129"/>
            </a:xfrm>
            <a:custGeom>
              <a:avLst/>
              <a:pathLst>
                <a:path w="120245" h="116129">
                  <a:moveTo>
                    <a:pt x="120245" y="11612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20245" cy="116129"/>
            </a:xfrm>
            <a:custGeom>
              <a:avLst/>
              <a:pathLst>
                <a:path w="120245" h="116129">
                  <a:moveTo>
                    <a:pt x="120245" y="11612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20245" cy="116129"/>
            </a:xfrm>
            <a:custGeom>
              <a:avLst/>
              <a:pathLst>
                <a:path w="120245" h="116129">
                  <a:moveTo>
                    <a:pt x="120245" y="11612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20245" cy="116129"/>
            </a:xfrm>
            <a:custGeom>
              <a:avLst/>
              <a:pathLst>
                <a:path w="120245" h="116129">
                  <a:moveTo>
                    <a:pt x="120245" y="11612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120245" cy="116129"/>
            </a:xfrm>
            <a:custGeom>
              <a:avLst/>
              <a:pathLst>
                <a:path w="120245" h="116129">
                  <a:moveTo>
                    <a:pt x="120245" y="11612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120245" cy="116129"/>
            </a:xfrm>
            <a:custGeom>
              <a:avLst/>
              <a:pathLst>
                <a:path w="120245" h="116129">
                  <a:moveTo>
                    <a:pt x="120245" y="11612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120245" cy="116129"/>
            </a:xfrm>
            <a:custGeom>
              <a:avLst/>
              <a:pathLst>
                <a:path w="120245" h="116129">
                  <a:moveTo>
                    <a:pt x="120245" y="11612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120245" cy="116129"/>
            </a:xfrm>
            <a:custGeom>
              <a:avLst/>
              <a:pathLst>
                <a:path w="120245" h="116129">
                  <a:moveTo>
                    <a:pt x="120245" y="11612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120245" cy="116129"/>
            </a:xfrm>
            <a:custGeom>
              <a:avLst/>
              <a:pathLst>
                <a:path w="120245" h="116129">
                  <a:moveTo>
                    <a:pt x="120245" y="11612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079267"/>
              <a:ext cx="167166" cy="275057"/>
            </a:xfrm>
            <a:custGeom>
              <a:avLst/>
              <a:pathLst>
                <a:path w="167166" h="275057">
                  <a:moveTo>
                    <a:pt x="120245" y="275057"/>
                  </a:moveTo>
                  <a:lnTo>
                    <a:pt x="123912" y="271136"/>
                  </a:lnTo>
                  <a:lnTo>
                    <a:pt x="127452" y="267099"/>
                  </a:lnTo>
                  <a:lnTo>
                    <a:pt x="130860" y="262950"/>
                  </a:lnTo>
                  <a:lnTo>
                    <a:pt x="134133" y="258694"/>
                  </a:lnTo>
                  <a:lnTo>
                    <a:pt x="137268" y="254335"/>
                  </a:lnTo>
                  <a:lnTo>
                    <a:pt x="140261" y="249878"/>
                  </a:lnTo>
                  <a:lnTo>
                    <a:pt x="143109" y="245326"/>
                  </a:lnTo>
                  <a:lnTo>
                    <a:pt x="145810" y="240686"/>
                  </a:lnTo>
                  <a:lnTo>
                    <a:pt x="148360" y="235961"/>
                  </a:lnTo>
                  <a:lnTo>
                    <a:pt x="150757" y="231157"/>
                  </a:lnTo>
                  <a:lnTo>
                    <a:pt x="152999" y="226278"/>
                  </a:lnTo>
                  <a:lnTo>
                    <a:pt x="155083" y="221330"/>
                  </a:lnTo>
                  <a:lnTo>
                    <a:pt x="157007" y="216318"/>
                  </a:lnTo>
                  <a:lnTo>
                    <a:pt x="158769" y="211246"/>
                  </a:lnTo>
                  <a:lnTo>
                    <a:pt x="160367" y="206120"/>
                  </a:lnTo>
                  <a:lnTo>
                    <a:pt x="161800" y="200946"/>
                  </a:lnTo>
                  <a:lnTo>
                    <a:pt x="163066" y="195728"/>
                  </a:lnTo>
                  <a:lnTo>
                    <a:pt x="164164" y="190472"/>
                  </a:lnTo>
                  <a:lnTo>
                    <a:pt x="165092" y="185184"/>
                  </a:lnTo>
                  <a:lnTo>
                    <a:pt x="165850" y="179869"/>
                  </a:lnTo>
                  <a:lnTo>
                    <a:pt x="166437" y="174532"/>
                  </a:lnTo>
                  <a:lnTo>
                    <a:pt x="166852" y="169179"/>
                  </a:lnTo>
                  <a:lnTo>
                    <a:pt x="167095" y="163815"/>
                  </a:lnTo>
                  <a:lnTo>
                    <a:pt x="167166" y="158447"/>
                  </a:lnTo>
                  <a:lnTo>
                    <a:pt x="167065" y="153079"/>
                  </a:lnTo>
                  <a:lnTo>
                    <a:pt x="166791" y="147717"/>
                  </a:lnTo>
                  <a:lnTo>
                    <a:pt x="166344" y="142366"/>
                  </a:lnTo>
                  <a:lnTo>
                    <a:pt x="165727" y="137033"/>
                  </a:lnTo>
                  <a:lnTo>
                    <a:pt x="164938" y="131722"/>
                  </a:lnTo>
                  <a:lnTo>
                    <a:pt x="163979" y="126439"/>
                  </a:lnTo>
                  <a:lnTo>
                    <a:pt x="162851" y="121190"/>
                  </a:lnTo>
                  <a:lnTo>
                    <a:pt x="161556" y="115979"/>
                  </a:lnTo>
                  <a:lnTo>
                    <a:pt x="160093" y="110813"/>
                  </a:lnTo>
                  <a:lnTo>
                    <a:pt x="158465" y="105697"/>
                  </a:lnTo>
                  <a:lnTo>
                    <a:pt x="156674" y="100635"/>
                  </a:lnTo>
                  <a:lnTo>
                    <a:pt x="154721" y="95634"/>
                  </a:lnTo>
                  <a:lnTo>
                    <a:pt x="152609" y="90698"/>
                  </a:lnTo>
                  <a:lnTo>
                    <a:pt x="150339" y="85832"/>
                  </a:lnTo>
                  <a:lnTo>
                    <a:pt x="147914" y="81042"/>
                  </a:lnTo>
                  <a:lnTo>
                    <a:pt x="145336" y="76332"/>
                  </a:lnTo>
                  <a:lnTo>
                    <a:pt x="142609" y="71707"/>
                  </a:lnTo>
                  <a:lnTo>
                    <a:pt x="139734" y="67173"/>
                  </a:lnTo>
                  <a:lnTo>
                    <a:pt x="136716" y="62732"/>
                  </a:lnTo>
                  <a:lnTo>
                    <a:pt x="133556" y="58392"/>
                  </a:lnTo>
                  <a:lnTo>
                    <a:pt x="130258" y="54154"/>
                  </a:lnTo>
                  <a:lnTo>
                    <a:pt x="126827" y="50025"/>
                  </a:lnTo>
                  <a:lnTo>
                    <a:pt x="123264" y="46009"/>
                  </a:lnTo>
                  <a:lnTo>
                    <a:pt x="119574" y="42108"/>
                  </a:lnTo>
                  <a:lnTo>
                    <a:pt x="115761" y="38329"/>
                  </a:lnTo>
                  <a:lnTo>
                    <a:pt x="111828" y="34673"/>
                  </a:lnTo>
                  <a:lnTo>
                    <a:pt x="107780" y="31146"/>
                  </a:lnTo>
                  <a:lnTo>
                    <a:pt x="103621" y="27751"/>
                  </a:lnTo>
                  <a:lnTo>
                    <a:pt x="99355" y="24491"/>
                  </a:lnTo>
                  <a:lnTo>
                    <a:pt x="94986" y="21369"/>
                  </a:lnTo>
                  <a:lnTo>
                    <a:pt x="90520" y="18390"/>
                  </a:lnTo>
                  <a:lnTo>
                    <a:pt x="85960" y="15555"/>
                  </a:lnTo>
                  <a:lnTo>
                    <a:pt x="81311" y="12869"/>
                  </a:lnTo>
                  <a:lnTo>
                    <a:pt x="76579" y="10333"/>
                  </a:lnTo>
                  <a:lnTo>
                    <a:pt x="71767" y="7950"/>
                  </a:lnTo>
                  <a:lnTo>
                    <a:pt x="66882" y="5724"/>
                  </a:lnTo>
                  <a:lnTo>
                    <a:pt x="61927" y="3655"/>
                  </a:lnTo>
                  <a:lnTo>
                    <a:pt x="56909" y="1746"/>
                  </a:lnTo>
                  <a:lnTo>
                    <a:pt x="51832" y="0"/>
                  </a:lnTo>
                  <a:lnTo>
                    <a:pt x="0" y="1589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071028"/>
              <a:ext cx="51832" cy="167167"/>
            </a:xfrm>
            <a:custGeom>
              <a:avLst/>
              <a:pathLst>
                <a:path w="51832" h="167167">
                  <a:moveTo>
                    <a:pt x="51832" y="8238"/>
                  </a:moveTo>
                  <a:lnTo>
                    <a:pt x="46234" y="6520"/>
                  </a:lnTo>
                  <a:lnTo>
                    <a:pt x="40580" y="5000"/>
                  </a:lnTo>
                  <a:lnTo>
                    <a:pt x="34875" y="3678"/>
                  </a:lnTo>
                  <a:lnTo>
                    <a:pt x="29128" y="2557"/>
                  </a:lnTo>
                  <a:lnTo>
                    <a:pt x="23346" y="1638"/>
                  </a:lnTo>
                  <a:lnTo>
                    <a:pt x="17534" y="922"/>
                  </a:lnTo>
                  <a:lnTo>
                    <a:pt x="11701" y="410"/>
                  </a:lnTo>
                  <a:lnTo>
                    <a:pt x="5854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65535" y="1322571"/>
              <a:ext cx="123185" cy="167167"/>
            </a:xfrm>
            <a:custGeom>
              <a:avLst/>
              <a:pathLst>
                <a:path w="123185" h="167167">
                  <a:moveTo>
                    <a:pt x="123185" y="0"/>
                  </a:moveTo>
                  <a:lnTo>
                    <a:pt x="117646" y="91"/>
                  </a:lnTo>
                  <a:lnTo>
                    <a:pt x="112114" y="367"/>
                  </a:lnTo>
                  <a:lnTo>
                    <a:pt x="106593" y="825"/>
                  </a:lnTo>
                  <a:lnTo>
                    <a:pt x="101091" y="1466"/>
                  </a:lnTo>
                  <a:lnTo>
                    <a:pt x="95613" y="2289"/>
                  </a:lnTo>
                  <a:lnTo>
                    <a:pt x="90165" y="3293"/>
                  </a:lnTo>
                  <a:lnTo>
                    <a:pt x="84754" y="4477"/>
                  </a:lnTo>
                  <a:lnTo>
                    <a:pt x="79384" y="5840"/>
                  </a:lnTo>
                  <a:lnTo>
                    <a:pt x="74063" y="7380"/>
                  </a:lnTo>
                  <a:lnTo>
                    <a:pt x="68796" y="9095"/>
                  </a:lnTo>
                  <a:lnTo>
                    <a:pt x="63589" y="10984"/>
                  </a:lnTo>
                  <a:lnTo>
                    <a:pt x="58446" y="13044"/>
                  </a:lnTo>
                  <a:lnTo>
                    <a:pt x="53375" y="15274"/>
                  </a:lnTo>
                  <a:lnTo>
                    <a:pt x="48381" y="17670"/>
                  </a:lnTo>
                  <a:lnTo>
                    <a:pt x="43469" y="20231"/>
                  </a:lnTo>
                  <a:lnTo>
                    <a:pt x="38644" y="22952"/>
                  </a:lnTo>
                  <a:lnTo>
                    <a:pt x="33912" y="25833"/>
                  </a:lnTo>
                  <a:lnTo>
                    <a:pt x="29279" y="28868"/>
                  </a:lnTo>
                  <a:lnTo>
                    <a:pt x="24748" y="32055"/>
                  </a:lnTo>
                  <a:lnTo>
                    <a:pt x="20325" y="35391"/>
                  </a:lnTo>
                  <a:lnTo>
                    <a:pt x="16016" y="38871"/>
                  </a:lnTo>
                  <a:lnTo>
                    <a:pt x="11824" y="42493"/>
                  </a:lnTo>
                  <a:lnTo>
                    <a:pt x="7754" y="46251"/>
                  </a:lnTo>
                  <a:lnTo>
                    <a:pt x="3811" y="50142"/>
                  </a:lnTo>
                  <a:lnTo>
                    <a:pt x="0" y="54161"/>
                  </a:lnTo>
                  <a:lnTo>
                    <a:pt x="12318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21569" y="1376733"/>
              <a:ext cx="334305" cy="280173"/>
            </a:xfrm>
            <a:custGeom>
              <a:avLst/>
              <a:pathLst>
                <a:path w="334305" h="280173">
                  <a:moveTo>
                    <a:pt x="43966" y="0"/>
                  </a:moveTo>
                  <a:lnTo>
                    <a:pt x="40448" y="3958"/>
                  </a:lnTo>
                  <a:lnTo>
                    <a:pt x="37058" y="8026"/>
                  </a:lnTo>
                  <a:lnTo>
                    <a:pt x="33798" y="12200"/>
                  </a:lnTo>
                  <a:lnTo>
                    <a:pt x="30671" y="16475"/>
                  </a:lnTo>
                  <a:lnTo>
                    <a:pt x="27682" y="20846"/>
                  </a:lnTo>
                  <a:lnTo>
                    <a:pt x="24833" y="25310"/>
                  </a:lnTo>
                  <a:lnTo>
                    <a:pt x="22127" y="29862"/>
                  </a:lnTo>
                  <a:lnTo>
                    <a:pt x="19566" y="34498"/>
                  </a:lnTo>
                  <a:lnTo>
                    <a:pt x="17153" y="39212"/>
                  </a:lnTo>
                  <a:lnTo>
                    <a:pt x="14891" y="44000"/>
                  </a:lnTo>
                  <a:lnTo>
                    <a:pt x="12781" y="48858"/>
                  </a:lnTo>
                  <a:lnTo>
                    <a:pt x="10827" y="53780"/>
                  </a:lnTo>
                  <a:lnTo>
                    <a:pt x="9029" y="58761"/>
                  </a:lnTo>
                  <a:lnTo>
                    <a:pt x="7391" y="63797"/>
                  </a:lnTo>
                  <a:lnTo>
                    <a:pt x="5912" y="68882"/>
                  </a:lnTo>
                  <a:lnTo>
                    <a:pt x="4595" y="74012"/>
                  </a:lnTo>
                  <a:lnTo>
                    <a:pt x="3442" y="79181"/>
                  </a:lnTo>
                  <a:lnTo>
                    <a:pt x="2452" y="84383"/>
                  </a:lnTo>
                  <a:lnTo>
                    <a:pt x="1628" y="89615"/>
                  </a:lnTo>
                  <a:lnTo>
                    <a:pt x="971" y="94869"/>
                  </a:lnTo>
                  <a:lnTo>
                    <a:pt x="480" y="100142"/>
                  </a:lnTo>
                  <a:lnTo>
                    <a:pt x="156" y="105428"/>
                  </a:lnTo>
                  <a:lnTo>
                    <a:pt x="0" y="110722"/>
                  </a:lnTo>
                  <a:lnTo>
                    <a:pt x="11" y="116018"/>
                  </a:lnTo>
                  <a:lnTo>
                    <a:pt x="190" y="121310"/>
                  </a:lnTo>
                  <a:lnTo>
                    <a:pt x="537" y="126595"/>
                  </a:lnTo>
                  <a:lnTo>
                    <a:pt x="1051" y="131866"/>
                  </a:lnTo>
                  <a:lnTo>
                    <a:pt x="1732" y="137118"/>
                  </a:lnTo>
                  <a:lnTo>
                    <a:pt x="2579" y="142345"/>
                  </a:lnTo>
                  <a:lnTo>
                    <a:pt x="3591" y="147543"/>
                  </a:lnTo>
                  <a:lnTo>
                    <a:pt x="4767" y="152707"/>
                  </a:lnTo>
                  <a:lnTo>
                    <a:pt x="6106" y="157831"/>
                  </a:lnTo>
                  <a:lnTo>
                    <a:pt x="7607" y="162910"/>
                  </a:lnTo>
                  <a:lnTo>
                    <a:pt x="9267" y="167938"/>
                  </a:lnTo>
                  <a:lnTo>
                    <a:pt x="11087" y="172912"/>
                  </a:lnTo>
                  <a:lnTo>
                    <a:pt x="13063" y="177825"/>
                  </a:lnTo>
                  <a:lnTo>
                    <a:pt x="15193" y="182674"/>
                  </a:lnTo>
                  <a:lnTo>
                    <a:pt x="17476" y="187452"/>
                  </a:lnTo>
                  <a:lnTo>
                    <a:pt x="19910" y="192156"/>
                  </a:lnTo>
                  <a:lnTo>
                    <a:pt x="22491" y="196780"/>
                  </a:lnTo>
                  <a:lnTo>
                    <a:pt x="25217" y="201320"/>
                  </a:lnTo>
                  <a:lnTo>
                    <a:pt x="28085" y="205772"/>
                  </a:lnTo>
                  <a:lnTo>
                    <a:pt x="31094" y="210130"/>
                  </a:lnTo>
                  <a:lnTo>
                    <a:pt x="34238" y="214391"/>
                  </a:lnTo>
                  <a:lnTo>
                    <a:pt x="37517" y="218550"/>
                  </a:lnTo>
                  <a:lnTo>
                    <a:pt x="40925" y="222604"/>
                  </a:lnTo>
                  <a:lnTo>
                    <a:pt x="44460" y="226547"/>
                  </a:lnTo>
                  <a:lnTo>
                    <a:pt x="48118" y="230376"/>
                  </a:lnTo>
                  <a:lnTo>
                    <a:pt x="51896" y="234088"/>
                  </a:lnTo>
                  <a:lnTo>
                    <a:pt x="55789" y="237678"/>
                  </a:lnTo>
                  <a:lnTo>
                    <a:pt x="59794" y="241143"/>
                  </a:lnTo>
                  <a:lnTo>
                    <a:pt x="63907" y="244479"/>
                  </a:lnTo>
                  <a:lnTo>
                    <a:pt x="68123" y="247684"/>
                  </a:lnTo>
                  <a:lnTo>
                    <a:pt x="72439" y="250753"/>
                  </a:lnTo>
                  <a:lnTo>
                    <a:pt x="76849" y="253684"/>
                  </a:lnTo>
                  <a:lnTo>
                    <a:pt x="81351" y="256474"/>
                  </a:lnTo>
                  <a:lnTo>
                    <a:pt x="85938" y="259120"/>
                  </a:lnTo>
                  <a:lnTo>
                    <a:pt x="90607" y="261619"/>
                  </a:lnTo>
                  <a:lnTo>
                    <a:pt x="95353" y="263969"/>
                  </a:lnTo>
                  <a:lnTo>
                    <a:pt x="100171" y="266167"/>
                  </a:lnTo>
                  <a:lnTo>
                    <a:pt x="105056" y="268212"/>
                  </a:lnTo>
                  <a:lnTo>
                    <a:pt x="110004" y="270101"/>
                  </a:lnTo>
                  <a:lnTo>
                    <a:pt x="115009" y="271832"/>
                  </a:lnTo>
                  <a:lnTo>
                    <a:pt x="120066" y="273404"/>
                  </a:lnTo>
                  <a:lnTo>
                    <a:pt x="125170" y="274815"/>
                  </a:lnTo>
                  <a:lnTo>
                    <a:pt x="130317" y="276064"/>
                  </a:lnTo>
                  <a:lnTo>
                    <a:pt x="135500" y="277149"/>
                  </a:lnTo>
                  <a:lnTo>
                    <a:pt x="140715" y="278069"/>
                  </a:lnTo>
                  <a:lnTo>
                    <a:pt x="145957" y="278824"/>
                  </a:lnTo>
                  <a:lnTo>
                    <a:pt x="151220" y="279412"/>
                  </a:lnTo>
                  <a:lnTo>
                    <a:pt x="156499" y="279833"/>
                  </a:lnTo>
                  <a:lnTo>
                    <a:pt x="161789" y="280087"/>
                  </a:lnTo>
                  <a:lnTo>
                    <a:pt x="167084" y="280173"/>
                  </a:lnTo>
                  <a:lnTo>
                    <a:pt x="172379" y="280091"/>
                  </a:lnTo>
                  <a:lnTo>
                    <a:pt x="177669" y="279841"/>
                  </a:lnTo>
                  <a:lnTo>
                    <a:pt x="182949" y="279425"/>
                  </a:lnTo>
                  <a:lnTo>
                    <a:pt x="188212" y="278841"/>
                  </a:lnTo>
                  <a:lnTo>
                    <a:pt x="193455" y="278090"/>
                  </a:lnTo>
                  <a:lnTo>
                    <a:pt x="198671" y="277174"/>
                  </a:lnTo>
                  <a:lnTo>
                    <a:pt x="203855" y="276093"/>
                  </a:lnTo>
                  <a:lnTo>
                    <a:pt x="209003" y="274849"/>
                  </a:lnTo>
                  <a:lnTo>
                    <a:pt x="214108" y="273442"/>
                  </a:lnTo>
                  <a:lnTo>
                    <a:pt x="219167" y="271874"/>
                  </a:lnTo>
                  <a:lnTo>
                    <a:pt x="224173" y="270147"/>
                  </a:lnTo>
                  <a:lnTo>
                    <a:pt x="229122" y="268262"/>
                  </a:lnTo>
                  <a:lnTo>
                    <a:pt x="234009" y="266221"/>
                  </a:lnTo>
                  <a:lnTo>
                    <a:pt x="238828" y="264026"/>
                  </a:lnTo>
                  <a:lnTo>
                    <a:pt x="243576" y="261680"/>
                  </a:lnTo>
                  <a:lnTo>
                    <a:pt x="248247" y="259185"/>
                  </a:lnTo>
                  <a:lnTo>
                    <a:pt x="252837" y="256543"/>
                  </a:lnTo>
                  <a:lnTo>
                    <a:pt x="257340" y="253756"/>
                  </a:lnTo>
                  <a:lnTo>
                    <a:pt x="261753" y="250829"/>
                  </a:lnTo>
                  <a:lnTo>
                    <a:pt x="266072" y="247763"/>
                  </a:lnTo>
                  <a:lnTo>
                    <a:pt x="270291" y="244562"/>
                  </a:lnTo>
                  <a:lnTo>
                    <a:pt x="274406" y="241229"/>
                  </a:lnTo>
                  <a:lnTo>
                    <a:pt x="278414" y="237767"/>
                  </a:lnTo>
                  <a:lnTo>
                    <a:pt x="282310" y="234181"/>
                  </a:lnTo>
                  <a:lnTo>
                    <a:pt x="286090" y="230472"/>
                  </a:lnTo>
                  <a:lnTo>
                    <a:pt x="289752" y="226646"/>
                  </a:lnTo>
                  <a:lnTo>
                    <a:pt x="293290" y="222705"/>
                  </a:lnTo>
                  <a:lnTo>
                    <a:pt x="296701" y="218654"/>
                  </a:lnTo>
                  <a:lnTo>
                    <a:pt x="299983" y="214498"/>
                  </a:lnTo>
                  <a:lnTo>
                    <a:pt x="303131" y="210239"/>
                  </a:lnTo>
                  <a:lnTo>
                    <a:pt x="306143" y="205883"/>
                  </a:lnTo>
                  <a:lnTo>
                    <a:pt x="309015" y="201434"/>
                  </a:lnTo>
                  <a:lnTo>
                    <a:pt x="311745" y="196896"/>
                  </a:lnTo>
                  <a:lnTo>
                    <a:pt x="314330" y="192274"/>
                  </a:lnTo>
                  <a:lnTo>
                    <a:pt x="316767" y="187572"/>
                  </a:lnTo>
                  <a:lnTo>
                    <a:pt x="319054" y="182795"/>
                  </a:lnTo>
                  <a:lnTo>
                    <a:pt x="321188" y="177949"/>
                  </a:lnTo>
                  <a:lnTo>
                    <a:pt x="323168" y="173037"/>
                  </a:lnTo>
                  <a:lnTo>
                    <a:pt x="324991" y="168065"/>
                  </a:lnTo>
                  <a:lnTo>
                    <a:pt x="326656" y="163038"/>
                  </a:lnTo>
                  <a:lnTo>
                    <a:pt x="328161" y="157960"/>
                  </a:lnTo>
                  <a:lnTo>
                    <a:pt x="329504" y="152837"/>
                  </a:lnTo>
                  <a:lnTo>
                    <a:pt x="330684" y="147675"/>
                  </a:lnTo>
                  <a:lnTo>
                    <a:pt x="331700" y="142477"/>
                  </a:lnTo>
                  <a:lnTo>
                    <a:pt x="332551" y="137250"/>
                  </a:lnTo>
                  <a:lnTo>
                    <a:pt x="333236" y="131999"/>
                  </a:lnTo>
                  <a:lnTo>
                    <a:pt x="333755" y="126729"/>
                  </a:lnTo>
                  <a:lnTo>
                    <a:pt x="334106" y="121444"/>
                  </a:lnTo>
                  <a:lnTo>
                    <a:pt x="334289" y="116152"/>
                  </a:lnTo>
                  <a:lnTo>
                    <a:pt x="334305" y="110856"/>
                  </a:lnTo>
                  <a:lnTo>
                    <a:pt x="334153" y="105562"/>
                  </a:lnTo>
                  <a:lnTo>
                    <a:pt x="333833" y="100276"/>
                  </a:lnTo>
                  <a:lnTo>
                    <a:pt x="333347" y="95003"/>
                  </a:lnTo>
                  <a:lnTo>
                    <a:pt x="332693" y="89747"/>
                  </a:lnTo>
                  <a:lnTo>
                    <a:pt x="331873" y="84515"/>
                  </a:lnTo>
                  <a:lnTo>
                    <a:pt x="330888" y="79312"/>
                  </a:lnTo>
                  <a:lnTo>
                    <a:pt x="329739" y="74142"/>
                  </a:lnTo>
                  <a:lnTo>
                    <a:pt x="328426" y="69012"/>
                  </a:lnTo>
                  <a:lnTo>
                    <a:pt x="326952" y="63925"/>
                  </a:lnTo>
                  <a:lnTo>
                    <a:pt x="325317" y="58888"/>
                  </a:lnTo>
                  <a:lnTo>
                    <a:pt x="323523" y="53905"/>
                  </a:lnTo>
                  <a:lnTo>
                    <a:pt x="321573" y="48982"/>
                  </a:lnTo>
                  <a:lnTo>
                    <a:pt x="319467" y="44123"/>
                  </a:lnTo>
                  <a:lnTo>
                    <a:pt x="317209" y="39332"/>
                  </a:lnTo>
                  <a:lnTo>
                    <a:pt x="167151" y="1130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488720" y="1322571"/>
              <a:ext cx="150057" cy="167167"/>
            </a:xfrm>
            <a:custGeom>
              <a:avLst/>
              <a:pathLst>
                <a:path w="150057" h="167167">
                  <a:moveTo>
                    <a:pt x="150057" y="93494"/>
                  </a:moveTo>
                  <a:lnTo>
                    <a:pt x="147562" y="88616"/>
                  </a:lnTo>
                  <a:lnTo>
                    <a:pt x="144909" y="83823"/>
                  </a:lnTo>
                  <a:lnTo>
                    <a:pt x="142100" y="79119"/>
                  </a:lnTo>
                  <a:lnTo>
                    <a:pt x="139138" y="74509"/>
                  </a:lnTo>
                  <a:lnTo>
                    <a:pt x="136027" y="69999"/>
                  </a:lnTo>
                  <a:lnTo>
                    <a:pt x="132769" y="65594"/>
                  </a:lnTo>
                  <a:lnTo>
                    <a:pt x="129369" y="61297"/>
                  </a:lnTo>
                  <a:lnTo>
                    <a:pt x="125831" y="57115"/>
                  </a:lnTo>
                  <a:lnTo>
                    <a:pt x="122157" y="53050"/>
                  </a:lnTo>
                  <a:lnTo>
                    <a:pt x="118351" y="49108"/>
                  </a:lnTo>
                  <a:lnTo>
                    <a:pt x="114419" y="45293"/>
                  </a:lnTo>
                  <a:lnTo>
                    <a:pt x="110363" y="41609"/>
                  </a:lnTo>
                  <a:lnTo>
                    <a:pt x="106190" y="38060"/>
                  </a:lnTo>
                  <a:lnTo>
                    <a:pt x="101902" y="34649"/>
                  </a:lnTo>
                  <a:lnTo>
                    <a:pt x="97504" y="31381"/>
                  </a:lnTo>
                  <a:lnTo>
                    <a:pt x="93002" y="28259"/>
                  </a:lnTo>
                  <a:lnTo>
                    <a:pt x="88400" y="25286"/>
                  </a:lnTo>
                  <a:lnTo>
                    <a:pt x="83703" y="22465"/>
                  </a:lnTo>
                  <a:lnTo>
                    <a:pt x="78916" y="19800"/>
                  </a:lnTo>
                  <a:lnTo>
                    <a:pt x="74044" y="17293"/>
                  </a:lnTo>
                  <a:lnTo>
                    <a:pt x="69093" y="14947"/>
                  </a:lnTo>
                  <a:lnTo>
                    <a:pt x="64067" y="12764"/>
                  </a:lnTo>
                  <a:lnTo>
                    <a:pt x="58973" y="10747"/>
                  </a:lnTo>
                  <a:lnTo>
                    <a:pt x="53815" y="8899"/>
                  </a:lnTo>
                  <a:lnTo>
                    <a:pt x="48600" y="7220"/>
                  </a:lnTo>
                  <a:lnTo>
                    <a:pt x="43332" y="5713"/>
                  </a:lnTo>
                  <a:lnTo>
                    <a:pt x="38018" y="4380"/>
                  </a:lnTo>
                  <a:lnTo>
                    <a:pt x="32663" y="3222"/>
                  </a:lnTo>
                  <a:lnTo>
                    <a:pt x="27273" y="2239"/>
                  </a:lnTo>
                  <a:lnTo>
                    <a:pt x="21853" y="1434"/>
                  </a:lnTo>
                  <a:lnTo>
                    <a:pt x="16411" y="807"/>
                  </a:lnTo>
                  <a:lnTo>
                    <a:pt x="10950" y="359"/>
                  </a:lnTo>
                  <a:lnTo>
                    <a:pt x="5478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86981" y="1681503"/>
              <a:ext cx="99543" cy="167167"/>
            </a:xfrm>
            <a:custGeom>
              <a:avLst/>
              <a:pathLst>
                <a:path w="99543" h="167167">
                  <a:moveTo>
                    <a:pt x="99543" y="0"/>
                  </a:moveTo>
                  <a:lnTo>
                    <a:pt x="93932" y="94"/>
                  </a:lnTo>
                  <a:lnTo>
                    <a:pt x="88327" y="376"/>
                  </a:lnTo>
                  <a:lnTo>
                    <a:pt x="82735" y="847"/>
                  </a:lnTo>
                  <a:lnTo>
                    <a:pt x="77162" y="1504"/>
                  </a:lnTo>
                  <a:lnTo>
                    <a:pt x="71614" y="2349"/>
                  </a:lnTo>
                  <a:lnTo>
                    <a:pt x="66098" y="3379"/>
                  </a:lnTo>
                  <a:lnTo>
                    <a:pt x="60619" y="4594"/>
                  </a:lnTo>
                  <a:lnTo>
                    <a:pt x="55184" y="5992"/>
                  </a:lnTo>
                  <a:lnTo>
                    <a:pt x="49800" y="7572"/>
                  </a:lnTo>
                  <a:lnTo>
                    <a:pt x="44471" y="9331"/>
                  </a:lnTo>
                  <a:lnTo>
                    <a:pt x="39204" y="11269"/>
                  </a:lnTo>
                  <a:lnTo>
                    <a:pt x="34006" y="13382"/>
                  </a:lnTo>
                  <a:lnTo>
                    <a:pt x="28881" y="15668"/>
                  </a:lnTo>
                  <a:lnTo>
                    <a:pt x="23836" y="18125"/>
                  </a:lnTo>
                  <a:lnTo>
                    <a:pt x="18876" y="20750"/>
                  </a:lnTo>
                  <a:lnTo>
                    <a:pt x="14007" y="23540"/>
                  </a:lnTo>
                  <a:lnTo>
                    <a:pt x="9234" y="26492"/>
                  </a:lnTo>
                  <a:lnTo>
                    <a:pt x="4563" y="29603"/>
                  </a:lnTo>
                  <a:lnTo>
                    <a:pt x="0" y="32868"/>
                  </a:lnTo>
                  <a:lnTo>
                    <a:pt x="9954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86981" y="171437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86981" y="171437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86981" y="171437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86981" y="171437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86981" y="171437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86981" y="171437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86981" y="171437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86981" y="171437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86981" y="171437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86981" y="171437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86981" y="171437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86981" y="171437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86981" y="171437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86981" y="171437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86981" y="171437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86981" y="171437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19372" y="1681503"/>
              <a:ext cx="334301" cy="334334"/>
            </a:xfrm>
            <a:custGeom>
              <a:avLst/>
              <a:pathLst>
                <a:path w="334301" h="334334">
                  <a:moveTo>
                    <a:pt x="67609" y="32868"/>
                  </a:moveTo>
                  <a:lnTo>
                    <a:pt x="63401" y="36092"/>
                  </a:lnTo>
                  <a:lnTo>
                    <a:pt x="59297" y="39448"/>
                  </a:lnTo>
                  <a:lnTo>
                    <a:pt x="55301" y="42933"/>
                  </a:lnTo>
                  <a:lnTo>
                    <a:pt x="51418" y="46542"/>
                  </a:lnTo>
                  <a:lnTo>
                    <a:pt x="47651" y="50272"/>
                  </a:lnTo>
                  <a:lnTo>
                    <a:pt x="44004" y="54121"/>
                  </a:lnTo>
                  <a:lnTo>
                    <a:pt x="40481" y="58083"/>
                  </a:lnTo>
                  <a:lnTo>
                    <a:pt x="37086" y="62154"/>
                  </a:lnTo>
                  <a:lnTo>
                    <a:pt x="33821" y="66331"/>
                  </a:lnTo>
                  <a:lnTo>
                    <a:pt x="30691" y="70610"/>
                  </a:lnTo>
                  <a:lnTo>
                    <a:pt x="27698" y="74986"/>
                  </a:lnTo>
                  <a:lnTo>
                    <a:pt x="24845" y="79454"/>
                  </a:lnTo>
                  <a:lnTo>
                    <a:pt x="22135" y="84011"/>
                  </a:lnTo>
                  <a:lnTo>
                    <a:pt x="19571" y="88651"/>
                  </a:lnTo>
                  <a:lnTo>
                    <a:pt x="17156" y="93371"/>
                  </a:lnTo>
                  <a:lnTo>
                    <a:pt x="14891" y="98164"/>
                  </a:lnTo>
                  <a:lnTo>
                    <a:pt x="12779" y="103027"/>
                  </a:lnTo>
                  <a:lnTo>
                    <a:pt x="10823" y="107954"/>
                  </a:lnTo>
                  <a:lnTo>
                    <a:pt x="9024" y="112941"/>
                  </a:lnTo>
                  <a:lnTo>
                    <a:pt x="7384" y="117983"/>
                  </a:lnTo>
                  <a:lnTo>
                    <a:pt x="5905" y="123074"/>
                  </a:lnTo>
                  <a:lnTo>
                    <a:pt x="4588" y="128209"/>
                  </a:lnTo>
                  <a:lnTo>
                    <a:pt x="3434" y="133384"/>
                  </a:lnTo>
                  <a:lnTo>
                    <a:pt x="2445" y="138592"/>
                  </a:lnTo>
                  <a:lnTo>
                    <a:pt x="1622" y="143830"/>
                  </a:lnTo>
                  <a:lnTo>
                    <a:pt x="965" y="149090"/>
                  </a:lnTo>
                  <a:lnTo>
                    <a:pt x="476" y="154369"/>
                  </a:lnTo>
                  <a:lnTo>
                    <a:pt x="154" y="159661"/>
                  </a:lnTo>
                  <a:lnTo>
                    <a:pt x="0" y="164960"/>
                  </a:lnTo>
                  <a:lnTo>
                    <a:pt x="14" y="170262"/>
                  </a:lnTo>
                  <a:lnTo>
                    <a:pt x="196" y="175560"/>
                  </a:lnTo>
                  <a:lnTo>
                    <a:pt x="546" y="180850"/>
                  </a:lnTo>
                  <a:lnTo>
                    <a:pt x="1064" y="186126"/>
                  </a:lnTo>
                  <a:lnTo>
                    <a:pt x="1748" y="191384"/>
                  </a:lnTo>
                  <a:lnTo>
                    <a:pt x="2599" y="196616"/>
                  </a:lnTo>
                  <a:lnTo>
                    <a:pt x="3616" y="201820"/>
                  </a:lnTo>
                  <a:lnTo>
                    <a:pt x="4797" y="206988"/>
                  </a:lnTo>
                  <a:lnTo>
                    <a:pt x="6141" y="212116"/>
                  </a:lnTo>
                  <a:lnTo>
                    <a:pt x="7648" y="217199"/>
                  </a:lnTo>
                  <a:lnTo>
                    <a:pt x="9314" y="222232"/>
                  </a:lnTo>
                  <a:lnTo>
                    <a:pt x="11140" y="227209"/>
                  </a:lnTo>
                  <a:lnTo>
                    <a:pt x="13122" y="232126"/>
                  </a:lnTo>
                  <a:lnTo>
                    <a:pt x="15260" y="236978"/>
                  </a:lnTo>
                  <a:lnTo>
                    <a:pt x="17550" y="241759"/>
                  </a:lnTo>
                  <a:lnTo>
                    <a:pt x="19990" y="246466"/>
                  </a:lnTo>
                  <a:lnTo>
                    <a:pt x="22579" y="251092"/>
                  </a:lnTo>
                  <a:lnTo>
                    <a:pt x="25313" y="255635"/>
                  </a:lnTo>
                  <a:lnTo>
                    <a:pt x="28190" y="260088"/>
                  </a:lnTo>
                  <a:lnTo>
                    <a:pt x="31206" y="264448"/>
                  </a:lnTo>
                  <a:lnTo>
                    <a:pt x="34359" y="268710"/>
                  </a:lnTo>
                  <a:lnTo>
                    <a:pt x="37646" y="272869"/>
                  </a:lnTo>
                  <a:lnTo>
                    <a:pt x="41063" y="276923"/>
                  </a:lnTo>
                  <a:lnTo>
                    <a:pt x="44607" y="280866"/>
                  </a:lnTo>
                  <a:lnTo>
                    <a:pt x="48274" y="284695"/>
                  </a:lnTo>
                  <a:lnTo>
                    <a:pt x="52060" y="288405"/>
                  </a:lnTo>
                  <a:lnTo>
                    <a:pt x="55962" y="291994"/>
                  </a:lnTo>
                  <a:lnTo>
                    <a:pt x="59977" y="295457"/>
                  </a:lnTo>
                  <a:lnTo>
                    <a:pt x="64099" y="298791"/>
                  </a:lnTo>
                  <a:lnTo>
                    <a:pt x="68324" y="301993"/>
                  </a:lnTo>
                  <a:lnTo>
                    <a:pt x="72649" y="305059"/>
                  </a:lnTo>
                  <a:lnTo>
                    <a:pt x="77069" y="307986"/>
                  </a:lnTo>
                  <a:lnTo>
                    <a:pt x="81580" y="310772"/>
                  </a:lnTo>
                  <a:lnTo>
                    <a:pt x="86177" y="313413"/>
                  </a:lnTo>
                  <a:lnTo>
                    <a:pt x="90855" y="315907"/>
                  </a:lnTo>
                  <a:lnTo>
                    <a:pt x="95610" y="318252"/>
                  </a:lnTo>
                  <a:lnTo>
                    <a:pt x="100437" y="320444"/>
                  </a:lnTo>
                  <a:lnTo>
                    <a:pt x="105331" y="322483"/>
                  </a:lnTo>
                  <a:lnTo>
                    <a:pt x="110287" y="324365"/>
                  </a:lnTo>
                  <a:lnTo>
                    <a:pt x="115300" y="326089"/>
                  </a:lnTo>
                  <a:lnTo>
                    <a:pt x="120366" y="327654"/>
                  </a:lnTo>
                  <a:lnTo>
                    <a:pt x="125478" y="329057"/>
                  </a:lnTo>
                  <a:lnTo>
                    <a:pt x="130633" y="330297"/>
                  </a:lnTo>
                  <a:lnTo>
                    <a:pt x="135824" y="331373"/>
                  </a:lnTo>
                  <a:lnTo>
                    <a:pt x="141047" y="332283"/>
                  </a:lnTo>
                  <a:lnTo>
                    <a:pt x="146296" y="333028"/>
                  </a:lnTo>
                  <a:lnTo>
                    <a:pt x="151566" y="333606"/>
                  </a:lnTo>
                  <a:lnTo>
                    <a:pt x="156851" y="334017"/>
                  </a:lnTo>
                  <a:lnTo>
                    <a:pt x="162147" y="334259"/>
                  </a:lnTo>
                  <a:lnTo>
                    <a:pt x="167448" y="334334"/>
                  </a:lnTo>
                  <a:lnTo>
                    <a:pt x="172749" y="334241"/>
                  </a:lnTo>
                  <a:lnTo>
                    <a:pt x="178044" y="333979"/>
                  </a:lnTo>
                  <a:lnTo>
                    <a:pt x="183328" y="333550"/>
                  </a:lnTo>
                  <a:lnTo>
                    <a:pt x="188596" y="332953"/>
                  </a:lnTo>
                  <a:lnTo>
                    <a:pt x="193843" y="332190"/>
                  </a:lnTo>
                  <a:lnTo>
                    <a:pt x="199062" y="331261"/>
                  </a:lnTo>
                  <a:lnTo>
                    <a:pt x="204249" y="330166"/>
                  </a:lnTo>
                  <a:lnTo>
                    <a:pt x="209400" y="328908"/>
                  </a:lnTo>
                  <a:lnTo>
                    <a:pt x="214507" y="327487"/>
                  </a:lnTo>
                  <a:lnTo>
                    <a:pt x="219567" y="325905"/>
                  </a:lnTo>
                  <a:lnTo>
                    <a:pt x="224574" y="324163"/>
                  </a:lnTo>
                  <a:lnTo>
                    <a:pt x="229524" y="322263"/>
                  </a:lnTo>
                  <a:lnTo>
                    <a:pt x="234410" y="320207"/>
                  </a:lnTo>
                  <a:lnTo>
                    <a:pt x="239230" y="317997"/>
                  </a:lnTo>
                  <a:lnTo>
                    <a:pt x="243976" y="315636"/>
                  </a:lnTo>
                  <a:lnTo>
                    <a:pt x="248645" y="313125"/>
                  </a:lnTo>
                  <a:lnTo>
                    <a:pt x="253233" y="310468"/>
                  </a:lnTo>
                  <a:lnTo>
                    <a:pt x="257734" y="307666"/>
                  </a:lnTo>
                  <a:lnTo>
                    <a:pt x="262143" y="304723"/>
                  </a:lnTo>
                  <a:lnTo>
                    <a:pt x="266457" y="301642"/>
                  </a:lnTo>
                  <a:lnTo>
                    <a:pt x="270672" y="298425"/>
                  </a:lnTo>
                  <a:lnTo>
                    <a:pt x="274782" y="295076"/>
                  </a:lnTo>
                  <a:lnTo>
                    <a:pt x="278784" y="291599"/>
                  </a:lnTo>
                  <a:lnTo>
                    <a:pt x="282673" y="287997"/>
                  </a:lnTo>
                  <a:lnTo>
                    <a:pt x="286447" y="284273"/>
                  </a:lnTo>
                  <a:lnTo>
                    <a:pt x="290100" y="280431"/>
                  </a:lnTo>
                  <a:lnTo>
                    <a:pt x="293630" y="276476"/>
                  </a:lnTo>
                  <a:lnTo>
                    <a:pt x="297033" y="272410"/>
                  </a:lnTo>
                  <a:lnTo>
                    <a:pt x="300305" y="268238"/>
                  </a:lnTo>
                  <a:lnTo>
                    <a:pt x="303443" y="263965"/>
                  </a:lnTo>
                  <a:lnTo>
                    <a:pt x="306443" y="259595"/>
                  </a:lnTo>
                  <a:lnTo>
                    <a:pt x="309304" y="255132"/>
                  </a:lnTo>
                  <a:lnTo>
                    <a:pt x="312022" y="250580"/>
                  </a:lnTo>
                  <a:lnTo>
                    <a:pt x="314594" y="245944"/>
                  </a:lnTo>
                  <a:lnTo>
                    <a:pt x="317018" y="241229"/>
                  </a:lnTo>
                  <a:lnTo>
                    <a:pt x="319291" y="236439"/>
                  </a:lnTo>
                  <a:lnTo>
                    <a:pt x="321412" y="231580"/>
                  </a:lnTo>
                  <a:lnTo>
                    <a:pt x="323376" y="226656"/>
                  </a:lnTo>
                  <a:lnTo>
                    <a:pt x="325184" y="221672"/>
                  </a:lnTo>
                  <a:lnTo>
                    <a:pt x="326833" y="216634"/>
                  </a:lnTo>
                  <a:lnTo>
                    <a:pt x="328322" y="211545"/>
                  </a:lnTo>
                  <a:lnTo>
                    <a:pt x="329648" y="206412"/>
                  </a:lnTo>
                  <a:lnTo>
                    <a:pt x="330810" y="201240"/>
                  </a:lnTo>
                  <a:lnTo>
                    <a:pt x="331809" y="196033"/>
                  </a:lnTo>
                  <a:lnTo>
                    <a:pt x="332641" y="190797"/>
                  </a:lnTo>
                  <a:lnTo>
                    <a:pt x="333307" y="185538"/>
                  </a:lnTo>
                  <a:lnTo>
                    <a:pt x="333806" y="180260"/>
                  </a:lnTo>
                  <a:lnTo>
                    <a:pt x="334138" y="174969"/>
                  </a:lnTo>
                  <a:lnTo>
                    <a:pt x="334301" y="169670"/>
                  </a:lnTo>
                  <a:lnTo>
                    <a:pt x="334296" y="164368"/>
                  </a:lnTo>
                  <a:lnTo>
                    <a:pt x="334124" y="159069"/>
                  </a:lnTo>
                  <a:lnTo>
                    <a:pt x="333783" y="153779"/>
                  </a:lnTo>
                  <a:lnTo>
                    <a:pt x="333275" y="148502"/>
                  </a:lnTo>
                  <a:lnTo>
                    <a:pt x="332599" y="143243"/>
                  </a:lnTo>
                  <a:lnTo>
                    <a:pt x="331757" y="138009"/>
                  </a:lnTo>
                  <a:lnTo>
                    <a:pt x="330750" y="132804"/>
                  </a:lnTo>
                  <a:lnTo>
                    <a:pt x="329578" y="127634"/>
                  </a:lnTo>
                  <a:lnTo>
                    <a:pt x="328243" y="122503"/>
                  </a:lnTo>
                  <a:lnTo>
                    <a:pt x="326745" y="117417"/>
                  </a:lnTo>
                  <a:lnTo>
                    <a:pt x="325088" y="112382"/>
                  </a:lnTo>
                  <a:lnTo>
                    <a:pt x="323271" y="107401"/>
                  </a:lnTo>
                  <a:lnTo>
                    <a:pt x="321297" y="102481"/>
                  </a:lnTo>
                  <a:lnTo>
                    <a:pt x="319168" y="97625"/>
                  </a:lnTo>
                  <a:lnTo>
                    <a:pt x="316887" y="92840"/>
                  </a:lnTo>
                  <a:lnTo>
                    <a:pt x="314455" y="88129"/>
                  </a:lnTo>
                  <a:lnTo>
                    <a:pt x="311874" y="83498"/>
                  </a:lnTo>
                  <a:lnTo>
                    <a:pt x="309148" y="78951"/>
                  </a:lnTo>
                  <a:lnTo>
                    <a:pt x="306280" y="74492"/>
                  </a:lnTo>
                  <a:lnTo>
                    <a:pt x="303271" y="70127"/>
                  </a:lnTo>
                  <a:lnTo>
                    <a:pt x="300125" y="65860"/>
                  </a:lnTo>
                  <a:lnTo>
                    <a:pt x="296846" y="61694"/>
                  </a:lnTo>
                  <a:lnTo>
                    <a:pt x="293436" y="57635"/>
                  </a:lnTo>
                  <a:lnTo>
                    <a:pt x="289899" y="53685"/>
                  </a:lnTo>
                  <a:lnTo>
                    <a:pt x="286239" y="49850"/>
                  </a:lnTo>
                  <a:lnTo>
                    <a:pt x="282459" y="46133"/>
                  </a:lnTo>
                  <a:lnTo>
                    <a:pt x="278563" y="42537"/>
                  </a:lnTo>
                  <a:lnTo>
                    <a:pt x="274555" y="39067"/>
                  </a:lnTo>
                  <a:lnTo>
                    <a:pt x="270439" y="35726"/>
                  </a:lnTo>
                  <a:lnTo>
                    <a:pt x="266219" y="32517"/>
                  </a:lnTo>
                  <a:lnTo>
                    <a:pt x="261900" y="29443"/>
                  </a:lnTo>
                  <a:lnTo>
                    <a:pt x="257485" y="26508"/>
                  </a:lnTo>
                  <a:lnTo>
                    <a:pt x="252979" y="23714"/>
                  </a:lnTo>
                  <a:lnTo>
                    <a:pt x="248387" y="21065"/>
                  </a:lnTo>
                  <a:lnTo>
                    <a:pt x="243713" y="18562"/>
                  </a:lnTo>
                  <a:lnTo>
                    <a:pt x="238962" y="16209"/>
                  </a:lnTo>
                  <a:lnTo>
                    <a:pt x="234139" y="14008"/>
                  </a:lnTo>
                  <a:lnTo>
                    <a:pt x="229249" y="11961"/>
                  </a:lnTo>
                  <a:lnTo>
                    <a:pt x="224296" y="10070"/>
                  </a:lnTo>
                  <a:lnTo>
                    <a:pt x="219286" y="8337"/>
                  </a:lnTo>
                  <a:lnTo>
                    <a:pt x="214223" y="6763"/>
                  </a:lnTo>
                  <a:lnTo>
                    <a:pt x="209113" y="5351"/>
                  </a:lnTo>
                  <a:lnTo>
                    <a:pt x="203961" y="4102"/>
                  </a:lnTo>
                  <a:lnTo>
                    <a:pt x="198771" y="3017"/>
                  </a:lnTo>
                  <a:lnTo>
                    <a:pt x="193550" y="2097"/>
                  </a:lnTo>
                  <a:lnTo>
                    <a:pt x="188303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42427" y="2126963"/>
              <a:ext cx="38860" cy="167167"/>
            </a:xfrm>
            <a:custGeom>
              <a:avLst/>
              <a:pathLst>
                <a:path w="38860" h="167167">
                  <a:moveTo>
                    <a:pt x="38860" y="0"/>
                  </a:moveTo>
                  <a:lnTo>
                    <a:pt x="32325" y="127"/>
                  </a:lnTo>
                  <a:lnTo>
                    <a:pt x="25800" y="510"/>
                  </a:lnTo>
                  <a:lnTo>
                    <a:pt x="19295" y="1148"/>
                  </a:lnTo>
                  <a:lnTo>
                    <a:pt x="12820" y="2040"/>
                  </a:lnTo>
                  <a:lnTo>
                    <a:pt x="6385" y="3184"/>
                  </a:lnTo>
                  <a:lnTo>
                    <a:pt x="0" y="4579"/>
                  </a:lnTo>
                  <a:lnTo>
                    <a:pt x="3886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42427" y="2131543"/>
              <a:ext cx="38860" cy="162587"/>
            </a:xfrm>
            <a:custGeom>
              <a:avLst/>
              <a:pathLst>
                <a:path w="38860" h="162587">
                  <a:moveTo>
                    <a:pt x="0" y="0"/>
                  </a:moveTo>
                  <a:lnTo>
                    <a:pt x="38860" y="1625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42427" y="2131543"/>
              <a:ext cx="38860" cy="162587"/>
            </a:xfrm>
            <a:custGeom>
              <a:avLst/>
              <a:pathLst>
                <a:path w="38860" h="162587">
                  <a:moveTo>
                    <a:pt x="0" y="0"/>
                  </a:moveTo>
                  <a:lnTo>
                    <a:pt x="38860" y="1625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42427" y="2131543"/>
              <a:ext cx="38860" cy="162587"/>
            </a:xfrm>
            <a:custGeom>
              <a:avLst/>
              <a:pathLst>
                <a:path w="38860" h="162587">
                  <a:moveTo>
                    <a:pt x="0" y="0"/>
                  </a:moveTo>
                  <a:lnTo>
                    <a:pt x="38860" y="1625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42427" y="2131543"/>
              <a:ext cx="38860" cy="162587"/>
            </a:xfrm>
            <a:custGeom>
              <a:avLst/>
              <a:pathLst>
                <a:path w="38860" h="162587">
                  <a:moveTo>
                    <a:pt x="0" y="0"/>
                  </a:moveTo>
                  <a:lnTo>
                    <a:pt x="38860" y="1625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42427" y="2131543"/>
              <a:ext cx="38860" cy="162587"/>
            </a:xfrm>
            <a:custGeom>
              <a:avLst/>
              <a:pathLst>
                <a:path w="38860" h="162587">
                  <a:moveTo>
                    <a:pt x="0" y="0"/>
                  </a:moveTo>
                  <a:lnTo>
                    <a:pt x="38860" y="1625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42427" y="2131543"/>
              <a:ext cx="38860" cy="162587"/>
            </a:xfrm>
            <a:custGeom>
              <a:avLst/>
              <a:pathLst>
                <a:path w="38860" h="162587">
                  <a:moveTo>
                    <a:pt x="0" y="0"/>
                  </a:moveTo>
                  <a:lnTo>
                    <a:pt x="38860" y="1625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42427" y="2131543"/>
              <a:ext cx="38860" cy="162587"/>
            </a:xfrm>
            <a:custGeom>
              <a:avLst/>
              <a:pathLst>
                <a:path w="38860" h="162587">
                  <a:moveTo>
                    <a:pt x="0" y="0"/>
                  </a:moveTo>
                  <a:lnTo>
                    <a:pt x="38860" y="1625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42427" y="2131543"/>
              <a:ext cx="38860" cy="162587"/>
            </a:xfrm>
            <a:custGeom>
              <a:avLst/>
              <a:pathLst>
                <a:path w="38860" h="162587">
                  <a:moveTo>
                    <a:pt x="0" y="0"/>
                  </a:moveTo>
                  <a:lnTo>
                    <a:pt x="38860" y="1625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42427" y="2131543"/>
              <a:ext cx="38860" cy="162587"/>
            </a:xfrm>
            <a:custGeom>
              <a:avLst/>
              <a:pathLst>
                <a:path w="38860" h="162587">
                  <a:moveTo>
                    <a:pt x="0" y="0"/>
                  </a:moveTo>
                  <a:lnTo>
                    <a:pt x="38860" y="1625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42427" y="2131543"/>
              <a:ext cx="38860" cy="162587"/>
            </a:xfrm>
            <a:custGeom>
              <a:avLst/>
              <a:pathLst>
                <a:path w="38860" h="162587">
                  <a:moveTo>
                    <a:pt x="0" y="0"/>
                  </a:moveTo>
                  <a:lnTo>
                    <a:pt x="38860" y="1625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42427" y="2131543"/>
              <a:ext cx="38860" cy="162587"/>
            </a:xfrm>
            <a:custGeom>
              <a:avLst/>
              <a:pathLst>
                <a:path w="38860" h="162587">
                  <a:moveTo>
                    <a:pt x="0" y="0"/>
                  </a:moveTo>
                  <a:lnTo>
                    <a:pt x="38860" y="1625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42427" y="2131543"/>
              <a:ext cx="38860" cy="162587"/>
            </a:xfrm>
            <a:custGeom>
              <a:avLst/>
              <a:pathLst>
                <a:path w="38860" h="162587">
                  <a:moveTo>
                    <a:pt x="0" y="0"/>
                  </a:moveTo>
                  <a:lnTo>
                    <a:pt x="38860" y="1625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742427" y="2131543"/>
              <a:ext cx="38860" cy="162587"/>
            </a:xfrm>
            <a:custGeom>
              <a:avLst/>
              <a:pathLst>
                <a:path w="38860" h="162587">
                  <a:moveTo>
                    <a:pt x="0" y="0"/>
                  </a:moveTo>
                  <a:lnTo>
                    <a:pt x="38860" y="1625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742427" y="2131543"/>
              <a:ext cx="38860" cy="162587"/>
            </a:xfrm>
            <a:custGeom>
              <a:avLst/>
              <a:pathLst>
                <a:path w="38860" h="162587">
                  <a:moveTo>
                    <a:pt x="0" y="0"/>
                  </a:moveTo>
                  <a:lnTo>
                    <a:pt x="38860" y="1625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14123" y="2127722"/>
              <a:ext cx="334317" cy="333572"/>
            </a:xfrm>
            <a:custGeom>
              <a:avLst/>
              <a:pathLst>
                <a:path w="334317" h="333572">
                  <a:moveTo>
                    <a:pt x="128303" y="3820"/>
                  </a:moveTo>
                  <a:lnTo>
                    <a:pt x="123175" y="5132"/>
                  </a:lnTo>
                  <a:lnTo>
                    <a:pt x="118091" y="6606"/>
                  </a:lnTo>
                  <a:lnTo>
                    <a:pt x="113056" y="8240"/>
                  </a:lnTo>
                  <a:lnTo>
                    <a:pt x="108075" y="10032"/>
                  </a:lnTo>
                  <a:lnTo>
                    <a:pt x="103154" y="11981"/>
                  </a:lnTo>
                  <a:lnTo>
                    <a:pt x="98297" y="14085"/>
                  </a:lnTo>
                  <a:lnTo>
                    <a:pt x="93508" y="16342"/>
                  </a:lnTo>
                  <a:lnTo>
                    <a:pt x="88794" y="18749"/>
                  </a:lnTo>
                  <a:lnTo>
                    <a:pt x="84158" y="21305"/>
                  </a:lnTo>
                  <a:lnTo>
                    <a:pt x="79606" y="24005"/>
                  </a:lnTo>
                  <a:lnTo>
                    <a:pt x="75141" y="26849"/>
                  </a:lnTo>
                  <a:lnTo>
                    <a:pt x="70769" y="29832"/>
                  </a:lnTo>
                  <a:lnTo>
                    <a:pt x="66493" y="32953"/>
                  </a:lnTo>
                  <a:lnTo>
                    <a:pt x="62318" y="36207"/>
                  </a:lnTo>
                  <a:lnTo>
                    <a:pt x="58248" y="39592"/>
                  </a:lnTo>
                  <a:lnTo>
                    <a:pt x="54288" y="43104"/>
                  </a:lnTo>
                  <a:lnTo>
                    <a:pt x="50440" y="46739"/>
                  </a:lnTo>
                  <a:lnTo>
                    <a:pt x="46710" y="50495"/>
                  </a:lnTo>
                  <a:lnTo>
                    <a:pt x="43101" y="54367"/>
                  </a:lnTo>
                  <a:lnTo>
                    <a:pt x="39615" y="58351"/>
                  </a:lnTo>
                  <a:lnTo>
                    <a:pt x="36258" y="62443"/>
                  </a:lnTo>
                  <a:lnTo>
                    <a:pt x="33032" y="66640"/>
                  </a:lnTo>
                  <a:lnTo>
                    <a:pt x="29941" y="70937"/>
                  </a:lnTo>
                  <a:lnTo>
                    <a:pt x="26987" y="75329"/>
                  </a:lnTo>
                  <a:lnTo>
                    <a:pt x="24173" y="79813"/>
                  </a:lnTo>
                  <a:lnTo>
                    <a:pt x="21503" y="84384"/>
                  </a:lnTo>
                  <a:lnTo>
                    <a:pt x="18979" y="89037"/>
                  </a:lnTo>
                  <a:lnTo>
                    <a:pt x="16604" y="93767"/>
                  </a:lnTo>
                  <a:lnTo>
                    <a:pt x="14380" y="98570"/>
                  </a:lnTo>
                  <a:lnTo>
                    <a:pt x="12308" y="103442"/>
                  </a:lnTo>
                  <a:lnTo>
                    <a:pt x="10392" y="108376"/>
                  </a:lnTo>
                  <a:lnTo>
                    <a:pt x="8634" y="113369"/>
                  </a:lnTo>
                  <a:lnTo>
                    <a:pt x="7034" y="118415"/>
                  </a:lnTo>
                  <a:lnTo>
                    <a:pt x="5595" y="123508"/>
                  </a:lnTo>
                  <a:lnTo>
                    <a:pt x="4317" y="128645"/>
                  </a:lnTo>
                  <a:lnTo>
                    <a:pt x="3203" y="133820"/>
                  </a:lnTo>
                  <a:lnTo>
                    <a:pt x="2254" y="139028"/>
                  </a:lnTo>
                  <a:lnTo>
                    <a:pt x="1470" y="144263"/>
                  </a:lnTo>
                  <a:lnTo>
                    <a:pt x="852" y="149520"/>
                  </a:lnTo>
                  <a:lnTo>
                    <a:pt x="400" y="154794"/>
                  </a:lnTo>
                  <a:lnTo>
                    <a:pt x="116" y="160080"/>
                  </a:lnTo>
                  <a:lnTo>
                    <a:pt x="0" y="165372"/>
                  </a:lnTo>
                  <a:lnTo>
                    <a:pt x="50" y="170665"/>
                  </a:lnTo>
                  <a:lnTo>
                    <a:pt x="269" y="175954"/>
                  </a:lnTo>
                  <a:lnTo>
                    <a:pt x="655" y="181233"/>
                  </a:lnTo>
                  <a:lnTo>
                    <a:pt x="1208" y="186497"/>
                  </a:lnTo>
                  <a:lnTo>
                    <a:pt x="1927" y="191742"/>
                  </a:lnTo>
                  <a:lnTo>
                    <a:pt x="2812" y="196960"/>
                  </a:lnTo>
                  <a:lnTo>
                    <a:pt x="3862" y="202149"/>
                  </a:lnTo>
                  <a:lnTo>
                    <a:pt x="5075" y="207301"/>
                  </a:lnTo>
                  <a:lnTo>
                    <a:pt x="6451" y="212412"/>
                  </a:lnTo>
                  <a:lnTo>
                    <a:pt x="7988" y="217478"/>
                  </a:lnTo>
                  <a:lnTo>
                    <a:pt x="9685" y="222492"/>
                  </a:lnTo>
                  <a:lnTo>
                    <a:pt x="11539" y="227450"/>
                  </a:lnTo>
                  <a:lnTo>
                    <a:pt x="13550" y="232346"/>
                  </a:lnTo>
                  <a:lnTo>
                    <a:pt x="15715" y="237177"/>
                  </a:lnTo>
                  <a:lnTo>
                    <a:pt x="18031" y="241936"/>
                  </a:lnTo>
                  <a:lnTo>
                    <a:pt x="20497" y="246620"/>
                  </a:lnTo>
                  <a:lnTo>
                    <a:pt x="23110" y="251223"/>
                  </a:lnTo>
                  <a:lnTo>
                    <a:pt x="25868" y="255742"/>
                  </a:lnTo>
                  <a:lnTo>
                    <a:pt x="28767" y="260171"/>
                  </a:lnTo>
                  <a:lnTo>
                    <a:pt x="31805" y="264505"/>
                  </a:lnTo>
                  <a:lnTo>
                    <a:pt x="34979" y="268742"/>
                  </a:lnTo>
                  <a:lnTo>
                    <a:pt x="38285" y="272876"/>
                  </a:lnTo>
                  <a:lnTo>
                    <a:pt x="41721" y="276903"/>
                  </a:lnTo>
                  <a:lnTo>
                    <a:pt x="45282" y="280819"/>
                  </a:lnTo>
                  <a:lnTo>
                    <a:pt x="48965" y="284620"/>
                  </a:lnTo>
                  <a:lnTo>
                    <a:pt x="52767" y="288303"/>
                  </a:lnTo>
                  <a:lnTo>
                    <a:pt x="56684" y="291864"/>
                  </a:lnTo>
                  <a:lnTo>
                    <a:pt x="60712" y="295299"/>
                  </a:lnTo>
                  <a:lnTo>
                    <a:pt x="64846" y="298605"/>
                  </a:lnTo>
                  <a:lnTo>
                    <a:pt x="69082" y="301778"/>
                  </a:lnTo>
                  <a:lnTo>
                    <a:pt x="73418" y="304816"/>
                  </a:lnTo>
                  <a:lnTo>
                    <a:pt x="77847" y="307714"/>
                  </a:lnTo>
                  <a:lnTo>
                    <a:pt x="82365" y="310471"/>
                  </a:lnTo>
                  <a:lnTo>
                    <a:pt x="86969" y="313084"/>
                  </a:lnTo>
                  <a:lnTo>
                    <a:pt x="91653" y="315549"/>
                  </a:lnTo>
                  <a:lnTo>
                    <a:pt x="96413" y="317865"/>
                  </a:lnTo>
                  <a:lnTo>
                    <a:pt x="101244" y="320030"/>
                  </a:lnTo>
                  <a:lnTo>
                    <a:pt x="106141" y="322040"/>
                  </a:lnTo>
                  <a:lnTo>
                    <a:pt x="111099" y="323894"/>
                  </a:lnTo>
                  <a:lnTo>
                    <a:pt x="116113" y="325590"/>
                  </a:lnTo>
                  <a:lnTo>
                    <a:pt x="121178" y="327126"/>
                  </a:lnTo>
                  <a:lnTo>
                    <a:pt x="126290" y="328502"/>
                  </a:lnTo>
                  <a:lnTo>
                    <a:pt x="131442" y="329715"/>
                  </a:lnTo>
                  <a:lnTo>
                    <a:pt x="136631" y="330764"/>
                  </a:lnTo>
                  <a:lnTo>
                    <a:pt x="141850" y="331648"/>
                  </a:lnTo>
                  <a:lnTo>
                    <a:pt x="147094" y="332367"/>
                  </a:lnTo>
                  <a:lnTo>
                    <a:pt x="152359" y="332919"/>
                  </a:lnTo>
                  <a:lnTo>
                    <a:pt x="157638" y="333304"/>
                  </a:lnTo>
                  <a:lnTo>
                    <a:pt x="162927" y="333522"/>
                  </a:lnTo>
                  <a:lnTo>
                    <a:pt x="168220" y="333572"/>
                  </a:lnTo>
                  <a:lnTo>
                    <a:pt x="173512" y="333455"/>
                  </a:lnTo>
                  <a:lnTo>
                    <a:pt x="178798" y="333170"/>
                  </a:lnTo>
                  <a:lnTo>
                    <a:pt x="184072" y="332718"/>
                  </a:lnTo>
                  <a:lnTo>
                    <a:pt x="189329" y="332100"/>
                  </a:lnTo>
                  <a:lnTo>
                    <a:pt x="194564" y="331315"/>
                  </a:lnTo>
                  <a:lnTo>
                    <a:pt x="199771" y="330365"/>
                  </a:lnTo>
                  <a:lnTo>
                    <a:pt x="204946" y="329250"/>
                  </a:lnTo>
                  <a:lnTo>
                    <a:pt x="210082" y="327972"/>
                  </a:lnTo>
                  <a:lnTo>
                    <a:pt x="215176" y="326532"/>
                  </a:lnTo>
                  <a:lnTo>
                    <a:pt x="220222" y="324932"/>
                  </a:lnTo>
                  <a:lnTo>
                    <a:pt x="225214" y="323173"/>
                  </a:lnTo>
                  <a:lnTo>
                    <a:pt x="230148" y="321256"/>
                  </a:lnTo>
                  <a:lnTo>
                    <a:pt x="235019" y="319184"/>
                  </a:lnTo>
                  <a:lnTo>
                    <a:pt x="239822" y="316959"/>
                  </a:lnTo>
                  <a:lnTo>
                    <a:pt x="244553" y="314583"/>
                  </a:lnTo>
                  <a:lnTo>
                    <a:pt x="249205" y="312059"/>
                  </a:lnTo>
                  <a:lnTo>
                    <a:pt x="253776" y="309388"/>
                  </a:lnTo>
                  <a:lnTo>
                    <a:pt x="258259" y="306575"/>
                  </a:lnTo>
                  <a:lnTo>
                    <a:pt x="262651" y="303620"/>
                  </a:lnTo>
                  <a:lnTo>
                    <a:pt x="266948" y="300528"/>
                  </a:lnTo>
                  <a:lnTo>
                    <a:pt x="271144" y="297302"/>
                  </a:lnTo>
                  <a:lnTo>
                    <a:pt x="275236" y="293944"/>
                  </a:lnTo>
                  <a:lnTo>
                    <a:pt x="279220" y="290458"/>
                  </a:lnTo>
                  <a:lnTo>
                    <a:pt x="283091" y="286848"/>
                  </a:lnTo>
                  <a:lnTo>
                    <a:pt x="286846" y="283118"/>
                  </a:lnTo>
                  <a:lnTo>
                    <a:pt x="290481" y="279270"/>
                  </a:lnTo>
                  <a:lnTo>
                    <a:pt x="293993" y="275309"/>
                  </a:lnTo>
                  <a:lnTo>
                    <a:pt x="297377" y="271239"/>
                  </a:lnTo>
                  <a:lnTo>
                    <a:pt x="300631" y="267063"/>
                  </a:lnTo>
                  <a:lnTo>
                    <a:pt x="303751" y="262787"/>
                  </a:lnTo>
                  <a:lnTo>
                    <a:pt x="306734" y="258414"/>
                  </a:lnTo>
                  <a:lnTo>
                    <a:pt x="309577" y="253949"/>
                  </a:lnTo>
                  <a:lnTo>
                    <a:pt x="312277" y="249397"/>
                  </a:lnTo>
                  <a:lnTo>
                    <a:pt x="314832" y="244761"/>
                  </a:lnTo>
                  <a:lnTo>
                    <a:pt x="317239" y="240046"/>
                  </a:lnTo>
                  <a:lnTo>
                    <a:pt x="319495" y="235257"/>
                  </a:lnTo>
                  <a:lnTo>
                    <a:pt x="321598" y="230400"/>
                  </a:lnTo>
                  <a:lnTo>
                    <a:pt x="323547" y="225478"/>
                  </a:lnTo>
                  <a:lnTo>
                    <a:pt x="325339" y="220498"/>
                  </a:lnTo>
                  <a:lnTo>
                    <a:pt x="326972" y="215462"/>
                  </a:lnTo>
                  <a:lnTo>
                    <a:pt x="328445" y="210378"/>
                  </a:lnTo>
                  <a:lnTo>
                    <a:pt x="329756" y="205250"/>
                  </a:lnTo>
                  <a:lnTo>
                    <a:pt x="330904" y="200082"/>
                  </a:lnTo>
                  <a:lnTo>
                    <a:pt x="331888" y="194881"/>
                  </a:lnTo>
                  <a:lnTo>
                    <a:pt x="332707" y="189652"/>
                  </a:lnTo>
                  <a:lnTo>
                    <a:pt x="333360" y="184399"/>
                  </a:lnTo>
                  <a:lnTo>
                    <a:pt x="333847" y="179128"/>
                  </a:lnTo>
                  <a:lnTo>
                    <a:pt x="334166" y="173844"/>
                  </a:lnTo>
                  <a:lnTo>
                    <a:pt x="334317" y="168553"/>
                  </a:lnTo>
                  <a:lnTo>
                    <a:pt x="334302" y="163260"/>
                  </a:lnTo>
                  <a:lnTo>
                    <a:pt x="334118" y="157969"/>
                  </a:lnTo>
                  <a:lnTo>
                    <a:pt x="333767" y="152688"/>
                  </a:lnTo>
                  <a:lnTo>
                    <a:pt x="333249" y="147420"/>
                  </a:lnTo>
                  <a:lnTo>
                    <a:pt x="332565" y="142171"/>
                  </a:lnTo>
                  <a:lnTo>
                    <a:pt x="331714" y="136946"/>
                  </a:lnTo>
                  <a:lnTo>
                    <a:pt x="330699" y="131751"/>
                  </a:lnTo>
                  <a:lnTo>
                    <a:pt x="329520" y="126591"/>
                  </a:lnTo>
                  <a:lnTo>
                    <a:pt x="328178" y="121471"/>
                  </a:lnTo>
                  <a:lnTo>
                    <a:pt x="326674" y="116395"/>
                  </a:lnTo>
                  <a:lnTo>
                    <a:pt x="325011" y="111370"/>
                  </a:lnTo>
                  <a:lnTo>
                    <a:pt x="323189" y="106400"/>
                  </a:lnTo>
                  <a:lnTo>
                    <a:pt x="321211" y="101490"/>
                  </a:lnTo>
                  <a:lnTo>
                    <a:pt x="319078" y="96645"/>
                  </a:lnTo>
                  <a:lnTo>
                    <a:pt x="316794" y="91871"/>
                  </a:lnTo>
                  <a:lnTo>
                    <a:pt x="314359" y="87171"/>
                  </a:lnTo>
                  <a:lnTo>
                    <a:pt x="311776" y="82550"/>
                  </a:lnTo>
                  <a:lnTo>
                    <a:pt x="309049" y="78013"/>
                  </a:lnTo>
                  <a:lnTo>
                    <a:pt x="306179" y="73565"/>
                  </a:lnTo>
                  <a:lnTo>
                    <a:pt x="303170" y="69211"/>
                  </a:lnTo>
                  <a:lnTo>
                    <a:pt x="300024" y="64953"/>
                  </a:lnTo>
                  <a:lnTo>
                    <a:pt x="296745" y="60798"/>
                  </a:lnTo>
                  <a:lnTo>
                    <a:pt x="293337" y="56748"/>
                  </a:lnTo>
                  <a:lnTo>
                    <a:pt x="289801" y="52808"/>
                  </a:lnTo>
                  <a:lnTo>
                    <a:pt x="286143" y="48982"/>
                  </a:lnTo>
                  <a:lnTo>
                    <a:pt x="282366" y="45274"/>
                  </a:lnTo>
                  <a:lnTo>
                    <a:pt x="278473" y="41687"/>
                  </a:lnTo>
                  <a:lnTo>
                    <a:pt x="274468" y="38226"/>
                  </a:lnTo>
                  <a:lnTo>
                    <a:pt x="270356" y="34893"/>
                  </a:lnTo>
                  <a:lnTo>
                    <a:pt x="266140" y="31692"/>
                  </a:lnTo>
                  <a:lnTo>
                    <a:pt x="261825" y="28625"/>
                  </a:lnTo>
                  <a:lnTo>
                    <a:pt x="257416" y="25697"/>
                  </a:lnTo>
                  <a:lnTo>
                    <a:pt x="252915" y="22910"/>
                  </a:lnTo>
                  <a:lnTo>
                    <a:pt x="248329" y="20267"/>
                  </a:lnTo>
                  <a:lnTo>
                    <a:pt x="243661" y="17771"/>
                  </a:lnTo>
                  <a:lnTo>
                    <a:pt x="238917" y="15423"/>
                  </a:lnTo>
                  <a:lnTo>
                    <a:pt x="234101" y="13227"/>
                  </a:lnTo>
                  <a:lnTo>
                    <a:pt x="229217" y="11185"/>
                  </a:lnTo>
                  <a:lnTo>
                    <a:pt x="224272" y="9298"/>
                  </a:lnTo>
                  <a:lnTo>
                    <a:pt x="219269" y="7569"/>
                  </a:lnTo>
                  <a:lnTo>
                    <a:pt x="214214" y="5999"/>
                  </a:lnTo>
                  <a:lnTo>
                    <a:pt x="209111" y="4589"/>
                  </a:lnTo>
                  <a:lnTo>
                    <a:pt x="203967" y="3342"/>
                  </a:lnTo>
                  <a:lnTo>
                    <a:pt x="198786" y="2259"/>
                  </a:lnTo>
                  <a:lnTo>
                    <a:pt x="193573" y="1340"/>
                  </a:lnTo>
                  <a:lnTo>
                    <a:pt x="188333" y="587"/>
                  </a:lnTo>
                  <a:lnTo>
                    <a:pt x="183072" y="0"/>
                  </a:lnTo>
                  <a:lnTo>
                    <a:pt x="167164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781287" y="2126963"/>
              <a:ext cx="15908" cy="167167"/>
            </a:xfrm>
            <a:custGeom>
              <a:avLst/>
              <a:pathLst>
                <a:path w="15908" h="167167">
                  <a:moveTo>
                    <a:pt x="15908" y="758"/>
                  </a:moveTo>
                  <a:lnTo>
                    <a:pt x="7963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423595" y="2633064"/>
              <a:ext cx="334314" cy="334332"/>
            </a:xfrm>
            <a:custGeom>
              <a:avLst/>
              <a:pathLst>
                <a:path w="334314" h="334332">
                  <a:moveTo>
                    <a:pt x="167152" y="0"/>
                  </a:moveTo>
                  <a:lnTo>
                    <a:pt x="161839" y="84"/>
                  </a:lnTo>
                  <a:lnTo>
                    <a:pt x="156532" y="337"/>
                  </a:lnTo>
                  <a:lnTo>
                    <a:pt x="151235" y="759"/>
                  </a:lnTo>
                  <a:lnTo>
                    <a:pt x="145955" y="1349"/>
                  </a:lnTo>
                  <a:lnTo>
                    <a:pt x="140695" y="2106"/>
                  </a:lnTo>
                  <a:lnTo>
                    <a:pt x="135463" y="3031"/>
                  </a:lnTo>
                  <a:lnTo>
                    <a:pt x="130263" y="4121"/>
                  </a:lnTo>
                  <a:lnTo>
                    <a:pt x="125099" y="5375"/>
                  </a:lnTo>
                  <a:lnTo>
                    <a:pt x="119979" y="6794"/>
                  </a:lnTo>
                  <a:lnTo>
                    <a:pt x="114906" y="8374"/>
                  </a:lnTo>
                  <a:lnTo>
                    <a:pt x="109885" y="10115"/>
                  </a:lnTo>
                  <a:lnTo>
                    <a:pt x="104923" y="12014"/>
                  </a:lnTo>
                  <a:lnTo>
                    <a:pt x="100023" y="14070"/>
                  </a:lnTo>
                  <a:lnTo>
                    <a:pt x="95192" y="16281"/>
                  </a:lnTo>
                  <a:lnTo>
                    <a:pt x="90433" y="18644"/>
                  </a:lnTo>
                  <a:lnTo>
                    <a:pt x="85751" y="21157"/>
                  </a:lnTo>
                  <a:lnTo>
                    <a:pt x="81152" y="23818"/>
                  </a:lnTo>
                  <a:lnTo>
                    <a:pt x="76640" y="26624"/>
                  </a:lnTo>
                  <a:lnTo>
                    <a:pt x="72219" y="29571"/>
                  </a:lnTo>
                  <a:lnTo>
                    <a:pt x="67894" y="32658"/>
                  </a:lnTo>
                  <a:lnTo>
                    <a:pt x="63669" y="35880"/>
                  </a:lnTo>
                  <a:lnTo>
                    <a:pt x="59549" y="39236"/>
                  </a:lnTo>
                  <a:lnTo>
                    <a:pt x="55537" y="42720"/>
                  </a:lnTo>
                  <a:lnTo>
                    <a:pt x="51638" y="46330"/>
                  </a:lnTo>
                  <a:lnTo>
                    <a:pt x="47856" y="50062"/>
                  </a:lnTo>
                  <a:lnTo>
                    <a:pt x="44195" y="53913"/>
                  </a:lnTo>
                  <a:lnTo>
                    <a:pt x="40658" y="57878"/>
                  </a:lnTo>
                  <a:lnTo>
                    <a:pt x="37248" y="61953"/>
                  </a:lnTo>
                  <a:lnTo>
                    <a:pt x="33970" y="66135"/>
                  </a:lnTo>
                  <a:lnTo>
                    <a:pt x="30826" y="70419"/>
                  </a:lnTo>
                  <a:lnTo>
                    <a:pt x="27821" y="74800"/>
                  </a:lnTo>
                  <a:lnTo>
                    <a:pt x="24955" y="79275"/>
                  </a:lnTo>
                  <a:lnTo>
                    <a:pt x="22234" y="83839"/>
                  </a:lnTo>
                  <a:lnTo>
                    <a:pt x="19659" y="88486"/>
                  </a:lnTo>
                  <a:lnTo>
                    <a:pt x="17233" y="93214"/>
                  </a:lnTo>
                  <a:lnTo>
                    <a:pt x="14958" y="98016"/>
                  </a:lnTo>
                  <a:lnTo>
                    <a:pt x="12837" y="102888"/>
                  </a:lnTo>
                  <a:lnTo>
                    <a:pt x="10872" y="107824"/>
                  </a:lnTo>
                  <a:lnTo>
                    <a:pt x="9065" y="112821"/>
                  </a:lnTo>
                  <a:lnTo>
                    <a:pt x="7418" y="117873"/>
                  </a:lnTo>
                  <a:lnTo>
                    <a:pt x="5932" y="122974"/>
                  </a:lnTo>
                  <a:lnTo>
                    <a:pt x="4609" y="128120"/>
                  </a:lnTo>
                  <a:lnTo>
                    <a:pt x="3450" y="133306"/>
                  </a:lnTo>
                  <a:lnTo>
                    <a:pt x="2457" y="138526"/>
                  </a:lnTo>
                  <a:lnTo>
                    <a:pt x="1630" y="143774"/>
                  </a:lnTo>
                  <a:lnTo>
                    <a:pt x="970" y="149047"/>
                  </a:lnTo>
                  <a:lnTo>
                    <a:pt x="478" y="154337"/>
                  </a:lnTo>
                  <a:lnTo>
                    <a:pt x="154" y="159641"/>
                  </a:lnTo>
                  <a:lnTo>
                    <a:pt x="0" y="164952"/>
                  </a:lnTo>
                  <a:lnTo>
                    <a:pt x="14" y="170266"/>
                  </a:lnTo>
                  <a:lnTo>
                    <a:pt x="196" y="175576"/>
                  </a:lnTo>
                  <a:lnTo>
                    <a:pt x="548" y="180878"/>
                  </a:lnTo>
                  <a:lnTo>
                    <a:pt x="1068" y="186166"/>
                  </a:lnTo>
                  <a:lnTo>
                    <a:pt x="1756" y="191435"/>
                  </a:lnTo>
                  <a:lnTo>
                    <a:pt x="2610" y="196679"/>
                  </a:lnTo>
                  <a:lnTo>
                    <a:pt x="3632" y="201893"/>
                  </a:lnTo>
                  <a:lnTo>
                    <a:pt x="4818" y="207073"/>
                  </a:lnTo>
                  <a:lnTo>
                    <a:pt x="6168" y="212212"/>
                  </a:lnTo>
                  <a:lnTo>
                    <a:pt x="7681" y="217305"/>
                  </a:lnTo>
                  <a:lnTo>
                    <a:pt x="9355" y="222348"/>
                  </a:lnTo>
                  <a:lnTo>
                    <a:pt x="11188" y="227335"/>
                  </a:lnTo>
                  <a:lnTo>
                    <a:pt x="13179" y="232262"/>
                  </a:lnTo>
                  <a:lnTo>
                    <a:pt x="15326" y="237122"/>
                  </a:lnTo>
                  <a:lnTo>
                    <a:pt x="17626" y="241912"/>
                  </a:lnTo>
                  <a:lnTo>
                    <a:pt x="20077" y="246627"/>
                  </a:lnTo>
                  <a:lnTo>
                    <a:pt x="22677" y="251261"/>
                  </a:lnTo>
                  <a:lnTo>
                    <a:pt x="25422" y="255810"/>
                  </a:lnTo>
                  <a:lnTo>
                    <a:pt x="28311" y="260269"/>
                  </a:lnTo>
                  <a:lnTo>
                    <a:pt x="31340" y="264635"/>
                  </a:lnTo>
                  <a:lnTo>
                    <a:pt x="34506" y="268902"/>
                  </a:lnTo>
                  <a:lnTo>
                    <a:pt x="37807" y="273066"/>
                  </a:lnTo>
                  <a:lnTo>
                    <a:pt x="41238" y="277124"/>
                  </a:lnTo>
                  <a:lnTo>
                    <a:pt x="44796" y="281070"/>
                  </a:lnTo>
                  <a:lnTo>
                    <a:pt x="48478" y="284901"/>
                  </a:lnTo>
                  <a:lnTo>
                    <a:pt x="52279" y="288613"/>
                  </a:lnTo>
                  <a:lnTo>
                    <a:pt x="56197" y="292202"/>
                  </a:lnTo>
                  <a:lnTo>
                    <a:pt x="60227" y="295666"/>
                  </a:lnTo>
                  <a:lnTo>
                    <a:pt x="64365" y="298999"/>
                  </a:lnTo>
                  <a:lnTo>
                    <a:pt x="68606" y="302199"/>
                  </a:lnTo>
                  <a:lnTo>
                    <a:pt x="72948" y="305263"/>
                  </a:lnTo>
                  <a:lnTo>
                    <a:pt x="77384" y="308187"/>
                  </a:lnTo>
                  <a:lnTo>
                    <a:pt x="81911" y="310969"/>
                  </a:lnTo>
                  <a:lnTo>
                    <a:pt x="86525" y="313605"/>
                  </a:lnTo>
                  <a:lnTo>
                    <a:pt x="91219" y="316094"/>
                  </a:lnTo>
                  <a:lnTo>
                    <a:pt x="95991" y="318432"/>
                  </a:lnTo>
                  <a:lnTo>
                    <a:pt x="100834" y="320617"/>
                  </a:lnTo>
                  <a:lnTo>
                    <a:pt x="105744" y="322647"/>
                  </a:lnTo>
                  <a:lnTo>
                    <a:pt x="110717" y="324520"/>
                  </a:lnTo>
                  <a:lnTo>
                    <a:pt x="115746" y="326234"/>
                  </a:lnTo>
                  <a:lnTo>
                    <a:pt x="120828" y="327788"/>
                  </a:lnTo>
                  <a:lnTo>
                    <a:pt x="125956" y="329179"/>
                  </a:lnTo>
                  <a:lnTo>
                    <a:pt x="131125" y="330406"/>
                  </a:lnTo>
                  <a:lnTo>
                    <a:pt x="136332" y="331469"/>
                  </a:lnTo>
                  <a:lnTo>
                    <a:pt x="141569" y="332365"/>
                  </a:lnTo>
                  <a:lnTo>
                    <a:pt x="146832" y="333095"/>
                  </a:lnTo>
                  <a:lnTo>
                    <a:pt x="152116" y="333657"/>
                  </a:lnTo>
                  <a:lnTo>
                    <a:pt x="157415" y="334051"/>
                  </a:lnTo>
                  <a:lnTo>
                    <a:pt x="162723" y="334276"/>
                  </a:lnTo>
                  <a:lnTo>
                    <a:pt x="168037" y="334332"/>
                  </a:lnTo>
                  <a:lnTo>
                    <a:pt x="173349" y="334219"/>
                  </a:lnTo>
                  <a:lnTo>
                    <a:pt x="178655" y="333938"/>
                  </a:lnTo>
                  <a:lnTo>
                    <a:pt x="183949" y="333488"/>
                  </a:lnTo>
                  <a:lnTo>
                    <a:pt x="189227" y="332871"/>
                  </a:lnTo>
                  <a:lnTo>
                    <a:pt x="194482" y="332085"/>
                  </a:lnTo>
                  <a:lnTo>
                    <a:pt x="199709" y="331133"/>
                  </a:lnTo>
                  <a:lnTo>
                    <a:pt x="204904" y="330016"/>
                  </a:lnTo>
                  <a:lnTo>
                    <a:pt x="210060" y="328734"/>
                  </a:lnTo>
                  <a:lnTo>
                    <a:pt x="215174" y="327288"/>
                  </a:lnTo>
                  <a:lnTo>
                    <a:pt x="220238" y="325681"/>
                  </a:lnTo>
                  <a:lnTo>
                    <a:pt x="225249" y="323914"/>
                  </a:lnTo>
                  <a:lnTo>
                    <a:pt x="230201" y="321989"/>
                  </a:lnTo>
                  <a:lnTo>
                    <a:pt x="235090" y="319907"/>
                  </a:lnTo>
                  <a:lnTo>
                    <a:pt x="239910" y="317670"/>
                  </a:lnTo>
                  <a:lnTo>
                    <a:pt x="244656" y="315282"/>
                  </a:lnTo>
                  <a:lnTo>
                    <a:pt x="249325" y="312744"/>
                  </a:lnTo>
                  <a:lnTo>
                    <a:pt x="253910" y="310059"/>
                  </a:lnTo>
                  <a:lnTo>
                    <a:pt x="258407" y="307229"/>
                  </a:lnTo>
                  <a:lnTo>
                    <a:pt x="262812" y="304258"/>
                  </a:lnTo>
                  <a:lnTo>
                    <a:pt x="267121" y="301149"/>
                  </a:lnTo>
                  <a:lnTo>
                    <a:pt x="271329" y="297904"/>
                  </a:lnTo>
                  <a:lnTo>
                    <a:pt x="275431" y="294527"/>
                  </a:lnTo>
                  <a:lnTo>
                    <a:pt x="279424" y="291022"/>
                  </a:lnTo>
                  <a:lnTo>
                    <a:pt x="283304" y="287391"/>
                  </a:lnTo>
                  <a:lnTo>
                    <a:pt x="287066" y="283639"/>
                  </a:lnTo>
                  <a:lnTo>
                    <a:pt x="290707" y="279769"/>
                  </a:lnTo>
                  <a:lnTo>
                    <a:pt x="294223" y="275785"/>
                  </a:lnTo>
                  <a:lnTo>
                    <a:pt x="297611" y="271692"/>
                  </a:lnTo>
                  <a:lnTo>
                    <a:pt x="300867" y="267493"/>
                  </a:lnTo>
                  <a:lnTo>
                    <a:pt x="303988" y="263193"/>
                  </a:lnTo>
                  <a:lnTo>
                    <a:pt x="306971" y="258795"/>
                  </a:lnTo>
                  <a:lnTo>
                    <a:pt x="309812" y="254305"/>
                  </a:lnTo>
                  <a:lnTo>
                    <a:pt x="312509" y="249728"/>
                  </a:lnTo>
                  <a:lnTo>
                    <a:pt x="315060" y="245066"/>
                  </a:lnTo>
                  <a:lnTo>
                    <a:pt x="317461" y="240326"/>
                  </a:lnTo>
                  <a:lnTo>
                    <a:pt x="319710" y="235512"/>
                  </a:lnTo>
                  <a:lnTo>
                    <a:pt x="321805" y="230629"/>
                  </a:lnTo>
                  <a:lnTo>
                    <a:pt x="323744" y="225682"/>
                  </a:lnTo>
                  <a:lnTo>
                    <a:pt x="325524" y="220676"/>
                  </a:lnTo>
                  <a:lnTo>
                    <a:pt x="327145" y="215615"/>
                  </a:lnTo>
                  <a:lnTo>
                    <a:pt x="328604" y="210506"/>
                  </a:lnTo>
                  <a:lnTo>
                    <a:pt x="329900" y="205353"/>
                  </a:lnTo>
                  <a:lnTo>
                    <a:pt x="331031" y="200162"/>
                  </a:lnTo>
                  <a:lnTo>
                    <a:pt x="331997" y="194937"/>
                  </a:lnTo>
                  <a:lnTo>
                    <a:pt x="332796" y="189684"/>
                  </a:lnTo>
                  <a:lnTo>
                    <a:pt x="333428" y="184408"/>
                  </a:lnTo>
                  <a:lnTo>
                    <a:pt x="333892" y="179115"/>
                  </a:lnTo>
                  <a:lnTo>
                    <a:pt x="334188" y="173809"/>
                  </a:lnTo>
                  <a:lnTo>
                    <a:pt x="334314" y="168497"/>
                  </a:lnTo>
                  <a:lnTo>
                    <a:pt x="334272" y="163184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96248"/>
              <a:ext cx="167119" cy="3982"/>
            </a:xfrm>
            <a:custGeom>
              <a:avLst/>
              <a:pathLst>
                <a:path w="167119" h="3982">
                  <a:moveTo>
                    <a:pt x="167119" y="0"/>
                  </a:moveTo>
                  <a:lnTo>
                    <a:pt x="0" y="39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96248"/>
              <a:ext cx="167119" cy="3982"/>
            </a:xfrm>
            <a:custGeom>
              <a:avLst/>
              <a:pathLst>
                <a:path w="167119" h="3982">
                  <a:moveTo>
                    <a:pt x="167119" y="0"/>
                  </a:moveTo>
                  <a:lnTo>
                    <a:pt x="0" y="39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96248"/>
              <a:ext cx="167119" cy="3982"/>
            </a:xfrm>
            <a:custGeom>
              <a:avLst/>
              <a:pathLst>
                <a:path w="167119" h="3982">
                  <a:moveTo>
                    <a:pt x="167119" y="0"/>
                  </a:moveTo>
                  <a:lnTo>
                    <a:pt x="0" y="39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96248"/>
              <a:ext cx="167119" cy="3982"/>
            </a:xfrm>
            <a:custGeom>
              <a:avLst/>
              <a:pathLst>
                <a:path w="167119" h="3982">
                  <a:moveTo>
                    <a:pt x="167119" y="0"/>
                  </a:moveTo>
                  <a:lnTo>
                    <a:pt x="0" y="39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96248"/>
              <a:ext cx="167119" cy="3982"/>
            </a:xfrm>
            <a:custGeom>
              <a:avLst/>
              <a:pathLst>
                <a:path w="167119" h="3982">
                  <a:moveTo>
                    <a:pt x="167119" y="0"/>
                  </a:moveTo>
                  <a:lnTo>
                    <a:pt x="0" y="39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96248"/>
              <a:ext cx="167119" cy="3982"/>
            </a:xfrm>
            <a:custGeom>
              <a:avLst/>
              <a:pathLst>
                <a:path w="167119" h="3982">
                  <a:moveTo>
                    <a:pt x="167119" y="0"/>
                  </a:moveTo>
                  <a:lnTo>
                    <a:pt x="0" y="39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96248"/>
              <a:ext cx="167119" cy="3982"/>
            </a:xfrm>
            <a:custGeom>
              <a:avLst/>
              <a:pathLst>
                <a:path w="167119" h="3982">
                  <a:moveTo>
                    <a:pt x="167119" y="0"/>
                  </a:moveTo>
                  <a:lnTo>
                    <a:pt x="0" y="39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96248"/>
              <a:ext cx="167119" cy="3982"/>
            </a:xfrm>
            <a:custGeom>
              <a:avLst/>
              <a:pathLst>
                <a:path w="167119" h="3982">
                  <a:moveTo>
                    <a:pt x="167119" y="0"/>
                  </a:moveTo>
                  <a:lnTo>
                    <a:pt x="0" y="39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96248"/>
              <a:ext cx="167119" cy="3982"/>
            </a:xfrm>
            <a:custGeom>
              <a:avLst/>
              <a:pathLst>
                <a:path w="167119" h="3982">
                  <a:moveTo>
                    <a:pt x="167119" y="0"/>
                  </a:moveTo>
                  <a:lnTo>
                    <a:pt x="0" y="39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96248"/>
              <a:ext cx="167119" cy="3982"/>
            </a:xfrm>
            <a:custGeom>
              <a:avLst/>
              <a:pathLst>
                <a:path w="167119" h="3982">
                  <a:moveTo>
                    <a:pt x="167119" y="0"/>
                  </a:moveTo>
                  <a:lnTo>
                    <a:pt x="0" y="39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96248"/>
              <a:ext cx="167119" cy="3982"/>
            </a:xfrm>
            <a:custGeom>
              <a:avLst/>
              <a:pathLst>
                <a:path w="167119" h="3982">
                  <a:moveTo>
                    <a:pt x="167119" y="0"/>
                  </a:moveTo>
                  <a:lnTo>
                    <a:pt x="0" y="39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96248"/>
              <a:ext cx="167119" cy="3982"/>
            </a:xfrm>
            <a:custGeom>
              <a:avLst/>
              <a:pathLst>
                <a:path w="167119" h="3982">
                  <a:moveTo>
                    <a:pt x="167119" y="0"/>
                  </a:moveTo>
                  <a:lnTo>
                    <a:pt x="0" y="39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96248"/>
              <a:ext cx="167119" cy="3982"/>
            </a:xfrm>
            <a:custGeom>
              <a:avLst/>
              <a:pathLst>
                <a:path w="167119" h="3982">
                  <a:moveTo>
                    <a:pt x="167119" y="0"/>
                  </a:moveTo>
                  <a:lnTo>
                    <a:pt x="0" y="39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655205"/>
              <a:ext cx="167119" cy="145025"/>
            </a:xfrm>
            <a:custGeom>
              <a:avLst/>
              <a:pathLst>
                <a:path w="167119" h="145025">
                  <a:moveTo>
                    <a:pt x="167119" y="141043"/>
                  </a:moveTo>
                  <a:lnTo>
                    <a:pt x="166896" y="135512"/>
                  </a:lnTo>
                  <a:lnTo>
                    <a:pt x="166490" y="129993"/>
                  </a:lnTo>
                  <a:lnTo>
                    <a:pt x="165901" y="124489"/>
                  </a:lnTo>
                  <a:lnTo>
                    <a:pt x="165130" y="119008"/>
                  </a:lnTo>
                  <a:lnTo>
                    <a:pt x="164178" y="113556"/>
                  </a:lnTo>
                  <a:lnTo>
                    <a:pt x="163046" y="108138"/>
                  </a:lnTo>
                  <a:lnTo>
                    <a:pt x="161736" y="102761"/>
                  </a:lnTo>
                  <a:lnTo>
                    <a:pt x="160248" y="97430"/>
                  </a:lnTo>
                  <a:lnTo>
                    <a:pt x="158585" y="92151"/>
                  </a:lnTo>
                  <a:lnTo>
                    <a:pt x="156747" y="86930"/>
                  </a:lnTo>
                  <a:lnTo>
                    <a:pt x="154738" y="81773"/>
                  </a:lnTo>
                  <a:lnTo>
                    <a:pt x="152560" y="76685"/>
                  </a:lnTo>
                  <a:lnTo>
                    <a:pt x="150214" y="71672"/>
                  </a:lnTo>
                  <a:lnTo>
                    <a:pt x="147703" y="66740"/>
                  </a:lnTo>
                  <a:lnTo>
                    <a:pt x="145030" y="61893"/>
                  </a:lnTo>
                  <a:lnTo>
                    <a:pt x="142199" y="57137"/>
                  </a:lnTo>
                  <a:lnTo>
                    <a:pt x="139211" y="52478"/>
                  </a:lnTo>
                  <a:lnTo>
                    <a:pt x="136071" y="47920"/>
                  </a:lnTo>
                  <a:lnTo>
                    <a:pt x="132782" y="43469"/>
                  </a:lnTo>
                  <a:lnTo>
                    <a:pt x="129347" y="39129"/>
                  </a:lnTo>
                  <a:lnTo>
                    <a:pt x="125771" y="34905"/>
                  </a:lnTo>
                  <a:lnTo>
                    <a:pt x="122056" y="30802"/>
                  </a:lnTo>
                  <a:lnTo>
                    <a:pt x="118208" y="26824"/>
                  </a:lnTo>
                  <a:lnTo>
                    <a:pt x="114230" y="22975"/>
                  </a:lnTo>
                  <a:lnTo>
                    <a:pt x="110127" y="19261"/>
                  </a:lnTo>
                  <a:lnTo>
                    <a:pt x="105904" y="15684"/>
                  </a:lnTo>
                  <a:lnTo>
                    <a:pt x="101564" y="12249"/>
                  </a:lnTo>
                  <a:lnTo>
                    <a:pt x="97113" y="8959"/>
                  </a:lnTo>
                  <a:lnTo>
                    <a:pt x="92555" y="5819"/>
                  </a:lnTo>
                  <a:lnTo>
                    <a:pt x="87896" y="2831"/>
                  </a:lnTo>
                  <a:lnTo>
                    <a:pt x="83141" y="0"/>
                  </a:lnTo>
                  <a:lnTo>
                    <a:pt x="0" y="1450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633064"/>
              <a:ext cx="83141" cy="167167"/>
            </a:xfrm>
            <a:custGeom>
              <a:avLst/>
              <a:pathLst>
                <a:path w="83141" h="167167">
                  <a:moveTo>
                    <a:pt x="83141" y="22141"/>
                  </a:moveTo>
                  <a:lnTo>
                    <a:pt x="78059" y="19344"/>
                  </a:lnTo>
                  <a:lnTo>
                    <a:pt x="72883" y="16724"/>
                  </a:lnTo>
                  <a:lnTo>
                    <a:pt x="67619" y="14286"/>
                  </a:lnTo>
                  <a:lnTo>
                    <a:pt x="62274" y="12032"/>
                  </a:lnTo>
                  <a:lnTo>
                    <a:pt x="56854" y="9965"/>
                  </a:lnTo>
                  <a:lnTo>
                    <a:pt x="51366" y="8087"/>
                  </a:lnTo>
                  <a:lnTo>
                    <a:pt x="45815" y="6400"/>
                  </a:lnTo>
                  <a:lnTo>
                    <a:pt x="40210" y="4908"/>
                  </a:lnTo>
                  <a:lnTo>
                    <a:pt x="34556" y="3610"/>
                  </a:lnTo>
                  <a:lnTo>
                    <a:pt x="28860" y="2510"/>
                  </a:lnTo>
                  <a:lnTo>
                    <a:pt x="23130" y="1607"/>
                  </a:lnTo>
                  <a:lnTo>
                    <a:pt x="17372" y="905"/>
                  </a:lnTo>
                  <a:lnTo>
                    <a:pt x="11593" y="402"/>
                  </a:lnTo>
                  <a:lnTo>
                    <a:pt x="5800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358831" y="3170392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9" y="337"/>
                  </a:lnTo>
                  <a:lnTo>
                    <a:pt x="151247" y="758"/>
                  </a:lnTo>
                  <a:lnTo>
                    <a:pt x="145971" y="1346"/>
                  </a:lnTo>
                  <a:lnTo>
                    <a:pt x="140717" y="2102"/>
                  </a:lnTo>
                  <a:lnTo>
                    <a:pt x="135490" y="3025"/>
                  </a:lnTo>
                  <a:lnTo>
                    <a:pt x="130294" y="4113"/>
                  </a:lnTo>
                  <a:lnTo>
                    <a:pt x="125135" y="5365"/>
                  </a:lnTo>
                  <a:lnTo>
                    <a:pt x="120019" y="6781"/>
                  </a:lnTo>
                  <a:lnTo>
                    <a:pt x="114951" y="8358"/>
                  </a:lnTo>
                  <a:lnTo>
                    <a:pt x="109935" y="10095"/>
                  </a:lnTo>
                  <a:lnTo>
                    <a:pt x="104976" y="11991"/>
                  </a:lnTo>
                  <a:lnTo>
                    <a:pt x="100081" y="14043"/>
                  </a:lnTo>
                  <a:lnTo>
                    <a:pt x="95253" y="16250"/>
                  </a:lnTo>
                  <a:lnTo>
                    <a:pt x="90497" y="18609"/>
                  </a:lnTo>
                  <a:lnTo>
                    <a:pt x="85819" y="21117"/>
                  </a:lnTo>
                  <a:lnTo>
                    <a:pt x="81223" y="23773"/>
                  </a:lnTo>
                  <a:lnTo>
                    <a:pt x="76713" y="26574"/>
                  </a:lnTo>
                  <a:lnTo>
                    <a:pt x="72295" y="29516"/>
                  </a:lnTo>
                  <a:lnTo>
                    <a:pt x="67972" y="32597"/>
                  </a:lnTo>
                  <a:lnTo>
                    <a:pt x="63750" y="35814"/>
                  </a:lnTo>
                  <a:lnTo>
                    <a:pt x="59631" y="39163"/>
                  </a:lnTo>
                  <a:lnTo>
                    <a:pt x="55621" y="42642"/>
                  </a:lnTo>
                  <a:lnTo>
                    <a:pt x="51724" y="46245"/>
                  </a:lnTo>
                  <a:lnTo>
                    <a:pt x="47943" y="49971"/>
                  </a:lnTo>
                  <a:lnTo>
                    <a:pt x="44282" y="53815"/>
                  </a:lnTo>
                  <a:lnTo>
                    <a:pt x="40745" y="57773"/>
                  </a:lnTo>
                  <a:lnTo>
                    <a:pt x="37335" y="61842"/>
                  </a:lnTo>
                  <a:lnTo>
                    <a:pt x="34056" y="66017"/>
                  </a:lnTo>
                  <a:lnTo>
                    <a:pt x="30912" y="70294"/>
                  </a:lnTo>
                  <a:lnTo>
                    <a:pt x="27905" y="74668"/>
                  </a:lnTo>
                  <a:lnTo>
                    <a:pt x="25038" y="79136"/>
                  </a:lnTo>
                  <a:lnTo>
                    <a:pt x="22315" y="83692"/>
                  </a:lnTo>
                  <a:lnTo>
                    <a:pt x="19737" y="88333"/>
                  </a:lnTo>
                  <a:lnTo>
                    <a:pt x="17309" y="93053"/>
                  </a:lnTo>
                  <a:lnTo>
                    <a:pt x="15031" y="97848"/>
                  </a:lnTo>
                  <a:lnTo>
                    <a:pt x="12907" y="102713"/>
                  </a:lnTo>
                  <a:lnTo>
                    <a:pt x="10938" y="107643"/>
                  </a:lnTo>
                  <a:lnTo>
                    <a:pt x="9127" y="112632"/>
                  </a:lnTo>
                  <a:lnTo>
                    <a:pt x="7475" y="117677"/>
                  </a:lnTo>
                  <a:lnTo>
                    <a:pt x="5984" y="122772"/>
                  </a:lnTo>
                  <a:lnTo>
                    <a:pt x="4656" y="127911"/>
                  </a:lnTo>
                  <a:lnTo>
                    <a:pt x="3491" y="133091"/>
                  </a:lnTo>
                  <a:lnTo>
                    <a:pt x="2492" y="138304"/>
                  </a:lnTo>
                  <a:lnTo>
                    <a:pt x="1659" y="143546"/>
                  </a:lnTo>
                  <a:lnTo>
                    <a:pt x="992" y="148813"/>
                  </a:lnTo>
                  <a:lnTo>
                    <a:pt x="493" y="154098"/>
                  </a:lnTo>
                  <a:lnTo>
                    <a:pt x="162" y="159396"/>
                  </a:lnTo>
                  <a:lnTo>
                    <a:pt x="0" y="164702"/>
                  </a:lnTo>
                  <a:lnTo>
                    <a:pt x="5" y="170010"/>
                  </a:lnTo>
                  <a:lnTo>
                    <a:pt x="180" y="175315"/>
                  </a:lnTo>
                  <a:lnTo>
                    <a:pt x="523" y="180613"/>
                  </a:lnTo>
                  <a:lnTo>
                    <a:pt x="1034" y="185896"/>
                  </a:lnTo>
                  <a:lnTo>
                    <a:pt x="1712" y="191161"/>
                  </a:lnTo>
                  <a:lnTo>
                    <a:pt x="2558" y="196402"/>
                  </a:lnTo>
                  <a:lnTo>
                    <a:pt x="3569" y="201613"/>
                  </a:lnTo>
                  <a:lnTo>
                    <a:pt x="4745" y="206789"/>
                  </a:lnTo>
                  <a:lnTo>
                    <a:pt x="6085" y="211926"/>
                  </a:lnTo>
                  <a:lnTo>
                    <a:pt x="7587" y="217017"/>
                  </a:lnTo>
                  <a:lnTo>
                    <a:pt x="9250" y="222058"/>
                  </a:lnTo>
                  <a:lnTo>
                    <a:pt x="11073" y="227044"/>
                  </a:lnTo>
                  <a:lnTo>
                    <a:pt x="13053" y="231969"/>
                  </a:lnTo>
                  <a:lnTo>
                    <a:pt x="15188" y="236829"/>
                  </a:lnTo>
                  <a:lnTo>
                    <a:pt x="17476" y="241619"/>
                  </a:lnTo>
                  <a:lnTo>
                    <a:pt x="19916" y="246334"/>
                  </a:lnTo>
                  <a:lnTo>
                    <a:pt x="22504" y="250969"/>
                  </a:lnTo>
                  <a:lnTo>
                    <a:pt x="25237" y="255519"/>
                  </a:lnTo>
                  <a:lnTo>
                    <a:pt x="28114" y="259980"/>
                  </a:lnTo>
                  <a:lnTo>
                    <a:pt x="31131" y="264348"/>
                  </a:lnTo>
                  <a:lnTo>
                    <a:pt x="34285" y="268618"/>
                  </a:lnTo>
                  <a:lnTo>
                    <a:pt x="37573" y="272785"/>
                  </a:lnTo>
                  <a:lnTo>
                    <a:pt x="40992" y="276846"/>
                  </a:lnTo>
                  <a:lnTo>
                    <a:pt x="44538" y="280796"/>
                  </a:lnTo>
                  <a:lnTo>
                    <a:pt x="48208" y="284632"/>
                  </a:lnTo>
                  <a:lnTo>
                    <a:pt x="51997" y="288349"/>
                  </a:lnTo>
                  <a:lnTo>
                    <a:pt x="55903" y="291944"/>
                  </a:lnTo>
                  <a:lnTo>
                    <a:pt x="59921" y="295413"/>
                  </a:lnTo>
                  <a:lnTo>
                    <a:pt x="64047" y="298753"/>
                  </a:lnTo>
                  <a:lnTo>
                    <a:pt x="68277" y="301960"/>
                  </a:lnTo>
                  <a:lnTo>
                    <a:pt x="72606" y="305032"/>
                  </a:lnTo>
                  <a:lnTo>
                    <a:pt x="77031" y="307964"/>
                  </a:lnTo>
                  <a:lnTo>
                    <a:pt x="81547" y="310754"/>
                  </a:lnTo>
                  <a:lnTo>
                    <a:pt x="86149" y="313400"/>
                  </a:lnTo>
                  <a:lnTo>
                    <a:pt x="90833" y="315898"/>
                  </a:lnTo>
                  <a:lnTo>
                    <a:pt x="95594" y="318246"/>
                  </a:lnTo>
                  <a:lnTo>
                    <a:pt x="100427" y="320442"/>
                  </a:lnTo>
                  <a:lnTo>
                    <a:pt x="105327" y="322483"/>
                  </a:lnTo>
                  <a:lnTo>
                    <a:pt x="110290" y="324367"/>
                  </a:lnTo>
                  <a:lnTo>
                    <a:pt x="115310" y="326094"/>
                  </a:lnTo>
                  <a:lnTo>
                    <a:pt x="120382" y="327659"/>
                  </a:lnTo>
                  <a:lnTo>
                    <a:pt x="125501" y="329063"/>
                  </a:lnTo>
                  <a:lnTo>
                    <a:pt x="130662" y="330304"/>
                  </a:lnTo>
                  <a:lnTo>
                    <a:pt x="135861" y="331380"/>
                  </a:lnTo>
                  <a:lnTo>
                    <a:pt x="141090" y="332291"/>
                  </a:lnTo>
                  <a:lnTo>
                    <a:pt x="146346" y="333035"/>
                  </a:lnTo>
                  <a:lnTo>
                    <a:pt x="151623" y="333612"/>
                  </a:lnTo>
                  <a:lnTo>
                    <a:pt x="156916" y="334021"/>
                  </a:lnTo>
                  <a:lnTo>
                    <a:pt x="162219" y="334262"/>
                  </a:lnTo>
                  <a:lnTo>
                    <a:pt x="167526" y="334334"/>
                  </a:lnTo>
                  <a:lnTo>
                    <a:pt x="172834" y="334238"/>
                  </a:lnTo>
                  <a:lnTo>
                    <a:pt x="178136" y="333973"/>
                  </a:lnTo>
                  <a:lnTo>
                    <a:pt x="183426" y="333540"/>
                  </a:lnTo>
                  <a:lnTo>
                    <a:pt x="188701" y="332939"/>
                  </a:lnTo>
                  <a:lnTo>
                    <a:pt x="193953" y="332171"/>
                  </a:lnTo>
                  <a:lnTo>
                    <a:pt x="199179" y="331237"/>
                  </a:lnTo>
                  <a:lnTo>
                    <a:pt x="204372" y="330137"/>
                  </a:lnTo>
                  <a:lnTo>
                    <a:pt x="209527" y="328873"/>
                  </a:lnTo>
                  <a:lnTo>
                    <a:pt x="214640" y="327446"/>
                  </a:lnTo>
                  <a:lnTo>
                    <a:pt x="219705" y="325858"/>
                  </a:lnTo>
                  <a:lnTo>
                    <a:pt x="224718" y="324109"/>
                  </a:lnTo>
                  <a:lnTo>
                    <a:pt x="229672" y="322202"/>
                  </a:lnTo>
                  <a:lnTo>
                    <a:pt x="234562" y="320139"/>
                  </a:lnTo>
                  <a:lnTo>
                    <a:pt x="239385" y="317921"/>
                  </a:lnTo>
                  <a:lnTo>
                    <a:pt x="244136" y="315552"/>
                  </a:lnTo>
                  <a:lnTo>
                    <a:pt x="248808" y="313032"/>
                  </a:lnTo>
                  <a:lnTo>
                    <a:pt x="253398" y="310366"/>
                  </a:lnTo>
                  <a:lnTo>
                    <a:pt x="257901" y="307555"/>
                  </a:lnTo>
                  <a:lnTo>
                    <a:pt x="262313" y="304603"/>
                  </a:lnTo>
                  <a:lnTo>
                    <a:pt x="266629" y="301512"/>
                  </a:lnTo>
                  <a:lnTo>
                    <a:pt x="270844" y="298286"/>
                  </a:lnTo>
                  <a:lnTo>
                    <a:pt x="274955" y="294927"/>
                  </a:lnTo>
                  <a:lnTo>
                    <a:pt x="278957" y="291440"/>
                  </a:lnTo>
                  <a:lnTo>
                    <a:pt x="282847" y="287827"/>
                  </a:lnTo>
                  <a:lnTo>
                    <a:pt x="286619" y="284093"/>
                  </a:lnTo>
                  <a:lnTo>
                    <a:pt x="290272" y="280241"/>
                  </a:lnTo>
                  <a:lnTo>
                    <a:pt x="293800" y="276275"/>
                  </a:lnTo>
                  <a:lnTo>
                    <a:pt x="297200" y="272198"/>
                  </a:lnTo>
                  <a:lnTo>
                    <a:pt x="300469" y="268016"/>
                  </a:lnTo>
                  <a:lnTo>
                    <a:pt x="303604" y="263732"/>
                  </a:lnTo>
                  <a:lnTo>
                    <a:pt x="306601" y="259351"/>
                  </a:lnTo>
                  <a:lnTo>
                    <a:pt x="309458" y="254877"/>
                  </a:lnTo>
                  <a:lnTo>
                    <a:pt x="312171" y="250314"/>
                  </a:lnTo>
                  <a:lnTo>
                    <a:pt x="314738" y="245668"/>
                  </a:lnTo>
                  <a:lnTo>
                    <a:pt x="317156" y="240942"/>
                  </a:lnTo>
                  <a:lnTo>
                    <a:pt x="319423" y="236142"/>
                  </a:lnTo>
                  <a:lnTo>
                    <a:pt x="321536" y="231272"/>
                  </a:lnTo>
                  <a:lnTo>
                    <a:pt x="323494" y="226338"/>
                  </a:lnTo>
                  <a:lnTo>
                    <a:pt x="325294" y="221344"/>
                  </a:lnTo>
                  <a:lnTo>
                    <a:pt x="326934" y="216296"/>
                  </a:lnTo>
                  <a:lnTo>
                    <a:pt x="328413" y="211198"/>
                  </a:lnTo>
                  <a:lnTo>
                    <a:pt x="329730" y="206055"/>
                  </a:lnTo>
                  <a:lnTo>
                    <a:pt x="330883" y="200874"/>
                  </a:lnTo>
                  <a:lnTo>
                    <a:pt x="331870" y="195658"/>
                  </a:lnTo>
                  <a:lnTo>
                    <a:pt x="332692" y="190413"/>
                  </a:lnTo>
                  <a:lnTo>
                    <a:pt x="333347" y="185146"/>
                  </a:lnTo>
                  <a:lnTo>
                    <a:pt x="333834" y="179860"/>
                  </a:lnTo>
                  <a:lnTo>
                    <a:pt x="334153" y="174561"/>
                  </a:lnTo>
                  <a:lnTo>
                    <a:pt x="334303" y="169255"/>
                  </a:lnTo>
                  <a:lnTo>
                    <a:pt x="334285" y="163946"/>
                  </a:lnTo>
                  <a:lnTo>
                    <a:pt x="334099" y="158641"/>
                  </a:lnTo>
                  <a:lnTo>
                    <a:pt x="333744" y="153345"/>
                  </a:lnTo>
                  <a:lnTo>
                    <a:pt x="333221" y="148062"/>
                  </a:lnTo>
                  <a:lnTo>
                    <a:pt x="332531" y="142799"/>
                  </a:lnTo>
                  <a:lnTo>
                    <a:pt x="331674" y="137560"/>
                  </a:lnTo>
                  <a:lnTo>
                    <a:pt x="330651" y="132351"/>
                  </a:lnTo>
                  <a:lnTo>
                    <a:pt x="329463" y="127178"/>
                  </a:lnTo>
                  <a:lnTo>
                    <a:pt x="328111" y="122044"/>
                  </a:lnTo>
                  <a:lnTo>
                    <a:pt x="326597" y="116956"/>
                  </a:lnTo>
                  <a:lnTo>
                    <a:pt x="324923" y="111919"/>
                  </a:lnTo>
                  <a:lnTo>
                    <a:pt x="323089" y="106937"/>
                  </a:lnTo>
                  <a:lnTo>
                    <a:pt x="321098" y="102017"/>
                  </a:lnTo>
                  <a:lnTo>
                    <a:pt x="318952" y="97161"/>
                  </a:lnTo>
                  <a:lnTo>
                    <a:pt x="316653" y="92377"/>
                  </a:lnTo>
                  <a:lnTo>
                    <a:pt x="314203" y="87668"/>
                  </a:lnTo>
                  <a:lnTo>
                    <a:pt x="311604" y="83039"/>
                  </a:lnTo>
                  <a:lnTo>
                    <a:pt x="308860" y="78495"/>
                  </a:lnTo>
                  <a:lnTo>
                    <a:pt x="305973" y="74040"/>
                  </a:lnTo>
                  <a:lnTo>
                    <a:pt x="302947" y="69679"/>
                  </a:lnTo>
                  <a:lnTo>
                    <a:pt x="299783" y="65416"/>
                  </a:lnTo>
                  <a:lnTo>
                    <a:pt x="296485" y="61257"/>
                  </a:lnTo>
                  <a:lnTo>
                    <a:pt x="293057" y="57203"/>
                  </a:lnTo>
                  <a:lnTo>
                    <a:pt x="289502" y="5326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223654"/>
              <a:ext cx="122353" cy="113905"/>
            </a:xfrm>
            <a:custGeom>
              <a:avLst/>
              <a:pathLst>
                <a:path w="122353" h="113905">
                  <a:moveTo>
                    <a:pt x="122353" y="0"/>
                  </a:moveTo>
                  <a:lnTo>
                    <a:pt x="0" y="1139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223654"/>
              <a:ext cx="122353" cy="113905"/>
            </a:xfrm>
            <a:custGeom>
              <a:avLst/>
              <a:pathLst>
                <a:path w="122353" h="113905">
                  <a:moveTo>
                    <a:pt x="122353" y="0"/>
                  </a:moveTo>
                  <a:lnTo>
                    <a:pt x="0" y="1139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23654"/>
              <a:ext cx="122353" cy="113905"/>
            </a:xfrm>
            <a:custGeom>
              <a:avLst/>
              <a:pathLst>
                <a:path w="122353" h="113905">
                  <a:moveTo>
                    <a:pt x="122353" y="0"/>
                  </a:moveTo>
                  <a:lnTo>
                    <a:pt x="0" y="1139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23654"/>
              <a:ext cx="122353" cy="113905"/>
            </a:xfrm>
            <a:custGeom>
              <a:avLst/>
              <a:pathLst>
                <a:path w="122353" h="113905">
                  <a:moveTo>
                    <a:pt x="122353" y="0"/>
                  </a:moveTo>
                  <a:lnTo>
                    <a:pt x="0" y="1139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23654"/>
              <a:ext cx="122353" cy="113905"/>
            </a:xfrm>
            <a:custGeom>
              <a:avLst/>
              <a:pathLst>
                <a:path w="122353" h="113905">
                  <a:moveTo>
                    <a:pt x="122353" y="0"/>
                  </a:moveTo>
                  <a:lnTo>
                    <a:pt x="0" y="1139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23654"/>
              <a:ext cx="122353" cy="113905"/>
            </a:xfrm>
            <a:custGeom>
              <a:avLst/>
              <a:pathLst>
                <a:path w="122353" h="113905">
                  <a:moveTo>
                    <a:pt x="122353" y="0"/>
                  </a:moveTo>
                  <a:lnTo>
                    <a:pt x="0" y="1139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23654"/>
              <a:ext cx="122353" cy="113905"/>
            </a:xfrm>
            <a:custGeom>
              <a:avLst/>
              <a:pathLst>
                <a:path w="122353" h="113905">
                  <a:moveTo>
                    <a:pt x="122353" y="0"/>
                  </a:moveTo>
                  <a:lnTo>
                    <a:pt x="0" y="1139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23654"/>
              <a:ext cx="122353" cy="113905"/>
            </a:xfrm>
            <a:custGeom>
              <a:avLst/>
              <a:pathLst>
                <a:path w="122353" h="113905">
                  <a:moveTo>
                    <a:pt x="122353" y="0"/>
                  </a:moveTo>
                  <a:lnTo>
                    <a:pt x="0" y="1139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23654"/>
              <a:ext cx="122353" cy="113905"/>
            </a:xfrm>
            <a:custGeom>
              <a:avLst/>
              <a:pathLst>
                <a:path w="122353" h="113905">
                  <a:moveTo>
                    <a:pt x="122353" y="0"/>
                  </a:moveTo>
                  <a:lnTo>
                    <a:pt x="0" y="1139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23654"/>
              <a:ext cx="122353" cy="113905"/>
            </a:xfrm>
            <a:custGeom>
              <a:avLst/>
              <a:pathLst>
                <a:path w="122353" h="113905">
                  <a:moveTo>
                    <a:pt x="122353" y="0"/>
                  </a:moveTo>
                  <a:lnTo>
                    <a:pt x="0" y="1139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23654"/>
              <a:ext cx="122353" cy="113905"/>
            </a:xfrm>
            <a:custGeom>
              <a:avLst/>
              <a:pathLst>
                <a:path w="122353" h="113905">
                  <a:moveTo>
                    <a:pt x="122353" y="0"/>
                  </a:moveTo>
                  <a:lnTo>
                    <a:pt x="0" y="1139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23654"/>
              <a:ext cx="122353" cy="113905"/>
            </a:xfrm>
            <a:custGeom>
              <a:avLst/>
              <a:pathLst>
                <a:path w="122353" h="113905">
                  <a:moveTo>
                    <a:pt x="122353" y="0"/>
                  </a:moveTo>
                  <a:lnTo>
                    <a:pt x="0" y="1139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18383"/>
              <a:ext cx="122353" cy="119176"/>
            </a:xfrm>
            <a:custGeom>
              <a:avLst/>
              <a:pathLst>
                <a:path w="122353" h="119176">
                  <a:moveTo>
                    <a:pt x="122353" y="5270"/>
                  </a:moveTo>
                  <a:lnTo>
                    <a:pt x="117226" y="0"/>
                  </a:lnTo>
                  <a:lnTo>
                    <a:pt x="0" y="119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170392"/>
              <a:ext cx="117226" cy="167167"/>
            </a:xfrm>
            <a:custGeom>
              <a:avLst/>
              <a:pathLst>
                <a:path w="117226" h="167167">
                  <a:moveTo>
                    <a:pt x="117226" y="47991"/>
                  </a:moveTo>
                  <a:lnTo>
                    <a:pt x="113133" y="44099"/>
                  </a:lnTo>
                  <a:lnTo>
                    <a:pt x="108911" y="40347"/>
                  </a:lnTo>
                  <a:lnTo>
                    <a:pt x="104564" y="36740"/>
                  </a:lnTo>
                  <a:lnTo>
                    <a:pt x="100098" y="33282"/>
                  </a:lnTo>
                  <a:lnTo>
                    <a:pt x="95518" y="29977"/>
                  </a:lnTo>
                  <a:lnTo>
                    <a:pt x="90829" y="26828"/>
                  </a:lnTo>
                  <a:lnTo>
                    <a:pt x="86036" y="23840"/>
                  </a:lnTo>
                  <a:lnTo>
                    <a:pt x="81145" y="21015"/>
                  </a:lnTo>
                  <a:lnTo>
                    <a:pt x="76161" y="18357"/>
                  </a:lnTo>
                  <a:lnTo>
                    <a:pt x="71091" y="15869"/>
                  </a:lnTo>
                  <a:lnTo>
                    <a:pt x="65939" y="13554"/>
                  </a:lnTo>
                  <a:lnTo>
                    <a:pt x="60712" y="11414"/>
                  </a:lnTo>
                  <a:lnTo>
                    <a:pt x="55415" y="9452"/>
                  </a:lnTo>
                  <a:lnTo>
                    <a:pt x="50056" y="7670"/>
                  </a:lnTo>
                  <a:lnTo>
                    <a:pt x="44639" y="6070"/>
                  </a:lnTo>
                  <a:lnTo>
                    <a:pt x="39171" y="4654"/>
                  </a:lnTo>
                  <a:lnTo>
                    <a:pt x="33658" y="3423"/>
                  </a:lnTo>
                  <a:lnTo>
                    <a:pt x="28108" y="2380"/>
                  </a:lnTo>
                  <a:lnTo>
                    <a:pt x="22525" y="1524"/>
                  </a:lnTo>
                  <a:lnTo>
                    <a:pt x="16916" y="858"/>
                  </a:lnTo>
                  <a:lnTo>
                    <a:pt x="11288" y="381"/>
                  </a:lnTo>
                  <a:lnTo>
                    <a:pt x="5647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423591" y="3707720"/>
              <a:ext cx="334324" cy="334327"/>
            </a:xfrm>
            <a:custGeom>
              <a:avLst/>
              <a:pathLst>
                <a:path w="334324" h="334327">
                  <a:moveTo>
                    <a:pt x="167157" y="0"/>
                  </a:moveTo>
                  <a:lnTo>
                    <a:pt x="161869" y="83"/>
                  </a:lnTo>
                  <a:lnTo>
                    <a:pt x="156586" y="334"/>
                  </a:lnTo>
                  <a:lnTo>
                    <a:pt x="151314" y="752"/>
                  </a:lnTo>
                  <a:lnTo>
                    <a:pt x="146058" y="1336"/>
                  </a:lnTo>
                  <a:lnTo>
                    <a:pt x="140823" y="2087"/>
                  </a:lnTo>
                  <a:lnTo>
                    <a:pt x="135614" y="3002"/>
                  </a:lnTo>
                  <a:lnTo>
                    <a:pt x="130437" y="4082"/>
                  </a:lnTo>
                  <a:lnTo>
                    <a:pt x="125297" y="5325"/>
                  </a:lnTo>
                  <a:lnTo>
                    <a:pt x="120198" y="6730"/>
                  </a:lnTo>
                  <a:lnTo>
                    <a:pt x="115147" y="8296"/>
                  </a:lnTo>
                  <a:lnTo>
                    <a:pt x="110148" y="10021"/>
                  </a:lnTo>
                  <a:lnTo>
                    <a:pt x="105205" y="11903"/>
                  </a:lnTo>
                  <a:lnTo>
                    <a:pt x="100325" y="13940"/>
                  </a:lnTo>
                  <a:lnTo>
                    <a:pt x="95511" y="16131"/>
                  </a:lnTo>
                  <a:lnTo>
                    <a:pt x="90770" y="18473"/>
                  </a:lnTo>
                  <a:lnTo>
                    <a:pt x="86104" y="20963"/>
                  </a:lnTo>
                  <a:lnTo>
                    <a:pt x="81520" y="23600"/>
                  </a:lnTo>
                  <a:lnTo>
                    <a:pt x="77022" y="26381"/>
                  </a:lnTo>
                  <a:lnTo>
                    <a:pt x="72613" y="29303"/>
                  </a:lnTo>
                  <a:lnTo>
                    <a:pt x="68300" y="32362"/>
                  </a:lnTo>
                  <a:lnTo>
                    <a:pt x="64085" y="35557"/>
                  </a:lnTo>
                  <a:lnTo>
                    <a:pt x="59974" y="38883"/>
                  </a:lnTo>
                  <a:lnTo>
                    <a:pt x="55969" y="42338"/>
                  </a:lnTo>
                  <a:lnTo>
                    <a:pt x="52076" y="45917"/>
                  </a:lnTo>
                  <a:lnTo>
                    <a:pt x="48299" y="49618"/>
                  </a:lnTo>
                  <a:lnTo>
                    <a:pt x="44640" y="53437"/>
                  </a:lnTo>
                  <a:lnTo>
                    <a:pt x="41104" y="57369"/>
                  </a:lnTo>
                  <a:lnTo>
                    <a:pt x="37693" y="61411"/>
                  </a:lnTo>
                  <a:lnTo>
                    <a:pt x="34413" y="65560"/>
                  </a:lnTo>
                  <a:lnTo>
                    <a:pt x="31265" y="69809"/>
                  </a:lnTo>
                  <a:lnTo>
                    <a:pt x="28254" y="74157"/>
                  </a:lnTo>
                  <a:lnTo>
                    <a:pt x="25381" y="78597"/>
                  </a:lnTo>
                  <a:lnTo>
                    <a:pt x="22650" y="83126"/>
                  </a:lnTo>
                  <a:lnTo>
                    <a:pt x="20064" y="87739"/>
                  </a:lnTo>
                  <a:lnTo>
                    <a:pt x="17625" y="92432"/>
                  </a:lnTo>
                  <a:lnTo>
                    <a:pt x="15336" y="97199"/>
                  </a:lnTo>
                  <a:lnTo>
                    <a:pt x="13199" y="102037"/>
                  </a:lnTo>
                  <a:lnTo>
                    <a:pt x="11216" y="106939"/>
                  </a:lnTo>
                  <a:lnTo>
                    <a:pt x="9389" y="111902"/>
                  </a:lnTo>
                  <a:lnTo>
                    <a:pt x="7719" y="116920"/>
                  </a:lnTo>
                  <a:lnTo>
                    <a:pt x="6210" y="121989"/>
                  </a:lnTo>
                  <a:lnTo>
                    <a:pt x="4861" y="127102"/>
                  </a:lnTo>
                  <a:lnTo>
                    <a:pt x="3675" y="132256"/>
                  </a:lnTo>
                  <a:lnTo>
                    <a:pt x="2653" y="137445"/>
                  </a:lnTo>
                  <a:lnTo>
                    <a:pt x="1795" y="142664"/>
                  </a:lnTo>
                  <a:lnTo>
                    <a:pt x="1103" y="147907"/>
                  </a:lnTo>
                  <a:lnTo>
                    <a:pt x="576" y="153169"/>
                  </a:lnTo>
                  <a:lnTo>
                    <a:pt x="217" y="158445"/>
                  </a:lnTo>
                  <a:lnTo>
                    <a:pt x="25" y="163730"/>
                  </a:lnTo>
                  <a:lnTo>
                    <a:pt x="0" y="169019"/>
                  </a:lnTo>
                  <a:lnTo>
                    <a:pt x="142" y="174305"/>
                  </a:lnTo>
                  <a:lnTo>
                    <a:pt x="451" y="179585"/>
                  </a:lnTo>
                  <a:lnTo>
                    <a:pt x="927" y="184852"/>
                  </a:lnTo>
                  <a:lnTo>
                    <a:pt x="1570" y="190101"/>
                  </a:lnTo>
                  <a:lnTo>
                    <a:pt x="2378" y="195328"/>
                  </a:lnTo>
                  <a:lnTo>
                    <a:pt x="3351" y="200526"/>
                  </a:lnTo>
                  <a:lnTo>
                    <a:pt x="4489" y="205691"/>
                  </a:lnTo>
                  <a:lnTo>
                    <a:pt x="5789" y="210817"/>
                  </a:lnTo>
                  <a:lnTo>
                    <a:pt x="7250" y="215899"/>
                  </a:lnTo>
                  <a:lnTo>
                    <a:pt x="8872" y="220933"/>
                  </a:lnTo>
                  <a:lnTo>
                    <a:pt x="10652" y="225913"/>
                  </a:lnTo>
                  <a:lnTo>
                    <a:pt x="12588" y="230834"/>
                  </a:lnTo>
                  <a:lnTo>
                    <a:pt x="14680" y="235692"/>
                  </a:lnTo>
                  <a:lnTo>
                    <a:pt x="16923" y="240481"/>
                  </a:lnTo>
                  <a:lnTo>
                    <a:pt x="19318" y="245196"/>
                  </a:lnTo>
                  <a:lnTo>
                    <a:pt x="21860" y="249834"/>
                  </a:lnTo>
                  <a:lnTo>
                    <a:pt x="24548" y="254388"/>
                  </a:lnTo>
                  <a:lnTo>
                    <a:pt x="27378" y="258856"/>
                  </a:lnTo>
                  <a:lnTo>
                    <a:pt x="30348" y="263231"/>
                  </a:lnTo>
                  <a:lnTo>
                    <a:pt x="33455" y="267511"/>
                  </a:lnTo>
                  <a:lnTo>
                    <a:pt x="36696" y="271690"/>
                  </a:lnTo>
                  <a:lnTo>
                    <a:pt x="40068" y="275764"/>
                  </a:lnTo>
                  <a:lnTo>
                    <a:pt x="43567" y="279730"/>
                  </a:lnTo>
                  <a:lnTo>
                    <a:pt x="47189" y="283583"/>
                  </a:lnTo>
                  <a:lnTo>
                    <a:pt x="50932" y="287320"/>
                  </a:lnTo>
                  <a:lnTo>
                    <a:pt x="54791" y="290936"/>
                  </a:lnTo>
                  <a:lnTo>
                    <a:pt x="58762" y="294429"/>
                  </a:lnTo>
                  <a:lnTo>
                    <a:pt x="62842" y="297794"/>
                  </a:lnTo>
                  <a:lnTo>
                    <a:pt x="67026" y="301028"/>
                  </a:lnTo>
                  <a:lnTo>
                    <a:pt x="71310" y="304128"/>
                  </a:lnTo>
                  <a:lnTo>
                    <a:pt x="75691" y="307092"/>
                  </a:lnTo>
                  <a:lnTo>
                    <a:pt x="80163" y="309915"/>
                  </a:lnTo>
                  <a:lnTo>
                    <a:pt x="84722" y="312595"/>
                  </a:lnTo>
                  <a:lnTo>
                    <a:pt x="89363" y="315130"/>
                  </a:lnTo>
                  <a:lnTo>
                    <a:pt x="94082" y="317517"/>
                  </a:lnTo>
                  <a:lnTo>
                    <a:pt x="98875" y="319753"/>
                  </a:lnTo>
                  <a:lnTo>
                    <a:pt x="103736" y="321837"/>
                  </a:lnTo>
                  <a:lnTo>
                    <a:pt x="108660" y="323765"/>
                  </a:lnTo>
                  <a:lnTo>
                    <a:pt x="113643" y="325537"/>
                  </a:lnTo>
                  <a:lnTo>
                    <a:pt x="118679" y="327151"/>
                  </a:lnTo>
                  <a:lnTo>
                    <a:pt x="123764" y="328604"/>
                  </a:lnTo>
                  <a:lnTo>
                    <a:pt x="128892" y="329896"/>
                  </a:lnTo>
                  <a:lnTo>
                    <a:pt x="134059" y="331025"/>
                  </a:lnTo>
                  <a:lnTo>
                    <a:pt x="139259" y="331990"/>
                  </a:lnTo>
                  <a:lnTo>
                    <a:pt x="144486" y="332790"/>
                  </a:lnTo>
                  <a:lnTo>
                    <a:pt x="149737" y="333424"/>
                  </a:lnTo>
                  <a:lnTo>
                    <a:pt x="155005" y="333892"/>
                  </a:lnTo>
                  <a:lnTo>
                    <a:pt x="160285" y="334193"/>
                  </a:lnTo>
                  <a:lnTo>
                    <a:pt x="165571" y="334327"/>
                  </a:lnTo>
                  <a:lnTo>
                    <a:pt x="170860" y="334293"/>
                  </a:lnTo>
                  <a:lnTo>
                    <a:pt x="176145" y="334093"/>
                  </a:lnTo>
                  <a:lnTo>
                    <a:pt x="181420" y="333725"/>
                  </a:lnTo>
                  <a:lnTo>
                    <a:pt x="186682" y="333190"/>
                  </a:lnTo>
                  <a:lnTo>
                    <a:pt x="191924" y="332490"/>
                  </a:lnTo>
                  <a:lnTo>
                    <a:pt x="197141" y="331623"/>
                  </a:lnTo>
                  <a:lnTo>
                    <a:pt x="202328" y="330593"/>
                  </a:lnTo>
                  <a:lnTo>
                    <a:pt x="207480" y="329398"/>
                  </a:lnTo>
                  <a:lnTo>
                    <a:pt x="212591" y="328042"/>
                  </a:lnTo>
                  <a:lnTo>
                    <a:pt x="217657" y="326524"/>
                  </a:lnTo>
                  <a:lnTo>
                    <a:pt x="222673" y="324847"/>
                  </a:lnTo>
                  <a:lnTo>
                    <a:pt x="227633" y="323012"/>
                  </a:lnTo>
                  <a:lnTo>
                    <a:pt x="232532" y="321021"/>
                  </a:lnTo>
                  <a:lnTo>
                    <a:pt x="237366" y="318876"/>
                  </a:lnTo>
                  <a:lnTo>
                    <a:pt x="242130" y="316579"/>
                  </a:lnTo>
                  <a:lnTo>
                    <a:pt x="246819" y="314133"/>
                  </a:lnTo>
                  <a:lnTo>
                    <a:pt x="251428" y="311539"/>
                  </a:lnTo>
                  <a:lnTo>
                    <a:pt x="255952" y="308801"/>
                  </a:lnTo>
                  <a:lnTo>
                    <a:pt x="260388" y="305922"/>
                  </a:lnTo>
                  <a:lnTo>
                    <a:pt x="264731" y="302903"/>
                  </a:lnTo>
                  <a:lnTo>
                    <a:pt x="268975" y="299749"/>
                  </a:lnTo>
                  <a:lnTo>
                    <a:pt x="273118" y="296461"/>
                  </a:lnTo>
                  <a:lnTo>
                    <a:pt x="277155" y="293045"/>
                  </a:lnTo>
                  <a:lnTo>
                    <a:pt x="281082" y="289502"/>
                  </a:lnTo>
                  <a:lnTo>
                    <a:pt x="284895" y="285838"/>
                  </a:lnTo>
                  <a:lnTo>
                    <a:pt x="288590" y="282054"/>
                  </a:lnTo>
                  <a:lnTo>
                    <a:pt x="292163" y="278155"/>
                  </a:lnTo>
                  <a:lnTo>
                    <a:pt x="295611" y="274145"/>
                  </a:lnTo>
                  <a:lnTo>
                    <a:pt x="298931" y="270029"/>
                  </a:lnTo>
                  <a:lnTo>
                    <a:pt x="302119" y="265809"/>
                  </a:lnTo>
                  <a:lnTo>
                    <a:pt x="305171" y="261490"/>
                  </a:lnTo>
                  <a:lnTo>
                    <a:pt x="308086" y="257077"/>
                  </a:lnTo>
                  <a:lnTo>
                    <a:pt x="310860" y="252574"/>
                  </a:lnTo>
                  <a:lnTo>
                    <a:pt x="313489" y="247986"/>
                  </a:lnTo>
                  <a:lnTo>
                    <a:pt x="315973" y="243317"/>
                  </a:lnTo>
                  <a:lnTo>
                    <a:pt x="318307" y="238571"/>
                  </a:lnTo>
                  <a:lnTo>
                    <a:pt x="320490" y="233754"/>
                  </a:lnTo>
                  <a:lnTo>
                    <a:pt x="322519" y="228871"/>
                  </a:lnTo>
                  <a:lnTo>
                    <a:pt x="324394" y="223925"/>
                  </a:lnTo>
                  <a:lnTo>
                    <a:pt x="326110" y="218923"/>
                  </a:lnTo>
                  <a:lnTo>
                    <a:pt x="327668" y="213869"/>
                  </a:lnTo>
                  <a:lnTo>
                    <a:pt x="329065" y="208769"/>
                  </a:lnTo>
                  <a:lnTo>
                    <a:pt x="330300" y="203626"/>
                  </a:lnTo>
                  <a:lnTo>
                    <a:pt x="331371" y="198448"/>
                  </a:lnTo>
                  <a:lnTo>
                    <a:pt x="332279" y="193237"/>
                  </a:lnTo>
                  <a:lnTo>
                    <a:pt x="333021" y="188001"/>
                  </a:lnTo>
                  <a:lnTo>
                    <a:pt x="333597" y="182744"/>
                  </a:lnTo>
                  <a:lnTo>
                    <a:pt x="334006" y="177471"/>
                  </a:lnTo>
                  <a:lnTo>
                    <a:pt x="334249" y="172189"/>
                  </a:lnTo>
                  <a:lnTo>
                    <a:pt x="334324" y="166901"/>
                  </a:lnTo>
                  <a:lnTo>
                    <a:pt x="334232" y="161613"/>
                  </a:lnTo>
                  <a:lnTo>
                    <a:pt x="333973" y="156331"/>
                  </a:lnTo>
                  <a:lnTo>
                    <a:pt x="333546" y="151059"/>
                  </a:lnTo>
                  <a:lnTo>
                    <a:pt x="332953" y="145804"/>
                  </a:lnTo>
                  <a:lnTo>
                    <a:pt x="332195" y="140570"/>
                  </a:lnTo>
                  <a:lnTo>
                    <a:pt x="331271" y="135363"/>
                  </a:lnTo>
                  <a:lnTo>
                    <a:pt x="330183" y="130188"/>
                  </a:lnTo>
                  <a:lnTo>
                    <a:pt x="328931" y="125049"/>
                  </a:lnTo>
                  <a:lnTo>
                    <a:pt x="327518" y="119953"/>
                  </a:lnTo>
                  <a:lnTo>
                    <a:pt x="325944" y="114904"/>
                  </a:lnTo>
                  <a:lnTo>
                    <a:pt x="324212" y="109907"/>
                  </a:lnTo>
                  <a:lnTo>
                    <a:pt x="322322" y="104968"/>
                  </a:lnTo>
                  <a:lnTo>
                    <a:pt x="320277" y="100091"/>
                  </a:lnTo>
                  <a:lnTo>
                    <a:pt x="318078" y="95281"/>
                  </a:lnTo>
                  <a:lnTo>
                    <a:pt x="315729" y="90543"/>
                  </a:lnTo>
                  <a:lnTo>
                    <a:pt x="313231" y="85882"/>
                  </a:lnTo>
                  <a:lnTo>
                    <a:pt x="310587" y="81302"/>
                  </a:lnTo>
                  <a:lnTo>
                    <a:pt x="307799" y="76808"/>
                  </a:lnTo>
                  <a:lnTo>
                    <a:pt x="304870" y="72404"/>
                  </a:lnTo>
                  <a:lnTo>
                    <a:pt x="301804" y="68095"/>
                  </a:lnTo>
                  <a:lnTo>
                    <a:pt x="298602" y="63886"/>
                  </a:lnTo>
                  <a:lnTo>
                    <a:pt x="295270" y="59780"/>
                  </a:lnTo>
                  <a:lnTo>
                    <a:pt x="291809" y="55781"/>
                  </a:lnTo>
                  <a:lnTo>
                    <a:pt x="288223" y="51894"/>
                  </a:lnTo>
                  <a:lnTo>
                    <a:pt x="284516" y="48122"/>
                  </a:lnTo>
                  <a:lnTo>
                    <a:pt x="280691" y="44469"/>
                  </a:lnTo>
                  <a:lnTo>
                    <a:pt x="276753" y="40939"/>
                  </a:lnTo>
                  <a:lnTo>
                    <a:pt x="272706" y="37535"/>
                  </a:lnTo>
                  <a:lnTo>
                    <a:pt x="268552" y="34261"/>
                  </a:lnTo>
                  <a:lnTo>
                    <a:pt x="264298" y="31121"/>
                  </a:lnTo>
                  <a:lnTo>
                    <a:pt x="259945" y="28116"/>
                  </a:lnTo>
                  <a:lnTo>
                    <a:pt x="255501" y="25250"/>
                  </a:lnTo>
                  <a:lnTo>
                    <a:pt x="250967" y="22527"/>
                  </a:lnTo>
                  <a:lnTo>
                    <a:pt x="246350" y="19948"/>
                  </a:lnTo>
                  <a:lnTo>
                    <a:pt x="241653" y="17517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25238"/>
              <a:ext cx="74496" cy="149650"/>
            </a:xfrm>
            <a:custGeom>
              <a:avLst/>
              <a:pathLst>
                <a:path w="74496" h="149650">
                  <a:moveTo>
                    <a:pt x="74496" y="0"/>
                  </a:moveTo>
                  <a:lnTo>
                    <a:pt x="0" y="1496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25238"/>
              <a:ext cx="74496" cy="149650"/>
            </a:xfrm>
            <a:custGeom>
              <a:avLst/>
              <a:pathLst>
                <a:path w="74496" h="149650">
                  <a:moveTo>
                    <a:pt x="74496" y="0"/>
                  </a:moveTo>
                  <a:lnTo>
                    <a:pt x="0" y="1496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25238"/>
              <a:ext cx="74496" cy="149650"/>
            </a:xfrm>
            <a:custGeom>
              <a:avLst/>
              <a:pathLst>
                <a:path w="74496" h="149650">
                  <a:moveTo>
                    <a:pt x="74496" y="0"/>
                  </a:moveTo>
                  <a:lnTo>
                    <a:pt x="0" y="1496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25238"/>
              <a:ext cx="74496" cy="149650"/>
            </a:xfrm>
            <a:custGeom>
              <a:avLst/>
              <a:pathLst>
                <a:path w="74496" h="149650">
                  <a:moveTo>
                    <a:pt x="74496" y="0"/>
                  </a:moveTo>
                  <a:lnTo>
                    <a:pt x="0" y="1496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25238"/>
              <a:ext cx="74496" cy="149650"/>
            </a:xfrm>
            <a:custGeom>
              <a:avLst/>
              <a:pathLst>
                <a:path w="74496" h="149650">
                  <a:moveTo>
                    <a:pt x="74496" y="0"/>
                  </a:moveTo>
                  <a:lnTo>
                    <a:pt x="0" y="1496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25238"/>
              <a:ext cx="74496" cy="149650"/>
            </a:xfrm>
            <a:custGeom>
              <a:avLst/>
              <a:pathLst>
                <a:path w="74496" h="149650">
                  <a:moveTo>
                    <a:pt x="74496" y="0"/>
                  </a:moveTo>
                  <a:lnTo>
                    <a:pt x="0" y="1496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25238"/>
              <a:ext cx="74496" cy="149650"/>
            </a:xfrm>
            <a:custGeom>
              <a:avLst/>
              <a:pathLst>
                <a:path w="74496" h="149650">
                  <a:moveTo>
                    <a:pt x="74496" y="0"/>
                  </a:moveTo>
                  <a:lnTo>
                    <a:pt x="0" y="1496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25238"/>
              <a:ext cx="74496" cy="149650"/>
            </a:xfrm>
            <a:custGeom>
              <a:avLst/>
              <a:pathLst>
                <a:path w="74496" h="149650">
                  <a:moveTo>
                    <a:pt x="74496" y="0"/>
                  </a:moveTo>
                  <a:lnTo>
                    <a:pt x="0" y="1496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25238"/>
              <a:ext cx="74496" cy="149650"/>
            </a:xfrm>
            <a:custGeom>
              <a:avLst/>
              <a:pathLst>
                <a:path w="74496" h="149650">
                  <a:moveTo>
                    <a:pt x="74496" y="0"/>
                  </a:moveTo>
                  <a:lnTo>
                    <a:pt x="0" y="1496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25238"/>
              <a:ext cx="74496" cy="149650"/>
            </a:xfrm>
            <a:custGeom>
              <a:avLst/>
              <a:pathLst>
                <a:path w="74496" h="149650">
                  <a:moveTo>
                    <a:pt x="74496" y="0"/>
                  </a:moveTo>
                  <a:lnTo>
                    <a:pt x="0" y="1496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25238"/>
              <a:ext cx="74496" cy="149650"/>
            </a:xfrm>
            <a:custGeom>
              <a:avLst/>
              <a:pathLst>
                <a:path w="74496" h="149650">
                  <a:moveTo>
                    <a:pt x="74496" y="0"/>
                  </a:moveTo>
                  <a:lnTo>
                    <a:pt x="0" y="1496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25238"/>
              <a:ext cx="74496" cy="149650"/>
            </a:xfrm>
            <a:custGeom>
              <a:avLst/>
              <a:pathLst>
                <a:path w="74496" h="149650">
                  <a:moveTo>
                    <a:pt x="74496" y="0"/>
                  </a:moveTo>
                  <a:lnTo>
                    <a:pt x="0" y="1496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20"/>
              <a:ext cx="74496" cy="167167"/>
            </a:xfrm>
            <a:custGeom>
              <a:avLst/>
              <a:pathLst>
                <a:path w="74496" h="167167">
                  <a:moveTo>
                    <a:pt x="74496" y="17517"/>
                  </a:moveTo>
                  <a:lnTo>
                    <a:pt x="69133" y="14965"/>
                  </a:lnTo>
                  <a:lnTo>
                    <a:pt x="63683" y="12605"/>
                  </a:lnTo>
                  <a:lnTo>
                    <a:pt x="58152" y="10440"/>
                  </a:lnTo>
                  <a:lnTo>
                    <a:pt x="52548" y="8474"/>
                  </a:lnTo>
                  <a:lnTo>
                    <a:pt x="46878" y="6707"/>
                  </a:lnTo>
                  <a:lnTo>
                    <a:pt x="41149" y="5143"/>
                  </a:lnTo>
                  <a:lnTo>
                    <a:pt x="35367" y="3784"/>
                  </a:lnTo>
                  <a:lnTo>
                    <a:pt x="29541" y="2630"/>
                  </a:lnTo>
                  <a:lnTo>
                    <a:pt x="23677" y="1685"/>
                  </a:lnTo>
                  <a:lnTo>
                    <a:pt x="17784" y="948"/>
                  </a:lnTo>
                  <a:lnTo>
                    <a:pt x="11868" y="421"/>
                  </a:lnTo>
                  <a:lnTo>
                    <a:pt x="5938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614130" y="4213821"/>
              <a:ext cx="272033" cy="334326"/>
            </a:xfrm>
            <a:custGeom>
              <a:avLst/>
              <a:pathLst>
                <a:path w="272033" h="334326">
                  <a:moveTo>
                    <a:pt x="167157" y="0"/>
                  </a:moveTo>
                  <a:lnTo>
                    <a:pt x="161836" y="84"/>
                  </a:lnTo>
                  <a:lnTo>
                    <a:pt x="156522" y="338"/>
                  </a:lnTo>
                  <a:lnTo>
                    <a:pt x="151217" y="761"/>
                  </a:lnTo>
                  <a:lnTo>
                    <a:pt x="145930" y="1353"/>
                  </a:lnTo>
                  <a:lnTo>
                    <a:pt x="140663" y="2112"/>
                  </a:lnTo>
                  <a:lnTo>
                    <a:pt x="135423" y="3039"/>
                  </a:lnTo>
                  <a:lnTo>
                    <a:pt x="130216" y="4132"/>
                  </a:lnTo>
                  <a:lnTo>
                    <a:pt x="125046" y="5390"/>
                  </a:lnTo>
                  <a:lnTo>
                    <a:pt x="119919" y="6813"/>
                  </a:lnTo>
                  <a:lnTo>
                    <a:pt x="114839" y="8397"/>
                  </a:lnTo>
                  <a:lnTo>
                    <a:pt x="109813" y="10143"/>
                  </a:lnTo>
                  <a:lnTo>
                    <a:pt x="104844" y="12047"/>
                  </a:lnTo>
                  <a:lnTo>
                    <a:pt x="99939" y="14109"/>
                  </a:lnTo>
                  <a:lnTo>
                    <a:pt x="95102" y="16326"/>
                  </a:lnTo>
                  <a:lnTo>
                    <a:pt x="90338" y="18696"/>
                  </a:lnTo>
                  <a:lnTo>
                    <a:pt x="85651" y="21216"/>
                  </a:lnTo>
                  <a:lnTo>
                    <a:pt x="81047" y="23883"/>
                  </a:lnTo>
                  <a:lnTo>
                    <a:pt x="76531" y="26697"/>
                  </a:lnTo>
                  <a:lnTo>
                    <a:pt x="72106" y="29652"/>
                  </a:lnTo>
                  <a:lnTo>
                    <a:pt x="67778" y="32747"/>
                  </a:lnTo>
                  <a:lnTo>
                    <a:pt x="63550" y="35978"/>
                  </a:lnTo>
                  <a:lnTo>
                    <a:pt x="59427" y="39342"/>
                  </a:lnTo>
                  <a:lnTo>
                    <a:pt x="55414" y="42835"/>
                  </a:lnTo>
                  <a:lnTo>
                    <a:pt x="51513" y="46454"/>
                  </a:lnTo>
                  <a:lnTo>
                    <a:pt x="47730" y="50196"/>
                  </a:lnTo>
                  <a:lnTo>
                    <a:pt x="44068" y="54056"/>
                  </a:lnTo>
                  <a:lnTo>
                    <a:pt x="40530" y="58031"/>
                  </a:lnTo>
                  <a:lnTo>
                    <a:pt x="37121" y="62116"/>
                  </a:lnTo>
                  <a:lnTo>
                    <a:pt x="33844" y="66308"/>
                  </a:lnTo>
                  <a:lnTo>
                    <a:pt x="30701" y="70602"/>
                  </a:lnTo>
                  <a:lnTo>
                    <a:pt x="27697" y="74993"/>
                  </a:lnTo>
                  <a:lnTo>
                    <a:pt x="24834" y="79478"/>
                  </a:lnTo>
                  <a:lnTo>
                    <a:pt x="22116" y="84052"/>
                  </a:lnTo>
                  <a:lnTo>
                    <a:pt x="19544" y="88711"/>
                  </a:lnTo>
                  <a:lnTo>
                    <a:pt x="17122" y="93448"/>
                  </a:lnTo>
                  <a:lnTo>
                    <a:pt x="14852" y="98261"/>
                  </a:lnTo>
                  <a:lnTo>
                    <a:pt x="12736" y="103143"/>
                  </a:lnTo>
                  <a:lnTo>
                    <a:pt x="10776" y="108090"/>
                  </a:lnTo>
                  <a:lnTo>
                    <a:pt x="8975" y="113097"/>
                  </a:lnTo>
                  <a:lnTo>
                    <a:pt x="7335" y="118158"/>
                  </a:lnTo>
                  <a:lnTo>
                    <a:pt x="5856" y="123270"/>
                  </a:lnTo>
                  <a:lnTo>
                    <a:pt x="4540" y="128426"/>
                  </a:lnTo>
                  <a:lnTo>
                    <a:pt x="3390" y="133621"/>
                  </a:lnTo>
                  <a:lnTo>
                    <a:pt x="2405" y="138850"/>
                  </a:lnTo>
                  <a:lnTo>
                    <a:pt x="1587" y="144107"/>
                  </a:lnTo>
                  <a:lnTo>
                    <a:pt x="937" y="149388"/>
                  </a:lnTo>
                  <a:lnTo>
                    <a:pt x="456" y="154688"/>
                  </a:lnTo>
                  <a:lnTo>
                    <a:pt x="143" y="159999"/>
                  </a:lnTo>
                  <a:lnTo>
                    <a:pt x="0" y="165318"/>
                  </a:lnTo>
                  <a:lnTo>
                    <a:pt x="25" y="170639"/>
                  </a:lnTo>
                  <a:lnTo>
                    <a:pt x="221" y="175957"/>
                  </a:lnTo>
                  <a:lnTo>
                    <a:pt x="585" y="181265"/>
                  </a:lnTo>
                  <a:lnTo>
                    <a:pt x="1118" y="186559"/>
                  </a:lnTo>
                  <a:lnTo>
                    <a:pt x="1819" y="191834"/>
                  </a:lnTo>
                  <a:lnTo>
                    <a:pt x="2688" y="197083"/>
                  </a:lnTo>
                  <a:lnTo>
                    <a:pt x="3723" y="202303"/>
                  </a:lnTo>
                  <a:lnTo>
                    <a:pt x="4924" y="207486"/>
                  </a:lnTo>
                  <a:lnTo>
                    <a:pt x="6290" y="212629"/>
                  </a:lnTo>
                  <a:lnTo>
                    <a:pt x="7818" y="217726"/>
                  </a:lnTo>
                  <a:lnTo>
                    <a:pt x="9508" y="222771"/>
                  </a:lnTo>
                  <a:lnTo>
                    <a:pt x="11358" y="227760"/>
                  </a:lnTo>
                  <a:lnTo>
                    <a:pt x="13365" y="232688"/>
                  </a:lnTo>
                  <a:lnTo>
                    <a:pt x="15528" y="237549"/>
                  </a:lnTo>
                  <a:lnTo>
                    <a:pt x="17845" y="242340"/>
                  </a:lnTo>
                  <a:lnTo>
                    <a:pt x="20313" y="247053"/>
                  </a:lnTo>
                  <a:lnTo>
                    <a:pt x="22930" y="251686"/>
                  </a:lnTo>
                  <a:lnTo>
                    <a:pt x="25693" y="256234"/>
                  </a:lnTo>
                  <a:lnTo>
                    <a:pt x="28599" y="260691"/>
                  </a:lnTo>
                  <a:lnTo>
                    <a:pt x="31646" y="265053"/>
                  </a:lnTo>
                  <a:lnTo>
                    <a:pt x="34830" y="269316"/>
                  </a:lnTo>
                  <a:lnTo>
                    <a:pt x="38148" y="273476"/>
                  </a:lnTo>
                  <a:lnTo>
                    <a:pt x="41597" y="277528"/>
                  </a:lnTo>
                  <a:lnTo>
                    <a:pt x="45173" y="281468"/>
                  </a:lnTo>
                  <a:lnTo>
                    <a:pt x="48872" y="285293"/>
                  </a:lnTo>
                  <a:lnTo>
                    <a:pt x="52691" y="288997"/>
                  </a:lnTo>
                  <a:lnTo>
                    <a:pt x="56627" y="292579"/>
                  </a:lnTo>
                  <a:lnTo>
                    <a:pt x="60674" y="296033"/>
                  </a:lnTo>
                  <a:lnTo>
                    <a:pt x="64829" y="299356"/>
                  </a:lnTo>
                  <a:lnTo>
                    <a:pt x="69088" y="302546"/>
                  </a:lnTo>
                  <a:lnTo>
                    <a:pt x="73447" y="305599"/>
                  </a:lnTo>
                  <a:lnTo>
                    <a:pt x="77900" y="308511"/>
                  </a:lnTo>
                  <a:lnTo>
                    <a:pt x="82443" y="311280"/>
                  </a:lnTo>
                  <a:lnTo>
                    <a:pt x="87073" y="313903"/>
                  </a:lnTo>
                  <a:lnTo>
                    <a:pt x="91783" y="316378"/>
                  </a:lnTo>
                  <a:lnTo>
                    <a:pt x="96570" y="318701"/>
                  </a:lnTo>
                  <a:lnTo>
                    <a:pt x="101429" y="320871"/>
                  </a:lnTo>
                  <a:lnTo>
                    <a:pt x="106354" y="322885"/>
                  </a:lnTo>
                  <a:lnTo>
                    <a:pt x="111341" y="324741"/>
                  </a:lnTo>
                  <a:lnTo>
                    <a:pt x="116384" y="326437"/>
                  </a:lnTo>
                  <a:lnTo>
                    <a:pt x="121479" y="327973"/>
                  </a:lnTo>
                  <a:lnTo>
                    <a:pt x="126619" y="329345"/>
                  </a:lnTo>
                  <a:lnTo>
                    <a:pt x="131801" y="330553"/>
                  </a:lnTo>
                  <a:lnTo>
                    <a:pt x="137019" y="331595"/>
                  </a:lnTo>
                  <a:lnTo>
                    <a:pt x="142268" y="332471"/>
                  </a:lnTo>
                  <a:lnTo>
                    <a:pt x="147541" y="333180"/>
                  </a:lnTo>
                  <a:lnTo>
                    <a:pt x="152835" y="333720"/>
                  </a:lnTo>
                  <a:lnTo>
                    <a:pt x="158143" y="334091"/>
                  </a:lnTo>
                  <a:lnTo>
                    <a:pt x="163460" y="334293"/>
                  </a:lnTo>
                  <a:lnTo>
                    <a:pt x="168781" y="334326"/>
                  </a:lnTo>
                  <a:lnTo>
                    <a:pt x="174100" y="334190"/>
                  </a:lnTo>
                  <a:lnTo>
                    <a:pt x="179412" y="333885"/>
                  </a:lnTo>
                  <a:lnTo>
                    <a:pt x="184712" y="333410"/>
                  </a:lnTo>
                  <a:lnTo>
                    <a:pt x="189994" y="332767"/>
                  </a:lnTo>
                  <a:lnTo>
                    <a:pt x="195253" y="331956"/>
                  </a:lnTo>
                  <a:lnTo>
                    <a:pt x="200483" y="330979"/>
                  </a:lnTo>
                  <a:lnTo>
                    <a:pt x="205679" y="329835"/>
                  </a:lnTo>
                  <a:lnTo>
                    <a:pt x="210837" y="328527"/>
                  </a:lnTo>
                  <a:lnTo>
                    <a:pt x="215950" y="327055"/>
                  </a:lnTo>
                  <a:lnTo>
                    <a:pt x="221014" y="325421"/>
                  </a:lnTo>
                  <a:lnTo>
                    <a:pt x="226024" y="323627"/>
                  </a:lnTo>
                  <a:lnTo>
                    <a:pt x="230973" y="321674"/>
                  </a:lnTo>
                  <a:lnTo>
                    <a:pt x="235858" y="319565"/>
                  </a:lnTo>
                  <a:lnTo>
                    <a:pt x="240674" y="317301"/>
                  </a:lnTo>
                  <a:lnTo>
                    <a:pt x="245415" y="314885"/>
                  </a:lnTo>
                  <a:lnTo>
                    <a:pt x="250076" y="312320"/>
                  </a:lnTo>
                  <a:lnTo>
                    <a:pt x="254654" y="309607"/>
                  </a:lnTo>
                  <a:lnTo>
                    <a:pt x="259143" y="306750"/>
                  </a:lnTo>
                  <a:lnTo>
                    <a:pt x="263539" y="303752"/>
                  </a:lnTo>
                  <a:lnTo>
                    <a:pt x="267837" y="300615"/>
                  </a:lnTo>
                  <a:lnTo>
                    <a:pt x="272033" y="297344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380988"/>
              <a:ext cx="104876" cy="130176"/>
            </a:xfrm>
            <a:custGeom>
              <a:avLst/>
              <a:pathLst>
                <a:path w="104876" h="130176">
                  <a:moveTo>
                    <a:pt x="104876" y="1301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380988"/>
              <a:ext cx="104876" cy="130176"/>
            </a:xfrm>
            <a:custGeom>
              <a:avLst/>
              <a:pathLst>
                <a:path w="104876" h="130176">
                  <a:moveTo>
                    <a:pt x="104876" y="1301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380988"/>
              <a:ext cx="104876" cy="130176"/>
            </a:xfrm>
            <a:custGeom>
              <a:avLst/>
              <a:pathLst>
                <a:path w="104876" h="130176">
                  <a:moveTo>
                    <a:pt x="104876" y="1301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380988"/>
              <a:ext cx="104876" cy="130176"/>
            </a:xfrm>
            <a:custGeom>
              <a:avLst/>
              <a:pathLst>
                <a:path w="104876" h="130176">
                  <a:moveTo>
                    <a:pt x="104876" y="1301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380988"/>
              <a:ext cx="104876" cy="130176"/>
            </a:xfrm>
            <a:custGeom>
              <a:avLst/>
              <a:pathLst>
                <a:path w="104876" h="130176">
                  <a:moveTo>
                    <a:pt x="104876" y="1301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380988"/>
              <a:ext cx="104876" cy="130176"/>
            </a:xfrm>
            <a:custGeom>
              <a:avLst/>
              <a:pathLst>
                <a:path w="104876" h="130176">
                  <a:moveTo>
                    <a:pt x="104876" y="1301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380988"/>
              <a:ext cx="104876" cy="130176"/>
            </a:xfrm>
            <a:custGeom>
              <a:avLst/>
              <a:pathLst>
                <a:path w="104876" h="130176">
                  <a:moveTo>
                    <a:pt x="104876" y="1301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380988"/>
              <a:ext cx="104876" cy="130176"/>
            </a:xfrm>
            <a:custGeom>
              <a:avLst/>
              <a:pathLst>
                <a:path w="104876" h="130176">
                  <a:moveTo>
                    <a:pt x="104876" y="1301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380988"/>
              <a:ext cx="104876" cy="130176"/>
            </a:xfrm>
            <a:custGeom>
              <a:avLst/>
              <a:pathLst>
                <a:path w="104876" h="130176">
                  <a:moveTo>
                    <a:pt x="104876" y="1301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380988"/>
              <a:ext cx="104876" cy="130176"/>
            </a:xfrm>
            <a:custGeom>
              <a:avLst/>
              <a:pathLst>
                <a:path w="104876" h="130176">
                  <a:moveTo>
                    <a:pt x="104876" y="1301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380988"/>
              <a:ext cx="104876" cy="130176"/>
            </a:xfrm>
            <a:custGeom>
              <a:avLst/>
              <a:pathLst>
                <a:path w="104876" h="130176">
                  <a:moveTo>
                    <a:pt x="104876" y="1301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21"/>
              <a:ext cx="167166" cy="297344"/>
            </a:xfrm>
            <a:custGeom>
              <a:avLst/>
              <a:pathLst>
                <a:path w="167166" h="297344">
                  <a:moveTo>
                    <a:pt x="104876" y="297344"/>
                  </a:moveTo>
                  <a:lnTo>
                    <a:pt x="108986" y="293922"/>
                  </a:lnTo>
                  <a:lnTo>
                    <a:pt x="112985" y="290371"/>
                  </a:lnTo>
                  <a:lnTo>
                    <a:pt x="116868" y="286694"/>
                  </a:lnTo>
                  <a:lnTo>
                    <a:pt x="120631" y="282895"/>
                  </a:lnTo>
                  <a:lnTo>
                    <a:pt x="124271" y="278977"/>
                  </a:lnTo>
                  <a:lnTo>
                    <a:pt x="127784" y="274945"/>
                  </a:lnTo>
                  <a:lnTo>
                    <a:pt x="131166" y="270802"/>
                  </a:lnTo>
                  <a:lnTo>
                    <a:pt x="134414" y="266553"/>
                  </a:lnTo>
                  <a:lnTo>
                    <a:pt x="137524" y="262203"/>
                  </a:lnTo>
                  <a:lnTo>
                    <a:pt x="140494" y="257755"/>
                  </a:lnTo>
                  <a:lnTo>
                    <a:pt x="143320" y="253215"/>
                  </a:lnTo>
                  <a:lnTo>
                    <a:pt x="145999" y="248587"/>
                  </a:lnTo>
                  <a:lnTo>
                    <a:pt x="148528" y="243875"/>
                  </a:lnTo>
                  <a:lnTo>
                    <a:pt x="150906" y="239085"/>
                  </a:lnTo>
                  <a:lnTo>
                    <a:pt x="153129" y="234221"/>
                  </a:lnTo>
                  <a:lnTo>
                    <a:pt x="155196" y="229288"/>
                  </a:lnTo>
                  <a:lnTo>
                    <a:pt x="157103" y="224292"/>
                  </a:lnTo>
                  <a:lnTo>
                    <a:pt x="158850" y="219238"/>
                  </a:lnTo>
                  <a:lnTo>
                    <a:pt x="160435" y="214130"/>
                  </a:lnTo>
                  <a:lnTo>
                    <a:pt x="161855" y="208974"/>
                  </a:lnTo>
                  <a:lnTo>
                    <a:pt x="163109" y="203775"/>
                  </a:lnTo>
                  <a:lnTo>
                    <a:pt x="164197" y="198539"/>
                  </a:lnTo>
                  <a:lnTo>
                    <a:pt x="165116" y="193271"/>
                  </a:lnTo>
                  <a:lnTo>
                    <a:pt x="165867" y="187976"/>
                  </a:lnTo>
                  <a:lnTo>
                    <a:pt x="166447" y="182660"/>
                  </a:lnTo>
                  <a:lnTo>
                    <a:pt x="166858" y="177328"/>
                  </a:lnTo>
                  <a:lnTo>
                    <a:pt x="167097" y="171985"/>
                  </a:lnTo>
                  <a:lnTo>
                    <a:pt x="167166" y="166638"/>
                  </a:lnTo>
                  <a:lnTo>
                    <a:pt x="167064" y="161291"/>
                  </a:lnTo>
                  <a:lnTo>
                    <a:pt x="166790" y="155950"/>
                  </a:lnTo>
                  <a:lnTo>
                    <a:pt x="166346" y="150621"/>
                  </a:lnTo>
                  <a:lnTo>
                    <a:pt x="165732" y="145308"/>
                  </a:lnTo>
                  <a:lnTo>
                    <a:pt x="164948" y="140018"/>
                  </a:lnTo>
                  <a:lnTo>
                    <a:pt x="163995" y="134756"/>
                  </a:lnTo>
                  <a:lnTo>
                    <a:pt x="162874" y="129527"/>
                  </a:lnTo>
                  <a:lnTo>
                    <a:pt x="161587" y="124336"/>
                  </a:lnTo>
                  <a:lnTo>
                    <a:pt x="160134" y="119189"/>
                  </a:lnTo>
                  <a:lnTo>
                    <a:pt x="158517" y="114092"/>
                  </a:lnTo>
                  <a:lnTo>
                    <a:pt x="156739" y="109048"/>
                  </a:lnTo>
                  <a:lnTo>
                    <a:pt x="154799" y="104064"/>
                  </a:lnTo>
                  <a:lnTo>
                    <a:pt x="152702" y="99145"/>
                  </a:lnTo>
                  <a:lnTo>
                    <a:pt x="150448" y="94295"/>
                  </a:lnTo>
                  <a:lnTo>
                    <a:pt x="148040" y="89520"/>
                  </a:lnTo>
                  <a:lnTo>
                    <a:pt x="145480" y="84825"/>
                  </a:lnTo>
                  <a:lnTo>
                    <a:pt x="142772" y="80213"/>
                  </a:lnTo>
                  <a:lnTo>
                    <a:pt x="139918" y="75691"/>
                  </a:lnTo>
                  <a:lnTo>
                    <a:pt x="136920" y="71262"/>
                  </a:lnTo>
                  <a:lnTo>
                    <a:pt x="133782" y="66931"/>
                  </a:lnTo>
                  <a:lnTo>
                    <a:pt x="130507" y="62703"/>
                  </a:lnTo>
                  <a:lnTo>
                    <a:pt x="127099" y="58582"/>
                  </a:lnTo>
                  <a:lnTo>
                    <a:pt x="123561" y="54572"/>
                  </a:lnTo>
                  <a:lnTo>
                    <a:pt x="119896" y="50678"/>
                  </a:lnTo>
                  <a:lnTo>
                    <a:pt x="116109" y="46902"/>
                  </a:lnTo>
                  <a:lnTo>
                    <a:pt x="112202" y="43250"/>
                  </a:lnTo>
                  <a:lnTo>
                    <a:pt x="108181" y="39724"/>
                  </a:lnTo>
                  <a:lnTo>
                    <a:pt x="104049" y="36329"/>
                  </a:lnTo>
                  <a:lnTo>
                    <a:pt x="99811" y="33068"/>
                  </a:lnTo>
                  <a:lnTo>
                    <a:pt x="95470" y="29944"/>
                  </a:lnTo>
                  <a:lnTo>
                    <a:pt x="91032" y="26960"/>
                  </a:lnTo>
                  <a:lnTo>
                    <a:pt x="86501" y="24120"/>
                  </a:lnTo>
                  <a:lnTo>
                    <a:pt x="81881" y="21426"/>
                  </a:lnTo>
                  <a:lnTo>
                    <a:pt x="77177" y="18882"/>
                  </a:lnTo>
                  <a:lnTo>
                    <a:pt x="72394" y="16489"/>
                  </a:lnTo>
                  <a:lnTo>
                    <a:pt x="67538" y="14250"/>
                  </a:lnTo>
                  <a:lnTo>
                    <a:pt x="62612" y="12168"/>
                  </a:lnTo>
                  <a:lnTo>
                    <a:pt x="57622" y="10245"/>
                  </a:lnTo>
                  <a:lnTo>
                    <a:pt x="52573" y="8482"/>
                  </a:lnTo>
                  <a:lnTo>
                    <a:pt x="47470" y="6881"/>
                  </a:lnTo>
                  <a:lnTo>
                    <a:pt x="42319" y="5445"/>
                  </a:lnTo>
                  <a:lnTo>
                    <a:pt x="37124" y="4174"/>
                  </a:lnTo>
                  <a:lnTo>
                    <a:pt x="31891" y="3070"/>
                  </a:lnTo>
                  <a:lnTo>
                    <a:pt x="26626" y="2134"/>
                  </a:lnTo>
                  <a:lnTo>
                    <a:pt x="21334" y="1366"/>
                  </a:lnTo>
                  <a:lnTo>
                    <a:pt x="16019" y="769"/>
                  </a:lnTo>
                  <a:lnTo>
                    <a:pt x="10688" y="342"/>
                  </a:lnTo>
                  <a:lnTo>
                    <a:pt x="534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19358" y="4659281"/>
              <a:ext cx="167166" cy="225651"/>
            </a:xfrm>
            <a:custGeom>
              <a:avLst/>
              <a:pathLst>
                <a:path w="167166" h="225651">
                  <a:moveTo>
                    <a:pt x="167166" y="0"/>
                  </a:moveTo>
                  <a:lnTo>
                    <a:pt x="161794" y="86"/>
                  </a:lnTo>
                  <a:lnTo>
                    <a:pt x="156429" y="345"/>
                  </a:lnTo>
                  <a:lnTo>
                    <a:pt x="151074" y="776"/>
                  </a:lnTo>
                  <a:lnTo>
                    <a:pt x="145736" y="1379"/>
                  </a:lnTo>
                  <a:lnTo>
                    <a:pt x="140420" y="2153"/>
                  </a:lnTo>
                  <a:lnTo>
                    <a:pt x="135132" y="3098"/>
                  </a:lnTo>
                  <a:lnTo>
                    <a:pt x="129876" y="4212"/>
                  </a:lnTo>
                  <a:lnTo>
                    <a:pt x="124660" y="5494"/>
                  </a:lnTo>
                  <a:lnTo>
                    <a:pt x="119487" y="6943"/>
                  </a:lnTo>
                  <a:lnTo>
                    <a:pt x="114363" y="8558"/>
                  </a:lnTo>
                  <a:lnTo>
                    <a:pt x="109294" y="10336"/>
                  </a:lnTo>
                  <a:lnTo>
                    <a:pt x="104285" y="12277"/>
                  </a:lnTo>
                  <a:lnTo>
                    <a:pt x="99341" y="14377"/>
                  </a:lnTo>
                  <a:lnTo>
                    <a:pt x="94466" y="16635"/>
                  </a:lnTo>
                  <a:lnTo>
                    <a:pt x="89667" y="19049"/>
                  </a:lnTo>
                  <a:lnTo>
                    <a:pt x="84948" y="21616"/>
                  </a:lnTo>
                  <a:lnTo>
                    <a:pt x="80313" y="24333"/>
                  </a:lnTo>
                  <a:lnTo>
                    <a:pt x="75769" y="27197"/>
                  </a:lnTo>
                  <a:lnTo>
                    <a:pt x="71319" y="30206"/>
                  </a:lnTo>
                  <a:lnTo>
                    <a:pt x="66967" y="33356"/>
                  </a:lnTo>
                  <a:lnTo>
                    <a:pt x="62720" y="36645"/>
                  </a:lnTo>
                  <a:lnTo>
                    <a:pt x="58580" y="40068"/>
                  </a:lnTo>
                  <a:lnTo>
                    <a:pt x="54552" y="43623"/>
                  </a:lnTo>
                  <a:lnTo>
                    <a:pt x="50640" y="47305"/>
                  </a:lnTo>
                  <a:lnTo>
                    <a:pt x="46849" y="51111"/>
                  </a:lnTo>
                  <a:lnTo>
                    <a:pt x="43182" y="55037"/>
                  </a:lnTo>
                  <a:lnTo>
                    <a:pt x="39644" y="59079"/>
                  </a:lnTo>
                  <a:lnTo>
                    <a:pt x="36236" y="63232"/>
                  </a:lnTo>
                  <a:lnTo>
                    <a:pt x="32964" y="67493"/>
                  </a:lnTo>
                  <a:lnTo>
                    <a:pt x="29831" y="71856"/>
                  </a:lnTo>
                  <a:lnTo>
                    <a:pt x="26839" y="76318"/>
                  </a:lnTo>
                  <a:lnTo>
                    <a:pt x="23993" y="80874"/>
                  </a:lnTo>
                  <a:lnTo>
                    <a:pt x="21294" y="85519"/>
                  </a:lnTo>
                  <a:lnTo>
                    <a:pt x="18746" y="90248"/>
                  </a:lnTo>
                  <a:lnTo>
                    <a:pt x="16351" y="95057"/>
                  </a:lnTo>
                  <a:lnTo>
                    <a:pt x="14112" y="99940"/>
                  </a:lnTo>
                  <a:lnTo>
                    <a:pt x="12031" y="104892"/>
                  </a:lnTo>
                  <a:lnTo>
                    <a:pt x="10110" y="109909"/>
                  </a:lnTo>
                  <a:lnTo>
                    <a:pt x="8351" y="114985"/>
                  </a:lnTo>
                  <a:lnTo>
                    <a:pt x="6757" y="120115"/>
                  </a:lnTo>
                  <a:lnTo>
                    <a:pt x="5328" y="125293"/>
                  </a:lnTo>
                  <a:lnTo>
                    <a:pt x="4066" y="130515"/>
                  </a:lnTo>
                  <a:lnTo>
                    <a:pt x="2972" y="135775"/>
                  </a:lnTo>
                  <a:lnTo>
                    <a:pt x="2048" y="141067"/>
                  </a:lnTo>
                  <a:lnTo>
                    <a:pt x="1295" y="146386"/>
                  </a:lnTo>
                  <a:lnTo>
                    <a:pt x="713" y="151726"/>
                  </a:lnTo>
                  <a:lnTo>
                    <a:pt x="303" y="157082"/>
                  </a:lnTo>
                  <a:lnTo>
                    <a:pt x="65" y="162449"/>
                  </a:lnTo>
                  <a:lnTo>
                    <a:pt x="0" y="167821"/>
                  </a:lnTo>
                  <a:lnTo>
                    <a:pt x="107" y="173192"/>
                  </a:lnTo>
                  <a:lnTo>
                    <a:pt x="387" y="178556"/>
                  </a:lnTo>
                  <a:lnTo>
                    <a:pt x="839" y="183909"/>
                  </a:lnTo>
                  <a:lnTo>
                    <a:pt x="1463" y="189245"/>
                  </a:lnTo>
                  <a:lnTo>
                    <a:pt x="2258" y="194558"/>
                  </a:lnTo>
                  <a:lnTo>
                    <a:pt x="3223" y="199842"/>
                  </a:lnTo>
                  <a:lnTo>
                    <a:pt x="4357" y="205093"/>
                  </a:lnTo>
                  <a:lnTo>
                    <a:pt x="5660" y="210305"/>
                  </a:lnTo>
                  <a:lnTo>
                    <a:pt x="7129" y="215472"/>
                  </a:lnTo>
                  <a:lnTo>
                    <a:pt x="8764" y="220589"/>
                  </a:lnTo>
                  <a:lnTo>
                    <a:pt x="10563" y="225651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9921" y="4826449"/>
              <a:ext cx="156603" cy="58484"/>
            </a:xfrm>
            <a:custGeom>
              <a:avLst/>
              <a:pathLst>
                <a:path w="156603" h="58484">
                  <a:moveTo>
                    <a:pt x="0" y="58484"/>
                  </a:moveTo>
                  <a:lnTo>
                    <a:pt x="15660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9921" y="4826449"/>
              <a:ext cx="156603" cy="58484"/>
            </a:xfrm>
            <a:custGeom>
              <a:avLst/>
              <a:pathLst>
                <a:path w="156603" h="58484">
                  <a:moveTo>
                    <a:pt x="0" y="58484"/>
                  </a:moveTo>
                  <a:lnTo>
                    <a:pt x="15660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9921" y="4826449"/>
              <a:ext cx="156603" cy="58484"/>
            </a:xfrm>
            <a:custGeom>
              <a:avLst/>
              <a:pathLst>
                <a:path w="156603" h="58484">
                  <a:moveTo>
                    <a:pt x="0" y="58484"/>
                  </a:moveTo>
                  <a:lnTo>
                    <a:pt x="15660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9921" y="4826449"/>
              <a:ext cx="156603" cy="58484"/>
            </a:xfrm>
            <a:custGeom>
              <a:avLst/>
              <a:pathLst>
                <a:path w="156603" h="58484">
                  <a:moveTo>
                    <a:pt x="0" y="58484"/>
                  </a:moveTo>
                  <a:lnTo>
                    <a:pt x="15660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9921" y="4826449"/>
              <a:ext cx="156603" cy="58484"/>
            </a:xfrm>
            <a:custGeom>
              <a:avLst/>
              <a:pathLst>
                <a:path w="156603" h="58484">
                  <a:moveTo>
                    <a:pt x="0" y="58484"/>
                  </a:moveTo>
                  <a:lnTo>
                    <a:pt x="15660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9921" y="4826449"/>
              <a:ext cx="156603" cy="58484"/>
            </a:xfrm>
            <a:custGeom>
              <a:avLst/>
              <a:pathLst>
                <a:path w="156603" h="58484">
                  <a:moveTo>
                    <a:pt x="0" y="58484"/>
                  </a:moveTo>
                  <a:lnTo>
                    <a:pt x="15660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9921" y="4826449"/>
              <a:ext cx="156603" cy="58484"/>
            </a:xfrm>
            <a:custGeom>
              <a:avLst/>
              <a:pathLst>
                <a:path w="156603" h="58484">
                  <a:moveTo>
                    <a:pt x="0" y="58484"/>
                  </a:moveTo>
                  <a:lnTo>
                    <a:pt x="15660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29921" y="4826449"/>
              <a:ext cx="156603" cy="58484"/>
            </a:xfrm>
            <a:custGeom>
              <a:avLst/>
              <a:pathLst>
                <a:path w="156603" h="58484">
                  <a:moveTo>
                    <a:pt x="0" y="58484"/>
                  </a:moveTo>
                  <a:lnTo>
                    <a:pt x="15660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9921" y="4826449"/>
              <a:ext cx="156603" cy="58484"/>
            </a:xfrm>
            <a:custGeom>
              <a:avLst/>
              <a:pathLst>
                <a:path w="156603" h="58484">
                  <a:moveTo>
                    <a:pt x="0" y="58484"/>
                  </a:moveTo>
                  <a:lnTo>
                    <a:pt x="15660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9921" y="4826449"/>
              <a:ext cx="156603" cy="70910"/>
            </a:xfrm>
            <a:custGeom>
              <a:avLst/>
              <a:pathLst>
                <a:path w="156603" h="70910">
                  <a:moveTo>
                    <a:pt x="0" y="58484"/>
                  </a:moveTo>
                  <a:lnTo>
                    <a:pt x="5220" y="70910"/>
                  </a:lnTo>
                  <a:lnTo>
                    <a:pt x="15660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35142" y="4659281"/>
              <a:ext cx="318537" cy="334330"/>
            </a:xfrm>
            <a:custGeom>
              <a:avLst/>
              <a:pathLst>
                <a:path w="318537" h="334330">
                  <a:moveTo>
                    <a:pt x="0" y="238077"/>
                  </a:moveTo>
                  <a:lnTo>
                    <a:pt x="2320" y="242834"/>
                  </a:lnTo>
                  <a:lnTo>
                    <a:pt x="4790" y="247515"/>
                  </a:lnTo>
                  <a:lnTo>
                    <a:pt x="7407" y="252115"/>
                  </a:lnTo>
                  <a:lnTo>
                    <a:pt x="10168" y="256630"/>
                  </a:lnTo>
                  <a:lnTo>
                    <a:pt x="13071" y="261056"/>
                  </a:lnTo>
                  <a:lnTo>
                    <a:pt x="16113" y="265387"/>
                  </a:lnTo>
                  <a:lnTo>
                    <a:pt x="19290" y="269620"/>
                  </a:lnTo>
                  <a:lnTo>
                    <a:pt x="22599" y="273750"/>
                  </a:lnTo>
                  <a:lnTo>
                    <a:pt x="26038" y="277773"/>
                  </a:lnTo>
                  <a:lnTo>
                    <a:pt x="29602" y="281686"/>
                  </a:lnTo>
                  <a:lnTo>
                    <a:pt x="33288" y="285484"/>
                  </a:lnTo>
                  <a:lnTo>
                    <a:pt x="37093" y="289163"/>
                  </a:lnTo>
                  <a:lnTo>
                    <a:pt x="41012" y="292720"/>
                  </a:lnTo>
                  <a:lnTo>
                    <a:pt x="45042" y="296151"/>
                  </a:lnTo>
                  <a:lnTo>
                    <a:pt x="49179" y="299452"/>
                  </a:lnTo>
                  <a:lnTo>
                    <a:pt x="53418" y="302621"/>
                  </a:lnTo>
                  <a:lnTo>
                    <a:pt x="57755" y="305655"/>
                  </a:lnTo>
                  <a:lnTo>
                    <a:pt x="62186" y="308549"/>
                  </a:lnTo>
                  <a:lnTo>
                    <a:pt x="66706" y="311302"/>
                  </a:lnTo>
                  <a:lnTo>
                    <a:pt x="71311" y="313910"/>
                  </a:lnTo>
                  <a:lnTo>
                    <a:pt x="75997" y="316371"/>
                  </a:lnTo>
                  <a:lnTo>
                    <a:pt x="80758" y="318683"/>
                  </a:lnTo>
                  <a:lnTo>
                    <a:pt x="85590" y="320843"/>
                  </a:lnTo>
                  <a:lnTo>
                    <a:pt x="90487" y="322849"/>
                  </a:lnTo>
                  <a:lnTo>
                    <a:pt x="95446" y="324698"/>
                  </a:lnTo>
                  <a:lnTo>
                    <a:pt x="100461" y="326390"/>
                  </a:lnTo>
                  <a:lnTo>
                    <a:pt x="105527" y="327922"/>
                  </a:lnTo>
                  <a:lnTo>
                    <a:pt x="110639" y="329293"/>
                  </a:lnTo>
                  <a:lnTo>
                    <a:pt x="115792" y="330502"/>
                  </a:lnTo>
                  <a:lnTo>
                    <a:pt x="120980" y="331547"/>
                  </a:lnTo>
                  <a:lnTo>
                    <a:pt x="126199" y="332427"/>
                  </a:lnTo>
                  <a:lnTo>
                    <a:pt x="131443" y="333141"/>
                  </a:lnTo>
                  <a:lnTo>
                    <a:pt x="136707" y="333689"/>
                  </a:lnTo>
                  <a:lnTo>
                    <a:pt x="141986" y="334070"/>
                  </a:lnTo>
                  <a:lnTo>
                    <a:pt x="147274" y="334284"/>
                  </a:lnTo>
                  <a:lnTo>
                    <a:pt x="152567" y="334330"/>
                  </a:lnTo>
                  <a:lnTo>
                    <a:pt x="157858" y="334209"/>
                  </a:lnTo>
                  <a:lnTo>
                    <a:pt x="163143" y="333920"/>
                  </a:lnTo>
                  <a:lnTo>
                    <a:pt x="168416" y="333464"/>
                  </a:lnTo>
                  <a:lnTo>
                    <a:pt x="173672" y="332842"/>
                  </a:lnTo>
                  <a:lnTo>
                    <a:pt x="178905" y="332053"/>
                  </a:lnTo>
                  <a:lnTo>
                    <a:pt x="184111" y="331099"/>
                  </a:lnTo>
                  <a:lnTo>
                    <a:pt x="189284" y="329981"/>
                  </a:lnTo>
                  <a:lnTo>
                    <a:pt x="194419" y="328700"/>
                  </a:lnTo>
                  <a:lnTo>
                    <a:pt x="199511" y="327256"/>
                  </a:lnTo>
                  <a:lnTo>
                    <a:pt x="204555" y="325652"/>
                  </a:lnTo>
                  <a:lnTo>
                    <a:pt x="209545" y="323890"/>
                  </a:lnTo>
                  <a:lnTo>
                    <a:pt x="214477" y="321970"/>
                  </a:lnTo>
                  <a:lnTo>
                    <a:pt x="219346" y="319895"/>
                  </a:lnTo>
                  <a:lnTo>
                    <a:pt x="224147" y="317667"/>
                  </a:lnTo>
                  <a:lnTo>
                    <a:pt x="228875" y="315288"/>
                  </a:lnTo>
                  <a:lnTo>
                    <a:pt x="233525" y="312761"/>
                  </a:lnTo>
                  <a:lnTo>
                    <a:pt x="238093" y="310087"/>
                  </a:lnTo>
                  <a:lnTo>
                    <a:pt x="242574" y="307271"/>
                  </a:lnTo>
                  <a:lnTo>
                    <a:pt x="246963" y="304314"/>
                  </a:lnTo>
                  <a:lnTo>
                    <a:pt x="251257" y="301219"/>
                  </a:lnTo>
                  <a:lnTo>
                    <a:pt x="255450" y="297990"/>
                  </a:lnTo>
                  <a:lnTo>
                    <a:pt x="259540" y="294630"/>
                  </a:lnTo>
                  <a:lnTo>
                    <a:pt x="263520" y="291143"/>
                  </a:lnTo>
                  <a:lnTo>
                    <a:pt x="267389" y="287531"/>
                  </a:lnTo>
                  <a:lnTo>
                    <a:pt x="271141" y="283798"/>
                  </a:lnTo>
                  <a:lnTo>
                    <a:pt x="274773" y="279948"/>
                  </a:lnTo>
                  <a:lnTo>
                    <a:pt x="278281" y="275986"/>
                  </a:lnTo>
                  <a:lnTo>
                    <a:pt x="281663" y="271914"/>
                  </a:lnTo>
                  <a:lnTo>
                    <a:pt x="284913" y="267737"/>
                  </a:lnTo>
                  <a:lnTo>
                    <a:pt x="288030" y="263460"/>
                  </a:lnTo>
                  <a:lnTo>
                    <a:pt x="291010" y="259086"/>
                  </a:lnTo>
                  <a:lnTo>
                    <a:pt x="293850" y="254620"/>
                  </a:lnTo>
                  <a:lnTo>
                    <a:pt x="296547" y="250066"/>
                  </a:lnTo>
                  <a:lnTo>
                    <a:pt x="299098" y="245429"/>
                  </a:lnTo>
                  <a:lnTo>
                    <a:pt x="301502" y="240713"/>
                  </a:lnTo>
                  <a:lnTo>
                    <a:pt x="303755" y="235924"/>
                  </a:lnTo>
                  <a:lnTo>
                    <a:pt x="305855" y="231066"/>
                  </a:lnTo>
                  <a:lnTo>
                    <a:pt x="307800" y="226144"/>
                  </a:lnTo>
                  <a:lnTo>
                    <a:pt x="309589" y="221163"/>
                  </a:lnTo>
                  <a:lnTo>
                    <a:pt x="311219" y="216128"/>
                  </a:lnTo>
                  <a:lnTo>
                    <a:pt x="312689" y="211043"/>
                  </a:lnTo>
                  <a:lnTo>
                    <a:pt x="313997" y="205915"/>
                  </a:lnTo>
                  <a:lnTo>
                    <a:pt x="315142" y="200748"/>
                  </a:lnTo>
                  <a:lnTo>
                    <a:pt x="316123" y="195547"/>
                  </a:lnTo>
                  <a:lnTo>
                    <a:pt x="316939" y="190318"/>
                  </a:lnTo>
                  <a:lnTo>
                    <a:pt x="317589" y="185065"/>
                  </a:lnTo>
                  <a:lnTo>
                    <a:pt x="318072" y="179795"/>
                  </a:lnTo>
                  <a:lnTo>
                    <a:pt x="318388" y="174511"/>
                  </a:lnTo>
                  <a:lnTo>
                    <a:pt x="318537" y="169221"/>
                  </a:lnTo>
                  <a:lnTo>
                    <a:pt x="318518" y="163928"/>
                  </a:lnTo>
                  <a:lnTo>
                    <a:pt x="318332" y="158639"/>
                  </a:lnTo>
                  <a:lnTo>
                    <a:pt x="317978" y="153358"/>
                  </a:lnTo>
                  <a:lnTo>
                    <a:pt x="317458" y="148091"/>
                  </a:lnTo>
                  <a:lnTo>
                    <a:pt x="316771" y="142844"/>
                  </a:lnTo>
                  <a:lnTo>
                    <a:pt x="315918" y="137620"/>
                  </a:lnTo>
                  <a:lnTo>
                    <a:pt x="314900" y="132426"/>
                  </a:lnTo>
                  <a:lnTo>
                    <a:pt x="313718" y="127267"/>
                  </a:lnTo>
                  <a:lnTo>
                    <a:pt x="312374" y="122148"/>
                  </a:lnTo>
                  <a:lnTo>
                    <a:pt x="310868" y="117075"/>
                  </a:lnTo>
                  <a:lnTo>
                    <a:pt x="309202" y="112051"/>
                  </a:lnTo>
                  <a:lnTo>
                    <a:pt x="307378" y="107083"/>
                  </a:lnTo>
                  <a:lnTo>
                    <a:pt x="305398" y="102174"/>
                  </a:lnTo>
                  <a:lnTo>
                    <a:pt x="303264" y="97331"/>
                  </a:lnTo>
                  <a:lnTo>
                    <a:pt x="300977" y="92558"/>
                  </a:lnTo>
                  <a:lnTo>
                    <a:pt x="298540" y="87860"/>
                  </a:lnTo>
                  <a:lnTo>
                    <a:pt x="295956" y="83241"/>
                  </a:lnTo>
                  <a:lnTo>
                    <a:pt x="293226" y="78707"/>
                  </a:lnTo>
                  <a:lnTo>
                    <a:pt x="290355" y="74261"/>
                  </a:lnTo>
                  <a:lnTo>
                    <a:pt x="287344" y="69908"/>
                  </a:lnTo>
                  <a:lnTo>
                    <a:pt x="284197" y="65653"/>
                  </a:lnTo>
                  <a:lnTo>
                    <a:pt x="280917" y="61499"/>
                  </a:lnTo>
                  <a:lnTo>
                    <a:pt x="277507" y="57452"/>
                  </a:lnTo>
                  <a:lnTo>
                    <a:pt x="273971" y="53514"/>
                  </a:lnTo>
                  <a:lnTo>
                    <a:pt x="270311" y="49690"/>
                  </a:lnTo>
                  <a:lnTo>
                    <a:pt x="266533" y="45984"/>
                  </a:lnTo>
                  <a:lnTo>
                    <a:pt x="262639" y="42400"/>
                  </a:lnTo>
                  <a:lnTo>
                    <a:pt x="258633" y="38940"/>
                  </a:lnTo>
                  <a:lnTo>
                    <a:pt x="254521" y="35609"/>
                  </a:lnTo>
                  <a:lnTo>
                    <a:pt x="250304" y="32410"/>
                  </a:lnTo>
                  <a:lnTo>
                    <a:pt x="245989" y="29346"/>
                  </a:lnTo>
                  <a:lnTo>
                    <a:pt x="241578" y="26420"/>
                  </a:lnTo>
                  <a:lnTo>
                    <a:pt x="237078" y="23636"/>
                  </a:lnTo>
                  <a:lnTo>
                    <a:pt x="232491" y="20995"/>
                  </a:lnTo>
                  <a:lnTo>
                    <a:pt x="227823" y="18500"/>
                  </a:lnTo>
                  <a:lnTo>
                    <a:pt x="223079" y="16155"/>
                  </a:lnTo>
                  <a:lnTo>
                    <a:pt x="218262" y="13961"/>
                  </a:lnTo>
                  <a:lnTo>
                    <a:pt x="213379" y="11921"/>
                  </a:lnTo>
                  <a:lnTo>
                    <a:pt x="208433" y="10036"/>
                  </a:lnTo>
                  <a:lnTo>
                    <a:pt x="203430" y="8309"/>
                  </a:lnTo>
                  <a:lnTo>
                    <a:pt x="198375" y="6741"/>
                  </a:lnTo>
                  <a:lnTo>
                    <a:pt x="193273" y="5333"/>
                  </a:lnTo>
                  <a:lnTo>
                    <a:pt x="188129" y="4088"/>
                  </a:lnTo>
                  <a:lnTo>
                    <a:pt x="182948" y="3007"/>
                  </a:lnTo>
                  <a:lnTo>
                    <a:pt x="177736" y="2090"/>
                  </a:lnTo>
                  <a:lnTo>
                    <a:pt x="172497" y="1338"/>
                  </a:lnTo>
                  <a:lnTo>
                    <a:pt x="167237" y="753"/>
                  </a:lnTo>
                  <a:lnTo>
                    <a:pt x="161961" y="335"/>
                  </a:lnTo>
                  <a:lnTo>
                    <a:pt x="156674" y="83"/>
                  </a:lnTo>
                  <a:lnTo>
                    <a:pt x="151382" y="0"/>
                  </a:lnTo>
                  <a:lnTo>
                    <a:pt x="15138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7495" y="5018213"/>
              <a:ext cx="1225" cy="167167"/>
            </a:xfrm>
            <a:custGeom>
              <a:avLst/>
              <a:pathLst>
                <a:path w="1225" h="167167">
                  <a:moveTo>
                    <a:pt x="1225" y="0"/>
                  </a:moveTo>
                  <a:lnTo>
                    <a:pt x="0" y="4"/>
                  </a:lnTo>
                  <a:lnTo>
                    <a:pt x="122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321562" y="5018213"/>
              <a:ext cx="334309" cy="334333"/>
            </a:xfrm>
            <a:custGeom>
              <a:avLst/>
              <a:pathLst>
                <a:path w="334309" h="334333">
                  <a:moveTo>
                    <a:pt x="165932" y="4"/>
                  </a:moveTo>
                  <a:lnTo>
                    <a:pt x="160635" y="127"/>
                  </a:lnTo>
                  <a:lnTo>
                    <a:pt x="155345" y="417"/>
                  </a:lnTo>
                  <a:lnTo>
                    <a:pt x="150067" y="876"/>
                  </a:lnTo>
                  <a:lnTo>
                    <a:pt x="144805" y="1501"/>
                  </a:lnTo>
                  <a:lnTo>
                    <a:pt x="139566" y="2292"/>
                  </a:lnTo>
                  <a:lnTo>
                    <a:pt x="134355" y="3249"/>
                  </a:lnTo>
                  <a:lnTo>
                    <a:pt x="129177" y="4371"/>
                  </a:lnTo>
                  <a:lnTo>
                    <a:pt x="124037" y="5657"/>
                  </a:lnTo>
                  <a:lnTo>
                    <a:pt x="118940" y="7104"/>
                  </a:lnTo>
                  <a:lnTo>
                    <a:pt x="113892" y="8713"/>
                  </a:lnTo>
                  <a:lnTo>
                    <a:pt x="108897" y="10481"/>
                  </a:lnTo>
                  <a:lnTo>
                    <a:pt x="103961" y="12406"/>
                  </a:lnTo>
                  <a:lnTo>
                    <a:pt x="99088" y="14486"/>
                  </a:lnTo>
                  <a:lnTo>
                    <a:pt x="94284" y="16720"/>
                  </a:lnTo>
                  <a:lnTo>
                    <a:pt x="89552" y="19105"/>
                  </a:lnTo>
                  <a:lnTo>
                    <a:pt x="84899" y="21639"/>
                  </a:lnTo>
                  <a:lnTo>
                    <a:pt x="80329" y="24319"/>
                  </a:lnTo>
                  <a:lnTo>
                    <a:pt x="75845" y="27142"/>
                  </a:lnTo>
                  <a:lnTo>
                    <a:pt x="71454" y="30106"/>
                  </a:lnTo>
                  <a:lnTo>
                    <a:pt x="67158" y="33208"/>
                  </a:lnTo>
                  <a:lnTo>
                    <a:pt x="62963" y="36445"/>
                  </a:lnTo>
                  <a:lnTo>
                    <a:pt x="58873" y="39812"/>
                  </a:lnTo>
                  <a:lnTo>
                    <a:pt x="54891" y="43308"/>
                  </a:lnTo>
                  <a:lnTo>
                    <a:pt x="51022" y="46928"/>
                  </a:lnTo>
                  <a:lnTo>
                    <a:pt x="47270" y="50669"/>
                  </a:lnTo>
                  <a:lnTo>
                    <a:pt x="43638" y="54527"/>
                  </a:lnTo>
                  <a:lnTo>
                    <a:pt x="40131" y="58498"/>
                  </a:lnTo>
                  <a:lnTo>
                    <a:pt x="36751" y="62578"/>
                  </a:lnTo>
                  <a:lnTo>
                    <a:pt x="33502" y="66763"/>
                  </a:lnTo>
                  <a:lnTo>
                    <a:pt x="30387" y="71049"/>
                  </a:lnTo>
                  <a:lnTo>
                    <a:pt x="27409" y="75432"/>
                  </a:lnTo>
                  <a:lnTo>
                    <a:pt x="24573" y="79907"/>
                  </a:lnTo>
                  <a:lnTo>
                    <a:pt x="21879" y="84469"/>
                  </a:lnTo>
                  <a:lnTo>
                    <a:pt x="19331" y="89115"/>
                  </a:lnTo>
                  <a:lnTo>
                    <a:pt x="16932" y="93839"/>
                  </a:lnTo>
                  <a:lnTo>
                    <a:pt x="14683" y="98636"/>
                  </a:lnTo>
                  <a:lnTo>
                    <a:pt x="12588" y="103503"/>
                  </a:lnTo>
                  <a:lnTo>
                    <a:pt x="10648" y="108433"/>
                  </a:lnTo>
                  <a:lnTo>
                    <a:pt x="8865" y="113423"/>
                  </a:lnTo>
                  <a:lnTo>
                    <a:pt x="7242" y="118466"/>
                  </a:lnTo>
                  <a:lnTo>
                    <a:pt x="5779" y="123559"/>
                  </a:lnTo>
                  <a:lnTo>
                    <a:pt x="4478" y="128695"/>
                  </a:lnTo>
                  <a:lnTo>
                    <a:pt x="3340" y="133870"/>
                  </a:lnTo>
                  <a:lnTo>
                    <a:pt x="2367" y="139078"/>
                  </a:lnTo>
                  <a:lnTo>
                    <a:pt x="1560" y="144314"/>
                  </a:lnTo>
                  <a:lnTo>
                    <a:pt x="919" y="149574"/>
                  </a:lnTo>
                  <a:lnTo>
                    <a:pt x="445" y="154851"/>
                  </a:lnTo>
                  <a:lnTo>
                    <a:pt x="138" y="160140"/>
                  </a:lnTo>
                  <a:lnTo>
                    <a:pt x="0" y="165437"/>
                  </a:lnTo>
                  <a:lnTo>
                    <a:pt x="29" y="170735"/>
                  </a:lnTo>
                  <a:lnTo>
                    <a:pt x="226" y="176030"/>
                  </a:lnTo>
                  <a:lnTo>
                    <a:pt x="590" y="181316"/>
                  </a:lnTo>
                  <a:lnTo>
                    <a:pt x="1122" y="186587"/>
                  </a:lnTo>
                  <a:lnTo>
                    <a:pt x="1821" y="191839"/>
                  </a:lnTo>
                  <a:lnTo>
                    <a:pt x="2686" y="197067"/>
                  </a:lnTo>
                  <a:lnTo>
                    <a:pt x="3716" y="202264"/>
                  </a:lnTo>
                  <a:lnTo>
                    <a:pt x="4911" y="207426"/>
                  </a:lnTo>
                  <a:lnTo>
                    <a:pt x="6268" y="212547"/>
                  </a:lnTo>
                  <a:lnTo>
                    <a:pt x="7787" y="217623"/>
                  </a:lnTo>
                  <a:lnTo>
                    <a:pt x="9466" y="222649"/>
                  </a:lnTo>
                  <a:lnTo>
                    <a:pt x="11304" y="227618"/>
                  </a:lnTo>
                  <a:lnTo>
                    <a:pt x="13298" y="232527"/>
                  </a:lnTo>
                  <a:lnTo>
                    <a:pt x="15446" y="237370"/>
                  </a:lnTo>
                  <a:lnTo>
                    <a:pt x="17747" y="242143"/>
                  </a:lnTo>
                  <a:lnTo>
                    <a:pt x="20198" y="246840"/>
                  </a:lnTo>
                  <a:lnTo>
                    <a:pt x="22797" y="251457"/>
                  </a:lnTo>
                  <a:lnTo>
                    <a:pt x="25541" y="255990"/>
                  </a:lnTo>
                  <a:lnTo>
                    <a:pt x="28427" y="260433"/>
                  </a:lnTo>
                  <a:lnTo>
                    <a:pt x="31452" y="264783"/>
                  </a:lnTo>
                  <a:lnTo>
                    <a:pt x="34614" y="269035"/>
                  </a:lnTo>
                  <a:lnTo>
                    <a:pt x="37909" y="273184"/>
                  </a:lnTo>
                  <a:lnTo>
                    <a:pt x="41333" y="277227"/>
                  </a:lnTo>
                  <a:lnTo>
                    <a:pt x="44884" y="281159"/>
                  </a:lnTo>
                  <a:lnTo>
                    <a:pt x="48558" y="284976"/>
                  </a:lnTo>
                  <a:lnTo>
                    <a:pt x="52351" y="288676"/>
                  </a:lnTo>
                  <a:lnTo>
                    <a:pt x="56260" y="292253"/>
                  </a:lnTo>
                  <a:lnTo>
                    <a:pt x="60280" y="295705"/>
                  </a:lnTo>
                  <a:lnTo>
                    <a:pt x="64407" y="299027"/>
                  </a:lnTo>
                  <a:lnTo>
                    <a:pt x="68637" y="302217"/>
                  </a:lnTo>
                  <a:lnTo>
                    <a:pt x="72967" y="305272"/>
                  </a:lnTo>
                  <a:lnTo>
                    <a:pt x="77391" y="308187"/>
                  </a:lnTo>
                  <a:lnTo>
                    <a:pt x="81905" y="310961"/>
                  </a:lnTo>
                  <a:lnTo>
                    <a:pt x="86505" y="313591"/>
                  </a:lnTo>
                  <a:lnTo>
                    <a:pt x="91185" y="316073"/>
                  </a:lnTo>
                  <a:lnTo>
                    <a:pt x="95942" y="318406"/>
                  </a:lnTo>
                  <a:lnTo>
                    <a:pt x="100771" y="320587"/>
                  </a:lnTo>
                  <a:lnTo>
                    <a:pt x="105667" y="322614"/>
                  </a:lnTo>
                  <a:lnTo>
                    <a:pt x="110624" y="324485"/>
                  </a:lnTo>
                  <a:lnTo>
                    <a:pt x="115638" y="326197"/>
                  </a:lnTo>
                  <a:lnTo>
                    <a:pt x="120703" y="327750"/>
                  </a:lnTo>
                  <a:lnTo>
                    <a:pt x="125816" y="329142"/>
                  </a:lnTo>
                  <a:lnTo>
                    <a:pt x="130970" y="330370"/>
                  </a:lnTo>
                  <a:lnTo>
                    <a:pt x="136160" y="331435"/>
                  </a:lnTo>
                  <a:lnTo>
                    <a:pt x="141381" y="332335"/>
                  </a:lnTo>
                  <a:lnTo>
                    <a:pt x="146628" y="333069"/>
                  </a:lnTo>
                  <a:lnTo>
                    <a:pt x="151896" y="333636"/>
                  </a:lnTo>
                  <a:lnTo>
                    <a:pt x="157180" y="334036"/>
                  </a:lnTo>
                  <a:lnTo>
                    <a:pt x="162473" y="334269"/>
                  </a:lnTo>
                  <a:lnTo>
                    <a:pt x="167771" y="334333"/>
                  </a:lnTo>
                  <a:lnTo>
                    <a:pt x="173068" y="334230"/>
                  </a:lnTo>
                  <a:lnTo>
                    <a:pt x="178360" y="333959"/>
                  </a:lnTo>
                  <a:lnTo>
                    <a:pt x="183640" y="333520"/>
                  </a:lnTo>
                  <a:lnTo>
                    <a:pt x="188903" y="332914"/>
                  </a:lnTo>
                  <a:lnTo>
                    <a:pt x="194145" y="332142"/>
                  </a:lnTo>
                  <a:lnTo>
                    <a:pt x="199360" y="331204"/>
                  </a:lnTo>
                  <a:lnTo>
                    <a:pt x="204542" y="330101"/>
                  </a:lnTo>
                  <a:lnTo>
                    <a:pt x="209687" y="328834"/>
                  </a:lnTo>
                  <a:lnTo>
                    <a:pt x="214789" y="327405"/>
                  </a:lnTo>
                  <a:lnTo>
                    <a:pt x="219843" y="325815"/>
                  </a:lnTo>
                  <a:lnTo>
                    <a:pt x="224844" y="324066"/>
                  </a:lnTo>
                  <a:lnTo>
                    <a:pt x="229787" y="322159"/>
                  </a:lnTo>
                  <a:lnTo>
                    <a:pt x="234668" y="320096"/>
                  </a:lnTo>
                  <a:lnTo>
                    <a:pt x="239480" y="317880"/>
                  </a:lnTo>
                  <a:lnTo>
                    <a:pt x="244220" y="315512"/>
                  </a:lnTo>
                  <a:lnTo>
                    <a:pt x="248883" y="312996"/>
                  </a:lnTo>
                  <a:lnTo>
                    <a:pt x="253463" y="310332"/>
                  </a:lnTo>
                  <a:lnTo>
                    <a:pt x="257957" y="307525"/>
                  </a:lnTo>
                  <a:lnTo>
                    <a:pt x="262359" y="304577"/>
                  </a:lnTo>
                  <a:lnTo>
                    <a:pt x="266666" y="301491"/>
                  </a:lnTo>
                  <a:lnTo>
                    <a:pt x="270873" y="298270"/>
                  </a:lnTo>
                  <a:lnTo>
                    <a:pt x="274976" y="294918"/>
                  </a:lnTo>
                  <a:lnTo>
                    <a:pt x="278970" y="291437"/>
                  </a:lnTo>
                  <a:lnTo>
                    <a:pt x="282852" y="287831"/>
                  </a:lnTo>
                  <a:lnTo>
                    <a:pt x="286618" y="284104"/>
                  </a:lnTo>
                  <a:lnTo>
                    <a:pt x="290264" y="280259"/>
                  </a:lnTo>
                  <a:lnTo>
                    <a:pt x="293786" y="276301"/>
                  </a:lnTo>
                  <a:lnTo>
                    <a:pt x="297181" y="272233"/>
                  </a:lnTo>
                  <a:lnTo>
                    <a:pt x="300445" y="268060"/>
                  </a:lnTo>
                  <a:lnTo>
                    <a:pt x="303576" y="263785"/>
                  </a:lnTo>
                  <a:lnTo>
                    <a:pt x="306569" y="259414"/>
                  </a:lnTo>
                  <a:lnTo>
                    <a:pt x="309423" y="254949"/>
                  </a:lnTo>
                  <a:lnTo>
                    <a:pt x="312133" y="250397"/>
                  </a:lnTo>
                  <a:lnTo>
                    <a:pt x="314698" y="245760"/>
                  </a:lnTo>
                  <a:lnTo>
                    <a:pt x="317114" y="241045"/>
                  </a:lnTo>
                  <a:lnTo>
                    <a:pt x="319380" y="236256"/>
                  </a:lnTo>
                  <a:lnTo>
                    <a:pt x="321493" y="231397"/>
                  </a:lnTo>
                  <a:lnTo>
                    <a:pt x="323451" y="226474"/>
                  </a:lnTo>
                  <a:lnTo>
                    <a:pt x="325252" y="221491"/>
                  </a:lnTo>
                  <a:lnTo>
                    <a:pt x="326895" y="216454"/>
                  </a:lnTo>
                  <a:lnTo>
                    <a:pt x="328376" y="211367"/>
                  </a:lnTo>
                  <a:lnTo>
                    <a:pt x="329696" y="206235"/>
                  </a:lnTo>
                  <a:lnTo>
                    <a:pt x="330853" y="201065"/>
                  </a:lnTo>
                  <a:lnTo>
                    <a:pt x="331845" y="195860"/>
                  </a:lnTo>
                  <a:lnTo>
                    <a:pt x="332671" y="190626"/>
                  </a:lnTo>
                  <a:lnTo>
                    <a:pt x="333331" y="185369"/>
                  </a:lnTo>
                  <a:lnTo>
                    <a:pt x="333825" y="180094"/>
                  </a:lnTo>
                  <a:lnTo>
                    <a:pt x="334151" y="174806"/>
                  </a:lnTo>
                  <a:lnTo>
                    <a:pt x="334309" y="169510"/>
                  </a:lnTo>
                  <a:lnTo>
                    <a:pt x="334299" y="164211"/>
                  </a:lnTo>
                  <a:lnTo>
                    <a:pt x="334122" y="158916"/>
                  </a:lnTo>
                  <a:lnTo>
                    <a:pt x="333776" y="153629"/>
                  </a:lnTo>
                  <a:lnTo>
                    <a:pt x="333264" y="148355"/>
                  </a:lnTo>
                  <a:lnTo>
                    <a:pt x="332584" y="143101"/>
                  </a:lnTo>
                  <a:lnTo>
                    <a:pt x="331738" y="137870"/>
                  </a:lnTo>
                  <a:lnTo>
                    <a:pt x="330727" y="132669"/>
                  </a:lnTo>
                  <a:lnTo>
                    <a:pt x="329552" y="127503"/>
                  </a:lnTo>
                  <a:lnTo>
                    <a:pt x="328213" y="122377"/>
                  </a:lnTo>
                  <a:lnTo>
                    <a:pt x="326713" y="117295"/>
                  </a:lnTo>
                  <a:lnTo>
                    <a:pt x="325052" y="112264"/>
                  </a:lnTo>
                  <a:lnTo>
                    <a:pt x="323233" y="107288"/>
                  </a:lnTo>
                  <a:lnTo>
                    <a:pt x="321257" y="102371"/>
                  </a:lnTo>
                  <a:lnTo>
                    <a:pt x="319126" y="97520"/>
                  </a:lnTo>
                  <a:lnTo>
                    <a:pt x="316843" y="92739"/>
                  </a:lnTo>
                  <a:lnTo>
                    <a:pt x="314409" y="88033"/>
                  </a:lnTo>
                  <a:lnTo>
                    <a:pt x="311827" y="83406"/>
                  </a:lnTo>
                  <a:lnTo>
                    <a:pt x="309100" y="78864"/>
                  </a:lnTo>
                  <a:lnTo>
                    <a:pt x="306230" y="74410"/>
                  </a:lnTo>
                  <a:lnTo>
                    <a:pt x="303221" y="70049"/>
                  </a:lnTo>
                  <a:lnTo>
                    <a:pt x="300075" y="65786"/>
                  </a:lnTo>
                  <a:lnTo>
                    <a:pt x="296795" y="61625"/>
                  </a:lnTo>
                  <a:lnTo>
                    <a:pt x="293385" y="57569"/>
                  </a:lnTo>
                  <a:lnTo>
                    <a:pt x="289849" y="53624"/>
                  </a:lnTo>
                  <a:lnTo>
                    <a:pt x="286189" y="49793"/>
                  </a:lnTo>
                  <a:lnTo>
                    <a:pt x="282409" y="46080"/>
                  </a:lnTo>
                  <a:lnTo>
                    <a:pt x="278514" y="42488"/>
                  </a:lnTo>
                  <a:lnTo>
                    <a:pt x="274507" y="39022"/>
                  </a:lnTo>
                  <a:lnTo>
                    <a:pt x="270392" y="35684"/>
                  </a:lnTo>
                  <a:lnTo>
                    <a:pt x="266173" y="32479"/>
                  </a:lnTo>
                  <a:lnTo>
                    <a:pt x="261855" y="29408"/>
                  </a:lnTo>
                  <a:lnTo>
                    <a:pt x="257442" y="26477"/>
                  </a:lnTo>
                  <a:lnTo>
                    <a:pt x="252938" y="23686"/>
                  </a:lnTo>
                  <a:lnTo>
                    <a:pt x="248348" y="21040"/>
                  </a:lnTo>
                  <a:lnTo>
                    <a:pt x="243676" y="18540"/>
                  </a:lnTo>
                  <a:lnTo>
                    <a:pt x="238927" y="16190"/>
                  </a:lnTo>
                  <a:lnTo>
                    <a:pt x="234107" y="13991"/>
                  </a:lnTo>
                  <a:lnTo>
                    <a:pt x="229219" y="11946"/>
                  </a:lnTo>
                  <a:lnTo>
                    <a:pt x="224269" y="10058"/>
                  </a:lnTo>
                  <a:lnTo>
                    <a:pt x="219261" y="8327"/>
                  </a:lnTo>
                  <a:lnTo>
                    <a:pt x="214201" y="6755"/>
                  </a:lnTo>
                  <a:lnTo>
                    <a:pt x="209094" y="5345"/>
                  </a:lnTo>
                  <a:lnTo>
                    <a:pt x="203944" y="4097"/>
                  </a:lnTo>
                  <a:lnTo>
                    <a:pt x="198758" y="3013"/>
                  </a:lnTo>
                  <a:lnTo>
                    <a:pt x="193540" y="2094"/>
                  </a:lnTo>
                  <a:lnTo>
                    <a:pt x="188296" y="1341"/>
                  </a:lnTo>
                  <a:lnTo>
                    <a:pt x="183030" y="755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797344" y="5269756"/>
              <a:ext cx="167156" cy="181550"/>
            </a:xfrm>
            <a:custGeom>
              <a:avLst/>
              <a:pathLst>
                <a:path w="167156" h="181550">
                  <a:moveTo>
                    <a:pt x="167156" y="0"/>
                  </a:moveTo>
                  <a:lnTo>
                    <a:pt x="161726" y="88"/>
                  </a:lnTo>
                  <a:lnTo>
                    <a:pt x="156302" y="352"/>
                  </a:lnTo>
                  <a:lnTo>
                    <a:pt x="150889" y="793"/>
                  </a:lnTo>
                  <a:lnTo>
                    <a:pt x="145493" y="1409"/>
                  </a:lnTo>
                  <a:lnTo>
                    <a:pt x="140120" y="2200"/>
                  </a:lnTo>
                  <a:lnTo>
                    <a:pt x="134776" y="3166"/>
                  </a:lnTo>
                  <a:lnTo>
                    <a:pt x="129465" y="4304"/>
                  </a:lnTo>
                  <a:lnTo>
                    <a:pt x="124195" y="5614"/>
                  </a:lnTo>
                  <a:lnTo>
                    <a:pt x="118970" y="7095"/>
                  </a:lnTo>
                  <a:lnTo>
                    <a:pt x="113796" y="8745"/>
                  </a:lnTo>
                  <a:lnTo>
                    <a:pt x="108678" y="10562"/>
                  </a:lnTo>
                  <a:lnTo>
                    <a:pt x="103621" y="12544"/>
                  </a:lnTo>
                  <a:lnTo>
                    <a:pt x="98632" y="14689"/>
                  </a:lnTo>
                  <a:lnTo>
                    <a:pt x="93715" y="16996"/>
                  </a:lnTo>
                  <a:lnTo>
                    <a:pt x="88876" y="19461"/>
                  </a:lnTo>
                  <a:lnTo>
                    <a:pt x="84119" y="22081"/>
                  </a:lnTo>
                  <a:lnTo>
                    <a:pt x="79450" y="24855"/>
                  </a:lnTo>
                  <a:lnTo>
                    <a:pt x="74874" y="27779"/>
                  </a:lnTo>
                  <a:lnTo>
                    <a:pt x="70395" y="30850"/>
                  </a:lnTo>
                  <a:lnTo>
                    <a:pt x="66018" y="34066"/>
                  </a:lnTo>
                  <a:lnTo>
                    <a:pt x="61748" y="37421"/>
                  </a:lnTo>
                  <a:lnTo>
                    <a:pt x="57589" y="40914"/>
                  </a:lnTo>
                  <a:lnTo>
                    <a:pt x="53545" y="44539"/>
                  </a:lnTo>
                  <a:lnTo>
                    <a:pt x="49622" y="48295"/>
                  </a:lnTo>
                  <a:lnTo>
                    <a:pt x="45823" y="52175"/>
                  </a:lnTo>
                  <a:lnTo>
                    <a:pt x="42151" y="56177"/>
                  </a:lnTo>
                  <a:lnTo>
                    <a:pt x="38612" y="60296"/>
                  </a:lnTo>
                  <a:lnTo>
                    <a:pt x="35208" y="64528"/>
                  </a:lnTo>
                  <a:lnTo>
                    <a:pt x="31944" y="68869"/>
                  </a:lnTo>
                  <a:lnTo>
                    <a:pt x="28822" y="73313"/>
                  </a:lnTo>
                  <a:lnTo>
                    <a:pt x="25846" y="77856"/>
                  </a:lnTo>
                  <a:lnTo>
                    <a:pt x="23020" y="82493"/>
                  </a:lnTo>
                  <a:lnTo>
                    <a:pt x="20345" y="87220"/>
                  </a:lnTo>
                  <a:lnTo>
                    <a:pt x="17826" y="92031"/>
                  </a:lnTo>
                  <a:lnTo>
                    <a:pt x="15464" y="96921"/>
                  </a:lnTo>
                  <a:lnTo>
                    <a:pt x="13262" y="101886"/>
                  </a:lnTo>
                  <a:lnTo>
                    <a:pt x="11223" y="106919"/>
                  </a:lnTo>
                  <a:lnTo>
                    <a:pt x="9348" y="112016"/>
                  </a:lnTo>
                  <a:lnTo>
                    <a:pt x="7640" y="117171"/>
                  </a:lnTo>
                  <a:lnTo>
                    <a:pt x="6100" y="122379"/>
                  </a:lnTo>
                  <a:lnTo>
                    <a:pt x="4730" y="127635"/>
                  </a:lnTo>
                  <a:lnTo>
                    <a:pt x="3532" y="132932"/>
                  </a:lnTo>
                  <a:lnTo>
                    <a:pt x="2506" y="138265"/>
                  </a:lnTo>
                  <a:lnTo>
                    <a:pt x="1654" y="143628"/>
                  </a:lnTo>
                  <a:lnTo>
                    <a:pt x="977" y="149017"/>
                  </a:lnTo>
                  <a:lnTo>
                    <a:pt x="475" y="154425"/>
                  </a:lnTo>
                  <a:lnTo>
                    <a:pt x="149" y="159846"/>
                  </a:lnTo>
                  <a:lnTo>
                    <a:pt x="0" y="165275"/>
                  </a:lnTo>
                  <a:lnTo>
                    <a:pt x="26" y="170705"/>
                  </a:lnTo>
                  <a:lnTo>
                    <a:pt x="229" y="176132"/>
                  </a:lnTo>
                  <a:lnTo>
                    <a:pt x="609" y="18155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797953" y="5269756"/>
              <a:ext cx="333699" cy="334333"/>
            </a:xfrm>
            <a:custGeom>
              <a:avLst/>
              <a:pathLst>
                <a:path w="333699" h="334333">
                  <a:moveTo>
                    <a:pt x="0" y="181550"/>
                  </a:moveTo>
                  <a:lnTo>
                    <a:pt x="539" y="186819"/>
                  </a:lnTo>
                  <a:lnTo>
                    <a:pt x="1245" y="192069"/>
                  </a:lnTo>
                  <a:lnTo>
                    <a:pt x="2117" y="197293"/>
                  </a:lnTo>
                  <a:lnTo>
                    <a:pt x="3154" y="202487"/>
                  </a:lnTo>
                  <a:lnTo>
                    <a:pt x="4355" y="207646"/>
                  </a:lnTo>
                  <a:lnTo>
                    <a:pt x="5718" y="212764"/>
                  </a:lnTo>
                  <a:lnTo>
                    <a:pt x="7244" y="217837"/>
                  </a:lnTo>
                  <a:lnTo>
                    <a:pt x="8929" y="222858"/>
                  </a:lnTo>
                  <a:lnTo>
                    <a:pt x="10773" y="227824"/>
                  </a:lnTo>
                  <a:lnTo>
                    <a:pt x="12772" y="232729"/>
                  </a:lnTo>
                  <a:lnTo>
                    <a:pt x="14927" y="237567"/>
                  </a:lnTo>
                  <a:lnTo>
                    <a:pt x="17233" y="242336"/>
                  </a:lnTo>
                  <a:lnTo>
                    <a:pt x="19690" y="247028"/>
                  </a:lnTo>
                  <a:lnTo>
                    <a:pt x="22293" y="251641"/>
                  </a:lnTo>
                  <a:lnTo>
                    <a:pt x="25042" y="256169"/>
                  </a:lnTo>
                  <a:lnTo>
                    <a:pt x="27933" y="260607"/>
                  </a:lnTo>
                  <a:lnTo>
                    <a:pt x="30963" y="264952"/>
                  </a:lnTo>
                  <a:lnTo>
                    <a:pt x="34129" y="269198"/>
                  </a:lnTo>
                  <a:lnTo>
                    <a:pt x="37428" y="273342"/>
                  </a:lnTo>
                  <a:lnTo>
                    <a:pt x="40856" y="277379"/>
                  </a:lnTo>
                  <a:lnTo>
                    <a:pt x="44411" y="281306"/>
                  </a:lnTo>
                  <a:lnTo>
                    <a:pt x="48088" y="285118"/>
                  </a:lnTo>
                  <a:lnTo>
                    <a:pt x="51885" y="288812"/>
                  </a:lnTo>
                  <a:lnTo>
                    <a:pt x="55796" y="292383"/>
                  </a:lnTo>
                  <a:lnTo>
                    <a:pt x="59819" y="295829"/>
                  </a:lnTo>
                  <a:lnTo>
                    <a:pt x="63948" y="299146"/>
                  </a:lnTo>
                  <a:lnTo>
                    <a:pt x="68181" y="302330"/>
                  </a:lnTo>
                  <a:lnTo>
                    <a:pt x="72513" y="305379"/>
                  </a:lnTo>
                  <a:lnTo>
                    <a:pt x="76939" y="308288"/>
                  </a:lnTo>
                  <a:lnTo>
                    <a:pt x="81455" y="311057"/>
                  </a:lnTo>
                  <a:lnTo>
                    <a:pt x="86056" y="313680"/>
                  </a:lnTo>
                  <a:lnTo>
                    <a:pt x="90738" y="316157"/>
                  </a:lnTo>
                  <a:lnTo>
                    <a:pt x="95496" y="318484"/>
                  </a:lnTo>
                  <a:lnTo>
                    <a:pt x="100326" y="320659"/>
                  </a:lnTo>
                  <a:lnTo>
                    <a:pt x="105222" y="322680"/>
                  </a:lnTo>
                  <a:lnTo>
                    <a:pt x="110180" y="324544"/>
                  </a:lnTo>
                  <a:lnTo>
                    <a:pt x="115194" y="326251"/>
                  </a:lnTo>
                  <a:lnTo>
                    <a:pt x="120259" y="327798"/>
                  </a:lnTo>
                  <a:lnTo>
                    <a:pt x="125372" y="329184"/>
                  </a:lnTo>
                  <a:lnTo>
                    <a:pt x="130525" y="330407"/>
                  </a:lnTo>
                  <a:lnTo>
                    <a:pt x="135715" y="331466"/>
                  </a:lnTo>
                  <a:lnTo>
                    <a:pt x="140936" y="332361"/>
                  </a:lnTo>
                  <a:lnTo>
                    <a:pt x="146182" y="333089"/>
                  </a:lnTo>
                  <a:lnTo>
                    <a:pt x="151449" y="333651"/>
                  </a:lnTo>
                  <a:lnTo>
                    <a:pt x="156731" y="334046"/>
                  </a:lnTo>
                  <a:lnTo>
                    <a:pt x="162023" y="334273"/>
                  </a:lnTo>
                  <a:lnTo>
                    <a:pt x="167319" y="334333"/>
                  </a:lnTo>
                  <a:lnTo>
                    <a:pt x="172615" y="334224"/>
                  </a:lnTo>
                  <a:lnTo>
                    <a:pt x="177905" y="333948"/>
                  </a:lnTo>
                  <a:lnTo>
                    <a:pt x="183183" y="333505"/>
                  </a:lnTo>
                  <a:lnTo>
                    <a:pt x="188444" y="332894"/>
                  </a:lnTo>
                  <a:lnTo>
                    <a:pt x="193684" y="332117"/>
                  </a:lnTo>
                  <a:lnTo>
                    <a:pt x="198896" y="331175"/>
                  </a:lnTo>
                  <a:lnTo>
                    <a:pt x="204075" y="330067"/>
                  </a:lnTo>
                  <a:lnTo>
                    <a:pt x="209218" y="328797"/>
                  </a:lnTo>
                  <a:lnTo>
                    <a:pt x="214317" y="327364"/>
                  </a:lnTo>
                  <a:lnTo>
                    <a:pt x="219368" y="325770"/>
                  </a:lnTo>
                  <a:lnTo>
                    <a:pt x="224366" y="324017"/>
                  </a:lnTo>
                  <a:lnTo>
                    <a:pt x="229306" y="322106"/>
                  </a:lnTo>
                  <a:lnTo>
                    <a:pt x="234184" y="320040"/>
                  </a:lnTo>
                  <a:lnTo>
                    <a:pt x="238993" y="317821"/>
                  </a:lnTo>
                  <a:lnTo>
                    <a:pt x="243729" y="315450"/>
                  </a:lnTo>
                  <a:lnTo>
                    <a:pt x="248388" y="312930"/>
                  </a:lnTo>
                  <a:lnTo>
                    <a:pt x="252965" y="310264"/>
                  </a:lnTo>
                  <a:lnTo>
                    <a:pt x="257456" y="307455"/>
                  </a:lnTo>
                  <a:lnTo>
                    <a:pt x="261854" y="304504"/>
                  </a:lnTo>
                  <a:lnTo>
                    <a:pt x="266158" y="301416"/>
                  </a:lnTo>
                  <a:lnTo>
                    <a:pt x="270361" y="298192"/>
                  </a:lnTo>
                  <a:lnTo>
                    <a:pt x="274460" y="294838"/>
                  </a:lnTo>
                  <a:lnTo>
                    <a:pt x="278450" y="291355"/>
                  </a:lnTo>
                  <a:lnTo>
                    <a:pt x="282329" y="287747"/>
                  </a:lnTo>
                  <a:lnTo>
                    <a:pt x="286091" y="284019"/>
                  </a:lnTo>
                  <a:lnTo>
                    <a:pt x="289733" y="280173"/>
                  </a:lnTo>
                  <a:lnTo>
                    <a:pt x="293251" y="276213"/>
                  </a:lnTo>
                  <a:lnTo>
                    <a:pt x="296642" y="272144"/>
                  </a:lnTo>
                  <a:lnTo>
                    <a:pt x="299903" y="267970"/>
                  </a:lnTo>
                  <a:lnTo>
                    <a:pt x="303029" y="263695"/>
                  </a:lnTo>
                  <a:lnTo>
                    <a:pt x="306019" y="259322"/>
                  </a:lnTo>
                  <a:lnTo>
                    <a:pt x="308868" y="254857"/>
                  </a:lnTo>
                  <a:lnTo>
                    <a:pt x="311575" y="250304"/>
                  </a:lnTo>
                  <a:lnTo>
                    <a:pt x="314136" y="245668"/>
                  </a:lnTo>
                  <a:lnTo>
                    <a:pt x="316549" y="240953"/>
                  </a:lnTo>
                  <a:lnTo>
                    <a:pt x="318811" y="236163"/>
                  </a:lnTo>
                  <a:lnTo>
                    <a:pt x="320921" y="231305"/>
                  </a:lnTo>
                  <a:lnTo>
                    <a:pt x="322875" y="226382"/>
                  </a:lnTo>
                  <a:lnTo>
                    <a:pt x="324673" y="221400"/>
                  </a:lnTo>
                  <a:lnTo>
                    <a:pt x="326312" y="216363"/>
                  </a:lnTo>
                  <a:lnTo>
                    <a:pt x="327790" y="211276"/>
                  </a:lnTo>
                  <a:lnTo>
                    <a:pt x="329107" y="206146"/>
                  </a:lnTo>
                  <a:lnTo>
                    <a:pt x="330260" y="200976"/>
                  </a:lnTo>
                  <a:lnTo>
                    <a:pt x="331249" y="195773"/>
                  </a:lnTo>
                  <a:lnTo>
                    <a:pt x="332072" y="190540"/>
                  </a:lnTo>
                  <a:lnTo>
                    <a:pt x="332730" y="185285"/>
                  </a:lnTo>
                  <a:lnTo>
                    <a:pt x="333220" y="180011"/>
                  </a:lnTo>
                  <a:lnTo>
                    <a:pt x="333544" y="174724"/>
                  </a:lnTo>
                  <a:lnTo>
                    <a:pt x="333699" y="169429"/>
                  </a:lnTo>
                  <a:lnTo>
                    <a:pt x="333687" y="164132"/>
                  </a:lnTo>
                  <a:lnTo>
                    <a:pt x="333507" y="158839"/>
                  </a:lnTo>
                  <a:lnTo>
                    <a:pt x="333159" y="153553"/>
                  </a:lnTo>
                  <a:lnTo>
                    <a:pt x="332644" y="148282"/>
                  </a:lnTo>
                  <a:lnTo>
                    <a:pt x="331963" y="143029"/>
                  </a:lnTo>
                  <a:lnTo>
                    <a:pt x="331115" y="137801"/>
                  </a:lnTo>
                  <a:lnTo>
                    <a:pt x="330102" y="132602"/>
                  </a:lnTo>
                  <a:lnTo>
                    <a:pt x="328925" y="127437"/>
                  </a:lnTo>
                  <a:lnTo>
                    <a:pt x="327585" y="122313"/>
                  </a:lnTo>
                  <a:lnTo>
                    <a:pt x="326083" y="117234"/>
                  </a:lnTo>
                  <a:lnTo>
                    <a:pt x="324421" y="112204"/>
                  </a:lnTo>
                  <a:lnTo>
                    <a:pt x="322600" y="107230"/>
                  </a:lnTo>
                  <a:lnTo>
                    <a:pt x="320623" y="102316"/>
                  </a:lnTo>
                  <a:lnTo>
                    <a:pt x="318491" y="97468"/>
                  </a:lnTo>
                  <a:lnTo>
                    <a:pt x="316207" y="92689"/>
                  </a:lnTo>
                  <a:lnTo>
                    <a:pt x="313772" y="87985"/>
                  </a:lnTo>
                  <a:lnTo>
                    <a:pt x="311189" y="83360"/>
                  </a:lnTo>
                  <a:lnTo>
                    <a:pt x="308462" y="78820"/>
                  </a:lnTo>
                  <a:lnTo>
                    <a:pt x="305592" y="74368"/>
                  </a:lnTo>
                  <a:lnTo>
                    <a:pt x="302582" y="70010"/>
                  </a:lnTo>
                  <a:lnTo>
                    <a:pt x="299435" y="65749"/>
                  </a:lnTo>
                  <a:lnTo>
                    <a:pt x="296156" y="61590"/>
                  </a:lnTo>
                  <a:lnTo>
                    <a:pt x="292746" y="57536"/>
                  </a:lnTo>
                  <a:lnTo>
                    <a:pt x="289209" y="53593"/>
                  </a:lnTo>
                  <a:lnTo>
                    <a:pt x="285549" y="49764"/>
                  </a:lnTo>
                  <a:lnTo>
                    <a:pt x="281770" y="46053"/>
                  </a:lnTo>
                  <a:lnTo>
                    <a:pt x="277875" y="42463"/>
                  </a:lnTo>
                  <a:lnTo>
                    <a:pt x="273869" y="38999"/>
                  </a:lnTo>
                  <a:lnTo>
                    <a:pt x="269754" y="35663"/>
                  </a:lnTo>
                  <a:lnTo>
                    <a:pt x="265536" y="32460"/>
                  </a:lnTo>
                  <a:lnTo>
                    <a:pt x="261219" y="29391"/>
                  </a:lnTo>
                  <a:lnTo>
                    <a:pt x="256806" y="26461"/>
                  </a:lnTo>
                  <a:lnTo>
                    <a:pt x="252303" y="23672"/>
                  </a:lnTo>
                  <a:lnTo>
                    <a:pt x="247714" y="21027"/>
                  </a:lnTo>
                  <a:lnTo>
                    <a:pt x="243044" y="18529"/>
                  </a:lnTo>
                  <a:lnTo>
                    <a:pt x="238296" y="16180"/>
                  </a:lnTo>
                  <a:lnTo>
                    <a:pt x="233477" y="13983"/>
                  </a:lnTo>
                  <a:lnTo>
                    <a:pt x="228590" y="11939"/>
                  </a:lnTo>
                  <a:lnTo>
                    <a:pt x="223641" y="10052"/>
                  </a:lnTo>
                  <a:lnTo>
                    <a:pt x="218635" y="8322"/>
                  </a:lnTo>
                  <a:lnTo>
                    <a:pt x="213576" y="6751"/>
                  </a:lnTo>
                  <a:lnTo>
                    <a:pt x="208470" y="5342"/>
                  </a:lnTo>
                  <a:lnTo>
                    <a:pt x="203323" y="4095"/>
                  </a:lnTo>
                  <a:lnTo>
                    <a:pt x="198138" y="3012"/>
                  </a:lnTo>
                  <a:lnTo>
                    <a:pt x="192921" y="2093"/>
                  </a:lnTo>
                  <a:lnTo>
                    <a:pt x="187678" y="1340"/>
                  </a:lnTo>
                  <a:lnTo>
                    <a:pt x="182414" y="754"/>
                  </a:lnTo>
                  <a:lnTo>
                    <a:pt x="177134" y="335"/>
                  </a:lnTo>
                  <a:lnTo>
                    <a:pt x="171843" y="83"/>
                  </a:lnTo>
                  <a:lnTo>
                    <a:pt x="166547" y="0"/>
                  </a:lnTo>
                  <a:lnTo>
                    <a:pt x="1665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44975" y="5399291"/>
              <a:ext cx="41240" cy="167167"/>
            </a:xfrm>
            <a:custGeom>
              <a:avLst/>
              <a:pathLst>
                <a:path w="41240" h="167167">
                  <a:moveTo>
                    <a:pt x="41240" y="0"/>
                  </a:moveTo>
                  <a:lnTo>
                    <a:pt x="34297" y="144"/>
                  </a:lnTo>
                  <a:lnTo>
                    <a:pt x="27366" y="576"/>
                  </a:lnTo>
                  <a:lnTo>
                    <a:pt x="20458" y="1296"/>
                  </a:lnTo>
                  <a:lnTo>
                    <a:pt x="13587" y="2303"/>
                  </a:lnTo>
                  <a:lnTo>
                    <a:pt x="6764" y="3593"/>
                  </a:lnTo>
                  <a:lnTo>
                    <a:pt x="0" y="5166"/>
                  </a:lnTo>
                  <a:lnTo>
                    <a:pt x="4124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44975" y="5404458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44975" y="5404458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44975" y="5404458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44975" y="5404458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44975" y="5404458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44975" y="5404458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319056" y="5404458"/>
              <a:ext cx="334322" cy="329163"/>
            </a:xfrm>
            <a:custGeom>
              <a:avLst/>
              <a:pathLst>
                <a:path w="334322" h="329163">
                  <a:moveTo>
                    <a:pt x="125918" y="0"/>
                  </a:moveTo>
                  <a:lnTo>
                    <a:pt x="120804" y="1388"/>
                  </a:lnTo>
                  <a:lnTo>
                    <a:pt x="115736" y="2938"/>
                  </a:lnTo>
                  <a:lnTo>
                    <a:pt x="110720" y="4648"/>
                  </a:lnTo>
                  <a:lnTo>
                    <a:pt x="105761" y="6516"/>
                  </a:lnTo>
                  <a:lnTo>
                    <a:pt x="100863" y="8540"/>
                  </a:lnTo>
                  <a:lnTo>
                    <a:pt x="96032" y="10719"/>
                  </a:lnTo>
                  <a:lnTo>
                    <a:pt x="91272" y="13050"/>
                  </a:lnTo>
                  <a:lnTo>
                    <a:pt x="86589" y="15530"/>
                  </a:lnTo>
                  <a:lnTo>
                    <a:pt x="81987" y="18157"/>
                  </a:lnTo>
                  <a:lnTo>
                    <a:pt x="77470" y="20929"/>
                  </a:lnTo>
                  <a:lnTo>
                    <a:pt x="73044" y="23843"/>
                  </a:lnTo>
                  <a:lnTo>
                    <a:pt x="68712" y="26896"/>
                  </a:lnTo>
                  <a:lnTo>
                    <a:pt x="64479" y="30084"/>
                  </a:lnTo>
                  <a:lnTo>
                    <a:pt x="60349" y="33405"/>
                  </a:lnTo>
                  <a:lnTo>
                    <a:pt x="56326" y="36856"/>
                  </a:lnTo>
                  <a:lnTo>
                    <a:pt x="52415" y="40432"/>
                  </a:lnTo>
                  <a:lnTo>
                    <a:pt x="48619" y="44130"/>
                  </a:lnTo>
                  <a:lnTo>
                    <a:pt x="44943" y="47946"/>
                  </a:lnTo>
                  <a:lnTo>
                    <a:pt x="41389" y="51878"/>
                  </a:lnTo>
                  <a:lnTo>
                    <a:pt x="37961" y="55920"/>
                  </a:lnTo>
                  <a:lnTo>
                    <a:pt x="34664" y="60068"/>
                  </a:lnTo>
                  <a:lnTo>
                    <a:pt x="31499" y="64319"/>
                  </a:lnTo>
                  <a:lnTo>
                    <a:pt x="28471" y="68669"/>
                  </a:lnTo>
                  <a:lnTo>
                    <a:pt x="25583" y="73112"/>
                  </a:lnTo>
                  <a:lnTo>
                    <a:pt x="22836" y="77644"/>
                  </a:lnTo>
                  <a:lnTo>
                    <a:pt x="20235" y="82261"/>
                  </a:lnTo>
                  <a:lnTo>
                    <a:pt x="17781" y="86958"/>
                  </a:lnTo>
                  <a:lnTo>
                    <a:pt x="15477" y="91731"/>
                  </a:lnTo>
                  <a:lnTo>
                    <a:pt x="13326" y="96574"/>
                  </a:lnTo>
                  <a:lnTo>
                    <a:pt x="11330" y="101483"/>
                  </a:lnTo>
                  <a:lnTo>
                    <a:pt x="9490" y="106453"/>
                  </a:lnTo>
                  <a:lnTo>
                    <a:pt x="7808" y="111479"/>
                  </a:lnTo>
                  <a:lnTo>
                    <a:pt x="6287" y="116555"/>
                  </a:lnTo>
                  <a:lnTo>
                    <a:pt x="4927" y="121677"/>
                  </a:lnTo>
                  <a:lnTo>
                    <a:pt x="3731" y="126840"/>
                  </a:lnTo>
                  <a:lnTo>
                    <a:pt x="2698" y="132038"/>
                  </a:lnTo>
                  <a:lnTo>
                    <a:pt x="1831" y="137266"/>
                  </a:lnTo>
                  <a:lnTo>
                    <a:pt x="1130" y="142519"/>
                  </a:lnTo>
                  <a:lnTo>
                    <a:pt x="596" y="147791"/>
                  </a:lnTo>
                  <a:lnTo>
                    <a:pt x="229" y="153078"/>
                  </a:lnTo>
                  <a:lnTo>
                    <a:pt x="30" y="158374"/>
                  </a:lnTo>
                  <a:lnTo>
                    <a:pt x="0" y="163673"/>
                  </a:lnTo>
                  <a:lnTo>
                    <a:pt x="137" y="168971"/>
                  </a:lnTo>
                  <a:lnTo>
                    <a:pt x="441" y="174262"/>
                  </a:lnTo>
                  <a:lnTo>
                    <a:pt x="914" y="179540"/>
                  </a:lnTo>
                  <a:lnTo>
                    <a:pt x="1553" y="184801"/>
                  </a:lnTo>
                  <a:lnTo>
                    <a:pt x="2359" y="190039"/>
                  </a:lnTo>
                  <a:lnTo>
                    <a:pt x="3331" y="195249"/>
                  </a:lnTo>
                  <a:lnTo>
                    <a:pt x="4467" y="200425"/>
                  </a:lnTo>
                  <a:lnTo>
                    <a:pt x="5767" y="205563"/>
                  </a:lnTo>
                  <a:lnTo>
                    <a:pt x="7229" y="210656"/>
                  </a:lnTo>
                  <a:lnTo>
                    <a:pt x="8852" y="215701"/>
                  </a:lnTo>
                  <a:lnTo>
                    <a:pt x="10633" y="220692"/>
                  </a:lnTo>
                  <a:lnTo>
                    <a:pt x="12572" y="225624"/>
                  </a:lnTo>
                  <a:lnTo>
                    <a:pt x="14667" y="230493"/>
                  </a:lnTo>
                  <a:lnTo>
                    <a:pt x="16915" y="235292"/>
                  </a:lnTo>
                  <a:lnTo>
                    <a:pt x="19313" y="240017"/>
                  </a:lnTo>
                  <a:lnTo>
                    <a:pt x="21860" y="244665"/>
                  </a:lnTo>
                  <a:lnTo>
                    <a:pt x="24554" y="249229"/>
                  </a:lnTo>
                  <a:lnTo>
                    <a:pt x="27390" y="253705"/>
                  </a:lnTo>
                  <a:lnTo>
                    <a:pt x="30367" y="258089"/>
                  </a:lnTo>
                  <a:lnTo>
                    <a:pt x="33482" y="262377"/>
                  </a:lnTo>
                  <a:lnTo>
                    <a:pt x="36731" y="266564"/>
                  </a:lnTo>
                  <a:lnTo>
                    <a:pt x="40111" y="270646"/>
                  </a:lnTo>
                  <a:lnTo>
                    <a:pt x="43619" y="274618"/>
                  </a:lnTo>
                  <a:lnTo>
                    <a:pt x="47250" y="278478"/>
                  </a:lnTo>
                  <a:lnTo>
                    <a:pt x="51003" y="282220"/>
                  </a:lnTo>
                  <a:lnTo>
                    <a:pt x="54872" y="285841"/>
                  </a:lnTo>
                  <a:lnTo>
                    <a:pt x="58854" y="289338"/>
                  </a:lnTo>
                  <a:lnTo>
                    <a:pt x="62945" y="292707"/>
                  </a:lnTo>
                  <a:lnTo>
                    <a:pt x="67140" y="295945"/>
                  </a:lnTo>
                  <a:lnTo>
                    <a:pt x="71436" y="299048"/>
                  </a:lnTo>
                  <a:lnTo>
                    <a:pt x="75828" y="302013"/>
                  </a:lnTo>
                  <a:lnTo>
                    <a:pt x="80312" y="304838"/>
                  </a:lnTo>
                  <a:lnTo>
                    <a:pt x="84884" y="307519"/>
                  </a:lnTo>
                  <a:lnTo>
                    <a:pt x="89538" y="310054"/>
                  </a:lnTo>
                  <a:lnTo>
                    <a:pt x="94270" y="312440"/>
                  </a:lnTo>
                  <a:lnTo>
                    <a:pt x="99075" y="314675"/>
                  </a:lnTo>
                  <a:lnTo>
                    <a:pt x="103948" y="316756"/>
                  </a:lnTo>
                  <a:lnTo>
                    <a:pt x="108886" y="318682"/>
                  </a:lnTo>
                  <a:lnTo>
                    <a:pt x="113881" y="320450"/>
                  </a:lnTo>
                  <a:lnTo>
                    <a:pt x="118931" y="322060"/>
                  </a:lnTo>
                  <a:lnTo>
                    <a:pt x="124029" y="323508"/>
                  </a:lnTo>
                  <a:lnTo>
                    <a:pt x="129170" y="324794"/>
                  </a:lnTo>
                  <a:lnTo>
                    <a:pt x="134349" y="325916"/>
                  </a:lnTo>
                  <a:lnTo>
                    <a:pt x="139561" y="326874"/>
                  </a:lnTo>
                  <a:lnTo>
                    <a:pt x="144801" y="327666"/>
                  </a:lnTo>
                  <a:lnTo>
                    <a:pt x="150064" y="328291"/>
                  </a:lnTo>
                  <a:lnTo>
                    <a:pt x="155343" y="328749"/>
                  </a:lnTo>
                  <a:lnTo>
                    <a:pt x="160635" y="329040"/>
                  </a:lnTo>
                  <a:lnTo>
                    <a:pt x="165933" y="329163"/>
                  </a:lnTo>
                  <a:lnTo>
                    <a:pt x="171232" y="329118"/>
                  </a:lnTo>
                  <a:lnTo>
                    <a:pt x="176528" y="328905"/>
                  </a:lnTo>
                  <a:lnTo>
                    <a:pt x="181813" y="328524"/>
                  </a:lnTo>
                  <a:lnTo>
                    <a:pt x="187084" y="327976"/>
                  </a:lnTo>
                  <a:lnTo>
                    <a:pt x="192335" y="327261"/>
                  </a:lnTo>
                  <a:lnTo>
                    <a:pt x="197561" y="326380"/>
                  </a:lnTo>
                  <a:lnTo>
                    <a:pt x="202756" y="325333"/>
                  </a:lnTo>
                  <a:lnTo>
                    <a:pt x="207916" y="324123"/>
                  </a:lnTo>
                  <a:lnTo>
                    <a:pt x="213034" y="322749"/>
                  </a:lnTo>
                  <a:lnTo>
                    <a:pt x="218107" y="321215"/>
                  </a:lnTo>
                  <a:lnTo>
                    <a:pt x="223128" y="319520"/>
                  </a:lnTo>
                  <a:lnTo>
                    <a:pt x="228093" y="317666"/>
                  </a:lnTo>
                  <a:lnTo>
                    <a:pt x="232996" y="315657"/>
                  </a:lnTo>
                  <a:lnTo>
                    <a:pt x="237834" y="313492"/>
                  </a:lnTo>
                  <a:lnTo>
                    <a:pt x="242600" y="311176"/>
                  </a:lnTo>
                  <a:lnTo>
                    <a:pt x="247291" y="308710"/>
                  </a:lnTo>
                  <a:lnTo>
                    <a:pt x="251901" y="306096"/>
                  </a:lnTo>
                  <a:lnTo>
                    <a:pt x="256426" y="303338"/>
                  </a:lnTo>
                  <a:lnTo>
                    <a:pt x="260861" y="300437"/>
                  </a:lnTo>
                  <a:lnTo>
                    <a:pt x="265202" y="297397"/>
                  </a:lnTo>
                  <a:lnTo>
                    <a:pt x="269445" y="294221"/>
                  </a:lnTo>
                  <a:lnTo>
                    <a:pt x="273585" y="290913"/>
                  </a:lnTo>
                  <a:lnTo>
                    <a:pt x="277617" y="287474"/>
                  </a:lnTo>
                  <a:lnTo>
                    <a:pt x="281539" y="283910"/>
                  </a:lnTo>
                  <a:lnTo>
                    <a:pt x="285346" y="280223"/>
                  </a:lnTo>
                  <a:lnTo>
                    <a:pt x="289034" y="276417"/>
                  </a:lnTo>
                  <a:lnTo>
                    <a:pt x="292600" y="272497"/>
                  </a:lnTo>
                  <a:lnTo>
                    <a:pt x="296039" y="268465"/>
                  </a:lnTo>
                  <a:lnTo>
                    <a:pt x="299349" y="264326"/>
                  </a:lnTo>
                  <a:lnTo>
                    <a:pt x="302526" y="260085"/>
                  </a:lnTo>
                  <a:lnTo>
                    <a:pt x="305567" y="255745"/>
                  </a:lnTo>
                  <a:lnTo>
                    <a:pt x="308469" y="251310"/>
                  </a:lnTo>
                  <a:lnTo>
                    <a:pt x="311229" y="246786"/>
                  </a:lnTo>
                  <a:lnTo>
                    <a:pt x="313844" y="242177"/>
                  </a:lnTo>
                  <a:lnTo>
                    <a:pt x="316312" y="237487"/>
                  </a:lnTo>
                  <a:lnTo>
                    <a:pt x="318630" y="232721"/>
                  </a:lnTo>
                  <a:lnTo>
                    <a:pt x="320795" y="227884"/>
                  </a:lnTo>
                  <a:lnTo>
                    <a:pt x="322806" y="222981"/>
                  </a:lnTo>
                  <a:lnTo>
                    <a:pt x="324661" y="218017"/>
                  </a:lnTo>
                  <a:lnTo>
                    <a:pt x="326358" y="212996"/>
                  </a:lnTo>
                  <a:lnTo>
                    <a:pt x="327894" y="207924"/>
                  </a:lnTo>
                  <a:lnTo>
                    <a:pt x="329269" y="202806"/>
                  </a:lnTo>
                  <a:lnTo>
                    <a:pt x="330481" y="197647"/>
                  </a:lnTo>
                  <a:lnTo>
                    <a:pt x="331529" y="192452"/>
                  </a:lnTo>
                  <a:lnTo>
                    <a:pt x="332412" y="187227"/>
                  </a:lnTo>
                  <a:lnTo>
                    <a:pt x="333128" y="181976"/>
                  </a:lnTo>
                  <a:lnTo>
                    <a:pt x="333678" y="176705"/>
                  </a:lnTo>
                  <a:lnTo>
                    <a:pt x="334060" y="171419"/>
                  </a:lnTo>
                  <a:lnTo>
                    <a:pt x="334275" y="166124"/>
                  </a:lnTo>
                  <a:lnTo>
                    <a:pt x="334322" y="160825"/>
                  </a:lnTo>
                  <a:lnTo>
                    <a:pt x="334201" y="155527"/>
                  </a:lnTo>
                  <a:lnTo>
                    <a:pt x="333912" y="150235"/>
                  </a:lnTo>
                  <a:lnTo>
                    <a:pt x="333455" y="144955"/>
                  </a:lnTo>
                  <a:lnTo>
                    <a:pt x="332831" y="139693"/>
                  </a:lnTo>
                  <a:lnTo>
                    <a:pt x="332041" y="134453"/>
                  </a:lnTo>
                  <a:lnTo>
                    <a:pt x="331085" y="129240"/>
                  </a:lnTo>
                  <a:lnTo>
                    <a:pt x="329964" y="124060"/>
                  </a:lnTo>
                  <a:lnTo>
                    <a:pt x="328679" y="118919"/>
                  </a:lnTo>
                  <a:lnTo>
                    <a:pt x="327233" y="113821"/>
                  </a:lnTo>
                  <a:lnTo>
                    <a:pt x="325625" y="108771"/>
                  </a:lnTo>
                  <a:lnTo>
                    <a:pt x="323858" y="103775"/>
                  </a:lnTo>
                  <a:lnTo>
                    <a:pt x="321934" y="98837"/>
                  </a:lnTo>
                  <a:lnTo>
                    <a:pt x="319854" y="93962"/>
                  </a:lnTo>
                  <a:lnTo>
                    <a:pt x="317620" y="89157"/>
                  </a:lnTo>
                  <a:lnTo>
                    <a:pt x="315236" y="84424"/>
                  </a:lnTo>
                  <a:lnTo>
                    <a:pt x="312702" y="79769"/>
                  </a:lnTo>
                  <a:lnTo>
                    <a:pt x="310023" y="75197"/>
                  </a:lnTo>
                  <a:lnTo>
                    <a:pt x="307199" y="70712"/>
                  </a:lnTo>
                  <a:lnTo>
                    <a:pt x="304235" y="66319"/>
                  </a:lnTo>
                  <a:lnTo>
                    <a:pt x="301134" y="62022"/>
                  </a:lnTo>
                  <a:lnTo>
                    <a:pt x="297897" y="57826"/>
                  </a:lnTo>
                  <a:lnTo>
                    <a:pt x="294530" y="53734"/>
                  </a:lnTo>
                  <a:lnTo>
                    <a:pt x="291034" y="49751"/>
                  </a:lnTo>
                  <a:lnTo>
                    <a:pt x="287413" y="45881"/>
                  </a:lnTo>
                  <a:lnTo>
                    <a:pt x="283672" y="42127"/>
                  </a:lnTo>
                  <a:lnTo>
                    <a:pt x="279814" y="38494"/>
                  </a:lnTo>
                  <a:lnTo>
                    <a:pt x="275842" y="34985"/>
                  </a:lnTo>
                  <a:lnTo>
                    <a:pt x="271762" y="31604"/>
                  </a:lnTo>
                  <a:lnTo>
                    <a:pt x="267576" y="28354"/>
                  </a:lnTo>
                  <a:lnTo>
                    <a:pt x="263289" y="25238"/>
                  </a:lnTo>
                  <a:lnTo>
                    <a:pt x="258906" y="22260"/>
                  </a:lnTo>
                  <a:lnTo>
                    <a:pt x="254430" y="19422"/>
                  </a:lnTo>
                  <a:lnTo>
                    <a:pt x="249867" y="16727"/>
                  </a:lnTo>
                  <a:lnTo>
                    <a:pt x="245221" y="14178"/>
                  </a:lnTo>
                  <a:lnTo>
                    <a:pt x="240496" y="11778"/>
                  </a:lnTo>
                  <a:lnTo>
                    <a:pt x="235697" y="9529"/>
                  </a:lnTo>
                  <a:lnTo>
                    <a:pt x="230830" y="7433"/>
                  </a:lnTo>
                  <a:lnTo>
                    <a:pt x="225898" y="5493"/>
                  </a:lnTo>
                  <a:lnTo>
                    <a:pt x="220908" y="3709"/>
                  </a:lnTo>
                  <a:lnTo>
                    <a:pt x="215863" y="2085"/>
                  </a:lnTo>
                  <a:lnTo>
                    <a:pt x="210770" y="622"/>
                  </a:lnTo>
                  <a:lnTo>
                    <a:pt x="167159" y="1620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86215" y="5399291"/>
              <a:ext cx="43611" cy="167167"/>
            </a:xfrm>
            <a:custGeom>
              <a:avLst/>
              <a:pathLst>
                <a:path w="43611" h="167167">
                  <a:moveTo>
                    <a:pt x="43611" y="5788"/>
                  </a:moveTo>
                  <a:lnTo>
                    <a:pt x="37496" y="4259"/>
                  </a:lnTo>
                  <a:lnTo>
                    <a:pt x="31329" y="2961"/>
                  </a:lnTo>
                  <a:lnTo>
                    <a:pt x="25116" y="1897"/>
                  </a:lnTo>
                  <a:lnTo>
                    <a:pt x="18869" y="1068"/>
                  </a:lnTo>
                  <a:lnTo>
                    <a:pt x="12594" y="475"/>
                  </a:lnTo>
                  <a:lnTo>
                    <a:pt x="6301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856376" y="5399291"/>
              <a:ext cx="167167" cy="323877"/>
            </a:xfrm>
            <a:custGeom>
              <a:avLst/>
              <a:pathLst>
                <a:path w="167167" h="323877">
                  <a:moveTo>
                    <a:pt x="167167" y="0"/>
                  </a:moveTo>
                  <a:lnTo>
                    <a:pt x="161814" y="85"/>
                  </a:lnTo>
                  <a:lnTo>
                    <a:pt x="156468" y="342"/>
                  </a:lnTo>
                  <a:lnTo>
                    <a:pt x="151132" y="770"/>
                  </a:lnTo>
                  <a:lnTo>
                    <a:pt x="145812" y="1369"/>
                  </a:lnTo>
                  <a:lnTo>
                    <a:pt x="140515" y="2138"/>
                  </a:lnTo>
                  <a:lnTo>
                    <a:pt x="135245" y="3076"/>
                  </a:lnTo>
                  <a:lnTo>
                    <a:pt x="130007" y="4182"/>
                  </a:lnTo>
                  <a:lnTo>
                    <a:pt x="124808" y="5455"/>
                  </a:lnTo>
                  <a:lnTo>
                    <a:pt x="119652" y="6894"/>
                  </a:lnTo>
                  <a:lnTo>
                    <a:pt x="114545" y="8498"/>
                  </a:lnTo>
                  <a:lnTo>
                    <a:pt x="109492" y="10264"/>
                  </a:lnTo>
                  <a:lnTo>
                    <a:pt x="104497" y="12191"/>
                  </a:lnTo>
                  <a:lnTo>
                    <a:pt x="99568" y="14277"/>
                  </a:lnTo>
                  <a:lnTo>
                    <a:pt x="94707" y="16520"/>
                  </a:lnTo>
                  <a:lnTo>
                    <a:pt x="89921" y="18917"/>
                  </a:lnTo>
                  <a:lnTo>
                    <a:pt x="85214" y="21466"/>
                  </a:lnTo>
                  <a:lnTo>
                    <a:pt x="80591" y="24165"/>
                  </a:lnTo>
                  <a:lnTo>
                    <a:pt x="76057" y="27010"/>
                  </a:lnTo>
                  <a:lnTo>
                    <a:pt x="71616" y="29999"/>
                  </a:lnTo>
                  <a:lnTo>
                    <a:pt x="67273" y="33129"/>
                  </a:lnTo>
                  <a:lnTo>
                    <a:pt x="63033" y="36396"/>
                  </a:lnTo>
                  <a:lnTo>
                    <a:pt x="58899" y="39797"/>
                  </a:lnTo>
                  <a:lnTo>
                    <a:pt x="54877" y="43329"/>
                  </a:lnTo>
                  <a:lnTo>
                    <a:pt x="50969" y="46988"/>
                  </a:lnTo>
                  <a:lnTo>
                    <a:pt x="47181" y="50770"/>
                  </a:lnTo>
                  <a:lnTo>
                    <a:pt x="43516" y="54671"/>
                  </a:lnTo>
                  <a:lnTo>
                    <a:pt x="39977" y="58688"/>
                  </a:lnTo>
                  <a:lnTo>
                    <a:pt x="36569" y="62815"/>
                  </a:lnTo>
                  <a:lnTo>
                    <a:pt x="33295" y="67050"/>
                  </a:lnTo>
                  <a:lnTo>
                    <a:pt x="30158" y="71388"/>
                  </a:lnTo>
                  <a:lnTo>
                    <a:pt x="27162" y="75824"/>
                  </a:lnTo>
                  <a:lnTo>
                    <a:pt x="24309" y="80353"/>
                  </a:lnTo>
                  <a:lnTo>
                    <a:pt x="21603" y="84972"/>
                  </a:lnTo>
                  <a:lnTo>
                    <a:pt x="19046" y="89674"/>
                  </a:lnTo>
                  <a:lnTo>
                    <a:pt x="16640" y="94457"/>
                  </a:lnTo>
                  <a:lnTo>
                    <a:pt x="14390" y="99313"/>
                  </a:lnTo>
                  <a:lnTo>
                    <a:pt x="12295" y="104240"/>
                  </a:lnTo>
                  <a:lnTo>
                    <a:pt x="10360" y="109231"/>
                  </a:lnTo>
                  <a:lnTo>
                    <a:pt x="8585" y="114281"/>
                  </a:lnTo>
                  <a:lnTo>
                    <a:pt x="6973" y="119386"/>
                  </a:lnTo>
                  <a:lnTo>
                    <a:pt x="5526" y="124539"/>
                  </a:lnTo>
                  <a:lnTo>
                    <a:pt x="4244" y="129736"/>
                  </a:lnTo>
                  <a:lnTo>
                    <a:pt x="3129" y="134972"/>
                  </a:lnTo>
                  <a:lnTo>
                    <a:pt x="2182" y="140240"/>
                  </a:lnTo>
                  <a:lnTo>
                    <a:pt x="1405" y="145537"/>
                  </a:lnTo>
                  <a:lnTo>
                    <a:pt x="797" y="150855"/>
                  </a:lnTo>
                  <a:lnTo>
                    <a:pt x="360" y="156190"/>
                  </a:lnTo>
                  <a:lnTo>
                    <a:pt x="94" y="161537"/>
                  </a:lnTo>
                  <a:lnTo>
                    <a:pt x="0" y="166889"/>
                  </a:lnTo>
                  <a:lnTo>
                    <a:pt x="76" y="172241"/>
                  </a:lnTo>
                  <a:lnTo>
                    <a:pt x="324" y="177588"/>
                  </a:lnTo>
                  <a:lnTo>
                    <a:pt x="744" y="182925"/>
                  </a:lnTo>
                  <a:lnTo>
                    <a:pt x="1333" y="188245"/>
                  </a:lnTo>
                  <a:lnTo>
                    <a:pt x="2093" y="193544"/>
                  </a:lnTo>
                  <a:lnTo>
                    <a:pt x="3023" y="198816"/>
                  </a:lnTo>
                  <a:lnTo>
                    <a:pt x="4120" y="204055"/>
                  </a:lnTo>
                  <a:lnTo>
                    <a:pt x="5385" y="209257"/>
                  </a:lnTo>
                  <a:lnTo>
                    <a:pt x="6815" y="214415"/>
                  </a:lnTo>
                  <a:lnTo>
                    <a:pt x="8410" y="219525"/>
                  </a:lnTo>
                  <a:lnTo>
                    <a:pt x="10168" y="224581"/>
                  </a:lnTo>
                  <a:lnTo>
                    <a:pt x="12087" y="229578"/>
                  </a:lnTo>
                  <a:lnTo>
                    <a:pt x="14165" y="234511"/>
                  </a:lnTo>
                  <a:lnTo>
                    <a:pt x="16399" y="239376"/>
                  </a:lnTo>
                  <a:lnTo>
                    <a:pt x="18788" y="244166"/>
                  </a:lnTo>
                  <a:lnTo>
                    <a:pt x="21330" y="248877"/>
                  </a:lnTo>
                  <a:lnTo>
                    <a:pt x="24021" y="253505"/>
                  </a:lnTo>
                  <a:lnTo>
                    <a:pt x="26858" y="258044"/>
                  </a:lnTo>
                  <a:lnTo>
                    <a:pt x="29840" y="262489"/>
                  </a:lnTo>
                  <a:lnTo>
                    <a:pt x="32962" y="266837"/>
                  </a:lnTo>
                  <a:lnTo>
                    <a:pt x="36222" y="271083"/>
                  </a:lnTo>
                  <a:lnTo>
                    <a:pt x="39617" y="275222"/>
                  </a:lnTo>
                  <a:lnTo>
                    <a:pt x="43142" y="279251"/>
                  </a:lnTo>
                  <a:lnTo>
                    <a:pt x="46794" y="283164"/>
                  </a:lnTo>
                  <a:lnTo>
                    <a:pt x="50570" y="286959"/>
                  </a:lnTo>
                  <a:lnTo>
                    <a:pt x="54465" y="290631"/>
                  </a:lnTo>
                  <a:lnTo>
                    <a:pt x="58476" y="294176"/>
                  </a:lnTo>
                  <a:lnTo>
                    <a:pt x="62598" y="297591"/>
                  </a:lnTo>
                  <a:lnTo>
                    <a:pt x="66828" y="300872"/>
                  </a:lnTo>
                  <a:lnTo>
                    <a:pt x="71160" y="304016"/>
                  </a:lnTo>
                  <a:lnTo>
                    <a:pt x="75591" y="307020"/>
                  </a:lnTo>
                  <a:lnTo>
                    <a:pt x="80115" y="309880"/>
                  </a:lnTo>
                  <a:lnTo>
                    <a:pt x="84729" y="312594"/>
                  </a:lnTo>
                  <a:lnTo>
                    <a:pt x="89428" y="315159"/>
                  </a:lnTo>
                  <a:lnTo>
                    <a:pt x="94206" y="317572"/>
                  </a:lnTo>
                  <a:lnTo>
                    <a:pt x="99059" y="319831"/>
                  </a:lnTo>
                  <a:lnTo>
                    <a:pt x="103982" y="321933"/>
                  </a:lnTo>
                  <a:lnTo>
                    <a:pt x="108970" y="32387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965346" y="5566459"/>
              <a:ext cx="58197" cy="156710"/>
            </a:xfrm>
            <a:custGeom>
              <a:avLst/>
              <a:pathLst>
                <a:path w="58197" h="156710">
                  <a:moveTo>
                    <a:pt x="0" y="156710"/>
                  </a:moveTo>
                  <a:lnTo>
                    <a:pt x="581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965346" y="5566459"/>
              <a:ext cx="58197" cy="156710"/>
            </a:xfrm>
            <a:custGeom>
              <a:avLst/>
              <a:pathLst>
                <a:path w="58197" h="156710">
                  <a:moveTo>
                    <a:pt x="0" y="156710"/>
                  </a:moveTo>
                  <a:lnTo>
                    <a:pt x="581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965346" y="5566459"/>
              <a:ext cx="58197" cy="156710"/>
            </a:xfrm>
            <a:custGeom>
              <a:avLst/>
              <a:pathLst>
                <a:path w="58197" h="156710">
                  <a:moveTo>
                    <a:pt x="0" y="156710"/>
                  </a:moveTo>
                  <a:lnTo>
                    <a:pt x="581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65346" y="5566459"/>
              <a:ext cx="58197" cy="156710"/>
            </a:xfrm>
            <a:custGeom>
              <a:avLst/>
              <a:pathLst>
                <a:path w="58197" h="156710">
                  <a:moveTo>
                    <a:pt x="0" y="156710"/>
                  </a:moveTo>
                  <a:lnTo>
                    <a:pt x="5819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65346" y="5566459"/>
              <a:ext cx="58197" cy="156710"/>
            </a:xfrm>
            <a:custGeom>
              <a:avLst/>
              <a:pathLst>
                <a:path w="58197" h="156710">
                  <a:moveTo>
                    <a:pt x="0" y="156710"/>
                  </a:moveTo>
                  <a:lnTo>
                    <a:pt x="5819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65346" y="5566459"/>
              <a:ext cx="111774" cy="167149"/>
            </a:xfrm>
            <a:custGeom>
              <a:avLst/>
              <a:pathLst>
                <a:path w="111774" h="167149">
                  <a:moveTo>
                    <a:pt x="0" y="156710"/>
                  </a:moveTo>
                  <a:lnTo>
                    <a:pt x="5375" y="158602"/>
                  </a:lnTo>
                  <a:lnTo>
                    <a:pt x="10812" y="160310"/>
                  </a:lnTo>
                  <a:lnTo>
                    <a:pt x="16303" y="161832"/>
                  </a:lnTo>
                  <a:lnTo>
                    <a:pt x="21844" y="163166"/>
                  </a:lnTo>
                  <a:lnTo>
                    <a:pt x="27427" y="164311"/>
                  </a:lnTo>
                  <a:lnTo>
                    <a:pt x="33045" y="165264"/>
                  </a:lnTo>
                  <a:lnTo>
                    <a:pt x="38693" y="166025"/>
                  </a:lnTo>
                  <a:lnTo>
                    <a:pt x="44363" y="166594"/>
                  </a:lnTo>
                  <a:lnTo>
                    <a:pt x="50050" y="166968"/>
                  </a:lnTo>
                  <a:lnTo>
                    <a:pt x="55746" y="167149"/>
                  </a:lnTo>
                  <a:lnTo>
                    <a:pt x="61444" y="167135"/>
                  </a:lnTo>
                  <a:lnTo>
                    <a:pt x="67139" y="166928"/>
                  </a:lnTo>
                  <a:lnTo>
                    <a:pt x="72824" y="166526"/>
                  </a:lnTo>
                  <a:lnTo>
                    <a:pt x="78492" y="165930"/>
                  </a:lnTo>
                  <a:lnTo>
                    <a:pt x="84136" y="165142"/>
                  </a:lnTo>
                  <a:lnTo>
                    <a:pt x="89749" y="164162"/>
                  </a:lnTo>
                  <a:lnTo>
                    <a:pt x="95327" y="162991"/>
                  </a:lnTo>
                  <a:lnTo>
                    <a:pt x="100861" y="161631"/>
                  </a:lnTo>
                  <a:lnTo>
                    <a:pt x="106345" y="160083"/>
                  </a:lnTo>
                  <a:lnTo>
                    <a:pt x="111774" y="158349"/>
                  </a:lnTo>
                  <a:lnTo>
                    <a:pt x="5819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399291"/>
              <a:ext cx="167166" cy="325516"/>
            </a:xfrm>
            <a:custGeom>
              <a:avLst/>
              <a:pathLst>
                <a:path w="167166" h="325516">
                  <a:moveTo>
                    <a:pt x="53577" y="325516"/>
                  </a:moveTo>
                  <a:lnTo>
                    <a:pt x="58614" y="323721"/>
                  </a:lnTo>
                  <a:lnTo>
                    <a:pt x="63592" y="321766"/>
                  </a:lnTo>
                  <a:lnTo>
                    <a:pt x="68505" y="319653"/>
                  </a:lnTo>
                  <a:lnTo>
                    <a:pt x="73347" y="317384"/>
                  </a:lnTo>
                  <a:lnTo>
                    <a:pt x="78115" y="314961"/>
                  </a:lnTo>
                  <a:lnTo>
                    <a:pt x="82802" y="312386"/>
                  </a:lnTo>
                  <a:lnTo>
                    <a:pt x="87405" y="309663"/>
                  </a:lnTo>
                  <a:lnTo>
                    <a:pt x="91918" y="306795"/>
                  </a:lnTo>
                  <a:lnTo>
                    <a:pt x="96337" y="303783"/>
                  </a:lnTo>
                  <a:lnTo>
                    <a:pt x="100658" y="300632"/>
                  </a:lnTo>
                  <a:lnTo>
                    <a:pt x="104876" y="297344"/>
                  </a:lnTo>
                  <a:lnTo>
                    <a:pt x="108986" y="293922"/>
                  </a:lnTo>
                  <a:lnTo>
                    <a:pt x="112985" y="290371"/>
                  </a:lnTo>
                  <a:lnTo>
                    <a:pt x="116868" y="286694"/>
                  </a:lnTo>
                  <a:lnTo>
                    <a:pt x="120631" y="282895"/>
                  </a:lnTo>
                  <a:lnTo>
                    <a:pt x="124271" y="278977"/>
                  </a:lnTo>
                  <a:lnTo>
                    <a:pt x="127784" y="274945"/>
                  </a:lnTo>
                  <a:lnTo>
                    <a:pt x="131166" y="270802"/>
                  </a:lnTo>
                  <a:lnTo>
                    <a:pt x="134414" y="266553"/>
                  </a:lnTo>
                  <a:lnTo>
                    <a:pt x="137524" y="262203"/>
                  </a:lnTo>
                  <a:lnTo>
                    <a:pt x="140494" y="257755"/>
                  </a:lnTo>
                  <a:lnTo>
                    <a:pt x="143320" y="253215"/>
                  </a:lnTo>
                  <a:lnTo>
                    <a:pt x="145999" y="248587"/>
                  </a:lnTo>
                  <a:lnTo>
                    <a:pt x="148528" y="243875"/>
                  </a:lnTo>
                  <a:lnTo>
                    <a:pt x="150906" y="239085"/>
                  </a:lnTo>
                  <a:lnTo>
                    <a:pt x="153129" y="234221"/>
                  </a:lnTo>
                  <a:lnTo>
                    <a:pt x="155196" y="229288"/>
                  </a:lnTo>
                  <a:lnTo>
                    <a:pt x="157103" y="224292"/>
                  </a:lnTo>
                  <a:lnTo>
                    <a:pt x="158850" y="219238"/>
                  </a:lnTo>
                  <a:lnTo>
                    <a:pt x="160435" y="214130"/>
                  </a:lnTo>
                  <a:lnTo>
                    <a:pt x="161855" y="208974"/>
                  </a:lnTo>
                  <a:lnTo>
                    <a:pt x="163109" y="203775"/>
                  </a:lnTo>
                  <a:lnTo>
                    <a:pt x="164197" y="198539"/>
                  </a:lnTo>
                  <a:lnTo>
                    <a:pt x="165116" y="193271"/>
                  </a:lnTo>
                  <a:lnTo>
                    <a:pt x="165867" y="187976"/>
                  </a:lnTo>
                  <a:lnTo>
                    <a:pt x="166447" y="182660"/>
                  </a:lnTo>
                  <a:lnTo>
                    <a:pt x="166858" y="177328"/>
                  </a:lnTo>
                  <a:lnTo>
                    <a:pt x="167097" y="171985"/>
                  </a:lnTo>
                  <a:lnTo>
                    <a:pt x="167166" y="166638"/>
                  </a:lnTo>
                  <a:lnTo>
                    <a:pt x="167064" y="161291"/>
                  </a:lnTo>
                  <a:lnTo>
                    <a:pt x="166790" y="155950"/>
                  </a:lnTo>
                  <a:lnTo>
                    <a:pt x="166346" y="150621"/>
                  </a:lnTo>
                  <a:lnTo>
                    <a:pt x="165732" y="145308"/>
                  </a:lnTo>
                  <a:lnTo>
                    <a:pt x="164948" y="140018"/>
                  </a:lnTo>
                  <a:lnTo>
                    <a:pt x="163995" y="134756"/>
                  </a:lnTo>
                  <a:lnTo>
                    <a:pt x="162874" y="129527"/>
                  </a:lnTo>
                  <a:lnTo>
                    <a:pt x="161587" y="124336"/>
                  </a:lnTo>
                  <a:lnTo>
                    <a:pt x="160134" y="119189"/>
                  </a:lnTo>
                  <a:lnTo>
                    <a:pt x="158517" y="114092"/>
                  </a:lnTo>
                  <a:lnTo>
                    <a:pt x="156739" y="109048"/>
                  </a:lnTo>
                  <a:lnTo>
                    <a:pt x="154799" y="104064"/>
                  </a:lnTo>
                  <a:lnTo>
                    <a:pt x="152702" y="99145"/>
                  </a:lnTo>
                  <a:lnTo>
                    <a:pt x="150448" y="94295"/>
                  </a:lnTo>
                  <a:lnTo>
                    <a:pt x="148040" y="89520"/>
                  </a:lnTo>
                  <a:lnTo>
                    <a:pt x="145480" y="84825"/>
                  </a:lnTo>
                  <a:lnTo>
                    <a:pt x="142772" y="80213"/>
                  </a:lnTo>
                  <a:lnTo>
                    <a:pt x="139918" y="75691"/>
                  </a:lnTo>
                  <a:lnTo>
                    <a:pt x="136920" y="71262"/>
                  </a:lnTo>
                  <a:lnTo>
                    <a:pt x="133782" y="66931"/>
                  </a:lnTo>
                  <a:lnTo>
                    <a:pt x="130507" y="62703"/>
                  </a:lnTo>
                  <a:lnTo>
                    <a:pt x="127099" y="58582"/>
                  </a:lnTo>
                  <a:lnTo>
                    <a:pt x="123561" y="54572"/>
                  </a:lnTo>
                  <a:lnTo>
                    <a:pt x="119896" y="50678"/>
                  </a:lnTo>
                  <a:lnTo>
                    <a:pt x="116109" y="46902"/>
                  </a:lnTo>
                  <a:lnTo>
                    <a:pt x="112202" y="43250"/>
                  </a:lnTo>
                  <a:lnTo>
                    <a:pt x="108181" y="39724"/>
                  </a:lnTo>
                  <a:lnTo>
                    <a:pt x="104049" y="36329"/>
                  </a:lnTo>
                  <a:lnTo>
                    <a:pt x="99811" y="33068"/>
                  </a:lnTo>
                  <a:lnTo>
                    <a:pt x="95470" y="29944"/>
                  </a:lnTo>
                  <a:lnTo>
                    <a:pt x="91032" y="26960"/>
                  </a:lnTo>
                  <a:lnTo>
                    <a:pt x="86501" y="24120"/>
                  </a:lnTo>
                  <a:lnTo>
                    <a:pt x="81881" y="21426"/>
                  </a:lnTo>
                  <a:lnTo>
                    <a:pt x="77177" y="18882"/>
                  </a:lnTo>
                  <a:lnTo>
                    <a:pt x="72394" y="16489"/>
                  </a:lnTo>
                  <a:lnTo>
                    <a:pt x="67538" y="14250"/>
                  </a:lnTo>
                  <a:lnTo>
                    <a:pt x="62612" y="12168"/>
                  </a:lnTo>
                  <a:lnTo>
                    <a:pt x="57622" y="10245"/>
                  </a:lnTo>
                  <a:lnTo>
                    <a:pt x="52573" y="8482"/>
                  </a:lnTo>
                  <a:lnTo>
                    <a:pt x="47470" y="6881"/>
                  </a:lnTo>
                  <a:lnTo>
                    <a:pt x="42319" y="5445"/>
                  </a:lnTo>
                  <a:lnTo>
                    <a:pt x="37124" y="4174"/>
                  </a:lnTo>
                  <a:lnTo>
                    <a:pt x="31891" y="3070"/>
                  </a:lnTo>
                  <a:lnTo>
                    <a:pt x="26626" y="2134"/>
                  </a:lnTo>
                  <a:lnTo>
                    <a:pt x="21334" y="1366"/>
                  </a:lnTo>
                  <a:lnTo>
                    <a:pt x="16019" y="769"/>
                  </a:lnTo>
                  <a:lnTo>
                    <a:pt x="10688" y="342"/>
                  </a:lnTo>
                  <a:lnTo>
                    <a:pt x="534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424588" y="5269756"/>
              <a:ext cx="120670" cy="167167"/>
            </a:xfrm>
            <a:custGeom>
              <a:avLst/>
              <a:pathLst>
                <a:path w="120670" h="167167">
                  <a:moveTo>
                    <a:pt x="120670" y="0"/>
                  </a:moveTo>
                  <a:lnTo>
                    <a:pt x="115054" y="94"/>
                  </a:lnTo>
                  <a:lnTo>
                    <a:pt x="109444" y="377"/>
                  </a:lnTo>
                  <a:lnTo>
                    <a:pt x="103846" y="848"/>
                  </a:lnTo>
                  <a:lnTo>
                    <a:pt x="98268" y="1507"/>
                  </a:lnTo>
                  <a:lnTo>
                    <a:pt x="92715" y="2353"/>
                  </a:lnTo>
                  <a:lnTo>
                    <a:pt x="87194" y="3386"/>
                  </a:lnTo>
                  <a:lnTo>
                    <a:pt x="81710" y="4603"/>
                  </a:lnTo>
                  <a:lnTo>
                    <a:pt x="76270" y="6004"/>
                  </a:lnTo>
                  <a:lnTo>
                    <a:pt x="70881" y="7586"/>
                  </a:lnTo>
                  <a:lnTo>
                    <a:pt x="65547" y="9349"/>
                  </a:lnTo>
                  <a:lnTo>
                    <a:pt x="60276" y="11290"/>
                  </a:lnTo>
                  <a:lnTo>
                    <a:pt x="55074" y="13407"/>
                  </a:lnTo>
                  <a:lnTo>
                    <a:pt x="49945" y="15698"/>
                  </a:lnTo>
                  <a:lnTo>
                    <a:pt x="44896" y="18159"/>
                  </a:lnTo>
                  <a:lnTo>
                    <a:pt x="39932" y="20789"/>
                  </a:lnTo>
                  <a:lnTo>
                    <a:pt x="35060" y="23584"/>
                  </a:lnTo>
                  <a:lnTo>
                    <a:pt x="30285" y="26542"/>
                  </a:lnTo>
                  <a:lnTo>
                    <a:pt x="25611" y="29658"/>
                  </a:lnTo>
                  <a:lnTo>
                    <a:pt x="21045" y="32929"/>
                  </a:lnTo>
                  <a:lnTo>
                    <a:pt x="16591" y="36352"/>
                  </a:lnTo>
                  <a:lnTo>
                    <a:pt x="12255" y="39923"/>
                  </a:lnTo>
                  <a:lnTo>
                    <a:pt x="8041" y="43637"/>
                  </a:lnTo>
                  <a:lnTo>
                    <a:pt x="3954" y="47491"/>
                  </a:lnTo>
                  <a:lnTo>
                    <a:pt x="0" y="51479"/>
                  </a:lnTo>
                  <a:lnTo>
                    <a:pt x="12067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424588" y="5321236"/>
              <a:ext cx="120670" cy="115687"/>
            </a:xfrm>
            <a:custGeom>
              <a:avLst/>
              <a:pathLst>
                <a:path w="120670" h="115687">
                  <a:moveTo>
                    <a:pt x="0" y="0"/>
                  </a:moveTo>
                  <a:lnTo>
                    <a:pt x="120670" y="1156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424588" y="5321236"/>
              <a:ext cx="120670" cy="115687"/>
            </a:xfrm>
            <a:custGeom>
              <a:avLst/>
              <a:pathLst>
                <a:path w="120670" h="115687">
                  <a:moveTo>
                    <a:pt x="0" y="0"/>
                  </a:moveTo>
                  <a:lnTo>
                    <a:pt x="120670" y="1156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24588" y="5321236"/>
              <a:ext cx="120670" cy="115687"/>
            </a:xfrm>
            <a:custGeom>
              <a:avLst/>
              <a:pathLst>
                <a:path w="120670" h="115687">
                  <a:moveTo>
                    <a:pt x="0" y="0"/>
                  </a:moveTo>
                  <a:lnTo>
                    <a:pt x="120670" y="1156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24588" y="5321236"/>
              <a:ext cx="120670" cy="115687"/>
            </a:xfrm>
            <a:custGeom>
              <a:avLst/>
              <a:pathLst>
                <a:path w="120670" h="115687">
                  <a:moveTo>
                    <a:pt x="0" y="0"/>
                  </a:moveTo>
                  <a:lnTo>
                    <a:pt x="120670" y="1156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396857" y="5321236"/>
              <a:ext cx="148400" cy="115687"/>
            </a:xfrm>
            <a:custGeom>
              <a:avLst/>
              <a:pathLst>
                <a:path w="148400" h="115687">
                  <a:moveTo>
                    <a:pt x="27730" y="0"/>
                  </a:moveTo>
                  <a:lnTo>
                    <a:pt x="23673" y="4385"/>
                  </a:lnTo>
                  <a:lnTo>
                    <a:pt x="19776" y="8913"/>
                  </a:lnTo>
                  <a:lnTo>
                    <a:pt x="16042" y="13578"/>
                  </a:lnTo>
                  <a:lnTo>
                    <a:pt x="12478" y="18373"/>
                  </a:lnTo>
                  <a:lnTo>
                    <a:pt x="9087" y="23292"/>
                  </a:lnTo>
                  <a:lnTo>
                    <a:pt x="5875" y="28329"/>
                  </a:lnTo>
                  <a:lnTo>
                    <a:pt x="2844" y="33478"/>
                  </a:lnTo>
                  <a:lnTo>
                    <a:pt x="0" y="38732"/>
                  </a:lnTo>
                  <a:lnTo>
                    <a:pt x="148400" y="1156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378092" y="5269756"/>
              <a:ext cx="334322" cy="334329"/>
            </a:xfrm>
            <a:custGeom>
              <a:avLst/>
              <a:pathLst>
                <a:path w="334322" h="334329">
                  <a:moveTo>
                    <a:pt x="18765" y="90212"/>
                  </a:moveTo>
                  <a:lnTo>
                    <a:pt x="16404" y="94947"/>
                  </a:lnTo>
                  <a:lnTo>
                    <a:pt x="14194" y="99754"/>
                  </a:lnTo>
                  <a:lnTo>
                    <a:pt x="12137" y="104628"/>
                  </a:lnTo>
                  <a:lnTo>
                    <a:pt x="10236" y="109566"/>
                  </a:lnTo>
                  <a:lnTo>
                    <a:pt x="8492" y="114561"/>
                  </a:lnTo>
                  <a:lnTo>
                    <a:pt x="6906" y="119608"/>
                  </a:lnTo>
                  <a:lnTo>
                    <a:pt x="5481" y="124704"/>
                  </a:lnTo>
                  <a:lnTo>
                    <a:pt x="4219" y="129842"/>
                  </a:lnTo>
                  <a:lnTo>
                    <a:pt x="3119" y="135017"/>
                  </a:lnTo>
                  <a:lnTo>
                    <a:pt x="2184" y="140224"/>
                  </a:lnTo>
                  <a:lnTo>
                    <a:pt x="1414" y="145459"/>
                  </a:lnTo>
                  <a:lnTo>
                    <a:pt x="810" y="150715"/>
                  </a:lnTo>
                  <a:lnTo>
                    <a:pt x="373" y="155988"/>
                  </a:lnTo>
                  <a:lnTo>
                    <a:pt x="102" y="161272"/>
                  </a:lnTo>
                  <a:lnTo>
                    <a:pt x="0" y="166562"/>
                  </a:lnTo>
                  <a:lnTo>
                    <a:pt x="64" y="171852"/>
                  </a:lnTo>
                  <a:lnTo>
                    <a:pt x="296" y="177138"/>
                  </a:lnTo>
                  <a:lnTo>
                    <a:pt x="695" y="182413"/>
                  </a:lnTo>
                  <a:lnTo>
                    <a:pt x="1261" y="187674"/>
                  </a:lnTo>
                  <a:lnTo>
                    <a:pt x="1993" y="192914"/>
                  </a:lnTo>
                  <a:lnTo>
                    <a:pt x="2891" y="198128"/>
                  </a:lnTo>
                  <a:lnTo>
                    <a:pt x="3953" y="203311"/>
                  </a:lnTo>
                  <a:lnTo>
                    <a:pt x="5178" y="208458"/>
                  </a:lnTo>
                  <a:lnTo>
                    <a:pt x="6566" y="213564"/>
                  </a:lnTo>
                  <a:lnTo>
                    <a:pt x="8115" y="218623"/>
                  </a:lnTo>
                  <a:lnTo>
                    <a:pt x="9823" y="223630"/>
                  </a:lnTo>
                  <a:lnTo>
                    <a:pt x="11688" y="228581"/>
                  </a:lnTo>
                  <a:lnTo>
                    <a:pt x="13710" y="233471"/>
                  </a:lnTo>
                  <a:lnTo>
                    <a:pt x="15885" y="238294"/>
                  </a:lnTo>
                  <a:lnTo>
                    <a:pt x="18211" y="243045"/>
                  </a:lnTo>
                  <a:lnTo>
                    <a:pt x="20687" y="247721"/>
                  </a:lnTo>
                  <a:lnTo>
                    <a:pt x="23310" y="252316"/>
                  </a:lnTo>
                  <a:lnTo>
                    <a:pt x="26077" y="256826"/>
                  </a:lnTo>
                  <a:lnTo>
                    <a:pt x="28985" y="261246"/>
                  </a:lnTo>
                  <a:lnTo>
                    <a:pt x="32031" y="265572"/>
                  </a:lnTo>
                  <a:lnTo>
                    <a:pt x="35213" y="269799"/>
                  </a:lnTo>
                  <a:lnTo>
                    <a:pt x="38527" y="273923"/>
                  </a:lnTo>
                  <a:lnTo>
                    <a:pt x="41969" y="277941"/>
                  </a:lnTo>
                  <a:lnTo>
                    <a:pt x="45538" y="281847"/>
                  </a:lnTo>
                  <a:lnTo>
                    <a:pt x="49228" y="285639"/>
                  </a:lnTo>
                  <a:lnTo>
                    <a:pt x="53036" y="289312"/>
                  </a:lnTo>
                  <a:lnTo>
                    <a:pt x="56959" y="292862"/>
                  </a:lnTo>
                  <a:lnTo>
                    <a:pt x="60991" y="296287"/>
                  </a:lnTo>
                  <a:lnTo>
                    <a:pt x="65131" y="299582"/>
                  </a:lnTo>
                  <a:lnTo>
                    <a:pt x="69372" y="302745"/>
                  </a:lnTo>
                  <a:lnTo>
                    <a:pt x="73712" y="305772"/>
                  </a:lnTo>
                  <a:lnTo>
                    <a:pt x="78145" y="308660"/>
                  </a:lnTo>
                  <a:lnTo>
                    <a:pt x="82667" y="311406"/>
                  </a:lnTo>
                  <a:lnTo>
                    <a:pt x="87274" y="314008"/>
                  </a:lnTo>
                  <a:lnTo>
                    <a:pt x="91961" y="316462"/>
                  </a:lnTo>
                  <a:lnTo>
                    <a:pt x="96723" y="318768"/>
                  </a:lnTo>
                  <a:lnTo>
                    <a:pt x="101556" y="320921"/>
                  </a:lnTo>
                  <a:lnTo>
                    <a:pt x="106454" y="322920"/>
                  </a:lnTo>
                  <a:lnTo>
                    <a:pt x="111414" y="324763"/>
                  </a:lnTo>
                  <a:lnTo>
                    <a:pt x="116429" y="326449"/>
                  </a:lnTo>
                  <a:lnTo>
                    <a:pt x="121495" y="327975"/>
                  </a:lnTo>
                  <a:lnTo>
                    <a:pt x="126607" y="329339"/>
                  </a:lnTo>
                  <a:lnTo>
                    <a:pt x="131759" y="330542"/>
                  </a:lnTo>
                  <a:lnTo>
                    <a:pt x="136947" y="331580"/>
                  </a:lnTo>
                  <a:lnTo>
                    <a:pt x="142165" y="332454"/>
                  </a:lnTo>
                  <a:lnTo>
                    <a:pt x="147408" y="333163"/>
                  </a:lnTo>
                  <a:lnTo>
                    <a:pt x="152671" y="333705"/>
                  </a:lnTo>
                  <a:lnTo>
                    <a:pt x="157949" y="334080"/>
                  </a:lnTo>
                  <a:lnTo>
                    <a:pt x="163235" y="334288"/>
                  </a:lnTo>
                  <a:lnTo>
                    <a:pt x="168526" y="334329"/>
                  </a:lnTo>
                  <a:lnTo>
                    <a:pt x="173815" y="334202"/>
                  </a:lnTo>
                  <a:lnTo>
                    <a:pt x="179098" y="333908"/>
                  </a:lnTo>
                  <a:lnTo>
                    <a:pt x="184369" y="333447"/>
                  </a:lnTo>
                  <a:lnTo>
                    <a:pt x="189622" y="332819"/>
                  </a:lnTo>
                  <a:lnTo>
                    <a:pt x="194853" y="332026"/>
                  </a:lnTo>
                  <a:lnTo>
                    <a:pt x="200056" y="331067"/>
                  </a:lnTo>
                  <a:lnTo>
                    <a:pt x="205226" y="329944"/>
                  </a:lnTo>
                  <a:lnTo>
                    <a:pt x="210359" y="328658"/>
                  </a:lnTo>
                  <a:lnTo>
                    <a:pt x="215447" y="327210"/>
                  </a:lnTo>
                  <a:lnTo>
                    <a:pt x="220488" y="325602"/>
                  </a:lnTo>
                  <a:lnTo>
                    <a:pt x="225475" y="323835"/>
                  </a:lnTo>
                  <a:lnTo>
                    <a:pt x="230404" y="321912"/>
                  </a:lnTo>
                  <a:lnTo>
                    <a:pt x="235269" y="319833"/>
                  </a:lnTo>
                  <a:lnTo>
                    <a:pt x="240066" y="317601"/>
                  </a:lnTo>
                  <a:lnTo>
                    <a:pt x="244790" y="315219"/>
                  </a:lnTo>
                  <a:lnTo>
                    <a:pt x="249437" y="312688"/>
                  </a:lnTo>
                  <a:lnTo>
                    <a:pt x="254001" y="310012"/>
                  </a:lnTo>
                  <a:lnTo>
                    <a:pt x="258478" y="307192"/>
                  </a:lnTo>
                  <a:lnTo>
                    <a:pt x="262863" y="304233"/>
                  </a:lnTo>
                  <a:lnTo>
                    <a:pt x="267153" y="301136"/>
                  </a:lnTo>
                  <a:lnTo>
                    <a:pt x="271342" y="297904"/>
                  </a:lnTo>
                  <a:lnTo>
                    <a:pt x="275427" y="294542"/>
                  </a:lnTo>
                  <a:lnTo>
                    <a:pt x="279404" y="291052"/>
                  </a:lnTo>
                  <a:lnTo>
                    <a:pt x="283268" y="287438"/>
                  </a:lnTo>
                  <a:lnTo>
                    <a:pt x="287016" y="283704"/>
                  </a:lnTo>
                  <a:lnTo>
                    <a:pt x="290644" y="279853"/>
                  </a:lnTo>
                  <a:lnTo>
                    <a:pt x="294148" y="275889"/>
                  </a:lnTo>
                  <a:lnTo>
                    <a:pt x="297525" y="271816"/>
                  </a:lnTo>
                  <a:lnTo>
                    <a:pt x="300772" y="267638"/>
                  </a:lnTo>
                  <a:lnTo>
                    <a:pt x="303884" y="263360"/>
                  </a:lnTo>
                  <a:lnTo>
                    <a:pt x="306860" y="258985"/>
                  </a:lnTo>
                  <a:lnTo>
                    <a:pt x="309695" y="254518"/>
                  </a:lnTo>
                  <a:lnTo>
                    <a:pt x="312388" y="249964"/>
                  </a:lnTo>
                  <a:lnTo>
                    <a:pt x="314936" y="245327"/>
                  </a:lnTo>
                  <a:lnTo>
                    <a:pt x="317335" y="240612"/>
                  </a:lnTo>
                  <a:lnTo>
                    <a:pt x="319584" y="235823"/>
                  </a:lnTo>
                  <a:lnTo>
                    <a:pt x="321681" y="230965"/>
                  </a:lnTo>
                  <a:lnTo>
                    <a:pt x="323622" y="226043"/>
                  </a:lnTo>
                  <a:lnTo>
                    <a:pt x="325407" y="221062"/>
                  </a:lnTo>
                  <a:lnTo>
                    <a:pt x="327033" y="216028"/>
                  </a:lnTo>
                  <a:lnTo>
                    <a:pt x="328499" y="210944"/>
                  </a:lnTo>
                  <a:lnTo>
                    <a:pt x="329804" y="205817"/>
                  </a:lnTo>
                  <a:lnTo>
                    <a:pt x="330946" y="200651"/>
                  </a:lnTo>
                  <a:lnTo>
                    <a:pt x="331923" y="195451"/>
                  </a:lnTo>
                  <a:lnTo>
                    <a:pt x="332736" y="190223"/>
                  </a:lnTo>
                  <a:lnTo>
                    <a:pt x="333382" y="184972"/>
                  </a:lnTo>
                  <a:lnTo>
                    <a:pt x="333863" y="179703"/>
                  </a:lnTo>
                  <a:lnTo>
                    <a:pt x="334176" y="174421"/>
                  </a:lnTo>
                  <a:lnTo>
                    <a:pt x="334322" y="169132"/>
                  </a:lnTo>
                  <a:lnTo>
                    <a:pt x="334300" y="163842"/>
                  </a:lnTo>
                  <a:lnTo>
                    <a:pt x="334111" y="158554"/>
                  </a:lnTo>
                  <a:lnTo>
                    <a:pt x="333755" y="153275"/>
                  </a:lnTo>
                  <a:lnTo>
                    <a:pt x="333232" y="148010"/>
                  </a:lnTo>
                  <a:lnTo>
                    <a:pt x="332543" y="142765"/>
                  </a:lnTo>
                  <a:lnTo>
                    <a:pt x="331688" y="137543"/>
                  </a:lnTo>
                  <a:lnTo>
                    <a:pt x="330668" y="132352"/>
                  </a:lnTo>
                  <a:lnTo>
                    <a:pt x="329484" y="127195"/>
                  </a:lnTo>
                  <a:lnTo>
                    <a:pt x="328138" y="122079"/>
                  </a:lnTo>
                  <a:lnTo>
                    <a:pt x="326630" y="117007"/>
                  </a:lnTo>
                  <a:lnTo>
                    <a:pt x="324963" y="111986"/>
                  </a:lnTo>
                  <a:lnTo>
                    <a:pt x="323138" y="107020"/>
                  </a:lnTo>
                  <a:lnTo>
                    <a:pt x="321156" y="102114"/>
                  </a:lnTo>
                  <a:lnTo>
                    <a:pt x="319021" y="97273"/>
                  </a:lnTo>
                  <a:lnTo>
                    <a:pt x="316733" y="92503"/>
                  </a:lnTo>
                  <a:lnTo>
                    <a:pt x="314295" y="87807"/>
                  </a:lnTo>
                  <a:lnTo>
                    <a:pt x="311710" y="83191"/>
                  </a:lnTo>
                  <a:lnTo>
                    <a:pt x="308980" y="78659"/>
                  </a:lnTo>
                  <a:lnTo>
                    <a:pt x="306108" y="74215"/>
                  </a:lnTo>
                  <a:lnTo>
                    <a:pt x="303097" y="69865"/>
                  </a:lnTo>
                  <a:lnTo>
                    <a:pt x="299950" y="65612"/>
                  </a:lnTo>
                  <a:lnTo>
                    <a:pt x="296669" y="61461"/>
                  </a:lnTo>
                  <a:lnTo>
                    <a:pt x="293259" y="57415"/>
                  </a:lnTo>
                  <a:lnTo>
                    <a:pt x="289723" y="53480"/>
                  </a:lnTo>
                  <a:lnTo>
                    <a:pt x="286064" y="49659"/>
                  </a:lnTo>
                  <a:lnTo>
                    <a:pt x="282286" y="45955"/>
                  </a:lnTo>
                  <a:lnTo>
                    <a:pt x="278392" y="42373"/>
                  </a:lnTo>
                  <a:lnTo>
                    <a:pt x="274387" y="38915"/>
                  </a:lnTo>
                  <a:lnTo>
                    <a:pt x="270275" y="35586"/>
                  </a:lnTo>
                  <a:lnTo>
                    <a:pt x="266059" y="32389"/>
                  </a:lnTo>
                  <a:lnTo>
                    <a:pt x="261745" y="29327"/>
                  </a:lnTo>
                  <a:lnTo>
                    <a:pt x="257335" y="26403"/>
                  </a:lnTo>
                  <a:lnTo>
                    <a:pt x="252836" y="23620"/>
                  </a:lnTo>
                  <a:lnTo>
                    <a:pt x="248250" y="20981"/>
                  </a:lnTo>
                  <a:lnTo>
                    <a:pt x="243583" y="18488"/>
                  </a:lnTo>
                  <a:lnTo>
                    <a:pt x="238840" y="16144"/>
                  </a:lnTo>
                  <a:lnTo>
                    <a:pt x="234025" y="13952"/>
                  </a:lnTo>
                  <a:lnTo>
                    <a:pt x="229143" y="11913"/>
                  </a:lnTo>
                  <a:lnTo>
                    <a:pt x="224198" y="10029"/>
                  </a:lnTo>
                  <a:lnTo>
                    <a:pt x="219197" y="8303"/>
                  </a:lnTo>
                  <a:lnTo>
                    <a:pt x="214144" y="6736"/>
                  </a:lnTo>
                  <a:lnTo>
                    <a:pt x="209043" y="5330"/>
                  </a:lnTo>
                  <a:lnTo>
                    <a:pt x="203901" y="4086"/>
                  </a:lnTo>
                  <a:lnTo>
                    <a:pt x="198722" y="3005"/>
                  </a:lnTo>
                  <a:lnTo>
                    <a:pt x="193511" y="2088"/>
                  </a:lnTo>
                  <a:lnTo>
                    <a:pt x="188273" y="1337"/>
                  </a:lnTo>
                  <a:lnTo>
                    <a:pt x="183015" y="753"/>
                  </a:lnTo>
                  <a:lnTo>
                    <a:pt x="177741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855710" y="5018213"/>
              <a:ext cx="165328" cy="167167"/>
            </a:xfrm>
            <a:custGeom>
              <a:avLst/>
              <a:pathLst>
                <a:path w="165328" h="167167">
                  <a:moveTo>
                    <a:pt x="165328" y="0"/>
                  </a:moveTo>
                  <a:lnTo>
                    <a:pt x="159925" y="87"/>
                  </a:lnTo>
                  <a:lnTo>
                    <a:pt x="154528" y="349"/>
                  </a:lnTo>
                  <a:lnTo>
                    <a:pt x="149142" y="785"/>
                  </a:lnTo>
                  <a:lnTo>
                    <a:pt x="143773" y="1395"/>
                  </a:lnTo>
                  <a:lnTo>
                    <a:pt x="138426" y="2178"/>
                  </a:lnTo>
                  <a:lnTo>
                    <a:pt x="133108" y="3134"/>
                  </a:lnTo>
                  <a:lnTo>
                    <a:pt x="127823" y="4261"/>
                  </a:lnTo>
                  <a:lnTo>
                    <a:pt x="122578" y="5558"/>
                  </a:lnTo>
                  <a:lnTo>
                    <a:pt x="117377" y="7024"/>
                  </a:lnTo>
                  <a:lnTo>
                    <a:pt x="112226" y="8658"/>
                  </a:lnTo>
                  <a:lnTo>
                    <a:pt x="107131" y="10457"/>
                  </a:lnTo>
                  <a:lnTo>
                    <a:pt x="102096" y="12420"/>
                  </a:lnTo>
                  <a:lnTo>
                    <a:pt x="97128" y="14544"/>
                  </a:lnTo>
                  <a:lnTo>
                    <a:pt x="92231" y="16828"/>
                  </a:lnTo>
                  <a:lnTo>
                    <a:pt x="87410" y="19269"/>
                  </a:lnTo>
                  <a:lnTo>
                    <a:pt x="82671" y="21865"/>
                  </a:lnTo>
                  <a:lnTo>
                    <a:pt x="78018" y="24612"/>
                  </a:lnTo>
                  <a:lnTo>
                    <a:pt x="73456" y="27509"/>
                  </a:lnTo>
                  <a:lnTo>
                    <a:pt x="68990" y="30551"/>
                  </a:lnTo>
                  <a:lnTo>
                    <a:pt x="64625" y="33736"/>
                  </a:lnTo>
                  <a:lnTo>
                    <a:pt x="60365" y="37060"/>
                  </a:lnTo>
                  <a:lnTo>
                    <a:pt x="56215" y="40521"/>
                  </a:lnTo>
                  <a:lnTo>
                    <a:pt x="52179" y="44113"/>
                  </a:lnTo>
                  <a:lnTo>
                    <a:pt x="48261" y="47835"/>
                  </a:lnTo>
                  <a:lnTo>
                    <a:pt x="44465" y="51681"/>
                  </a:lnTo>
                  <a:lnTo>
                    <a:pt x="40796" y="55647"/>
                  </a:lnTo>
                  <a:lnTo>
                    <a:pt x="37256" y="59730"/>
                  </a:lnTo>
                  <a:lnTo>
                    <a:pt x="33851" y="63926"/>
                  </a:lnTo>
                  <a:lnTo>
                    <a:pt x="30583" y="68229"/>
                  </a:lnTo>
                  <a:lnTo>
                    <a:pt x="27456" y="72636"/>
                  </a:lnTo>
                  <a:lnTo>
                    <a:pt x="24472" y="77141"/>
                  </a:lnTo>
                  <a:lnTo>
                    <a:pt x="21636" y="81741"/>
                  </a:lnTo>
                  <a:lnTo>
                    <a:pt x="18950" y="86429"/>
                  </a:lnTo>
                  <a:lnTo>
                    <a:pt x="16417" y="91203"/>
                  </a:lnTo>
                  <a:lnTo>
                    <a:pt x="14040" y="96055"/>
                  </a:lnTo>
                  <a:lnTo>
                    <a:pt x="11821" y="100982"/>
                  </a:lnTo>
                  <a:lnTo>
                    <a:pt x="9762" y="105978"/>
                  </a:lnTo>
                  <a:lnTo>
                    <a:pt x="7865" y="111038"/>
                  </a:lnTo>
                  <a:lnTo>
                    <a:pt x="6134" y="116156"/>
                  </a:lnTo>
                  <a:lnTo>
                    <a:pt x="4568" y="121328"/>
                  </a:lnTo>
                  <a:lnTo>
                    <a:pt x="3171" y="126548"/>
                  </a:lnTo>
                  <a:lnTo>
                    <a:pt x="1942" y="131810"/>
                  </a:lnTo>
                  <a:lnTo>
                    <a:pt x="885" y="137109"/>
                  </a:lnTo>
                  <a:lnTo>
                    <a:pt x="0" y="142440"/>
                  </a:lnTo>
                  <a:lnTo>
                    <a:pt x="16532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55710" y="5160653"/>
              <a:ext cx="165328" cy="24727"/>
            </a:xfrm>
            <a:custGeom>
              <a:avLst/>
              <a:pathLst>
                <a:path w="165328" h="24727">
                  <a:moveTo>
                    <a:pt x="0" y="0"/>
                  </a:moveTo>
                  <a:lnTo>
                    <a:pt x="165328" y="247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55710" y="5160653"/>
              <a:ext cx="165328" cy="24727"/>
            </a:xfrm>
            <a:custGeom>
              <a:avLst/>
              <a:pathLst>
                <a:path w="165328" h="24727">
                  <a:moveTo>
                    <a:pt x="0" y="0"/>
                  </a:moveTo>
                  <a:lnTo>
                    <a:pt x="165328" y="247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55710" y="5160653"/>
              <a:ext cx="165328" cy="24727"/>
            </a:xfrm>
            <a:custGeom>
              <a:avLst/>
              <a:pathLst>
                <a:path w="165328" h="24727">
                  <a:moveTo>
                    <a:pt x="0" y="0"/>
                  </a:moveTo>
                  <a:lnTo>
                    <a:pt x="165328" y="247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3871" y="5160653"/>
              <a:ext cx="167167" cy="48848"/>
            </a:xfrm>
            <a:custGeom>
              <a:avLst/>
              <a:pathLst>
                <a:path w="167167" h="48848">
                  <a:moveTo>
                    <a:pt x="1838" y="0"/>
                  </a:moveTo>
                  <a:lnTo>
                    <a:pt x="1043" y="6075"/>
                  </a:lnTo>
                  <a:lnTo>
                    <a:pt x="471" y="12176"/>
                  </a:lnTo>
                  <a:lnTo>
                    <a:pt x="123" y="18294"/>
                  </a:lnTo>
                  <a:lnTo>
                    <a:pt x="0" y="24421"/>
                  </a:lnTo>
                  <a:lnTo>
                    <a:pt x="101" y="30547"/>
                  </a:lnTo>
                  <a:lnTo>
                    <a:pt x="426" y="36666"/>
                  </a:lnTo>
                  <a:lnTo>
                    <a:pt x="976" y="42769"/>
                  </a:lnTo>
                  <a:lnTo>
                    <a:pt x="1749" y="48848"/>
                  </a:lnTo>
                  <a:lnTo>
                    <a:pt x="167167" y="24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5621" y="5018213"/>
              <a:ext cx="332566" cy="334334"/>
            </a:xfrm>
            <a:custGeom>
              <a:avLst/>
              <a:pathLst>
                <a:path w="332566" h="334334">
                  <a:moveTo>
                    <a:pt x="0" y="191288"/>
                  </a:moveTo>
                  <a:lnTo>
                    <a:pt x="848" y="196522"/>
                  </a:lnTo>
                  <a:lnTo>
                    <a:pt x="1861" y="201727"/>
                  </a:lnTo>
                  <a:lnTo>
                    <a:pt x="3040" y="206896"/>
                  </a:lnTo>
                  <a:lnTo>
                    <a:pt x="4381" y="212026"/>
                  </a:lnTo>
                  <a:lnTo>
                    <a:pt x="5885" y="217110"/>
                  </a:lnTo>
                  <a:lnTo>
                    <a:pt x="7549" y="222145"/>
                  </a:lnTo>
                  <a:lnTo>
                    <a:pt x="9372" y="227124"/>
                  </a:lnTo>
                  <a:lnTo>
                    <a:pt x="11352" y="232042"/>
                  </a:lnTo>
                  <a:lnTo>
                    <a:pt x="13487" y="236896"/>
                  </a:lnTo>
                  <a:lnTo>
                    <a:pt x="15775" y="241679"/>
                  </a:lnTo>
                  <a:lnTo>
                    <a:pt x="18213" y="246387"/>
                  </a:lnTo>
                  <a:lnTo>
                    <a:pt x="20800" y="251016"/>
                  </a:lnTo>
                  <a:lnTo>
                    <a:pt x="23532" y="255560"/>
                  </a:lnTo>
                  <a:lnTo>
                    <a:pt x="26406" y="260015"/>
                  </a:lnTo>
                  <a:lnTo>
                    <a:pt x="29421" y="264377"/>
                  </a:lnTo>
                  <a:lnTo>
                    <a:pt x="32572" y="268641"/>
                  </a:lnTo>
                  <a:lnTo>
                    <a:pt x="35857" y="272803"/>
                  </a:lnTo>
                  <a:lnTo>
                    <a:pt x="39273" y="276859"/>
                  </a:lnTo>
                  <a:lnTo>
                    <a:pt x="42815" y="280805"/>
                  </a:lnTo>
                  <a:lnTo>
                    <a:pt x="46480" y="284636"/>
                  </a:lnTo>
                  <a:lnTo>
                    <a:pt x="50266" y="288349"/>
                  </a:lnTo>
                  <a:lnTo>
                    <a:pt x="54167" y="291940"/>
                  </a:lnTo>
                  <a:lnTo>
                    <a:pt x="58180" y="295405"/>
                  </a:lnTo>
                  <a:lnTo>
                    <a:pt x="62301" y="298741"/>
                  </a:lnTo>
                  <a:lnTo>
                    <a:pt x="66525" y="301946"/>
                  </a:lnTo>
                  <a:lnTo>
                    <a:pt x="70849" y="305014"/>
                  </a:lnTo>
                  <a:lnTo>
                    <a:pt x="75269" y="307944"/>
                  </a:lnTo>
                  <a:lnTo>
                    <a:pt x="79779" y="310732"/>
                  </a:lnTo>
                  <a:lnTo>
                    <a:pt x="84375" y="313376"/>
                  </a:lnTo>
                  <a:lnTo>
                    <a:pt x="89052" y="315872"/>
                  </a:lnTo>
                  <a:lnTo>
                    <a:pt x="93807" y="318219"/>
                  </a:lnTo>
                  <a:lnTo>
                    <a:pt x="98633" y="320414"/>
                  </a:lnTo>
                  <a:lnTo>
                    <a:pt x="103527" y="322455"/>
                  </a:lnTo>
                  <a:lnTo>
                    <a:pt x="108483" y="324340"/>
                  </a:lnTo>
                  <a:lnTo>
                    <a:pt x="113496" y="326067"/>
                  </a:lnTo>
                  <a:lnTo>
                    <a:pt x="118562" y="327633"/>
                  </a:lnTo>
                  <a:lnTo>
                    <a:pt x="123674" y="329039"/>
                  </a:lnTo>
                  <a:lnTo>
                    <a:pt x="128829" y="330281"/>
                  </a:lnTo>
                  <a:lnTo>
                    <a:pt x="134020" y="331359"/>
                  </a:lnTo>
                  <a:lnTo>
                    <a:pt x="139243" y="332273"/>
                  </a:lnTo>
                  <a:lnTo>
                    <a:pt x="144493" y="333020"/>
                  </a:lnTo>
                  <a:lnTo>
                    <a:pt x="149763" y="333600"/>
                  </a:lnTo>
                  <a:lnTo>
                    <a:pt x="155049" y="334013"/>
                  </a:lnTo>
                  <a:lnTo>
                    <a:pt x="160346" y="334257"/>
                  </a:lnTo>
                  <a:lnTo>
                    <a:pt x="165647" y="334334"/>
                  </a:lnTo>
                  <a:lnTo>
                    <a:pt x="170949" y="334243"/>
                  </a:lnTo>
                  <a:lnTo>
                    <a:pt x="176245" y="333983"/>
                  </a:lnTo>
                  <a:lnTo>
                    <a:pt x="181530" y="333556"/>
                  </a:lnTo>
                  <a:lnTo>
                    <a:pt x="186798" y="332961"/>
                  </a:lnTo>
                  <a:lnTo>
                    <a:pt x="192046" y="332200"/>
                  </a:lnTo>
                  <a:lnTo>
                    <a:pt x="197266" y="331272"/>
                  </a:lnTo>
                  <a:lnTo>
                    <a:pt x="202455" y="330180"/>
                  </a:lnTo>
                  <a:lnTo>
                    <a:pt x="207606" y="328923"/>
                  </a:lnTo>
                  <a:lnTo>
                    <a:pt x="212714" y="327504"/>
                  </a:lnTo>
                  <a:lnTo>
                    <a:pt x="217776" y="325923"/>
                  </a:lnTo>
                  <a:lnTo>
                    <a:pt x="222784" y="324183"/>
                  </a:lnTo>
                  <a:lnTo>
                    <a:pt x="227735" y="322285"/>
                  </a:lnTo>
                  <a:lnTo>
                    <a:pt x="232623" y="320230"/>
                  </a:lnTo>
                  <a:lnTo>
                    <a:pt x="237443" y="318022"/>
                  </a:lnTo>
                  <a:lnTo>
                    <a:pt x="242191" y="315662"/>
                  </a:lnTo>
                  <a:lnTo>
                    <a:pt x="246862" y="313152"/>
                  </a:lnTo>
                  <a:lnTo>
                    <a:pt x="251451" y="310496"/>
                  </a:lnTo>
                  <a:lnTo>
                    <a:pt x="255953" y="307695"/>
                  </a:lnTo>
                  <a:lnTo>
                    <a:pt x="260364" y="304753"/>
                  </a:lnTo>
                  <a:lnTo>
                    <a:pt x="264680" y="301673"/>
                  </a:lnTo>
                  <a:lnTo>
                    <a:pt x="268896" y="298457"/>
                  </a:lnTo>
                  <a:lnTo>
                    <a:pt x="273008" y="295110"/>
                  </a:lnTo>
                  <a:lnTo>
                    <a:pt x="277011" y="291633"/>
                  </a:lnTo>
                  <a:lnTo>
                    <a:pt x="280902" y="288032"/>
                  </a:lnTo>
                  <a:lnTo>
                    <a:pt x="284677" y="284308"/>
                  </a:lnTo>
                  <a:lnTo>
                    <a:pt x="288332" y="280467"/>
                  </a:lnTo>
                  <a:lnTo>
                    <a:pt x="291864" y="276512"/>
                  </a:lnTo>
                  <a:lnTo>
                    <a:pt x="295268" y="272447"/>
                  </a:lnTo>
                  <a:lnTo>
                    <a:pt x="298541" y="268276"/>
                  </a:lnTo>
                  <a:lnTo>
                    <a:pt x="301681" y="264003"/>
                  </a:lnTo>
                  <a:lnTo>
                    <a:pt x="304683" y="259633"/>
                  </a:lnTo>
                  <a:lnTo>
                    <a:pt x="307546" y="255170"/>
                  </a:lnTo>
                  <a:lnTo>
                    <a:pt x="310265" y="250618"/>
                  </a:lnTo>
                  <a:lnTo>
                    <a:pt x="312839" y="245982"/>
                  </a:lnTo>
                  <a:lnTo>
                    <a:pt x="315264" y="241267"/>
                  </a:lnTo>
                  <a:lnTo>
                    <a:pt x="317539" y="236478"/>
                  </a:lnTo>
                  <a:lnTo>
                    <a:pt x="319661" y="231619"/>
                  </a:lnTo>
                  <a:lnTo>
                    <a:pt x="321627" y="226694"/>
                  </a:lnTo>
                  <a:lnTo>
                    <a:pt x="323436" y="221710"/>
                  </a:lnTo>
                  <a:lnTo>
                    <a:pt x="325087" y="216672"/>
                  </a:lnTo>
                  <a:lnTo>
                    <a:pt x="326576" y="211583"/>
                  </a:lnTo>
                  <a:lnTo>
                    <a:pt x="327904" y="206450"/>
                  </a:lnTo>
                  <a:lnTo>
                    <a:pt x="329068" y="201277"/>
                  </a:lnTo>
                  <a:lnTo>
                    <a:pt x="330067" y="196070"/>
                  </a:lnTo>
                  <a:lnTo>
                    <a:pt x="330901" y="190833"/>
                  </a:lnTo>
                  <a:lnTo>
                    <a:pt x="331569" y="185573"/>
                  </a:lnTo>
                  <a:lnTo>
                    <a:pt x="332069" y="180295"/>
                  </a:lnTo>
                  <a:lnTo>
                    <a:pt x="332401" y="175003"/>
                  </a:lnTo>
                  <a:lnTo>
                    <a:pt x="332566" y="169703"/>
                  </a:lnTo>
                  <a:lnTo>
                    <a:pt x="332562" y="164401"/>
                  </a:lnTo>
                  <a:lnTo>
                    <a:pt x="332390" y="159102"/>
                  </a:lnTo>
                  <a:lnTo>
                    <a:pt x="332050" y="153810"/>
                  </a:lnTo>
                  <a:lnTo>
                    <a:pt x="331543" y="148532"/>
                  </a:lnTo>
                  <a:lnTo>
                    <a:pt x="330869" y="143273"/>
                  </a:lnTo>
                  <a:lnTo>
                    <a:pt x="330028" y="138038"/>
                  </a:lnTo>
                  <a:lnTo>
                    <a:pt x="329021" y="132832"/>
                  </a:lnTo>
                  <a:lnTo>
                    <a:pt x="327850" y="127661"/>
                  </a:lnTo>
                  <a:lnTo>
                    <a:pt x="326515" y="122529"/>
                  </a:lnTo>
                  <a:lnTo>
                    <a:pt x="325018" y="117443"/>
                  </a:lnTo>
                  <a:lnTo>
                    <a:pt x="323361" y="112406"/>
                  </a:lnTo>
                  <a:lnTo>
                    <a:pt x="321545" y="107425"/>
                  </a:lnTo>
                  <a:lnTo>
                    <a:pt x="319572" y="102503"/>
                  </a:lnTo>
                  <a:lnTo>
                    <a:pt x="317444" y="97647"/>
                  </a:lnTo>
                  <a:lnTo>
                    <a:pt x="315162" y="92861"/>
                  </a:lnTo>
                  <a:lnTo>
                    <a:pt x="312731" y="88149"/>
                  </a:lnTo>
                  <a:lnTo>
                    <a:pt x="310150" y="83517"/>
                  </a:lnTo>
                  <a:lnTo>
                    <a:pt x="307425" y="78969"/>
                  </a:lnTo>
                  <a:lnTo>
                    <a:pt x="304556" y="74510"/>
                  </a:lnTo>
                  <a:lnTo>
                    <a:pt x="301548" y="70144"/>
                  </a:lnTo>
                  <a:lnTo>
                    <a:pt x="298402" y="65875"/>
                  </a:lnTo>
                  <a:lnTo>
                    <a:pt x="295123" y="61709"/>
                  </a:lnTo>
                  <a:lnTo>
                    <a:pt x="291713" y="57648"/>
                  </a:lnTo>
                  <a:lnTo>
                    <a:pt x="288176" y="53698"/>
                  </a:lnTo>
                  <a:lnTo>
                    <a:pt x="284516" y="49862"/>
                  </a:lnTo>
                  <a:lnTo>
                    <a:pt x="280736" y="46144"/>
                  </a:lnTo>
                  <a:lnTo>
                    <a:pt x="276840" y="42547"/>
                  </a:lnTo>
                  <a:lnTo>
                    <a:pt x="272832" y="39076"/>
                  </a:lnTo>
                  <a:lnTo>
                    <a:pt x="268715" y="35734"/>
                  </a:lnTo>
                  <a:lnTo>
                    <a:pt x="264495" y="32524"/>
                  </a:lnTo>
                  <a:lnTo>
                    <a:pt x="260175" y="29450"/>
                  </a:lnTo>
                  <a:lnTo>
                    <a:pt x="255760" y="26514"/>
                  </a:lnTo>
                  <a:lnTo>
                    <a:pt x="251254" y="23720"/>
                  </a:lnTo>
                  <a:lnTo>
                    <a:pt x="246661" y="21070"/>
                  </a:lnTo>
                  <a:lnTo>
                    <a:pt x="241987" y="18567"/>
                  </a:lnTo>
                  <a:lnTo>
                    <a:pt x="237236" y="16213"/>
                  </a:lnTo>
                  <a:lnTo>
                    <a:pt x="232412" y="14011"/>
                  </a:lnTo>
                  <a:lnTo>
                    <a:pt x="227522" y="11964"/>
                  </a:lnTo>
                  <a:lnTo>
                    <a:pt x="222568" y="10072"/>
                  </a:lnTo>
                  <a:lnTo>
                    <a:pt x="217557" y="8339"/>
                  </a:lnTo>
                  <a:lnTo>
                    <a:pt x="212494" y="6765"/>
                  </a:lnTo>
                  <a:lnTo>
                    <a:pt x="207383" y="5353"/>
                  </a:lnTo>
                  <a:lnTo>
                    <a:pt x="202230" y="4103"/>
                  </a:lnTo>
                  <a:lnTo>
                    <a:pt x="197040" y="3018"/>
                  </a:lnTo>
                  <a:lnTo>
                    <a:pt x="191819" y="2097"/>
                  </a:lnTo>
                  <a:lnTo>
                    <a:pt x="186570" y="1343"/>
                  </a:lnTo>
                  <a:lnTo>
                    <a:pt x="181301" y="756"/>
                  </a:lnTo>
                  <a:lnTo>
                    <a:pt x="176015" y="336"/>
                  </a:lnTo>
                  <a:lnTo>
                    <a:pt x="170719" y="84"/>
                  </a:lnTo>
                  <a:lnTo>
                    <a:pt x="165418" y="0"/>
                  </a:lnTo>
                  <a:lnTo>
                    <a:pt x="16541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256068" y="4659281"/>
              <a:ext cx="167166" cy="332799"/>
            </a:xfrm>
            <a:custGeom>
              <a:avLst/>
              <a:pathLst>
                <a:path w="167166" h="332799">
                  <a:moveTo>
                    <a:pt x="167166" y="0"/>
                  </a:moveTo>
                  <a:lnTo>
                    <a:pt x="161821" y="85"/>
                  </a:lnTo>
                  <a:lnTo>
                    <a:pt x="156482" y="341"/>
                  </a:lnTo>
                  <a:lnTo>
                    <a:pt x="151153" y="768"/>
                  </a:lnTo>
                  <a:lnTo>
                    <a:pt x="145841" y="1365"/>
                  </a:lnTo>
                  <a:lnTo>
                    <a:pt x="140551" y="2132"/>
                  </a:lnTo>
                  <a:lnTo>
                    <a:pt x="135288" y="3067"/>
                  </a:lnTo>
                  <a:lnTo>
                    <a:pt x="130057" y="4170"/>
                  </a:lnTo>
                  <a:lnTo>
                    <a:pt x="124865" y="5440"/>
                  </a:lnTo>
                  <a:lnTo>
                    <a:pt x="119716" y="6875"/>
                  </a:lnTo>
                  <a:lnTo>
                    <a:pt x="114615" y="8474"/>
                  </a:lnTo>
                  <a:lnTo>
                    <a:pt x="109568" y="10236"/>
                  </a:lnTo>
                  <a:lnTo>
                    <a:pt x="104580" y="12157"/>
                  </a:lnTo>
                  <a:lnTo>
                    <a:pt x="99656" y="14238"/>
                  </a:lnTo>
                  <a:lnTo>
                    <a:pt x="94801" y="16474"/>
                  </a:lnTo>
                  <a:lnTo>
                    <a:pt x="90020" y="18865"/>
                  </a:lnTo>
                  <a:lnTo>
                    <a:pt x="85317" y="21408"/>
                  </a:lnTo>
                  <a:lnTo>
                    <a:pt x="80699" y="24099"/>
                  </a:lnTo>
                  <a:lnTo>
                    <a:pt x="76169" y="26937"/>
                  </a:lnTo>
                  <a:lnTo>
                    <a:pt x="71732" y="29918"/>
                  </a:lnTo>
                  <a:lnTo>
                    <a:pt x="67392" y="33039"/>
                  </a:lnTo>
                  <a:lnTo>
                    <a:pt x="63155" y="36298"/>
                  </a:lnTo>
                  <a:lnTo>
                    <a:pt x="59024" y="39690"/>
                  </a:lnTo>
                  <a:lnTo>
                    <a:pt x="55003" y="43213"/>
                  </a:lnTo>
                  <a:lnTo>
                    <a:pt x="51098" y="46863"/>
                  </a:lnTo>
                  <a:lnTo>
                    <a:pt x="47310" y="50635"/>
                  </a:lnTo>
                  <a:lnTo>
                    <a:pt x="43646" y="54527"/>
                  </a:lnTo>
                  <a:lnTo>
                    <a:pt x="40108" y="58534"/>
                  </a:lnTo>
                  <a:lnTo>
                    <a:pt x="36699" y="62652"/>
                  </a:lnTo>
                  <a:lnTo>
                    <a:pt x="33424" y="66876"/>
                  </a:lnTo>
                  <a:lnTo>
                    <a:pt x="30286" y="71204"/>
                  </a:lnTo>
                  <a:lnTo>
                    <a:pt x="27288" y="75629"/>
                  </a:lnTo>
                  <a:lnTo>
                    <a:pt x="24433" y="80148"/>
                  </a:lnTo>
                  <a:lnTo>
                    <a:pt x="21723" y="84756"/>
                  </a:lnTo>
                  <a:lnTo>
                    <a:pt x="19163" y="89449"/>
                  </a:lnTo>
                  <a:lnTo>
                    <a:pt x="16754" y="94221"/>
                  </a:lnTo>
                  <a:lnTo>
                    <a:pt x="14498" y="99067"/>
                  </a:lnTo>
                  <a:lnTo>
                    <a:pt x="12399" y="103983"/>
                  </a:lnTo>
                  <a:lnTo>
                    <a:pt x="10458" y="108964"/>
                  </a:lnTo>
                  <a:lnTo>
                    <a:pt x="8677" y="114004"/>
                  </a:lnTo>
                  <a:lnTo>
                    <a:pt x="7058" y="119098"/>
                  </a:lnTo>
                  <a:lnTo>
                    <a:pt x="5603" y="124242"/>
                  </a:lnTo>
                  <a:lnTo>
                    <a:pt x="4313" y="129430"/>
                  </a:lnTo>
                  <a:lnTo>
                    <a:pt x="3190" y="134656"/>
                  </a:lnTo>
                  <a:lnTo>
                    <a:pt x="2235" y="139915"/>
                  </a:lnTo>
                  <a:lnTo>
                    <a:pt x="1448" y="145202"/>
                  </a:lnTo>
                  <a:lnTo>
                    <a:pt x="830" y="150512"/>
                  </a:lnTo>
                  <a:lnTo>
                    <a:pt x="383" y="155839"/>
                  </a:lnTo>
                  <a:lnTo>
                    <a:pt x="106" y="161177"/>
                  </a:lnTo>
                  <a:lnTo>
                    <a:pt x="0" y="166522"/>
                  </a:lnTo>
                  <a:lnTo>
                    <a:pt x="64" y="171867"/>
                  </a:lnTo>
                  <a:lnTo>
                    <a:pt x="300" y="177207"/>
                  </a:lnTo>
                  <a:lnTo>
                    <a:pt x="706" y="182537"/>
                  </a:lnTo>
                  <a:lnTo>
                    <a:pt x="1283" y="187851"/>
                  </a:lnTo>
                  <a:lnTo>
                    <a:pt x="2029" y="193144"/>
                  </a:lnTo>
                  <a:lnTo>
                    <a:pt x="2944" y="198411"/>
                  </a:lnTo>
                  <a:lnTo>
                    <a:pt x="4027" y="203646"/>
                  </a:lnTo>
                  <a:lnTo>
                    <a:pt x="5277" y="208843"/>
                  </a:lnTo>
                  <a:lnTo>
                    <a:pt x="6692" y="213998"/>
                  </a:lnTo>
                  <a:lnTo>
                    <a:pt x="8271" y="219105"/>
                  </a:lnTo>
                  <a:lnTo>
                    <a:pt x="10013" y="224158"/>
                  </a:lnTo>
                  <a:lnTo>
                    <a:pt x="11916" y="229154"/>
                  </a:lnTo>
                  <a:lnTo>
                    <a:pt x="13977" y="234086"/>
                  </a:lnTo>
                  <a:lnTo>
                    <a:pt x="16195" y="238950"/>
                  </a:lnTo>
                  <a:lnTo>
                    <a:pt x="18567" y="243740"/>
                  </a:lnTo>
                  <a:lnTo>
                    <a:pt x="21091" y="248452"/>
                  </a:lnTo>
                  <a:lnTo>
                    <a:pt x="23765" y="253081"/>
                  </a:lnTo>
                  <a:lnTo>
                    <a:pt x="26585" y="257622"/>
                  </a:lnTo>
                  <a:lnTo>
                    <a:pt x="29549" y="262070"/>
                  </a:lnTo>
                  <a:lnTo>
                    <a:pt x="32654" y="266422"/>
                  </a:lnTo>
                  <a:lnTo>
                    <a:pt x="35896" y="270672"/>
                  </a:lnTo>
                  <a:lnTo>
                    <a:pt x="39273" y="274816"/>
                  </a:lnTo>
                  <a:lnTo>
                    <a:pt x="42780" y="278850"/>
                  </a:lnTo>
                  <a:lnTo>
                    <a:pt x="46414" y="282770"/>
                  </a:lnTo>
                  <a:lnTo>
                    <a:pt x="50172" y="286571"/>
                  </a:lnTo>
                  <a:lnTo>
                    <a:pt x="54050" y="290251"/>
                  </a:lnTo>
                  <a:lnTo>
                    <a:pt x="58043" y="293805"/>
                  </a:lnTo>
                  <a:lnTo>
                    <a:pt x="62147" y="297229"/>
                  </a:lnTo>
                  <a:lnTo>
                    <a:pt x="66360" y="300520"/>
                  </a:lnTo>
                  <a:lnTo>
                    <a:pt x="70675" y="303675"/>
                  </a:lnTo>
                  <a:lnTo>
                    <a:pt x="75089" y="306690"/>
                  </a:lnTo>
                  <a:lnTo>
                    <a:pt x="79597" y="309563"/>
                  </a:lnTo>
                  <a:lnTo>
                    <a:pt x="84194" y="312290"/>
                  </a:lnTo>
                  <a:lnTo>
                    <a:pt x="88877" y="314869"/>
                  </a:lnTo>
                  <a:lnTo>
                    <a:pt x="93639" y="317296"/>
                  </a:lnTo>
                  <a:lnTo>
                    <a:pt x="98477" y="319570"/>
                  </a:lnTo>
                  <a:lnTo>
                    <a:pt x="103385" y="321689"/>
                  </a:lnTo>
                  <a:lnTo>
                    <a:pt x="108358" y="323649"/>
                  </a:lnTo>
                  <a:lnTo>
                    <a:pt x="113391" y="325449"/>
                  </a:lnTo>
                  <a:lnTo>
                    <a:pt x="118479" y="327088"/>
                  </a:lnTo>
                  <a:lnTo>
                    <a:pt x="123617" y="328562"/>
                  </a:lnTo>
                  <a:lnTo>
                    <a:pt x="128800" y="329872"/>
                  </a:lnTo>
                  <a:lnTo>
                    <a:pt x="134022" y="331016"/>
                  </a:lnTo>
                  <a:lnTo>
                    <a:pt x="139277" y="331992"/>
                  </a:lnTo>
                  <a:lnTo>
                    <a:pt x="144561" y="332799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00630" y="4826449"/>
              <a:ext cx="22604" cy="165632"/>
            </a:xfrm>
            <a:custGeom>
              <a:avLst/>
              <a:pathLst>
                <a:path w="22604" h="165632">
                  <a:moveTo>
                    <a:pt x="0" y="165632"/>
                  </a:moveTo>
                  <a:lnTo>
                    <a:pt x="2260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00630" y="4826449"/>
              <a:ext cx="22604" cy="165632"/>
            </a:xfrm>
            <a:custGeom>
              <a:avLst/>
              <a:pathLst>
                <a:path w="22604" h="165632">
                  <a:moveTo>
                    <a:pt x="0" y="165632"/>
                  </a:moveTo>
                  <a:lnTo>
                    <a:pt x="2260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00630" y="4826449"/>
              <a:ext cx="100916" cy="167166"/>
            </a:xfrm>
            <a:custGeom>
              <a:avLst/>
              <a:pathLst>
                <a:path w="100916" h="167166">
                  <a:moveTo>
                    <a:pt x="0" y="165632"/>
                  </a:moveTo>
                  <a:lnTo>
                    <a:pt x="5746" y="166315"/>
                  </a:lnTo>
                  <a:lnTo>
                    <a:pt x="11513" y="166799"/>
                  </a:lnTo>
                  <a:lnTo>
                    <a:pt x="17294" y="167083"/>
                  </a:lnTo>
                  <a:lnTo>
                    <a:pt x="23080" y="167166"/>
                  </a:lnTo>
                  <a:lnTo>
                    <a:pt x="28866" y="167050"/>
                  </a:lnTo>
                  <a:lnTo>
                    <a:pt x="34645" y="166733"/>
                  </a:lnTo>
                  <a:lnTo>
                    <a:pt x="40409" y="166216"/>
                  </a:lnTo>
                  <a:lnTo>
                    <a:pt x="46152" y="165500"/>
                  </a:lnTo>
                  <a:lnTo>
                    <a:pt x="51867" y="164586"/>
                  </a:lnTo>
                  <a:lnTo>
                    <a:pt x="57546" y="163474"/>
                  </a:lnTo>
                  <a:lnTo>
                    <a:pt x="63184" y="162167"/>
                  </a:lnTo>
                  <a:lnTo>
                    <a:pt x="68773" y="160665"/>
                  </a:lnTo>
                  <a:lnTo>
                    <a:pt x="74307" y="158970"/>
                  </a:lnTo>
                  <a:lnTo>
                    <a:pt x="79778" y="157086"/>
                  </a:lnTo>
                  <a:lnTo>
                    <a:pt x="85182" y="155012"/>
                  </a:lnTo>
                  <a:lnTo>
                    <a:pt x="90510" y="152753"/>
                  </a:lnTo>
                  <a:lnTo>
                    <a:pt x="95757" y="150311"/>
                  </a:lnTo>
                  <a:lnTo>
                    <a:pt x="100916" y="147689"/>
                  </a:lnTo>
                  <a:lnTo>
                    <a:pt x="2260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167166" cy="314856"/>
            </a:xfrm>
            <a:custGeom>
              <a:avLst/>
              <a:pathLst>
                <a:path w="167166" h="314856">
                  <a:moveTo>
                    <a:pt x="78311" y="314856"/>
                  </a:moveTo>
                  <a:lnTo>
                    <a:pt x="82993" y="312277"/>
                  </a:lnTo>
                  <a:lnTo>
                    <a:pt x="87590" y="309550"/>
                  </a:lnTo>
                  <a:lnTo>
                    <a:pt x="92097" y="306677"/>
                  </a:lnTo>
                  <a:lnTo>
                    <a:pt x="96511" y="303661"/>
                  </a:lnTo>
                  <a:lnTo>
                    <a:pt x="100825" y="300505"/>
                  </a:lnTo>
                  <a:lnTo>
                    <a:pt x="105037" y="297214"/>
                  </a:lnTo>
                  <a:lnTo>
                    <a:pt x="109141" y="293789"/>
                  </a:lnTo>
                  <a:lnTo>
                    <a:pt x="113133" y="290235"/>
                  </a:lnTo>
                  <a:lnTo>
                    <a:pt x="117010" y="286555"/>
                  </a:lnTo>
                  <a:lnTo>
                    <a:pt x="120767" y="282753"/>
                  </a:lnTo>
                  <a:lnTo>
                    <a:pt x="124401" y="278833"/>
                  </a:lnTo>
                  <a:lnTo>
                    <a:pt x="127907" y="274799"/>
                  </a:lnTo>
                  <a:lnTo>
                    <a:pt x="131283" y="270654"/>
                  </a:lnTo>
                  <a:lnTo>
                    <a:pt x="134524" y="266404"/>
                  </a:lnTo>
                  <a:lnTo>
                    <a:pt x="137628" y="262053"/>
                  </a:lnTo>
                  <a:lnTo>
                    <a:pt x="140591" y="257604"/>
                  </a:lnTo>
                  <a:lnTo>
                    <a:pt x="143411" y="253063"/>
                  </a:lnTo>
                  <a:lnTo>
                    <a:pt x="146084" y="248434"/>
                  </a:lnTo>
                  <a:lnTo>
                    <a:pt x="148607" y="243722"/>
                  </a:lnTo>
                  <a:lnTo>
                    <a:pt x="150979" y="238932"/>
                  </a:lnTo>
                  <a:lnTo>
                    <a:pt x="153196" y="234068"/>
                  </a:lnTo>
                  <a:lnTo>
                    <a:pt x="155257" y="229136"/>
                  </a:lnTo>
                  <a:lnTo>
                    <a:pt x="157158" y="224141"/>
                  </a:lnTo>
                  <a:lnTo>
                    <a:pt x="158900" y="219087"/>
                  </a:lnTo>
                  <a:lnTo>
                    <a:pt x="160478" y="213980"/>
                  </a:lnTo>
                  <a:lnTo>
                    <a:pt x="161893" y="208826"/>
                  </a:lnTo>
                  <a:lnTo>
                    <a:pt x="163142" y="203629"/>
                  </a:lnTo>
                  <a:lnTo>
                    <a:pt x="164224" y="198394"/>
                  </a:lnTo>
                  <a:lnTo>
                    <a:pt x="165139" y="193128"/>
                  </a:lnTo>
                  <a:lnTo>
                    <a:pt x="165884" y="187835"/>
                  </a:lnTo>
                  <a:lnTo>
                    <a:pt x="166460" y="182521"/>
                  </a:lnTo>
                  <a:lnTo>
                    <a:pt x="166866" y="177191"/>
                  </a:lnTo>
                  <a:lnTo>
                    <a:pt x="167101" y="171851"/>
                  </a:lnTo>
                  <a:lnTo>
                    <a:pt x="167166" y="166506"/>
                  </a:lnTo>
                  <a:lnTo>
                    <a:pt x="167059" y="161162"/>
                  </a:lnTo>
                  <a:lnTo>
                    <a:pt x="166782" y="155824"/>
                  </a:lnTo>
                  <a:lnTo>
                    <a:pt x="166334" y="150498"/>
                  </a:lnTo>
                  <a:lnTo>
                    <a:pt x="165716" y="145188"/>
                  </a:lnTo>
                  <a:lnTo>
                    <a:pt x="164928" y="139901"/>
                  </a:lnTo>
                  <a:lnTo>
                    <a:pt x="163972" y="134642"/>
                  </a:lnTo>
                  <a:lnTo>
                    <a:pt x="162849" y="129417"/>
                  </a:lnTo>
                  <a:lnTo>
                    <a:pt x="161559" y="124230"/>
                  </a:lnTo>
                  <a:lnTo>
                    <a:pt x="160103" y="119086"/>
                  </a:lnTo>
                  <a:lnTo>
                    <a:pt x="158484" y="113992"/>
                  </a:lnTo>
                  <a:lnTo>
                    <a:pt x="156703" y="108953"/>
                  </a:lnTo>
                  <a:lnTo>
                    <a:pt x="154762" y="103972"/>
                  </a:lnTo>
                  <a:lnTo>
                    <a:pt x="152662" y="99057"/>
                  </a:lnTo>
                  <a:lnTo>
                    <a:pt x="150407" y="94211"/>
                  </a:lnTo>
                  <a:lnTo>
                    <a:pt x="147997" y="89439"/>
                  </a:lnTo>
                  <a:lnTo>
                    <a:pt x="145437" y="84747"/>
                  </a:lnTo>
                  <a:lnTo>
                    <a:pt x="142727" y="80140"/>
                  </a:lnTo>
                  <a:lnTo>
                    <a:pt x="139872" y="75621"/>
                  </a:lnTo>
                  <a:lnTo>
                    <a:pt x="136874" y="71196"/>
                  </a:lnTo>
                  <a:lnTo>
                    <a:pt x="133735" y="66869"/>
                  </a:lnTo>
                  <a:lnTo>
                    <a:pt x="130461" y="62645"/>
                  </a:lnTo>
                  <a:lnTo>
                    <a:pt x="127052" y="58527"/>
                  </a:lnTo>
                  <a:lnTo>
                    <a:pt x="123514" y="54521"/>
                  </a:lnTo>
                  <a:lnTo>
                    <a:pt x="119849" y="50630"/>
                  </a:lnTo>
                  <a:lnTo>
                    <a:pt x="116062" y="46857"/>
                  </a:lnTo>
                  <a:lnTo>
                    <a:pt x="112157" y="43208"/>
                  </a:lnTo>
                  <a:lnTo>
                    <a:pt x="108136" y="39686"/>
                  </a:lnTo>
                  <a:lnTo>
                    <a:pt x="104005" y="36294"/>
                  </a:lnTo>
                  <a:lnTo>
                    <a:pt x="99768" y="33036"/>
                  </a:lnTo>
                  <a:lnTo>
                    <a:pt x="95429" y="29914"/>
                  </a:lnTo>
                  <a:lnTo>
                    <a:pt x="90992" y="26934"/>
                  </a:lnTo>
                  <a:lnTo>
                    <a:pt x="86462" y="24096"/>
                  </a:lnTo>
                  <a:lnTo>
                    <a:pt x="81843" y="21405"/>
                  </a:lnTo>
                  <a:lnTo>
                    <a:pt x="77141" y="18863"/>
                  </a:lnTo>
                  <a:lnTo>
                    <a:pt x="72361" y="16472"/>
                  </a:lnTo>
                  <a:lnTo>
                    <a:pt x="67506" y="14236"/>
                  </a:lnTo>
                  <a:lnTo>
                    <a:pt x="62582" y="12156"/>
                  </a:lnTo>
                  <a:lnTo>
                    <a:pt x="57594" y="10234"/>
                  </a:lnTo>
                  <a:lnTo>
                    <a:pt x="52547" y="8473"/>
                  </a:lnTo>
                  <a:lnTo>
                    <a:pt x="47447" y="6874"/>
                  </a:lnTo>
                  <a:lnTo>
                    <a:pt x="42298" y="5439"/>
                  </a:lnTo>
                  <a:lnTo>
                    <a:pt x="37106" y="4170"/>
                  </a:lnTo>
                  <a:lnTo>
                    <a:pt x="31876" y="3067"/>
                  </a:lnTo>
                  <a:lnTo>
                    <a:pt x="26613" y="2132"/>
                  </a:lnTo>
                  <a:lnTo>
                    <a:pt x="21323" y="1365"/>
                  </a:lnTo>
                  <a:lnTo>
                    <a:pt x="16011" y="768"/>
                  </a:lnTo>
                  <a:lnTo>
                    <a:pt x="10683" y="341"/>
                  </a:lnTo>
                  <a:lnTo>
                    <a:pt x="534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561319" y="4213821"/>
              <a:ext cx="279479" cy="334332"/>
            </a:xfrm>
            <a:custGeom>
              <a:avLst/>
              <a:pathLst>
                <a:path w="279479" h="334332">
                  <a:moveTo>
                    <a:pt x="167153" y="0"/>
                  </a:moveTo>
                  <a:lnTo>
                    <a:pt x="161839" y="84"/>
                  </a:lnTo>
                  <a:lnTo>
                    <a:pt x="156531" y="337"/>
                  </a:lnTo>
                  <a:lnTo>
                    <a:pt x="151234" y="759"/>
                  </a:lnTo>
                  <a:lnTo>
                    <a:pt x="145953" y="1349"/>
                  </a:lnTo>
                  <a:lnTo>
                    <a:pt x="140693" y="2107"/>
                  </a:lnTo>
                  <a:lnTo>
                    <a:pt x="135460" y="3031"/>
                  </a:lnTo>
                  <a:lnTo>
                    <a:pt x="130259" y="4122"/>
                  </a:lnTo>
                  <a:lnTo>
                    <a:pt x="125095" y="5377"/>
                  </a:lnTo>
                  <a:lnTo>
                    <a:pt x="119974" y="6795"/>
                  </a:lnTo>
                  <a:lnTo>
                    <a:pt x="114900" y="8376"/>
                  </a:lnTo>
                  <a:lnTo>
                    <a:pt x="109879" y="10117"/>
                  </a:lnTo>
                  <a:lnTo>
                    <a:pt x="104917" y="12017"/>
                  </a:lnTo>
                  <a:lnTo>
                    <a:pt x="100017" y="14073"/>
                  </a:lnTo>
                  <a:lnTo>
                    <a:pt x="95184" y="16284"/>
                  </a:lnTo>
                  <a:lnTo>
                    <a:pt x="90425" y="18648"/>
                  </a:lnTo>
                  <a:lnTo>
                    <a:pt x="85743" y="21162"/>
                  </a:lnTo>
                  <a:lnTo>
                    <a:pt x="81143" y="23823"/>
                  </a:lnTo>
                  <a:lnTo>
                    <a:pt x="76631" y="26630"/>
                  </a:lnTo>
                  <a:lnTo>
                    <a:pt x="72209" y="29578"/>
                  </a:lnTo>
                  <a:lnTo>
                    <a:pt x="67884" y="32665"/>
                  </a:lnTo>
                  <a:lnTo>
                    <a:pt x="63659" y="35888"/>
                  </a:lnTo>
                  <a:lnTo>
                    <a:pt x="59539" y="39244"/>
                  </a:lnTo>
                  <a:lnTo>
                    <a:pt x="55527" y="42729"/>
                  </a:lnTo>
                  <a:lnTo>
                    <a:pt x="51628" y="46340"/>
                  </a:lnTo>
                  <a:lnTo>
                    <a:pt x="47846" y="50073"/>
                  </a:lnTo>
                  <a:lnTo>
                    <a:pt x="44185" y="53925"/>
                  </a:lnTo>
                  <a:lnTo>
                    <a:pt x="40647" y="57890"/>
                  </a:lnTo>
                  <a:lnTo>
                    <a:pt x="37238" y="61966"/>
                  </a:lnTo>
                  <a:lnTo>
                    <a:pt x="33960" y="66149"/>
                  </a:lnTo>
                  <a:lnTo>
                    <a:pt x="30816" y="70434"/>
                  </a:lnTo>
                  <a:lnTo>
                    <a:pt x="27811" y="74816"/>
                  </a:lnTo>
                  <a:lnTo>
                    <a:pt x="24946" y="79292"/>
                  </a:lnTo>
                  <a:lnTo>
                    <a:pt x="22224" y="83856"/>
                  </a:lnTo>
                  <a:lnTo>
                    <a:pt x="19649" y="88505"/>
                  </a:lnTo>
                  <a:lnTo>
                    <a:pt x="17224" y="93233"/>
                  </a:lnTo>
                  <a:lnTo>
                    <a:pt x="14949" y="98036"/>
                  </a:lnTo>
                  <a:lnTo>
                    <a:pt x="12829" y="102908"/>
                  </a:lnTo>
                  <a:lnTo>
                    <a:pt x="10865" y="107846"/>
                  </a:lnTo>
                  <a:lnTo>
                    <a:pt x="9058" y="112844"/>
                  </a:lnTo>
                  <a:lnTo>
                    <a:pt x="7411" y="117896"/>
                  </a:lnTo>
                  <a:lnTo>
                    <a:pt x="5926" y="122998"/>
                  </a:lnTo>
                  <a:lnTo>
                    <a:pt x="4603" y="128145"/>
                  </a:lnTo>
                  <a:lnTo>
                    <a:pt x="3445" y="133332"/>
                  </a:lnTo>
                  <a:lnTo>
                    <a:pt x="2453" y="138552"/>
                  </a:lnTo>
                  <a:lnTo>
                    <a:pt x="1626" y="143801"/>
                  </a:lnTo>
                  <a:lnTo>
                    <a:pt x="967" y="149075"/>
                  </a:lnTo>
                  <a:lnTo>
                    <a:pt x="476" y="154366"/>
                  </a:lnTo>
                  <a:lnTo>
                    <a:pt x="153" y="159670"/>
                  </a:lnTo>
                  <a:lnTo>
                    <a:pt x="0" y="164982"/>
                  </a:lnTo>
                  <a:lnTo>
                    <a:pt x="15" y="170296"/>
                  </a:lnTo>
                  <a:lnTo>
                    <a:pt x="198" y="175607"/>
                  </a:lnTo>
                  <a:lnTo>
                    <a:pt x="551" y="180909"/>
                  </a:lnTo>
                  <a:lnTo>
                    <a:pt x="1072" y="186198"/>
                  </a:lnTo>
                  <a:lnTo>
                    <a:pt x="1761" y="191467"/>
                  </a:lnTo>
                  <a:lnTo>
                    <a:pt x="2617" y="196712"/>
                  </a:lnTo>
                  <a:lnTo>
                    <a:pt x="3639" y="201927"/>
                  </a:lnTo>
                  <a:lnTo>
                    <a:pt x="4826" y="207106"/>
                  </a:lnTo>
                  <a:lnTo>
                    <a:pt x="6178" y="212246"/>
                  </a:lnTo>
                  <a:lnTo>
                    <a:pt x="7692" y="217339"/>
                  </a:lnTo>
                  <a:lnTo>
                    <a:pt x="9367" y="222383"/>
                  </a:lnTo>
                  <a:lnTo>
                    <a:pt x="11202" y="227370"/>
                  </a:lnTo>
                  <a:lnTo>
                    <a:pt x="13195" y="232296"/>
                  </a:lnTo>
                  <a:lnTo>
                    <a:pt x="15342" y="237157"/>
                  </a:lnTo>
                  <a:lnTo>
                    <a:pt x="17644" y="241947"/>
                  </a:lnTo>
                  <a:lnTo>
                    <a:pt x="20096" y="246661"/>
                  </a:lnTo>
                  <a:lnTo>
                    <a:pt x="22697" y="251295"/>
                  </a:lnTo>
                  <a:lnTo>
                    <a:pt x="25444" y="255844"/>
                  </a:lnTo>
                  <a:lnTo>
                    <a:pt x="28334" y="260304"/>
                  </a:lnTo>
                  <a:lnTo>
                    <a:pt x="31365" y="264669"/>
                  </a:lnTo>
                  <a:lnTo>
                    <a:pt x="34533" y="268936"/>
                  </a:lnTo>
                  <a:lnTo>
                    <a:pt x="37834" y="273100"/>
                  </a:lnTo>
                  <a:lnTo>
                    <a:pt x="41267" y="277156"/>
                  </a:lnTo>
                  <a:lnTo>
                    <a:pt x="44826" y="281102"/>
                  </a:lnTo>
                  <a:lnTo>
                    <a:pt x="48510" y="284933"/>
                  </a:lnTo>
                  <a:lnTo>
                    <a:pt x="52313" y="288644"/>
                  </a:lnTo>
                  <a:lnTo>
                    <a:pt x="56232" y="292233"/>
                  </a:lnTo>
                  <a:lnTo>
                    <a:pt x="60263" y="295696"/>
                  </a:lnTo>
                  <a:lnTo>
                    <a:pt x="64402" y="299028"/>
                  </a:lnTo>
                  <a:lnTo>
                    <a:pt x="68646" y="302227"/>
                  </a:lnTo>
                  <a:lnTo>
                    <a:pt x="72988" y="305290"/>
                  </a:lnTo>
                  <a:lnTo>
                    <a:pt x="77426" y="308213"/>
                  </a:lnTo>
                  <a:lnTo>
                    <a:pt x="81955" y="310994"/>
                  </a:lnTo>
                  <a:lnTo>
                    <a:pt x="86569" y="313629"/>
                  </a:lnTo>
                  <a:lnTo>
                    <a:pt x="91265" y="316117"/>
                  </a:lnTo>
                  <a:lnTo>
                    <a:pt x="96038" y="318454"/>
                  </a:lnTo>
                  <a:lnTo>
                    <a:pt x="100882" y="320637"/>
                  </a:lnTo>
                  <a:lnTo>
                    <a:pt x="105794" y="322666"/>
                  </a:lnTo>
                  <a:lnTo>
                    <a:pt x="110768" y="324538"/>
                  </a:lnTo>
                  <a:lnTo>
                    <a:pt x="115798" y="326251"/>
                  </a:lnTo>
                  <a:lnTo>
                    <a:pt x="120880" y="327803"/>
                  </a:lnTo>
                  <a:lnTo>
                    <a:pt x="126010" y="329192"/>
                  </a:lnTo>
                  <a:lnTo>
                    <a:pt x="131180" y="330418"/>
                  </a:lnTo>
                  <a:lnTo>
                    <a:pt x="136388" y="331479"/>
                  </a:lnTo>
                  <a:lnTo>
                    <a:pt x="141626" y="332374"/>
                  </a:lnTo>
                  <a:lnTo>
                    <a:pt x="146890" y="333102"/>
                  </a:lnTo>
                  <a:lnTo>
                    <a:pt x="152174" y="333662"/>
                  </a:lnTo>
                  <a:lnTo>
                    <a:pt x="157474" y="334054"/>
                  </a:lnTo>
                  <a:lnTo>
                    <a:pt x="162783" y="334277"/>
                  </a:lnTo>
                  <a:lnTo>
                    <a:pt x="168097" y="334332"/>
                  </a:lnTo>
                  <a:lnTo>
                    <a:pt x="173410" y="334217"/>
                  </a:lnTo>
                  <a:lnTo>
                    <a:pt x="178716" y="333934"/>
                  </a:lnTo>
                  <a:lnTo>
                    <a:pt x="184011" y="333482"/>
                  </a:lnTo>
                  <a:lnTo>
                    <a:pt x="189289" y="332862"/>
                  </a:lnTo>
                  <a:lnTo>
                    <a:pt x="194544" y="332075"/>
                  </a:lnTo>
                  <a:lnTo>
                    <a:pt x="199772" y="331121"/>
                  </a:lnTo>
                  <a:lnTo>
                    <a:pt x="204967" y="330001"/>
                  </a:lnTo>
                  <a:lnTo>
                    <a:pt x="210124" y="328717"/>
                  </a:lnTo>
                  <a:lnTo>
                    <a:pt x="215237" y="327270"/>
                  </a:lnTo>
                  <a:lnTo>
                    <a:pt x="220301" y="325660"/>
                  </a:lnTo>
                  <a:lnTo>
                    <a:pt x="225312" y="323891"/>
                  </a:lnTo>
                  <a:lnTo>
                    <a:pt x="230264" y="321963"/>
                  </a:lnTo>
                  <a:lnTo>
                    <a:pt x="235153" y="319879"/>
                  </a:lnTo>
                  <a:lnTo>
                    <a:pt x="239972" y="317640"/>
                  </a:lnTo>
                  <a:lnTo>
                    <a:pt x="244718" y="315250"/>
                  </a:lnTo>
                  <a:lnTo>
                    <a:pt x="249386" y="312710"/>
                  </a:lnTo>
                  <a:lnTo>
                    <a:pt x="253970" y="310022"/>
                  </a:lnTo>
                  <a:lnTo>
                    <a:pt x="258467" y="307191"/>
                  </a:lnTo>
                  <a:lnTo>
                    <a:pt x="262872" y="304217"/>
                  </a:lnTo>
                  <a:lnTo>
                    <a:pt x="267179" y="301106"/>
                  </a:lnTo>
                  <a:lnTo>
                    <a:pt x="271386" y="297859"/>
                  </a:lnTo>
                  <a:lnTo>
                    <a:pt x="275487" y="294480"/>
                  </a:lnTo>
                  <a:lnTo>
                    <a:pt x="279479" y="29097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380988"/>
              <a:ext cx="112326" cy="123805"/>
            </a:xfrm>
            <a:custGeom>
              <a:avLst/>
              <a:pathLst>
                <a:path w="112326" h="123805">
                  <a:moveTo>
                    <a:pt x="112326" y="1238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380988"/>
              <a:ext cx="166547" cy="123805"/>
            </a:xfrm>
            <a:custGeom>
              <a:avLst/>
              <a:pathLst>
                <a:path w="166547" h="123805">
                  <a:moveTo>
                    <a:pt x="112326" y="123805"/>
                  </a:moveTo>
                  <a:lnTo>
                    <a:pt x="116469" y="119916"/>
                  </a:lnTo>
                  <a:lnTo>
                    <a:pt x="120477" y="115888"/>
                  </a:lnTo>
                  <a:lnTo>
                    <a:pt x="124346" y="111727"/>
                  </a:lnTo>
                  <a:lnTo>
                    <a:pt x="128071" y="107436"/>
                  </a:lnTo>
                  <a:lnTo>
                    <a:pt x="131648" y="103021"/>
                  </a:lnTo>
                  <a:lnTo>
                    <a:pt x="135074" y="98488"/>
                  </a:lnTo>
                  <a:lnTo>
                    <a:pt x="138343" y="93840"/>
                  </a:lnTo>
                  <a:lnTo>
                    <a:pt x="141452" y="89084"/>
                  </a:lnTo>
                  <a:lnTo>
                    <a:pt x="144398" y="84226"/>
                  </a:lnTo>
                  <a:lnTo>
                    <a:pt x="147177" y="79270"/>
                  </a:lnTo>
                  <a:lnTo>
                    <a:pt x="149786" y="74222"/>
                  </a:lnTo>
                  <a:lnTo>
                    <a:pt x="152222" y="69088"/>
                  </a:lnTo>
                  <a:lnTo>
                    <a:pt x="154482" y="63875"/>
                  </a:lnTo>
                  <a:lnTo>
                    <a:pt x="156564" y="58588"/>
                  </a:lnTo>
                  <a:lnTo>
                    <a:pt x="158464" y="53233"/>
                  </a:lnTo>
                  <a:lnTo>
                    <a:pt x="160182" y="47817"/>
                  </a:lnTo>
                  <a:lnTo>
                    <a:pt x="161715" y="42346"/>
                  </a:lnTo>
                  <a:lnTo>
                    <a:pt x="163060" y="36825"/>
                  </a:lnTo>
                  <a:lnTo>
                    <a:pt x="164218" y="31262"/>
                  </a:lnTo>
                  <a:lnTo>
                    <a:pt x="165185" y="25663"/>
                  </a:lnTo>
                  <a:lnTo>
                    <a:pt x="165962" y="20034"/>
                  </a:lnTo>
                  <a:lnTo>
                    <a:pt x="166547" y="14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167156" cy="181550"/>
            </a:xfrm>
            <a:custGeom>
              <a:avLst/>
              <a:pathLst>
                <a:path w="167156" h="181550">
                  <a:moveTo>
                    <a:pt x="166547" y="181550"/>
                  </a:moveTo>
                  <a:lnTo>
                    <a:pt x="166926" y="176132"/>
                  </a:lnTo>
                  <a:lnTo>
                    <a:pt x="167129" y="170705"/>
                  </a:lnTo>
                  <a:lnTo>
                    <a:pt x="167156" y="165275"/>
                  </a:lnTo>
                  <a:lnTo>
                    <a:pt x="167007" y="159846"/>
                  </a:lnTo>
                  <a:lnTo>
                    <a:pt x="166681" y="154425"/>
                  </a:lnTo>
                  <a:lnTo>
                    <a:pt x="166179" y="149017"/>
                  </a:lnTo>
                  <a:lnTo>
                    <a:pt x="165501" y="143628"/>
                  </a:lnTo>
                  <a:lnTo>
                    <a:pt x="164650" y="138265"/>
                  </a:lnTo>
                  <a:lnTo>
                    <a:pt x="163624" y="132932"/>
                  </a:lnTo>
                  <a:lnTo>
                    <a:pt x="162425" y="127635"/>
                  </a:lnTo>
                  <a:lnTo>
                    <a:pt x="161055" y="122379"/>
                  </a:lnTo>
                  <a:lnTo>
                    <a:pt x="159516" y="117171"/>
                  </a:lnTo>
                  <a:lnTo>
                    <a:pt x="157807" y="112016"/>
                  </a:lnTo>
                  <a:lnTo>
                    <a:pt x="155933" y="106919"/>
                  </a:lnTo>
                  <a:lnTo>
                    <a:pt x="153893" y="101886"/>
                  </a:lnTo>
                  <a:lnTo>
                    <a:pt x="151692" y="96921"/>
                  </a:lnTo>
                  <a:lnTo>
                    <a:pt x="149330" y="92031"/>
                  </a:lnTo>
                  <a:lnTo>
                    <a:pt x="146810" y="87220"/>
                  </a:lnTo>
                  <a:lnTo>
                    <a:pt x="144136" y="82493"/>
                  </a:lnTo>
                  <a:lnTo>
                    <a:pt x="141309" y="77856"/>
                  </a:lnTo>
                  <a:lnTo>
                    <a:pt x="138334" y="73313"/>
                  </a:lnTo>
                  <a:lnTo>
                    <a:pt x="135212" y="68869"/>
                  </a:lnTo>
                  <a:lnTo>
                    <a:pt x="131947" y="64528"/>
                  </a:lnTo>
                  <a:lnTo>
                    <a:pt x="128544" y="60296"/>
                  </a:lnTo>
                  <a:lnTo>
                    <a:pt x="125004" y="56177"/>
                  </a:lnTo>
                  <a:lnTo>
                    <a:pt x="121333" y="52175"/>
                  </a:lnTo>
                  <a:lnTo>
                    <a:pt x="117534" y="48295"/>
                  </a:lnTo>
                  <a:lnTo>
                    <a:pt x="113610" y="44539"/>
                  </a:lnTo>
                  <a:lnTo>
                    <a:pt x="109567" y="40914"/>
                  </a:lnTo>
                  <a:lnTo>
                    <a:pt x="105408" y="37421"/>
                  </a:lnTo>
                  <a:lnTo>
                    <a:pt x="101138" y="34066"/>
                  </a:lnTo>
                  <a:lnTo>
                    <a:pt x="96761" y="30850"/>
                  </a:lnTo>
                  <a:lnTo>
                    <a:pt x="92282" y="27779"/>
                  </a:lnTo>
                  <a:lnTo>
                    <a:pt x="87705" y="24855"/>
                  </a:lnTo>
                  <a:lnTo>
                    <a:pt x="83036" y="22081"/>
                  </a:lnTo>
                  <a:lnTo>
                    <a:pt x="78280" y="19461"/>
                  </a:lnTo>
                  <a:lnTo>
                    <a:pt x="73440" y="16996"/>
                  </a:lnTo>
                  <a:lnTo>
                    <a:pt x="68523" y="14689"/>
                  </a:lnTo>
                  <a:lnTo>
                    <a:pt x="63534" y="12544"/>
                  </a:lnTo>
                  <a:lnTo>
                    <a:pt x="58478" y="10562"/>
                  </a:lnTo>
                  <a:lnTo>
                    <a:pt x="53360" y="8745"/>
                  </a:lnTo>
                  <a:lnTo>
                    <a:pt x="48186" y="7095"/>
                  </a:lnTo>
                  <a:lnTo>
                    <a:pt x="42961" y="5614"/>
                  </a:lnTo>
                  <a:lnTo>
                    <a:pt x="37690" y="4304"/>
                  </a:lnTo>
                  <a:lnTo>
                    <a:pt x="32380" y="3166"/>
                  </a:lnTo>
                  <a:lnTo>
                    <a:pt x="27036" y="2200"/>
                  </a:lnTo>
                  <a:lnTo>
                    <a:pt x="21663" y="1409"/>
                  </a:lnTo>
                  <a:lnTo>
                    <a:pt x="16267" y="793"/>
                  </a:lnTo>
                  <a:lnTo>
                    <a:pt x="10854" y="352"/>
                  </a:lnTo>
                  <a:lnTo>
                    <a:pt x="5430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751847" y="3707720"/>
              <a:ext cx="227652" cy="334321"/>
            </a:xfrm>
            <a:custGeom>
              <a:avLst/>
              <a:pathLst>
                <a:path w="227652" h="334321">
                  <a:moveTo>
                    <a:pt x="167163" y="0"/>
                  </a:moveTo>
                  <a:lnTo>
                    <a:pt x="161827" y="85"/>
                  </a:lnTo>
                  <a:lnTo>
                    <a:pt x="156497" y="340"/>
                  </a:lnTo>
                  <a:lnTo>
                    <a:pt x="151177" y="766"/>
                  </a:lnTo>
                  <a:lnTo>
                    <a:pt x="145874" y="1361"/>
                  </a:lnTo>
                  <a:lnTo>
                    <a:pt x="140592" y="2125"/>
                  </a:lnTo>
                  <a:lnTo>
                    <a:pt x="135337" y="3057"/>
                  </a:lnTo>
                  <a:lnTo>
                    <a:pt x="130115" y="4157"/>
                  </a:lnTo>
                  <a:lnTo>
                    <a:pt x="124931" y="5422"/>
                  </a:lnTo>
                  <a:lnTo>
                    <a:pt x="119789" y="6853"/>
                  </a:lnTo>
                  <a:lnTo>
                    <a:pt x="114696" y="8447"/>
                  </a:lnTo>
                  <a:lnTo>
                    <a:pt x="109656" y="10202"/>
                  </a:lnTo>
                  <a:lnTo>
                    <a:pt x="104675" y="12118"/>
                  </a:lnTo>
                  <a:lnTo>
                    <a:pt x="99758" y="14192"/>
                  </a:lnTo>
                  <a:lnTo>
                    <a:pt x="94909" y="16421"/>
                  </a:lnTo>
                  <a:lnTo>
                    <a:pt x="90134" y="18804"/>
                  </a:lnTo>
                  <a:lnTo>
                    <a:pt x="85438" y="21339"/>
                  </a:lnTo>
                  <a:lnTo>
                    <a:pt x="80824" y="24022"/>
                  </a:lnTo>
                  <a:lnTo>
                    <a:pt x="76299" y="26851"/>
                  </a:lnTo>
                  <a:lnTo>
                    <a:pt x="71866" y="29823"/>
                  </a:lnTo>
                  <a:lnTo>
                    <a:pt x="67531" y="32935"/>
                  </a:lnTo>
                  <a:lnTo>
                    <a:pt x="63297" y="36183"/>
                  </a:lnTo>
                  <a:lnTo>
                    <a:pt x="59169" y="39566"/>
                  </a:lnTo>
                  <a:lnTo>
                    <a:pt x="55151" y="43078"/>
                  </a:lnTo>
                  <a:lnTo>
                    <a:pt x="51247" y="46717"/>
                  </a:lnTo>
                  <a:lnTo>
                    <a:pt x="47461" y="50478"/>
                  </a:lnTo>
                  <a:lnTo>
                    <a:pt x="43797" y="54358"/>
                  </a:lnTo>
                  <a:lnTo>
                    <a:pt x="40259" y="58354"/>
                  </a:lnTo>
                  <a:lnTo>
                    <a:pt x="36851" y="62460"/>
                  </a:lnTo>
                  <a:lnTo>
                    <a:pt x="33575" y="66673"/>
                  </a:lnTo>
                  <a:lnTo>
                    <a:pt x="30435" y="70989"/>
                  </a:lnTo>
                  <a:lnTo>
                    <a:pt x="27435" y="75402"/>
                  </a:lnTo>
                  <a:lnTo>
                    <a:pt x="24577" y="79909"/>
                  </a:lnTo>
                  <a:lnTo>
                    <a:pt x="21864" y="84505"/>
                  </a:lnTo>
                  <a:lnTo>
                    <a:pt x="19299" y="89185"/>
                  </a:lnTo>
                  <a:lnTo>
                    <a:pt x="16886" y="93945"/>
                  </a:lnTo>
                  <a:lnTo>
                    <a:pt x="14625" y="98779"/>
                  </a:lnTo>
                  <a:lnTo>
                    <a:pt x="12520" y="103683"/>
                  </a:lnTo>
                  <a:lnTo>
                    <a:pt x="10572" y="108651"/>
                  </a:lnTo>
                  <a:lnTo>
                    <a:pt x="8784" y="113680"/>
                  </a:lnTo>
                  <a:lnTo>
                    <a:pt x="7157" y="118762"/>
                  </a:lnTo>
                  <a:lnTo>
                    <a:pt x="5694" y="123895"/>
                  </a:lnTo>
                  <a:lnTo>
                    <a:pt x="4395" y="129071"/>
                  </a:lnTo>
                  <a:lnTo>
                    <a:pt x="3262" y="134286"/>
                  </a:lnTo>
                  <a:lnTo>
                    <a:pt x="2296" y="139534"/>
                  </a:lnTo>
                  <a:lnTo>
                    <a:pt x="1498" y="144811"/>
                  </a:lnTo>
                  <a:lnTo>
                    <a:pt x="868" y="150111"/>
                  </a:lnTo>
                  <a:lnTo>
                    <a:pt x="409" y="155428"/>
                  </a:lnTo>
                  <a:lnTo>
                    <a:pt x="119" y="160756"/>
                  </a:lnTo>
                  <a:lnTo>
                    <a:pt x="0" y="166092"/>
                  </a:lnTo>
                  <a:lnTo>
                    <a:pt x="50" y="171428"/>
                  </a:lnTo>
                  <a:lnTo>
                    <a:pt x="272" y="176760"/>
                  </a:lnTo>
                  <a:lnTo>
                    <a:pt x="663" y="182083"/>
                  </a:lnTo>
                  <a:lnTo>
                    <a:pt x="1224" y="187390"/>
                  </a:lnTo>
                  <a:lnTo>
                    <a:pt x="1954" y="192676"/>
                  </a:lnTo>
                  <a:lnTo>
                    <a:pt x="2852" y="197937"/>
                  </a:lnTo>
                  <a:lnTo>
                    <a:pt x="3918" y="203166"/>
                  </a:lnTo>
                  <a:lnTo>
                    <a:pt x="5151" y="208359"/>
                  </a:lnTo>
                  <a:lnTo>
                    <a:pt x="6548" y="213509"/>
                  </a:lnTo>
                  <a:lnTo>
                    <a:pt x="8109" y="218613"/>
                  </a:lnTo>
                  <a:lnTo>
                    <a:pt x="9832" y="223663"/>
                  </a:lnTo>
                  <a:lnTo>
                    <a:pt x="11716" y="228657"/>
                  </a:lnTo>
                  <a:lnTo>
                    <a:pt x="13758" y="233587"/>
                  </a:lnTo>
                  <a:lnTo>
                    <a:pt x="15956" y="238450"/>
                  </a:lnTo>
                  <a:lnTo>
                    <a:pt x="18309" y="243240"/>
                  </a:lnTo>
                  <a:lnTo>
                    <a:pt x="20813" y="247953"/>
                  </a:lnTo>
                  <a:lnTo>
                    <a:pt x="23466" y="252584"/>
                  </a:lnTo>
                  <a:lnTo>
                    <a:pt x="26266" y="257127"/>
                  </a:lnTo>
                  <a:lnTo>
                    <a:pt x="29209" y="261579"/>
                  </a:lnTo>
                  <a:lnTo>
                    <a:pt x="32293" y="265934"/>
                  </a:lnTo>
                  <a:lnTo>
                    <a:pt x="35515" y="270189"/>
                  </a:lnTo>
                  <a:lnTo>
                    <a:pt x="38870" y="274339"/>
                  </a:lnTo>
                  <a:lnTo>
                    <a:pt x="42356" y="278379"/>
                  </a:lnTo>
                  <a:lnTo>
                    <a:pt x="45970" y="282306"/>
                  </a:lnTo>
                  <a:lnTo>
                    <a:pt x="49707" y="286116"/>
                  </a:lnTo>
                  <a:lnTo>
                    <a:pt x="53564" y="289805"/>
                  </a:lnTo>
                  <a:lnTo>
                    <a:pt x="57536" y="293369"/>
                  </a:lnTo>
                  <a:lnTo>
                    <a:pt x="61621" y="296804"/>
                  </a:lnTo>
                  <a:lnTo>
                    <a:pt x="65812" y="300107"/>
                  </a:lnTo>
                  <a:lnTo>
                    <a:pt x="70108" y="303274"/>
                  </a:lnTo>
                  <a:lnTo>
                    <a:pt x="74502" y="306303"/>
                  </a:lnTo>
                  <a:lnTo>
                    <a:pt x="78990" y="309190"/>
                  </a:lnTo>
                  <a:lnTo>
                    <a:pt x="83569" y="311932"/>
                  </a:lnTo>
                  <a:lnTo>
                    <a:pt x="88232" y="314526"/>
                  </a:lnTo>
                  <a:lnTo>
                    <a:pt x="92976" y="316971"/>
                  </a:lnTo>
                  <a:lnTo>
                    <a:pt x="97796" y="319262"/>
                  </a:lnTo>
                  <a:lnTo>
                    <a:pt x="102686" y="321399"/>
                  </a:lnTo>
                  <a:lnTo>
                    <a:pt x="107642" y="323379"/>
                  </a:lnTo>
                  <a:lnTo>
                    <a:pt x="112659" y="325199"/>
                  </a:lnTo>
                  <a:lnTo>
                    <a:pt x="117731" y="326858"/>
                  </a:lnTo>
                  <a:lnTo>
                    <a:pt x="122853" y="328355"/>
                  </a:lnTo>
                  <a:lnTo>
                    <a:pt x="128021" y="329687"/>
                  </a:lnTo>
                  <a:lnTo>
                    <a:pt x="133229" y="330854"/>
                  </a:lnTo>
                  <a:lnTo>
                    <a:pt x="138471" y="331854"/>
                  </a:lnTo>
                  <a:lnTo>
                    <a:pt x="143743" y="332686"/>
                  </a:lnTo>
                  <a:lnTo>
                    <a:pt x="149038" y="333349"/>
                  </a:lnTo>
                  <a:lnTo>
                    <a:pt x="154352" y="333843"/>
                  </a:lnTo>
                  <a:lnTo>
                    <a:pt x="159679" y="334167"/>
                  </a:lnTo>
                  <a:lnTo>
                    <a:pt x="165013" y="334321"/>
                  </a:lnTo>
                  <a:lnTo>
                    <a:pt x="170350" y="334304"/>
                  </a:lnTo>
                  <a:lnTo>
                    <a:pt x="175683" y="334117"/>
                  </a:lnTo>
                  <a:lnTo>
                    <a:pt x="181008" y="333760"/>
                  </a:lnTo>
                  <a:lnTo>
                    <a:pt x="186319" y="333233"/>
                  </a:lnTo>
                  <a:lnTo>
                    <a:pt x="191610" y="332537"/>
                  </a:lnTo>
                  <a:lnTo>
                    <a:pt x="196876" y="331673"/>
                  </a:lnTo>
                  <a:lnTo>
                    <a:pt x="202112" y="330640"/>
                  </a:lnTo>
                  <a:lnTo>
                    <a:pt x="207312" y="329441"/>
                  </a:lnTo>
                  <a:lnTo>
                    <a:pt x="212472" y="328077"/>
                  </a:lnTo>
                  <a:lnTo>
                    <a:pt x="217585" y="326549"/>
                  </a:lnTo>
                  <a:lnTo>
                    <a:pt x="222647" y="324858"/>
                  </a:lnTo>
                  <a:lnTo>
                    <a:pt x="227652" y="323007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882"/>
              <a:ext cx="167152" cy="322845"/>
            </a:xfrm>
            <a:custGeom>
              <a:avLst/>
              <a:pathLst>
                <a:path w="167152" h="322845">
                  <a:moveTo>
                    <a:pt x="60488" y="322845"/>
                  </a:moveTo>
                  <a:lnTo>
                    <a:pt x="65457" y="320824"/>
                  </a:lnTo>
                  <a:lnTo>
                    <a:pt x="70358" y="318645"/>
                  </a:lnTo>
                  <a:lnTo>
                    <a:pt x="75186" y="316310"/>
                  </a:lnTo>
                  <a:lnTo>
                    <a:pt x="79937" y="313821"/>
                  </a:lnTo>
                  <a:lnTo>
                    <a:pt x="84606" y="311181"/>
                  </a:lnTo>
                  <a:lnTo>
                    <a:pt x="89188" y="308393"/>
                  </a:lnTo>
                  <a:lnTo>
                    <a:pt x="93678" y="305459"/>
                  </a:lnTo>
                  <a:lnTo>
                    <a:pt x="98071" y="302382"/>
                  </a:lnTo>
                  <a:lnTo>
                    <a:pt x="102364" y="299166"/>
                  </a:lnTo>
                  <a:lnTo>
                    <a:pt x="106551" y="295814"/>
                  </a:lnTo>
                  <a:lnTo>
                    <a:pt x="110629" y="292330"/>
                  </a:lnTo>
                  <a:lnTo>
                    <a:pt x="114592" y="288716"/>
                  </a:lnTo>
                  <a:lnTo>
                    <a:pt x="118438" y="284977"/>
                  </a:lnTo>
                  <a:lnTo>
                    <a:pt x="122161" y="281117"/>
                  </a:lnTo>
                  <a:lnTo>
                    <a:pt x="125759" y="277139"/>
                  </a:lnTo>
                  <a:lnTo>
                    <a:pt x="129228" y="273048"/>
                  </a:lnTo>
                  <a:lnTo>
                    <a:pt x="132563" y="268847"/>
                  </a:lnTo>
                  <a:lnTo>
                    <a:pt x="135762" y="264542"/>
                  </a:lnTo>
                  <a:lnTo>
                    <a:pt x="138821" y="260136"/>
                  </a:lnTo>
                  <a:lnTo>
                    <a:pt x="141738" y="255635"/>
                  </a:lnTo>
                  <a:lnTo>
                    <a:pt x="144508" y="251042"/>
                  </a:lnTo>
                  <a:lnTo>
                    <a:pt x="147130" y="246363"/>
                  </a:lnTo>
                  <a:lnTo>
                    <a:pt x="149600" y="241602"/>
                  </a:lnTo>
                  <a:lnTo>
                    <a:pt x="151916" y="236764"/>
                  </a:lnTo>
                  <a:lnTo>
                    <a:pt x="154076" y="231855"/>
                  </a:lnTo>
                  <a:lnTo>
                    <a:pt x="156077" y="226878"/>
                  </a:lnTo>
                  <a:lnTo>
                    <a:pt x="157917" y="221841"/>
                  </a:lnTo>
                  <a:lnTo>
                    <a:pt x="159595" y="216746"/>
                  </a:lnTo>
                  <a:lnTo>
                    <a:pt x="161109" y="211601"/>
                  </a:lnTo>
                  <a:lnTo>
                    <a:pt x="162457" y="206409"/>
                  </a:lnTo>
                  <a:lnTo>
                    <a:pt x="163637" y="201177"/>
                  </a:lnTo>
                  <a:lnTo>
                    <a:pt x="164649" y="195910"/>
                  </a:lnTo>
                  <a:lnTo>
                    <a:pt x="165492" y="190613"/>
                  </a:lnTo>
                  <a:lnTo>
                    <a:pt x="166164" y="185291"/>
                  </a:lnTo>
                  <a:lnTo>
                    <a:pt x="166665" y="179951"/>
                  </a:lnTo>
                  <a:lnTo>
                    <a:pt x="166994" y="174598"/>
                  </a:lnTo>
                  <a:lnTo>
                    <a:pt x="167152" y="169236"/>
                  </a:lnTo>
                  <a:lnTo>
                    <a:pt x="167138" y="163873"/>
                  </a:lnTo>
                  <a:lnTo>
                    <a:pt x="166951" y="158513"/>
                  </a:lnTo>
                  <a:lnTo>
                    <a:pt x="166593" y="153161"/>
                  </a:lnTo>
                  <a:lnTo>
                    <a:pt x="166063" y="147824"/>
                  </a:lnTo>
                  <a:lnTo>
                    <a:pt x="165362" y="142506"/>
                  </a:lnTo>
                  <a:lnTo>
                    <a:pt x="164491" y="137214"/>
                  </a:lnTo>
                  <a:lnTo>
                    <a:pt x="163450" y="131952"/>
                  </a:lnTo>
                  <a:lnTo>
                    <a:pt x="162242" y="126726"/>
                  </a:lnTo>
                  <a:lnTo>
                    <a:pt x="160866" y="121542"/>
                  </a:lnTo>
                  <a:lnTo>
                    <a:pt x="159325" y="116405"/>
                  </a:lnTo>
                  <a:lnTo>
                    <a:pt x="157619" y="111319"/>
                  </a:lnTo>
                  <a:lnTo>
                    <a:pt x="155752" y="106291"/>
                  </a:lnTo>
                  <a:lnTo>
                    <a:pt x="153724" y="101326"/>
                  </a:lnTo>
                  <a:lnTo>
                    <a:pt x="151538" y="96428"/>
                  </a:lnTo>
                  <a:lnTo>
                    <a:pt x="149196" y="91603"/>
                  </a:lnTo>
                  <a:lnTo>
                    <a:pt x="146700" y="86855"/>
                  </a:lnTo>
                  <a:lnTo>
                    <a:pt x="144053" y="82190"/>
                  </a:lnTo>
                  <a:lnTo>
                    <a:pt x="141258" y="77613"/>
                  </a:lnTo>
                  <a:lnTo>
                    <a:pt x="138317" y="73127"/>
                  </a:lnTo>
                  <a:lnTo>
                    <a:pt x="135234" y="68738"/>
                  </a:lnTo>
                  <a:lnTo>
                    <a:pt x="132012" y="64450"/>
                  </a:lnTo>
                  <a:lnTo>
                    <a:pt x="128654" y="60268"/>
                  </a:lnTo>
                  <a:lnTo>
                    <a:pt x="125164" y="56195"/>
                  </a:lnTo>
                  <a:lnTo>
                    <a:pt x="121544" y="52237"/>
                  </a:lnTo>
                  <a:lnTo>
                    <a:pt x="117800" y="48397"/>
                  </a:lnTo>
                  <a:lnTo>
                    <a:pt x="113934" y="44679"/>
                  </a:lnTo>
                  <a:lnTo>
                    <a:pt x="109951" y="41086"/>
                  </a:lnTo>
                  <a:lnTo>
                    <a:pt x="105855" y="37624"/>
                  </a:lnTo>
                  <a:lnTo>
                    <a:pt x="101650" y="34294"/>
                  </a:lnTo>
                  <a:lnTo>
                    <a:pt x="97340" y="31102"/>
                  </a:lnTo>
                  <a:lnTo>
                    <a:pt x="92930" y="28049"/>
                  </a:lnTo>
                  <a:lnTo>
                    <a:pt x="88424" y="25139"/>
                  </a:lnTo>
                  <a:lnTo>
                    <a:pt x="83828" y="22375"/>
                  </a:lnTo>
                  <a:lnTo>
                    <a:pt x="79145" y="19761"/>
                  </a:lnTo>
                  <a:lnTo>
                    <a:pt x="74380" y="17297"/>
                  </a:lnTo>
                  <a:lnTo>
                    <a:pt x="69539" y="14988"/>
                  </a:lnTo>
                  <a:lnTo>
                    <a:pt x="64626" y="12835"/>
                  </a:lnTo>
                  <a:lnTo>
                    <a:pt x="59647" y="10842"/>
                  </a:lnTo>
                  <a:lnTo>
                    <a:pt x="54607" y="9008"/>
                  </a:lnTo>
                  <a:lnTo>
                    <a:pt x="49510" y="7338"/>
                  </a:lnTo>
                  <a:lnTo>
                    <a:pt x="44362" y="5832"/>
                  </a:lnTo>
                  <a:lnTo>
                    <a:pt x="39169" y="4491"/>
                  </a:lnTo>
                  <a:lnTo>
                    <a:pt x="33935" y="3318"/>
                  </a:lnTo>
                  <a:lnTo>
                    <a:pt x="28666" y="2314"/>
                  </a:lnTo>
                  <a:lnTo>
                    <a:pt x="23368" y="1479"/>
                  </a:lnTo>
                  <a:lnTo>
                    <a:pt x="18046" y="815"/>
                  </a:lnTo>
                  <a:lnTo>
                    <a:pt x="12705" y="321"/>
                  </a:lnTo>
                  <a:lnTo>
                    <a:pt x="7351" y="0"/>
                  </a:lnTo>
                  <a:lnTo>
                    <a:pt x="0" y="1670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7351" cy="167167"/>
            </a:xfrm>
            <a:custGeom>
              <a:avLst/>
              <a:pathLst>
                <a:path w="7351" h="167167">
                  <a:moveTo>
                    <a:pt x="7351" y="16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tx81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2025-06-05T19:38:39Z</dcterms:modified>
  <cp:category/>
</cp:coreProperties>
</file>