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7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336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08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7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7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9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7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36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7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77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7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78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7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78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8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62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49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9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2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7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36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2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8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78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73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9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1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5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6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0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7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6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0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36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08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11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36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36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8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8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36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0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8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1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6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0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6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9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9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7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62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5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7253" y="3170392"/>
              <a:ext cx="56525" cy="167167"/>
            </a:xfrm>
            <a:custGeom>
              <a:avLst/>
              <a:pathLst>
                <a:path w="56525" h="167167">
                  <a:moveTo>
                    <a:pt x="56525" y="0"/>
                  </a:moveTo>
                  <a:lnTo>
                    <a:pt x="50120" y="122"/>
                  </a:lnTo>
                  <a:lnTo>
                    <a:pt x="43724" y="490"/>
                  </a:lnTo>
                  <a:lnTo>
                    <a:pt x="37347" y="1103"/>
                  </a:lnTo>
                  <a:lnTo>
                    <a:pt x="30998" y="1960"/>
                  </a:lnTo>
                  <a:lnTo>
                    <a:pt x="24686" y="3060"/>
                  </a:lnTo>
                  <a:lnTo>
                    <a:pt x="18422" y="4400"/>
                  </a:lnTo>
                  <a:lnTo>
                    <a:pt x="12213" y="5980"/>
                  </a:lnTo>
                  <a:lnTo>
                    <a:pt x="6069" y="7796"/>
                  </a:lnTo>
                  <a:lnTo>
                    <a:pt x="0" y="9846"/>
                  </a:lnTo>
                  <a:lnTo>
                    <a:pt x="565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0" y="3170853"/>
              <a:ext cx="334322" cy="333869"/>
            </a:xfrm>
            <a:custGeom>
              <a:avLst/>
              <a:pathLst>
                <a:path w="334322" h="333869">
                  <a:moveTo>
                    <a:pt x="110632" y="9385"/>
                  </a:moveTo>
                  <a:lnTo>
                    <a:pt x="105675" y="11256"/>
                  </a:lnTo>
                  <a:lnTo>
                    <a:pt x="100779" y="13282"/>
                  </a:lnTo>
                  <a:lnTo>
                    <a:pt x="95950" y="15463"/>
                  </a:lnTo>
                  <a:lnTo>
                    <a:pt x="91193" y="17796"/>
                  </a:lnTo>
                  <a:lnTo>
                    <a:pt x="86512" y="20278"/>
                  </a:lnTo>
                  <a:lnTo>
                    <a:pt x="81912" y="22907"/>
                  </a:lnTo>
                  <a:lnTo>
                    <a:pt x="77397" y="25681"/>
                  </a:lnTo>
                  <a:lnTo>
                    <a:pt x="72973" y="28597"/>
                  </a:lnTo>
                  <a:lnTo>
                    <a:pt x="68644" y="31651"/>
                  </a:lnTo>
                  <a:lnTo>
                    <a:pt x="64413" y="34841"/>
                  </a:lnTo>
                  <a:lnTo>
                    <a:pt x="60286" y="38163"/>
                  </a:lnTo>
                  <a:lnTo>
                    <a:pt x="56265" y="41615"/>
                  </a:lnTo>
                  <a:lnTo>
                    <a:pt x="52357" y="45192"/>
                  </a:lnTo>
                  <a:lnTo>
                    <a:pt x="48564" y="48891"/>
                  </a:lnTo>
                  <a:lnTo>
                    <a:pt x="44889" y="52709"/>
                  </a:lnTo>
                  <a:lnTo>
                    <a:pt x="41338" y="56641"/>
                  </a:lnTo>
                  <a:lnTo>
                    <a:pt x="37913" y="60684"/>
                  </a:lnTo>
                  <a:lnTo>
                    <a:pt x="34618" y="64833"/>
                  </a:lnTo>
                  <a:lnTo>
                    <a:pt x="31456" y="69085"/>
                  </a:lnTo>
                  <a:lnTo>
                    <a:pt x="28430" y="73434"/>
                  </a:lnTo>
                  <a:lnTo>
                    <a:pt x="25544" y="77878"/>
                  </a:lnTo>
                  <a:lnTo>
                    <a:pt x="22800" y="82410"/>
                  </a:lnTo>
                  <a:lnTo>
                    <a:pt x="20201" y="87027"/>
                  </a:lnTo>
                  <a:lnTo>
                    <a:pt x="17750" y="91725"/>
                  </a:lnTo>
                  <a:lnTo>
                    <a:pt x="15449" y="96498"/>
                  </a:lnTo>
                  <a:lnTo>
                    <a:pt x="13300" y="101341"/>
                  </a:lnTo>
                  <a:lnTo>
                    <a:pt x="11306" y="106250"/>
                  </a:lnTo>
                  <a:lnTo>
                    <a:pt x="9468" y="111219"/>
                  </a:lnTo>
                  <a:lnTo>
                    <a:pt x="7789" y="116245"/>
                  </a:lnTo>
                  <a:lnTo>
                    <a:pt x="6269" y="121321"/>
                  </a:lnTo>
                  <a:lnTo>
                    <a:pt x="4912" y="126442"/>
                  </a:lnTo>
                  <a:lnTo>
                    <a:pt x="3717" y="131604"/>
                  </a:lnTo>
                  <a:lnTo>
                    <a:pt x="2687" y="136802"/>
                  </a:lnTo>
                  <a:lnTo>
                    <a:pt x="1822" y="142029"/>
                  </a:lnTo>
                  <a:lnTo>
                    <a:pt x="1123" y="147281"/>
                  </a:lnTo>
                  <a:lnTo>
                    <a:pt x="591" y="152553"/>
                  </a:lnTo>
                  <a:lnTo>
                    <a:pt x="226" y="157839"/>
                  </a:lnTo>
                  <a:lnTo>
                    <a:pt x="29" y="163134"/>
                  </a:lnTo>
                  <a:lnTo>
                    <a:pt x="0" y="168432"/>
                  </a:lnTo>
                  <a:lnTo>
                    <a:pt x="138" y="173729"/>
                  </a:lnTo>
                  <a:lnTo>
                    <a:pt x="445" y="179018"/>
                  </a:lnTo>
                  <a:lnTo>
                    <a:pt x="919" y="184296"/>
                  </a:lnTo>
                  <a:lnTo>
                    <a:pt x="1560" y="189555"/>
                  </a:lnTo>
                  <a:lnTo>
                    <a:pt x="2367" y="194792"/>
                  </a:lnTo>
                  <a:lnTo>
                    <a:pt x="3340" y="200000"/>
                  </a:lnTo>
                  <a:lnTo>
                    <a:pt x="4477" y="205175"/>
                  </a:lnTo>
                  <a:lnTo>
                    <a:pt x="5778" y="210311"/>
                  </a:lnTo>
                  <a:lnTo>
                    <a:pt x="7241" y="215404"/>
                  </a:lnTo>
                  <a:lnTo>
                    <a:pt x="8865" y="220448"/>
                  </a:lnTo>
                  <a:lnTo>
                    <a:pt x="10647" y="225437"/>
                  </a:lnTo>
                  <a:lnTo>
                    <a:pt x="12587" y="230368"/>
                  </a:lnTo>
                  <a:lnTo>
                    <a:pt x="14683" y="235234"/>
                  </a:lnTo>
                  <a:lnTo>
                    <a:pt x="16931" y="240032"/>
                  </a:lnTo>
                  <a:lnTo>
                    <a:pt x="19330" y="244756"/>
                  </a:lnTo>
                  <a:lnTo>
                    <a:pt x="21878" y="249402"/>
                  </a:lnTo>
                  <a:lnTo>
                    <a:pt x="24572" y="253965"/>
                  </a:lnTo>
                  <a:lnTo>
                    <a:pt x="27409" y="258440"/>
                  </a:lnTo>
                  <a:lnTo>
                    <a:pt x="30386" y="262822"/>
                  </a:lnTo>
                  <a:lnTo>
                    <a:pt x="33501" y="267109"/>
                  </a:lnTo>
                  <a:lnTo>
                    <a:pt x="36750" y="271294"/>
                  </a:lnTo>
                  <a:lnTo>
                    <a:pt x="40130" y="275374"/>
                  </a:lnTo>
                  <a:lnTo>
                    <a:pt x="43638" y="279346"/>
                  </a:lnTo>
                  <a:lnTo>
                    <a:pt x="47270" y="283204"/>
                  </a:lnTo>
                  <a:lnTo>
                    <a:pt x="51022" y="286945"/>
                  </a:lnTo>
                  <a:lnTo>
                    <a:pt x="54891" y="290565"/>
                  </a:lnTo>
                  <a:lnTo>
                    <a:pt x="58872" y="294060"/>
                  </a:lnTo>
                  <a:lnTo>
                    <a:pt x="62963" y="297428"/>
                  </a:lnTo>
                  <a:lnTo>
                    <a:pt x="67158" y="300665"/>
                  </a:lnTo>
                  <a:lnTo>
                    <a:pt x="71454" y="303767"/>
                  </a:lnTo>
                  <a:lnTo>
                    <a:pt x="75846" y="306731"/>
                  </a:lnTo>
                  <a:lnTo>
                    <a:pt x="80329" y="309554"/>
                  </a:lnTo>
                  <a:lnTo>
                    <a:pt x="84900" y="312234"/>
                  </a:lnTo>
                  <a:lnTo>
                    <a:pt x="89553" y="314768"/>
                  </a:lnTo>
                  <a:lnTo>
                    <a:pt x="94284" y="317153"/>
                  </a:lnTo>
                  <a:lnTo>
                    <a:pt x="99089" y="319387"/>
                  </a:lnTo>
                  <a:lnTo>
                    <a:pt x="103962" y="321468"/>
                  </a:lnTo>
                  <a:lnTo>
                    <a:pt x="108898" y="323393"/>
                  </a:lnTo>
                  <a:lnTo>
                    <a:pt x="113893" y="325160"/>
                  </a:lnTo>
                  <a:lnTo>
                    <a:pt x="118942" y="326769"/>
                  </a:lnTo>
                  <a:lnTo>
                    <a:pt x="124039" y="328216"/>
                  </a:lnTo>
                  <a:lnTo>
                    <a:pt x="129179" y="329502"/>
                  </a:lnTo>
                  <a:lnTo>
                    <a:pt x="134357" y="330624"/>
                  </a:lnTo>
                  <a:lnTo>
                    <a:pt x="139568" y="331581"/>
                  </a:lnTo>
                  <a:lnTo>
                    <a:pt x="144808" y="332372"/>
                  </a:lnTo>
                  <a:lnTo>
                    <a:pt x="150069" y="332997"/>
                  </a:lnTo>
                  <a:lnTo>
                    <a:pt x="155348" y="333456"/>
                  </a:lnTo>
                  <a:lnTo>
                    <a:pt x="160638" y="333746"/>
                  </a:lnTo>
                  <a:lnTo>
                    <a:pt x="165935" y="333869"/>
                  </a:lnTo>
                  <a:lnTo>
                    <a:pt x="171234" y="333824"/>
                  </a:lnTo>
                  <a:lnTo>
                    <a:pt x="176528" y="333610"/>
                  </a:lnTo>
                  <a:lnTo>
                    <a:pt x="181813" y="333230"/>
                  </a:lnTo>
                  <a:lnTo>
                    <a:pt x="187083" y="332682"/>
                  </a:lnTo>
                  <a:lnTo>
                    <a:pt x="192333" y="331967"/>
                  </a:lnTo>
                  <a:lnTo>
                    <a:pt x="197557" y="331086"/>
                  </a:lnTo>
                  <a:lnTo>
                    <a:pt x="202752" y="330040"/>
                  </a:lnTo>
                  <a:lnTo>
                    <a:pt x="207910" y="328830"/>
                  </a:lnTo>
                  <a:lnTo>
                    <a:pt x="213028" y="327457"/>
                  </a:lnTo>
                  <a:lnTo>
                    <a:pt x="218099" y="325923"/>
                  </a:lnTo>
                  <a:lnTo>
                    <a:pt x="223119" y="324228"/>
                  </a:lnTo>
                  <a:lnTo>
                    <a:pt x="228083" y="322375"/>
                  </a:lnTo>
                  <a:lnTo>
                    <a:pt x="232986" y="320366"/>
                  </a:lnTo>
                  <a:lnTo>
                    <a:pt x="237823" y="318203"/>
                  </a:lnTo>
                  <a:lnTo>
                    <a:pt x="242589" y="315887"/>
                  </a:lnTo>
                  <a:lnTo>
                    <a:pt x="247279" y="313422"/>
                  </a:lnTo>
                  <a:lnTo>
                    <a:pt x="251888" y="310809"/>
                  </a:lnTo>
                  <a:lnTo>
                    <a:pt x="256412" y="308052"/>
                  </a:lnTo>
                  <a:lnTo>
                    <a:pt x="260847" y="305152"/>
                  </a:lnTo>
                  <a:lnTo>
                    <a:pt x="265188" y="302113"/>
                  </a:lnTo>
                  <a:lnTo>
                    <a:pt x="269430" y="298938"/>
                  </a:lnTo>
                  <a:lnTo>
                    <a:pt x="273569" y="295631"/>
                  </a:lnTo>
                  <a:lnTo>
                    <a:pt x="277601" y="292194"/>
                  </a:lnTo>
                  <a:lnTo>
                    <a:pt x="281523" y="288631"/>
                  </a:lnTo>
                  <a:lnTo>
                    <a:pt x="285329" y="284945"/>
                  </a:lnTo>
                  <a:lnTo>
                    <a:pt x="289017" y="281140"/>
                  </a:lnTo>
                  <a:lnTo>
                    <a:pt x="292583" y="277221"/>
                  </a:lnTo>
                  <a:lnTo>
                    <a:pt x="296022" y="273191"/>
                  </a:lnTo>
                  <a:lnTo>
                    <a:pt x="299332" y="269053"/>
                  </a:lnTo>
                  <a:lnTo>
                    <a:pt x="302509" y="264813"/>
                  </a:lnTo>
                  <a:lnTo>
                    <a:pt x="305550" y="260474"/>
                  </a:lnTo>
                  <a:lnTo>
                    <a:pt x="308453" y="256041"/>
                  </a:lnTo>
                  <a:lnTo>
                    <a:pt x="311213" y="251518"/>
                  </a:lnTo>
                  <a:lnTo>
                    <a:pt x="313828" y="246911"/>
                  </a:lnTo>
                  <a:lnTo>
                    <a:pt x="316296" y="242222"/>
                  </a:lnTo>
                  <a:lnTo>
                    <a:pt x="318615" y="237458"/>
                  </a:lnTo>
                  <a:lnTo>
                    <a:pt x="320781" y="232622"/>
                  </a:lnTo>
                  <a:lnTo>
                    <a:pt x="322793" y="227720"/>
                  </a:lnTo>
                  <a:lnTo>
                    <a:pt x="324648" y="222757"/>
                  </a:lnTo>
                  <a:lnTo>
                    <a:pt x="326345" y="217738"/>
                  </a:lnTo>
                  <a:lnTo>
                    <a:pt x="327883" y="212668"/>
                  </a:lnTo>
                  <a:lnTo>
                    <a:pt x="329259" y="207551"/>
                  </a:lnTo>
                  <a:lnTo>
                    <a:pt x="330472" y="202393"/>
                  </a:lnTo>
                  <a:lnTo>
                    <a:pt x="331521" y="197200"/>
                  </a:lnTo>
                  <a:lnTo>
                    <a:pt x="332405" y="191975"/>
                  </a:lnTo>
                  <a:lnTo>
                    <a:pt x="333122" y="186726"/>
                  </a:lnTo>
                  <a:lnTo>
                    <a:pt x="333673" y="181456"/>
                  </a:lnTo>
                  <a:lnTo>
                    <a:pt x="334057" y="176171"/>
                  </a:lnTo>
                  <a:lnTo>
                    <a:pt x="334273" y="170877"/>
                  </a:lnTo>
                  <a:lnTo>
                    <a:pt x="334322" y="165579"/>
                  </a:lnTo>
                  <a:lnTo>
                    <a:pt x="334202" y="160282"/>
                  </a:lnTo>
                  <a:lnTo>
                    <a:pt x="333914" y="154991"/>
                  </a:lnTo>
                  <a:lnTo>
                    <a:pt x="333459" y="149712"/>
                  </a:lnTo>
                  <a:lnTo>
                    <a:pt x="332837" y="144450"/>
                  </a:lnTo>
                  <a:lnTo>
                    <a:pt x="332049" y="139211"/>
                  </a:lnTo>
                  <a:lnTo>
                    <a:pt x="331095" y="133999"/>
                  </a:lnTo>
                  <a:lnTo>
                    <a:pt x="329976" y="128820"/>
                  </a:lnTo>
                  <a:lnTo>
                    <a:pt x="328693" y="123679"/>
                  </a:lnTo>
                  <a:lnTo>
                    <a:pt x="327249" y="118581"/>
                  </a:lnTo>
                  <a:lnTo>
                    <a:pt x="325643" y="113532"/>
                  </a:lnTo>
                  <a:lnTo>
                    <a:pt x="323878" y="108536"/>
                  </a:lnTo>
                  <a:lnTo>
                    <a:pt x="321956" y="103598"/>
                  </a:lnTo>
                  <a:lnTo>
                    <a:pt x="319878" y="98724"/>
                  </a:lnTo>
                  <a:lnTo>
                    <a:pt x="317647" y="93919"/>
                  </a:lnTo>
                  <a:lnTo>
                    <a:pt x="315265" y="89186"/>
                  </a:lnTo>
                  <a:lnTo>
                    <a:pt x="312734" y="84531"/>
                  </a:lnTo>
                  <a:lnTo>
                    <a:pt x="310056" y="79959"/>
                  </a:lnTo>
                  <a:lnTo>
                    <a:pt x="307235" y="75474"/>
                  </a:lnTo>
                  <a:lnTo>
                    <a:pt x="304274" y="71080"/>
                  </a:lnTo>
                  <a:lnTo>
                    <a:pt x="301174" y="66783"/>
                  </a:lnTo>
                  <a:lnTo>
                    <a:pt x="297940" y="62586"/>
                  </a:lnTo>
                  <a:lnTo>
                    <a:pt x="294575" y="58493"/>
                  </a:lnTo>
                  <a:lnTo>
                    <a:pt x="291081" y="54510"/>
                  </a:lnTo>
                  <a:lnTo>
                    <a:pt x="287463" y="50639"/>
                  </a:lnTo>
                  <a:lnTo>
                    <a:pt x="283725" y="46884"/>
                  </a:lnTo>
                  <a:lnTo>
                    <a:pt x="279869" y="43250"/>
                  </a:lnTo>
                  <a:lnTo>
                    <a:pt x="275900" y="39740"/>
                  </a:lnTo>
                  <a:lnTo>
                    <a:pt x="271821" y="36358"/>
                  </a:lnTo>
                  <a:lnTo>
                    <a:pt x="267638" y="33106"/>
                  </a:lnTo>
                  <a:lnTo>
                    <a:pt x="263353" y="29989"/>
                  </a:lnTo>
                  <a:lnTo>
                    <a:pt x="258972" y="27009"/>
                  </a:lnTo>
                  <a:lnTo>
                    <a:pt x="254499" y="24170"/>
                  </a:lnTo>
                  <a:lnTo>
                    <a:pt x="249938" y="21473"/>
                  </a:lnTo>
                  <a:lnTo>
                    <a:pt x="245293" y="18923"/>
                  </a:lnTo>
                  <a:lnTo>
                    <a:pt x="240571" y="16521"/>
                  </a:lnTo>
                  <a:lnTo>
                    <a:pt x="235774" y="14270"/>
                  </a:lnTo>
                  <a:lnTo>
                    <a:pt x="230909" y="12172"/>
                  </a:lnTo>
                  <a:lnTo>
                    <a:pt x="225979" y="10229"/>
                  </a:lnTo>
                  <a:lnTo>
                    <a:pt x="220991" y="8443"/>
                  </a:lnTo>
                  <a:lnTo>
                    <a:pt x="215948" y="6817"/>
                  </a:lnTo>
                  <a:lnTo>
                    <a:pt x="210856" y="5351"/>
                  </a:lnTo>
                  <a:lnTo>
                    <a:pt x="205721" y="4047"/>
                  </a:lnTo>
                  <a:lnTo>
                    <a:pt x="200546" y="2907"/>
                  </a:lnTo>
                  <a:lnTo>
                    <a:pt x="195339" y="1931"/>
                  </a:lnTo>
                  <a:lnTo>
                    <a:pt x="190102" y="1120"/>
                  </a:lnTo>
                  <a:lnTo>
                    <a:pt x="184843" y="476"/>
                  </a:lnTo>
                  <a:lnTo>
                    <a:pt x="179566" y="0"/>
                  </a:lnTo>
                  <a:lnTo>
                    <a:pt x="167158" y="166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12408" cy="167167"/>
            </a:xfrm>
            <a:custGeom>
              <a:avLst/>
              <a:pathLst>
                <a:path w="12408" h="167167">
                  <a:moveTo>
                    <a:pt x="12408" y="4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4" y="2633064"/>
              <a:ext cx="167157" cy="213567"/>
            </a:xfrm>
            <a:custGeom>
              <a:avLst/>
              <a:pathLst>
                <a:path w="167157" h="213567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1" y="1409"/>
                  </a:lnTo>
                  <a:lnTo>
                    <a:pt x="140118" y="2201"/>
                  </a:lnTo>
                  <a:lnTo>
                    <a:pt x="134773" y="3166"/>
                  </a:lnTo>
                  <a:lnTo>
                    <a:pt x="129462" y="4305"/>
                  </a:lnTo>
                  <a:lnTo>
                    <a:pt x="124191" y="5615"/>
                  </a:lnTo>
                  <a:lnTo>
                    <a:pt x="118966" y="7096"/>
                  </a:lnTo>
                  <a:lnTo>
                    <a:pt x="113791" y="8746"/>
                  </a:lnTo>
                  <a:lnTo>
                    <a:pt x="108673" y="10564"/>
                  </a:lnTo>
                  <a:lnTo>
                    <a:pt x="103616" y="12546"/>
                  </a:lnTo>
                  <a:lnTo>
                    <a:pt x="98626" y="14692"/>
                  </a:lnTo>
                  <a:lnTo>
                    <a:pt x="93709" y="16999"/>
                  </a:lnTo>
                  <a:lnTo>
                    <a:pt x="88870" y="19464"/>
                  </a:lnTo>
                  <a:lnTo>
                    <a:pt x="84112" y="22085"/>
                  </a:lnTo>
                  <a:lnTo>
                    <a:pt x="79443" y="24860"/>
                  </a:lnTo>
                  <a:lnTo>
                    <a:pt x="74866" y="27784"/>
                  </a:lnTo>
                  <a:lnTo>
                    <a:pt x="70387" y="30856"/>
                  </a:lnTo>
                  <a:lnTo>
                    <a:pt x="66010" y="34072"/>
                  </a:lnTo>
                  <a:lnTo>
                    <a:pt x="61739" y="37428"/>
                  </a:lnTo>
                  <a:lnTo>
                    <a:pt x="57580" y="40921"/>
                  </a:lnTo>
                  <a:lnTo>
                    <a:pt x="53537" y="44547"/>
                  </a:lnTo>
                  <a:lnTo>
                    <a:pt x="49613" y="48303"/>
                  </a:lnTo>
                  <a:lnTo>
                    <a:pt x="45814" y="52185"/>
                  </a:lnTo>
                  <a:lnTo>
                    <a:pt x="42143" y="56187"/>
                  </a:lnTo>
                  <a:lnTo>
                    <a:pt x="38603" y="60307"/>
                  </a:lnTo>
                  <a:lnTo>
                    <a:pt x="35200" y="64540"/>
                  </a:lnTo>
                  <a:lnTo>
                    <a:pt x="31935" y="68881"/>
                  </a:lnTo>
                  <a:lnTo>
                    <a:pt x="28814" y="73325"/>
                  </a:lnTo>
                  <a:lnTo>
                    <a:pt x="25838" y="77869"/>
                  </a:lnTo>
                  <a:lnTo>
                    <a:pt x="23012" y="82507"/>
                  </a:lnTo>
                  <a:lnTo>
                    <a:pt x="20338" y="87235"/>
                  </a:lnTo>
                  <a:lnTo>
                    <a:pt x="17818" y="92047"/>
                  </a:lnTo>
                  <a:lnTo>
                    <a:pt x="15457" y="96938"/>
                  </a:lnTo>
                  <a:lnTo>
                    <a:pt x="13255" y="101903"/>
                  </a:lnTo>
                  <a:lnTo>
                    <a:pt x="11216" y="106937"/>
                  </a:lnTo>
                  <a:lnTo>
                    <a:pt x="9342" y="112035"/>
                  </a:lnTo>
                  <a:lnTo>
                    <a:pt x="7634" y="117191"/>
                  </a:lnTo>
                  <a:lnTo>
                    <a:pt x="6095" y="122399"/>
                  </a:lnTo>
                  <a:lnTo>
                    <a:pt x="4726" y="127655"/>
                  </a:lnTo>
                  <a:lnTo>
                    <a:pt x="3528" y="132953"/>
                  </a:lnTo>
                  <a:lnTo>
                    <a:pt x="2503" y="138287"/>
                  </a:lnTo>
                  <a:lnTo>
                    <a:pt x="1651" y="143651"/>
                  </a:lnTo>
                  <a:lnTo>
                    <a:pt x="975" y="149040"/>
                  </a:lnTo>
                  <a:lnTo>
                    <a:pt x="474" y="154448"/>
                  </a:lnTo>
                  <a:lnTo>
                    <a:pt x="148" y="159870"/>
                  </a:lnTo>
                  <a:lnTo>
                    <a:pt x="0" y="165299"/>
                  </a:lnTo>
                  <a:lnTo>
                    <a:pt x="27" y="170731"/>
                  </a:lnTo>
                  <a:lnTo>
                    <a:pt x="231" y="176158"/>
                  </a:lnTo>
                  <a:lnTo>
                    <a:pt x="611" y="181576"/>
                  </a:lnTo>
                  <a:lnTo>
                    <a:pt x="1167" y="186979"/>
                  </a:lnTo>
                  <a:lnTo>
                    <a:pt x="1899" y="192361"/>
                  </a:lnTo>
                  <a:lnTo>
                    <a:pt x="2804" y="197716"/>
                  </a:lnTo>
                  <a:lnTo>
                    <a:pt x="3883" y="203040"/>
                  </a:lnTo>
                  <a:lnTo>
                    <a:pt x="5135" y="208325"/>
                  </a:lnTo>
                  <a:lnTo>
                    <a:pt x="6558" y="21356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8412" y="2800231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8412" y="2672427"/>
              <a:ext cx="327759" cy="294954"/>
            </a:xfrm>
            <a:custGeom>
              <a:avLst/>
              <a:pathLst>
                <a:path w="327759" h="294954">
                  <a:moveTo>
                    <a:pt x="0" y="174203"/>
                  </a:moveTo>
                  <a:lnTo>
                    <a:pt x="1560" y="179299"/>
                  </a:lnTo>
                  <a:lnTo>
                    <a:pt x="3283" y="184343"/>
                  </a:lnTo>
                  <a:lnTo>
                    <a:pt x="5165" y="189330"/>
                  </a:lnTo>
                  <a:lnTo>
                    <a:pt x="7206" y="194254"/>
                  </a:lnTo>
                  <a:lnTo>
                    <a:pt x="9402" y="199110"/>
                  </a:lnTo>
                  <a:lnTo>
                    <a:pt x="11753" y="203894"/>
                  </a:lnTo>
                  <a:lnTo>
                    <a:pt x="14254" y="208601"/>
                  </a:lnTo>
                  <a:lnTo>
                    <a:pt x="16904" y="213225"/>
                  </a:lnTo>
                  <a:lnTo>
                    <a:pt x="19701" y="217763"/>
                  </a:lnTo>
                  <a:lnTo>
                    <a:pt x="22640" y="222209"/>
                  </a:lnTo>
                  <a:lnTo>
                    <a:pt x="25720" y="226559"/>
                  </a:lnTo>
                  <a:lnTo>
                    <a:pt x="28937" y="230809"/>
                  </a:lnTo>
                  <a:lnTo>
                    <a:pt x="32288" y="234954"/>
                  </a:lnTo>
                  <a:lnTo>
                    <a:pt x="35769" y="238990"/>
                  </a:lnTo>
                  <a:lnTo>
                    <a:pt x="39377" y="242913"/>
                  </a:lnTo>
                  <a:lnTo>
                    <a:pt x="43108" y="246720"/>
                  </a:lnTo>
                  <a:lnTo>
                    <a:pt x="46959" y="250405"/>
                  </a:lnTo>
                  <a:lnTo>
                    <a:pt x="50926" y="253965"/>
                  </a:lnTo>
                  <a:lnTo>
                    <a:pt x="55003" y="257398"/>
                  </a:lnTo>
                  <a:lnTo>
                    <a:pt x="59189" y="260698"/>
                  </a:lnTo>
                  <a:lnTo>
                    <a:pt x="63477" y="263864"/>
                  </a:lnTo>
                  <a:lnTo>
                    <a:pt x="67864" y="266891"/>
                  </a:lnTo>
                  <a:lnTo>
                    <a:pt x="72345" y="269776"/>
                  </a:lnTo>
                  <a:lnTo>
                    <a:pt x="76916" y="272518"/>
                  </a:lnTo>
                  <a:lnTo>
                    <a:pt x="81572" y="275112"/>
                  </a:lnTo>
                  <a:lnTo>
                    <a:pt x="86309" y="277557"/>
                  </a:lnTo>
                  <a:lnTo>
                    <a:pt x="91121" y="279849"/>
                  </a:lnTo>
                  <a:lnTo>
                    <a:pt x="96003" y="281986"/>
                  </a:lnTo>
                  <a:lnTo>
                    <a:pt x="100952" y="283967"/>
                  </a:lnTo>
                  <a:lnTo>
                    <a:pt x="105960" y="285790"/>
                  </a:lnTo>
                  <a:lnTo>
                    <a:pt x="111025" y="287451"/>
                  </a:lnTo>
                  <a:lnTo>
                    <a:pt x="116140" y="288950"/>
                  </a:lnTo>
                  <a:lnTo>
                    <a:pt x="121300" y="290286"/>
                  </a:lnTo>
                  <a:lnTo>
                    <a:pt x="126500" y="291456"/>
                  </a:lnTo>
                  <a:lnTo>
                    <a:pt x="131734" y="292460"/>
                  </a:lnTo>
                  <a:lnTo>
                    <a:pt x="136998" y="293297"/>
                  </a:lnTo>
                  <a:lnTo>
                    <a:pt x="142286" y="293965"/>
                  </a:lnTo>
                  <a:lnTo>
                    <a:pt x="147593" y="294464"/>
                  </a:lnTo>
                  <a:lnTo>
                    <a:pt x="152913" y="294794"/>
                  </a:lnTo>
                  <a:lnTo>
                    <a:pt x="158240" y="294954"/>
                  </a:lnTo>
                  <a:lnTo>
                    <a:pt x="163571" y="294944"/>
                  </a:lnTo>
                  <a:lnTo>
                    <a:pt x="168898" y="294765"/>
                  </a:lnTo>
                  <a:lnTo>
                    <a:pt x="174216" y="294415"/>
                  </a:lnTo>
                  <a:lnTo>
                    <a:pt x="179521" y="293896"/>
                  </a:lnTo>
                  <a:lnTo>
                    <a:pt x="184806" y="293209"/>
                  </a:lnTo>
                  <a:lnTo>
                    <a:pt x="190067" y="292353"/>
                  </a:lnTo>
                  <a:lnTo>
                    <a:pt x="195298" y="291330"/>
                  </a:lnTo>
                  <a:lnTo>
                    <a:pt x="200494" y="290140"/>
                  </a:lnTo>
                  <a:lnTo>
                    <a:pt x="205649" y="288786"/>
                  </a:lnTo>
                  <a:lnTo>
                    <a:pt x="210758" y="287268"/>
                  </a:lnTo>
                  <a:lnTo>
                    <a:pt x="215817" y="285588"/>
                  </a:lnTo>
                  <a:lnTo>
                    <a:pt x="220819" y="283747"/>
                  </a:lnTo>
                  <a:lnTo>
                    <a:pt x="225760" y="281748"/>
                  </a:lnTo>
                  <a:lnTo>
                    <a:pt x="230634" y="279593"/>
                  </a:lnTo>
                  <a:lnTo>
                    <a:pt x="235438" y="277283"/>
                  </a:lnTo>
                  <a:lnTo>
                    <a:pt x="240165" y="274821"/>
                  </a:lnTo>
                  <a:lnTo>
                    <a:pt x="244812" y="272209"/>
                  </a:lnTo>
                  <a:lnTo>
                    <a:pt x="249373" y="269451"/>
                  </a:lnTo>
                  <a:lnTo>
                    <a:pt x="253843" y="266549"/>
                  </a:lnTo>
                  <a:lnTo>
                    <a:pt x="258219" y="263506"/>
                  </a:lnTo>
                  <a:lnTo>
                    <a:pt x="262496" y="260325"/>
                  </a:lnTo>
                  <a:lnTo>
                    <a:pt x="266669" y="257009"/>
                  </a:lnTo>
                  <a:lnTo>
                    <a:pt x="270734" y="253561"/>
                  </a:lnTo>
                  <a:lnTo>
                    <a:pt x="274687" y="249986"/>
                  </a:lnTo>
                  <a:lnTo>
                    <a:pt x="278525" y="246287"/>
                  </a:lnTo>
                  <a:lnTo>
                    <a:pt x="282242" y="242467"/>
                  </a:lnTo>
                  <a:lnTo>
                    <a:pt x="285836" y="238531"/>
                  </a:lnTo>
                  <a:lnTo>
                    <a:pt x="289302" y="234482"/>
                  </a:lnTo>
                  <a:lnTo>
                    <a:pt x="292638" y="230325"/>
                  </a:lnTo>
                  <a:lnTo>
                    <a:pt x="295839" y="226063"/>
                  </a:lnTo>
                  <a:lnTo>
                    <a:pt x="298903" y="221702"/>
                  </a:lnTo>
                  <a:lnTo>
                    <a:pt x="301826" y="217245"/>
                  </a:lnTo>
                  <a:lnTo>
                    <a:pt x="304606" y="212697"/>
                  </a:lnTo>
                  <a:lnTo>
                    <a:pt x="307239" y="208063"/>
                  </a:lnTo>
                  <a:lnTo>
                    <a:pt x="309723" y="203347"/>
                  </a:lnTo>
                  <a:lnTo>
                    <a:pt x="312056" y="198554"/>
                  </a:lnTo>
                  <a:lnTo>
                    <a:pt x="314234" y="193690"/>
                  </a:lnTo>
                  <a:lnTo>
                    <a:pt x="316256" y="188759"/>
                  </a:lnTo>
                  <a:lnTo>
                    <a:pt x="318121" y="183765"/>
                  </a:lnTo>
                  <a:lnTo>
                    <a:pt x="319825" y="178715"/>
                  </a:lnTo>
                  <a:lnTo>
                    <a:pt x="321367" y="173613"/>
                  </a:lnTo>
                  <a:lnTo>
                    <a:pt x="322746" y="168464"/>
                  </a:lnTo>
                  <a:lnTo>
                    <a:pt x="323959" y="163274"/>
                  </a:lnTo>
                  <a:lnTo>
                    <a:pt x="325007" y="158048"/>
                  </a:lnTo>
                  <a:lnTo>
                    <a:pt x="325888" y="152791"/>
                  </a:lnTo>
                  <a:lnTo>
                    <a:pt x="326600" y="147509"/>
                  </a:lnTo>
                  <a:lnTo>
                    <a:pt x="327144" y="142207"/>
                  </a:lnTo>
                  <a:lnTo>
                    <a:pt x="327519" y="136890"/>
                  </a:lnTo>
                  <a:lnTo>
                    <a:pt x="327724" y="131564"/>
                  </a:lnTo>
                  <a:lnTo>
                    <a:pt x="327759" y="126234"/>
                  </a:lnTo>
                  <a:lnTo>
                    <a:pt x="327624" y="120906"/>
                  </a:lnTo>
                  <a:lnTo>
                    <a:pt x="327319" y="115584"/>
                  </a:lnTo>
                  <a:lnTo>
                    <a:pt x="326844" y="110275"/>
                  </a:lnTo>
                  <a:lnTo>
                    <a:pt x="326201" y="104984"/>
                  </a:lnTo>
                  <a:lnTo>
                    <a:pt x="325389" y="99716"/>
                  </a:lnTo>
                  <a:lnTo>
                    <a:pt x="324410" y="94477"/>
                  </a:lnTo>
                  <a:lnTo>
                    <a:pt x="323265" y="89272"/>
                  </a:lnTo>
                  <a:lnTo>
                    <a:pt x="321953" y="84105"/>
                  </a:lnTo>
                  <a:lnTo>
                    <a:pt x="320478" y="78983"/>
                  </a:lnTo>
                  <a:lnTo>
                    <a:pt x="318841" y="73911"/>
                  </a:lnTo>
                  <a:lnTo>
                    <a:pt x="317042" y="68894"/>
                  </a:lnTo>
                  <a:lnTo>
                    <a:pt x="315085" y="63936"/>
                  </a:lnTo>
                  <a:lnTo>
                    <a:pt x="312970" y="59044"/>
                  </a:lnTo>
                  <a:lnTo>
                    <a:pt x="310700" y="54221"/>
                  </a:lnTo>
                  <a:lnTo>
                    <a:pt x="308278" y="49473"/>
                  </a:lnTo>
                  <a:lnTo>
                    <a:pt x="305706" y="44805"/>
                  </a:lnTo>
                  <a:lnTo>
                    <a:pt x="302986" y="40221"/>
                  </a:lnTo>
                  <a:lnTo>
                    <a:pt x="300122" y="35726"/>
                  </a:lnTo>
                  <a:lnTo>
                    <a:pt x="297115" y="31325"/>
                  </a:lnTo>
                  <a:lnTo>
                    <a:pt x="293970" y="27022"/>
                  </a:lnTo>
                  <a:lnTo>
                    <a:pt x="290689" y="22821"/>
                  </a:lnTo>
                  <a:lnTo>
                    <a:pt x="287276" y="18727"/>
                  </a:lnTo>
                  <a:lnTo>
                    <a:pt x="283734" y="14744"/>
                  </a:lnTo>
                  <a:lnTo>
                    <a:pt x="280067" y="10876"/>
                  </a:lnTo>
                  <a:lnTo>
                    <a:pt x="276279" y="7126"/>
                  </a:lnTo>
                  <a:lnTo>
                    <a:pt x="272373" y="3500"/>
                  </a:lnTo>
                  <a:lnTo>
                    <a:pt x="268353" y="0"/>
                  </a:lnTo>
                  <a:lnTo>
                    <a:pt x="160598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107754" cy="167167"/>
            </a:xfrm>
            <a:custGeom>
              <a:avLst/>
              <a:pathLst>
                <a:path w="107754" h="167167">
                  <a:moveTo>
                    <a:pt x="107754" y="39363"/>
                  </a:moveTo>
                  <a:lnTo>
                    <a:pt x="103432" y="35840"/>
                  </a:lnTo>
                  <a:lnTo>
                    <a:pt x="98995" y="32464"/>
                  </a:lnTo>
                  <a:lnTo>
                    <a:pt x="94447" y="29237"/>
                  </a:lnTo>
                  <a:lnTo>
                    <a:pt x="89795" y="26164"/>
                  </a:lnTo>
                  <a:lnTo>
                    <a:pt x="85042" y="23248"/>
                  </a:lnTo>
                  <a:lnTo>
                    <a:pt x="80195" y="20492"/>
                  </a:lnTo>
                  <a:lnTo>
                    <a:pt x="75259" y="17899"/>
                  </a:lnTo>
                  <a:lnTo>
                    <a:pt x="70239" y="15472"/>
                  </a:lnTo>
                  <a:lnTo>
                    <a:pt x="65141" y="13214"/>
                  </a:lnTo>
                  <a:lnTo>
                    <a:pt x="59970" y="11127"/>
                  </a:lnTo>
                  <a:lnTo>
                    <a:pt x="54733" y="9214"/>
                  </a:lnTo>
                  <a:lnTo>
                    <a:pt x="49434" y="7476"/>
                  </a:lnTo>
                  <a:lnTo>
                    <a:pt x="44081" y="5916"/>
                  </a:lnTo>
                  <a:lnTo>
                    <a:pt x="38679" y="4536"/>
                  </a:lnTo>
                  <a:lnTo>
                    <a:pt x="33233" y="3336"/>
                  </a:lnTo>
                  <a:lnTo>
                    <a:pt x="27751" y="2319"/>
                  </a:lnTo>
                  <a:lnTo>
                    <a:pt x="22238" y="1485"/>
                  </a:lnTo>
                  <a:lnTo>
                    <a:pt x="16700" y="836"/>
                  </a:lnTo>
                  <a:lnTo>
                    <a:pt x="11144" y="371"/>
                  </a:lnTo>
                  <a:lnTo>
                    <a:pt x="557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5538" y="2126963"/>
              <a:ext cx="102934" cy="167167"/>
            </a:xfrm>
            <a:custGeom>
              <a:avLst/>
              <a:pathLst>
                <a:path w="102934" h="167167">
                  <a:moveTo>
                    <a:pt x="102934" y="0"/>
                  </a:moveTo>
                  <a:lnTo>
                    <a:pt x="97390" y="91"/>
                  </a:lnTo>
                  <a:lnTo>
                    <a:pt x="91853" y="367"/>
                  </a:lnTo>
                  <a:lnTo>
                    <a:pt x="86328" y="826"/>
                  </a:lnTo>
                  <a:lnTo>
                    <a:pt x="80821" y="1468"/>
                  </a:lnTo>
                  <a:lnTo>
                    <a:pt x="75338" y="2293"/>
                  </a:lnTo>
                  <a:lnTo>
                    <a:pt x="69886" y="3299"/>
                  </a:lnTo>
                  <a:lnTo>
                    <a:pt x="64470" y="4485"/>
                  </a:lnTo>
                  <a:lnTo>
                    <a:pt x="59096" y="5850"/>
                  </a:lnTo>
                  <a:lnTo>
                    <a:pt x="53771" y="7392"/>
                  </a:lnTo>
                  <a:lnTo>
                    <a:pt x="48500" y="9110"/>
                  </a:lnTo>
                  <a:lnTo>
                    <a:pt x="43288" y="11002"/>
                  </a:lnTo>
                  <a:lnTo>
                    <a:pt x="38143" y="13066"/>
                  </a:lnTo>
                  <a:lnTo>
                    <a:pt x="33068" y="15299"/>
                  </a:lnTo>
                  <a:lnTo>
                    <a:pt x="28071" y="17700"/>
                  </a:lnTo>
                  <a:lnTo>
                    <a:pt x="23155" y="20264"/>
                  </a:lnTo>
                  <a:lnTo>
                    <a:pt x="18328" y="22991"/>
                  </a:lnTo>
                  <a:lnTo>
                    <a:pt x="13593" y="25876"/>
                  </a:lnTo>
                  <a:lnTo>
                    <a:pt x="8957" y="28916"/>
                  </a:lnTo>
                  <a:lnTo>
                    <a:pt x="4424" y="32108"/>
                  </a:lnTo>
                  <a:lnTo>
                    <a:pt x="0" y="35449"/>
                  </a:lnTo>
                  <a:lnTo>
                    <a:pt x="1029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21" y="2162413"/>
              <a:ext cx="253281" cy="298884"/>
            </a:xfrm>
            <a:custGeom>
              <a:avLst/>
              <a:pathLst>
                <a:path w="253281" h="298884">
                  <a:moveTo>
                    <a:pt x="64216" y="0"/>
                  </a:moveTo>
                  <a:lnTo>
                    <a:pt x="60082" y="3337"/>
                  </a:lnTo>
                  <a:lnTo>
                    <a:pt x="56056" y="6805"/>
                  </a:lnTo>
                  <a:lnTo>
                    <a:pt x="52143" y="10398"/>
                  </a:lnTo>
                  <a:lnTo>
                    <a:pt x="48345" y="14114"/>
                  </a:lnTo>
                  <a:lnTo>
                    <a:pt x="44668" y="17949"/>
                  </a:lnTo>
                  <a:lnTo>
                    <a:pt x="41114" y="21899"/>
                  </a:lnTo>
                  <a:lnTo>
                    <a:pt x="37688" y="25960"/>
                  </a:lnTo>
                  <a:lnTo>
                    <a:pt x="34393" y="30127"/>
                  </a:lnTo>
                  <a:lnTo>
                    <a:pt x="31231" y="34398"/>
                  </a:lnTo>
                  <a:lnTo>
                    <a:pt x="28207" y="38766"/>
                  </a:lnTo>
                  <a:lnTo>
                    <a:pt x="25323" y="43229"/>
                  </a:lnTo>
                  <a:lnTo>
                    <a:pt x="22583" y="47781"/>
                  </a:lnTo>
                  <a:lnTo>
                    <a:pt x="19988" y="52417"/>
                  </a:lnTo>
                  <a:lnTo>
                    <a:pt x="17543" y="57134"/>
                  </a:lnTo>
                  <a:lnTo>
                    <a:pt x="15248" y="61926"/>
                  </a:lnTo>
                  <a:lnTo>
                    <a:pt x="13107" y="66789"/>
                  </a:lnTo>
                  <a:lnTo>
                    <a:pt x="11121" y="71717"/>
                  </a:lnTo>
                  <a:lnTo>
                    <a:pt x="9293" y="76705"/>
                  </a:lnTo>
                  <a:lnTo>
                    <a:pt x="7625" y="81750"/>
                  </a:lnTo>
                  <a:lnTo>
                    <a:pt x="6118" y="86845"/>
                  </a:lnTo>
                  <a:lnTo>
                    <a:pt x="4773" y="91985"/>
                  </a:lnTo>
                  <a:lnTo>
                    <a:pt x="3592" y="97165"/>
                  </a:lnTo>
                  <a:lnTo>
                    <a:pt x="2577" y="102380"/>
                  </a:lnTo>
                  <a:lnTo>
                    <a:pt x="1728" y="107625"/>
                  </a:lnTo>
                  <a:lnTo>
                    <a:pt x="1046" y="112894"/>
                  </a:lnTo>
                  <a:lnTo>
                    <a:pt x="531" y="118182"/>
                  </a:lnTo>
                  <a:lnTo>
                    <a:pt x="185" y="123484"/>
                  </a:lnTo>
                  <a:lnTo>
                    <a:pt x="8" y="128794"/>
                  </a:lnTo>
                  <a:lnTo>
                    <a:pt x="0" y="134108"/>
                  </a:lnTo>
                  <a:lnTo>
                    <a:pt x="160" y="139418"/>
                  </a:lnTo>
                  <a:lnTo>
                    <a:pt x="489" y="144721"/>
                  </a:lnTo>
                  <a:lnTo>
                    <a:pt x="986" y="150011"/>
                  </a:lnTo>
                  <a:lnTo>
                    <a:pt x="1652" y="155282"/>
                  </a:lnTo>
                  <a:lnTo>
                    <a:pt x="2484" y="160530"/>
                  </a:lnTo>
                  <a:lnTo>
                    <a:pt x="3483" y="165748"/>
                  </a:lnTo>
                  <a:lnTo>
                    <a:pt x="4647" y="170932"/>
                  </a:lnTo>
                  <a:lnTo>
                    <a:pt x="5975" y="176077"/>
                  </a:lnTo>
                  <a:lnTo>
                    <a:pt x="7467" y="181176"/>
                  </a:lnTo>
                  <a:lnTo>
                    <a:pt x="9119" y="186226"/>
                  </a:lnTo>
                  <a:lnTo>
                    <a:pt x="10931" y="191220"/>
                  </a:lnTo>
                  <a:lnTo>
                    <a:pt x="12901" y="196155"/>
                  </a:lnTo>
                  <a:lnTo>
                    <a:pt x="15027" y="201024"/>
                  </a:lnTo>
                  <a:lnTo>
                    <a:pt x="17306" y="205824"/>
                  </a:lnTo>
                  <a:lnTo>
                    <a:pt x="19737" y="210548"/>
                  </a:lnTo>
                  <a:lnTo>
                    <a:pt x="22316" y="215193"/>
                  </a:lnTo>
                  <a:lnTo>
                    <a:pt x="25042" y="219754"/>
                  </a:lnTo>
                  <a:lnTo>
                    <a:pt x="27912" y="224225"/>
                  </a:lnTo>
                  <a:lnTo>
                    <a:pt x="30922" y="228603"/>
                  </a:lnTo>
                  <a:lnTo>
                    <a:pt x="34070" y="232884"/>
                  </a:lnTo>
                  <a:lnTo>
                    <a:pt x="37352" y="237062"/>
                  </a:lnTo>
                  <a:lnTo>
                    <a:pt x="40765" y="241133"/>
                  </a:lnTo>
                  <a:lnTo>
                    <a:pt x="44306" y="245094"/>
                  </a:lnTo>
                  <a:lnTo>
                    <a:pt x="47971" y="248941"/>
                  </a:lnTo>
                  <a:lnTo>
                    <a:pt x="51757" y="252669"/>
                  </a:lnTo>
                  <a:lnTo>
                    <a:pt x="55659" y="256275"/>
                  </a:lnTo>
                  <a:lnTo>
                    <a:pt x="59674" y="259755"/>
                  </a:lnTo>
                  <a:lnTo>
                    <a:pt x="63797" y="263106"/>
                  </a:lnTo>
                  <a:lnTo>
                    <a:pt x="68025" y="266324"/>
                  </a:lnTo>
                  <a:lnTo>
                    <a:pt x="72352" y="269407"/>
                  </a:lnTo>
                  <a:lnTo>
                    <a:pt x="76776" y="272350"/>
                  </a:lnTo>
                  <a:lnTo>
                    <a:pt x="81291" y="275151"/>
                  </a:lnTo>
                  <a:lnTo>
                    <a:pt x="85892" y="277807"/>
                  </a:lnTo>
                  <a:lnTo>
                    <a:pt x="90576" y="280315"/>
                  </a:lnTo>
                  <a:lnTo>
                    <a:pt x="95337" y="282674"/>
                  </a:lnTo>
                  <a:lnTo>
                    <a:pt x="100171" y="284880"/>
                  </a:lnTo>
                  <a:lnTo>
                    <a:pt x="105072" y="286931"/>
                  </a:lnTo>
                  <a:lnTo>
                    <a:pt x="110036" y="288825"/>
                  </a:lnTo>
                  <a:lnTo>
                    <a:pt x="115057" y="290561"/>
                  </a:lnTo>
                  <a:lnTo>
                    <a:pt x="120132" y="292136"/>
                  </a:lnTo>
                  <a:lnTo>
                    <a:pt x="125253" y="293549"/>
                  </a:lnTo>
                  <a:lnTo>
                    <a:pt x="130417" y="294799"/>
                  </a:lnTo>
                  <a:lnTo>
                    <a:pt x="135619" y="295884"/>
                  </a:lnTo>
                  <a:lnTo>
                    <a:pt x="140852" y="296803"/>
                  </a:lnTo>
                  <a:lnTo>
                    <a:pt x="146111" y="297555"/>
                  </a:lnTo>
                  <a:lnTo>
                    <a:pt x="151392" y="298140"/>
                  </a:lnTo>
                  <a:lnTo>
                    <a:pt x="156689" y="298557"/>
                  </a:lnTo>
                  <a:lnTo>
                    <a:pt x="161996" y="298805"/>
                  </a:lnTo>
                  <a:lnTo>
                    <a:pt x="167309" y="298884"/>
                  </a:lnTo>
                  <a:lnTo>
                    <a:pt x="172621" y="298795"/>
                  </a:lnTo>
                  <a:lnTo>
                    <a:pt x="177928" y="298537"/>
                  </a:lnTo>
                  <a:lnTo>
                    <a:pt x="183224" y="298110"/>
                  </a:lnTo>
                  <a:lnTo>
                    <a:pt x="188503" y="297515"/>
                  </a:lnTo>
                  <a:lnTo>
                    <a:pt x="193762" y="296753"/>
                  </a:lnTo>
                  <a:lnTo>
                    <a:pt x="198993" y="295824"/>
                  </a:lnTo>
                  <a:lnTo>
                    <a:pt x="204192" y="294729"/>
                  </a:lnTo>
                  <a:lnTo>
                    <a:pt x="209354" y="293469"/>
                  </a:lnTo>
                  <a:lnTo>
                    <a:pt x="214473" y="292046"/>
                  </a:lnTo>
                  <a:lnTo>
                    <a:pt x="219544" y="290462"/>
                  </a:lnTo>
                  <a:lnTo>
                    <a:pt x="224562" y="288716"/>
                  </a:lnTo>
                  <a:lnTo>
                    <a:pt x="229523" y="286813"/>
                  </a:lnTo>
                  <a:lnTo>
                    <a:pt x="234420" y="284752"/>
                  </a:lnTo>
                  <a:lnTo>
                    <a:pt x="239249" y="282537"/>
                  </a:lnTo>
                  <a:lnTo>
                    <a:pt x="244006" y="280169"/>
                  </a:lnTo>
                  <a:lnTo>
                    <a:pt x="248685" y="277652"/>
                  </a:lnTo>
                  <a:lnTo>
                    <a:pt x="253281" y="274987"/>
                  </a:lnTo>
                  <a:lnTo>
                    <a:pt x="167150" y="13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7" cy="310437"/>
            </a:xfrm>
            <a:custGeom>
              <a:avLst/>
              <a:pathLst>
                <a:path w="167167" h="310437">
                  <a:moveTo>
                    <a:pt x="86131" y="310437"/>
                  </a:moveTo>
                  <a:lnTo>
                    <a:pt x="90685" y="307599"/>
                  </a:lnTo>
                  <a:lnTo>
                    <a:pt x="95146" y="304616"/>
                  </a:lnTo>
                  <a:lnTo>
                    <a:pt x="99508" y="301491"/>
                  </a:lnTo>
                  <a:lnTo>
                    <a:pt x="103769" y="298228"/>
                  </a:lnTo>
                  <a:lnTo>
                    <a:pt x="107922" y="294830"/>
                  </a:lnTo>
                  <a:lnTo>
                    <a:pt x="111964" y="291300"/>
                  </a:lnTo>
                  <a:lnTo>
                    <a:pt x="115890" y="287642"/>
                  </a:lnTo>
                  <a:lnTo>
                    <a:pt x="119698" y="283860"/>
                  </a:lnTo>
                  <a:lnTo>
                    <a:pt x="123381" y="279958"/>
                  </a:lnTo>
                  <a:lnTo>
                    <a:pt x="126938" y="275940"/>
                  </a:lnTo>
                  <a:lnTo>
                    <a:pt x="130364" y="271810"/>
                  </a:lnTo>
                  <a:lnTo>
                    <a:pt x="133655" y="267571"/>
                  </a:lnTo>
                  <a:lnTo>
                    <a:pt x="136809" y="263230"/>
                  </a:lnTo>
                  <a:lnTo>
                    <a:pt x="139822" y="258789"/>
                  </a:lnTo>
                  <a:lnTo>
                    <a:pt x="142691" y="254254"/>
                  </a:lnTo>
                  <a:lnTo>
                    <a:pt x="145413" y="249629"/>
                  </a:lnTo>
                  <a:lnTo>
                    <a:pt x="147984" y="244919"/>
                  </a:lnTo>
                  <a:lnTo>
                    <a:pt x="150404" y="240129"/>
                  </a:lnTo>
                  <a:lnTo>
                    <a:pt x="152668" y="235264"/>
                  </a:lnTo>
                  <a:lnTo>
                    <a:pt x="154775" y="230329"/>
                  </a:lnTo>
                  <a:lnTo>
                    <a:pt x="156723" y="225328"/>
                  </a:lnTo>
                  <a:lnTo>
                    <a:pt x="158509" y="220268"/>
                  </a:lnTo>
                  <a:lnTo>
                    <a:pt x="160132" y="215153"/>
                  </a:lnTo>
                  <a:lnTo>
                    <a:pt x="161589" y="209989"/>
                  </a:lnTo>
                  <a:lnTo>
                    <a:pt x="162880" y="204780"/>
                  </a:lnTo>
                  <a:lnTo>
                    <a:pt x="164004" y="199533"/>
                  </a:lnTo>
                  <a:lnTo>
                    <a:pt x="164958" y="194252"/>
                  </a:lnTo>
                  <a:lnTo>
                    <a:pt x="165743" y="188943"/>
                  </a:lnTo>
                  <a:lnTo>
                    <a:pt x="166356" y="183612"/>
                  </a:lnTo>
                  <a:lnTo>
                    <a:pt x="166798" y="178264"/>
                  </a:lnTo>
                  <a:lnTo>
                    <a:pt x="167068" y="172905"/>
                  </a:lnTo>
                  <a:lnTo>
                    <a:pt x="167167" y="167539"/>
                  </a:lnTo>
                  <a:lnTo>
                    <a:pt x="167092" y="162174"/>
                  </a:lnTo>
                  <a:lnTo>
                    <a:pt x="166846" y="156813"/>
                  </a:lnTo>
                  <a:lnTo>
                    <a:pt x="166428" y="151463"/>
                  </a:lnTo>
                  <a:lnTo>
                    <a:pt x="165838" y="146129"/>
                  </a:lnTo>
                  <a:lnTo>
                    <a:pt x="165077" y="140817"/>
                  </a:lnTo>
                  <a:lnTo>
                    <a:pt x="164146" y="135532"/>
                  </a:lnTo>
                  <a:lnTo>
                    <a:pt x="163046" y="130280"/>
                  </a:lnTo>
                  <a:lnTo>
                    <a:pt x="161778" y="125066"/>
                  </a:lnTo>
                  <a:lnTo>
                    <a:pt x="160344" y="119895"/>
                  </a:lnTo>
                  <a:lnTo>
                    <a:pt x="158744" y="114772"/>
                  </a:lnTo>
                  <a:lnTo>
                    <a:pt x="156980" y="109704"/>
                  </a:lnTo>
                  <a:lnTo>
                    <a:pt x="155055" y="104695"/>
                  </a:lnTo>
                  <a:lnTo>
                    <a:pt x="152970" y="99751"/>
                  </a:lnTo>
                  <a:lnTo>
                    <a:pt x="150727" y="94875"/>
                  </a:lnTo>
                  <a:lnTo>
                    <a:pt x="148329" y="90075"/>
                  </a:lnTo>
                  <a:lnTo>
                    <a:pt x="145779" y="85354"/>
                  </a:lnTo>
                  <a:lnTo>
                    <a:pt x="143077" y="80717"/>
                  </a:lnTo>
                  <a:lnTo>
                    <a:pt x="140229" y="76169"/>
                  </a:lnTo>
                  <a:lnTo>
                    <a:pt x="137236" y="71715"/>
                  </a:lnTo>
                  <a:lnTo>
                    <a:pt x="134101" y="67359"/>
                  </a:lnTo>
                  <a:lnTo>
                    <a:pt x="130829" y="63106"/>
                  </a:lnTo>
                  <a:lnTo>
                    <a:pt x="127421" y="58961"/>
                  </a:lnTo>
                  <a:lnTo>
                    <a:pt x="123883" y="54926"/>
                  </a:lnTo>
                  <a:lnTo>
                    <a:pt x="120216" y="51008"/>
                  </a:lnTo>
                  <a:lnTo>
                    <a:pt x="116426" y="47209"/>
                  </a:lnTo>
                  <a:lnTo>
                    <a:pt x="112516" y="43534"/>
                  </a:lnTo>
                  <a:lnTo>
                    <a:pt x="108489" y="39986"/>
                  </a:lnTo>
                  <a:lnTo>
                    <a:pt x="104351" y="36570"/>
                  </a:lnTo>
                  <a:lnTo>
                    <a:pt x="100106" y="33288"/>
                  </a:lnTo>
                  <a:lnTo>
                    <a:pt x="95757" y="30144"/>
                  </a:lnTo>
                  <a:lnTo>
                    <a:pt x="91310" y="27141"/>
                  </a:lnTo>
                  <a:lnTo>
                    <a:pt x="86768" y="24282"/>
                  </a:lnTo>
                  <a:lnTo>
                    <a:pt x="82137" y="21571"/>
                  </a:lnTo>
                  <a:lnTo>
                    <a:pt x="77422" y="19009"/>
                  </a:lnTo>
                  <a:lnTo>
                    <a:pt x="72627" y="16600"/>
                  </a:lnTo>
                  <a:lnTo>
                    <a:pt x="67756" y="14347"/>
                  </a:lnTo>
                  <a:lnTo>
                    <a:pt x="62816" y="12251"/>
                  </a:lnTo>
                  <a:lnTo>
                    <a:pt x="57812" y="10314"/>
                  </a:lnTo>
                  <a:lnTo>
                    <a:pt x="52747" y="8540"/>
                  </a:lnTo>
                  <a:lnTo>
                    <a:pt x="47629" y="6928"/>
                  </a:lnTo>
                  <a:lnTo>
                    <a:pt x="42461" y="5482"/>
                  </a:lnTo>
                  <a:lnTo>
                    <a:pt x="37250" y="4203"/>
                  </a:lnTo>
                  <a:lnTo>
                    <a:pt x="32000" y="3091"/>
                  </a:lnTo>
                  <a:lnTo>
                    <a:pt x="26717" y="2148"/>
                  </a:lnTo>
                  <a:lnTo>
                    <a:pt x="21407" y="1376"/>
                  </a:lnTo>
                  <a:lnTo>
                    <a:pt x="16074" y="774"/>
                  </a:lnTo>
                  <a:lnTo>
                    <a:pt x="10725" y="344"/>
                  </a:lnTo>
                  <a:lnTo>
                    <a:pt x="536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9752" y="1681503"/>
              <a:ext cx="33482" cy="167167"/>
            </a:xfrm>
            <a:custGeom>
              <a:avLst/>
              <a:pathLst>
                <a:path w="33482" h="167167">
                  <a:moveTo>
                    <a:pt x="33482" y="0"/>
                  </a:moveTo>
                  <a:lnTo>
                    <a:pt x="26742" y="135"/>
                  </a:lnTo>
                  <a:lnTo>
                    <a:pt x="20012" y="543"/>
                  </a:lnTo>
                  <a:lnTo>
                    <a:pt x="13305" y="1222"/>
                  </a:lnTo>
                  <a:lnTo>
                    <a:pt x="6630" y="2170"/>
                  </a:lnTo>
                  <a:lnTo>
                    <a:pt x="0" y="3387"/>
                  </a:lnTo>
                  <a:lnTo>
                    <a:pt x="3348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9752" y="1684890"/>
              <a:ext cx="33482" cy="163779"/>
            </a:xfrm>
            <a:custGeom>
              <a:avLst/>
              <a:pathLst>
                <a:path w="33482" h="163779">
                  <a:moveTo>
                    <a:pt x="0" y="0"/>
                  </a:moveTo>
                  <a:lnTo>
                    <a:pt x="33482" y="1637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69" y="1684890"/>
              <a:ext cx="334328" cy="330939"/>
            </a:xfrm>
            <a:custGeom>
              <a:avLst/>
              <a:pathLst>
                <a:path w="334328" h="330939">
                  <a:moveTo>
                    <a:pt x="133682" y="0"/>
                  </a:moveTo>
                  <a:lnTo>
                    <a:pt x="128505" y="1144"/>
                  </a:lnTo>
                  <a:lnTo>
                    <a:pt x="123367" y="2452"/>
                  </a:lnTo>
                  <a:lnTo>
                    <a:pt x="118272" y="3922"/>
                  </a:lnTo>
                  <a:lnTo>
                    <a:pt x="113227" y="5553"/>
                  </a:lnTo>
                  <a:lnTo>
                    <a:pt x="108236" y="7343"/>
                  </a:lnTo>
                  <a:lnTo>
                    <a:pt x="103305" y="9290"/>
                  </a:lnTo>
                  <a:lnTo>
                    <a:pt x="98438" y="11393"/>
                  </a:lnTo>
                  <a:lnTo>
                    <a:pt x="93639" y="13650"/>
                  </a:lnTo>
                  <a:lnTo>
                    <a:pt x="88915" y="16057"/>
                  </a:lnTo>
                  <a:lnTo>
                    <a:pt x="84270" y="18613"/>
                  </a:lnTo>
                  <a:lnTo>
                    <a:pt x="79708" y="21315"/>
                  </a:lnTo>
                  <a:lnTo>
                    <a:pt x="75233" y="24160"/>
                  </a:lnTo>
                  <a:lnTo>
                    <a:pt x="70852" y="27146"/>
                  </a:lnTo>
                  <a:lnTo>
                    <a:pt x="66567" y="30269"/>
                  </a:lnTo>
                  <a:lnTo>
                    <a:pt x="62384" y="33526"/>
                  </a:lnTo>
                  <a:lnTo>
                    <a:pt x="58305" y="36915"/>
                  </a:lnTo>
                  <a:lnTo>
                    <a:pt x="54337" y="40431"/>
                  </a:lnTo>
                  <a:lnTo>
                    <a:pt x="50482" y="44071"/>
                  </a:lnTo>
                  <a:lnTo>
                    <a:pt x="46744" y="47832"/>
                  </a:lnTo>
                  <a:lnTo>
                    <a:pt x="43127" y="51709"/>
                  </a:lnTo>
                  <a:lnTo>
                    <a:pt x="39636" y="55699"/>
                  </a:lnTo>
                  <a:lnTo>
                    <a:pt x="36272" y="59798"/>
                  </a:lnTo>
                  <a:lnTo>
                    <a:pt x="33040" y="64002"/>
                  </a:lnTo>
                  <a:lnTo>
                    <a:pt x="29943" y="68305"/>
                  </a:lnTo>
                  <a:lnTo>
                    <a:pt x="26985" y="72705"/>
                  </a:lnTo>
                  <a:lnTo>
                    <a:pt x="24167" y="77197"/>
                  </a:lnTo>
                  <a:lnTo>
                    <a:pt x="21493" y="81775"/>
                  </a:lnTo>
                  <a:lnTo>
                    <a:pt x="18966" y="86436"/>
                  </a:lnTo>
                  <a:lnTo>
                    <a:pt x="16587" y="91175"/>
                  </a:lnTo>
                  <a:lnTo>
                    <a:pt x="14360" y="95987"/>
                  </a:lnTo>
                  <a:lnTo>
                    <a:pt x="12287" y="100867"/>
                  </a:lnTo>
                  <a:lnTo>
                    <a:pt x="10370" y="105811"/>
                  </a:lnTo>
                  <a:lnTo>
                    <a:pt x="8610" y="110812"/>
                  </a:lnTo>
                  <a:lnTo>
                    <a:pt x="7010" y="115867"/>
                  </a:lnTo>
                  <a:lnTo>
                    <a:pt x="5572" y="120971"/>
                  </a:lnTo>
                  <a:lnTo>
                    <a:pt x="4295" y="126117"/>
                  </a:lnTo>
                  <a:lnTo>
                    <a:pt x="3183" y="131301"/>
                  </a:lnTo>
                  <a:lnTo>
                    <a:pt x="2235" y="136518"/>
                  </a:lnTo>
                  <a:lnTo>
                    <a:pt x="1454" y="141762"/>
                  </a:lnTo>
                  <a:lnTo>
                    <a:pt x="839" y="147029"/>
                  </a:lnTo>
                  <a:lnTo>
                    <a:pt x="391" y="152312"/>
                  </a:lnTo>
                  <a:lnTo>
                    <a:pt x="111" y="157607"/>
                  </a:lnTo>
                  <a:lnTo>
                    <a:pt x="0" y="162908"/>
                  </a:lnTo>
                  <a:lnTo>
                    <a:pt x="56" y="168209"/>
                  </a:lnTo>
                  <a:lnTo>
                    <a:pt x="280" y="173507"/>
                  </a:lnTo>
                  <a:lnTo>
                    <a:pt x="673" y="178795"/>
                  </a:lnTo>
                  <a:lnTo>
                    <a:pt x="1233" y="184067"/>
                  </a:lnTo>
                  <a:lnTo>
                    <a:pt x="1960" y="189319"/>
                  </a:lnTo>
                  <a:lnTo>
                    <a:pt x="2853" y="194546"/>
                  </a:lnTo>
                  <a:lnTo>
                    <a:pt x="3911" y="199741"/>
                  </a:lnTo>
                  <a:lnTo>
                    <a:pt x="5134" y="204900"/>
                  </a:lnTo>
                  <a:lnTo>
                    <a:pt x="6519" y="210018"/>
                  </a:lnTo>
                  <a:lnTo>
                    <a:pt x="8067" y="215090"/>
                  </a:lnTo>
                  <a:lnTo>
                    <a:pt x="9774" y="220110"/>
                  </a:lnTo>
                  <a:lnTo>
                    <a:pt x="11639" y="225073"/>
                  </a:lnTo>
                  <a:lnTo>
                    <a:pt x="13662" y="229974"/>
                  </a:lnTo>
                  <a:lnTo>
                    <a:pt x="15838" y="234809"/>
                  </a:lnTo>
                  <a:lnTo>
                    <a:pt x="18167" y="239573"/>
                  </a:lnTo>
                  <a:lnTo>
                    <a:pt x="20645" y="244260"/>
                  </a:lnTo>
                  <a:lnTo>
                    <a:pt x="23271" y="248866"/>
                  </a:lnTo>
                  <a:lnTo>
                    <a:pt x="26042" y="253387"/>
                  </a:lnTo>
                  <a:lnTo>
                    <a:pt x="28955" y="257817"/>
                  </a:lnTo>
                  <a:lnTo>
                    <a:pt x="32007" y="262153"/>
                  </a:lnTo>
                  <a:lnTo>
                    <a:pt x="35195" y="266390"/>
                  </a:lnTo>
                  <a:lnTo>
                    <a:pt x="38515" y="270523"/>
                  </a:lnTo>
                  <a:lnTo>
                    <a:pt x="41965" y="274550"/>
                  </a:lnTo>
                  <a:lnTo>
                    <a:pt x="45541" y="278465"/>
                  </a:lnTo>
                  <a:lnTo>
                    <a:pt x="49239" y="282264"/>
                  </a:lnTo>
                  <a:lnTo>
                    <a:pt x="53056" y="285944"/>
                  </a:lnTo>
                  <a:lnTo>
                    <a:pt x="56988" y="289502"/>
                  </a:lnTo>
                  <a:lnTo>
                    <a:pt x="61031" y="292933"/>
                  </a:lnTo>
                  <a:lnTo>
                    <a:pt x="65180" y="296233"/>
                  </a:lnTo>
                  <a:lnTo>
                    <a:pt x="69432" y="299401"/>
                  </a:lnTo>
                  <a:lnTo>
                    <a:pt x="73782" y="302432"/>
                  </a:lnTo>
                  <a:lnTo>
                    <a:pt x="78226" y="305324"/>
                  </a:lnTo>
                  <a:lnTo>
                    <a:pt x="82760" y="308074"/>
                  </a:lnTo>
                  <a:lnTo>
                    <a:pt x="87378" y="310678"/>
                  </a:lnTo>
                  <a:lnTo>
                    <a:pt x="92077" y="313134"/>
                  </a:lnTo>
                  <a:lnTo>
                    <a:pt x="96852" y="315440"/>
                  </a:lnTo>
                  <a:lnTo>
                    <a:pt x="101697" y="317594"/>
                  </a:lnTo>
                  <a:lnTo>
                    <a:pt x="106608" y="319593"/>
                  </a:lnTo>
                  <a:lnTo>
                    <a:pt x="111580" y="321435"/>
                  </a:lnTo>
                  <a:lnTo>
                    <a:pt x="116608" y="323119"/>
                  </a:lnTo>
                  <a:lnTo>
                    <a:pt x="121686" y="324642"/>
                  </a:lnTo>
                  <a:lnTo>
                    <a:pt x="126811" y="326003"/>
                  </a:lnTo>
                  <a:lnTo>
                    <a:pt x="131976" y="327201"/>
                  </a:lnTo>
                  <a:lnTo>
                    <a:pt x="137176" y="328235"/>
                  </a:lnTo>
                  <a:lnTo>
                    <a:pt x="142407" y="329103"/>
                  </a:lnTo>
                  <a:lnTo>
                    <a:pt x="147662" y="329805"/>
                  </a:lnTo>
                  <a:lnTo>
                    <a:pt x="152937" y="330340"/>
                  </a:lnTo>
                  <a:lnTo>
                    <a:pt x="158227" y="330708"/>
                  </a:lnTo>
                  <a:lnTo>
                    <a:pt x="163525" y="330907"/>
                  </a:lnTo>
                  <a:lnTo>
                    <a:pt x="168827" y="330939"/>
                  </a:lnTo>
                  <a:lnTo>
                    <a:pt x="174128" y="330802"/>
                  </a:lnTo>
                  <a:lnTo>
                    <a:pt x="179421" y="330497"/>
                  </a:lnTo>
                  <a:lnTo>
                    <a:pt x="184702" y="330024"/>
                  </a:lnTo>
                  <a:lnTo>
                    <a:pt x="189966" y="329385"/>
                  </a:lnTo>
                  <a:lnTo>
                    <a:pt x="195206" y="328578"/>
                  </a:lnTo>
                  <a:lnTo>
                    <a:pt x="200419" y="327606"/>
                  </a:lnTo>
                  <a:lnTo>
                    <a:pt x="205597" y="326469"/>
                  </a:lnTo>
                  <a:lnTo>
                    <a:pt x="210738" y="325168"/>
                  </a:lnTo>
                  <a:lnTo>
                    <a:pt x="215834" y="323705"/>
                  </a:lnTo>
                  <a:lnTo>
                    <a:pt x="220881" y="322081"/>
                  </a:lnTo>
                  <a:lnTo>
                    <a:pt x="225875" y="320298"/>
                  </a:lnTo>
                  <a:lnTo>
                    <a:pt x="230809" y="318358"/>
                  </a:lnTo>
                  <a:lnTo>
                    <a:pt x="235679" y="316261"/>
                  </a:lnTo>
                  <a:lnTo>
                    <a:pt x="240480" y="314012"/>
                  </a:lnTo>
                  <a:lnTo>
                    <a:pt x="245208" y="311611"/>
                  </a:lnTo>
                  <a:lnTo>
                    <a:pt x="249857" y="309062"/>
                  </a:lnTo>
                  <a:lnTo>
                    <a:pt x="254423" y="306366"/>
                  </a:lnTo>
                  <a:lnTo>
                    <a:pt x="258901" y="303527"/>
                  </a:lnTo>
                  <a:lnTo>
                    <a:pt x="263287" y="300547"/>
                  </a:lnTo>
                  <a:lnTo>
                    <a:pt x="267576" y="297430"/>
                  </a:lnTo>
                  <a:lnTo>
                    <a:pt x="271764" y="294179"/>
                  </a:lnTo>
                  <a:lnTo>
                    <a:pt x="275847" y="290796"/>
                  </a:lnTo>
                  <a:lnTo>
                    <a:pt x="279820" y="287285"/>
                  </a:lnTo>
                  <a:lnTo>
                    <a:pt x="283681" y="283650"/>
                  </a:lnTo>
                  <a:lnTo>
                    <a:pt x="287423" y="279895"/>
                  </a:lnTo>
                  <a:lnTo>
                    <a:pt x="291045" y="276023"/>
                  </a:lnTo>
                  <a:lnTo>
                    <a:pt x="294543" y="272037"/>
                  </a:lnTo>
                  <a:lnTo>
                    <a:pt x="297912" y="267943"/>
                  </a:lnTo>
                  <a:lnTo>
                    <a:pt x="301150" y="263744"/>
                  </a:lnTo>
                  <a:lnTo>
                    <a:pt x="304253" y="259445"/>
                  </a:lnTo>
                  <a:lnTo>
                    <a:pt x="307217" y="255049"/>
                  </a:lnTo>
                  <a:lnTo>
                    <a:pt x="310042" y="250562"/>
                  </a:lnTo>
                  <a:lnTo>
                    <a:pt x="312722" y="245987"/>
                  </a:lnTo>
                  <a:lnTo>
                    <a:pt x="315256" y="241329"/>
                  </a:lnTo>
                  <a:lnTo>
                    <a:pt x="317641" y="236594"/>
                  </a:lnTo>
                  <a:lnTo>
                    <a:pt x="319874" y="231785"/>
                  </a:lnTo>
                  <a:lnTo>
                    <a:pt x="321954" y="226908"/>
                  </a:lnTo>
                  <a:lnTo>
                    <a:pt x="323878" y="221967"/>
                  </a:lnTo>
                  <a:lnTo>
                    <a:pt x="325645" y="216968"/>
                  </a:lnTo>
                  <a:lnTo>
                    <a:pt x="327252" y="211915"/>
                  </a:lnTo>
                  <a:lnTo>
                    <a:pt x="328698" y="206814"/>
                  </a:lnTo>
                  <a:lnTo>
                    <a:pt x="329981" y="201669"/>
                  </a:lnTo>
                  <a:lnTo>
                    <a:pt x="331101" y="196487"/>
                  </a:lnTo>
                  <a:lnTo>
                    <a:pt x="332056" y="191271"/>
                  </a:lnTo>
                  <a:lnTo>
                    <a:pt x="332845" y="186028"/>
                  </a:lnTo>
                  <a:lnTo>
                    <a:pt x="333467" y="180762"/>
                  </a:lnTo>
                  <a:lnTo>
                    <a:pt x="333922" y="175480"/>
                  </a:lnTo>
                  <a:lnTo>
                    <a:pt x="334209" y="170185"/>
                  </a:lnTo>
                  <a:lnTo>
                    <a:pt x="334328" y="164885"/>
                  </a:lnTo>
                  <a:lnTo>
                    <a:pt x="334279" y="159583"/>
                  </a:lnTo>
                  <a:lnTo>
                    <a:pt x="334062" y="154285"/>
                  </a:lnTo>
                  <a:lnTo>
                    <a:pt x="333677" y="148997"/>
                  </a:lnTo>
                  <a:lnTo>
                    <a:pt x="333125" y="143723"/>
                  </a:lnTo>
                  <a:lnTo>
                    <a:pt x="332405" y="138470"/>
                  </a:lnTo>
                  <a:lnTo>
                    <a:pt x="331519" y="133243"/>
                  </a:lnTo>
                  <a:lnTo>
                    <a:pt x="330468" y="128046"/>
                  </a:lnTo>
                  <a:lnTo>
                    <a:pt x="329253" y="122885"/>
                  </a:lnTo>
                  <a:lnTo>
                    <a:pt x="327874" y="117765"/>
                  </a:lnTo>
                  <a:lnTo>
                    <a:pt x="326334" y="112691"/>
                  </a:lnTo>
                  <a:lnTo>
                    <a:pt x="324634" y="107669"/>
                  </a:lnTo>
                  <a:lnTo>
                    <a:pt x="322775" y="102703"/>
                  </a:lnTo>
                  <a:lnTo>
                    <a:pt x="320760" y="97799"/>
                  </a:lnTo>
                  <a:lnTo>
                    <a:pt x="318590" y="92961"/>
                  </a:lnTo>
                  <a:lnTo>
                    <a:pt x="316268" y="88194"/>
                  </a:lnTo>
                  <a:lnTo>
                    <a:pt x="313796" y="83504"/>
                  </a:lnTo>
                  <a:lnTo>
                    <a:pt x="311176" y="78894"/>
                  </a:lnTo>
                  <a:lnTo>
                    <a:pt x="308412" y="74369"/>
                  </a:lnTo>
                  <a:lnTo>
                    <a:pt x="305505" y="69935"/>
                  </a:lnTo>
                  <a:lnTo>
                    <a:pt x="302460" y="65595"/>
                  </a:lnTo>
                  <a:lnTo>
                    <a:pt x="299278" y="61353"/>
                  </a:lnTo>
                  <a:lnTo>
                    <a:pt x="295963" y="57215"/>
                  </a:lnTo>
                  <a:lnTo>
                    <a:pt x="292519" y="53184"/>
                  </a:lnTo>
                  <a:lnTo>
                    <a:pt x="288948" y="49264"/>
                  </a:lnTo>
                  <a:lnTo>
                    <a:pt x="285255" y="45460"/>
                  </a:lnTo>
                  <a:lnTo>
                    <a:pt x="281443" y="41774"/>
                  </a:lnTo>
                  <a:lnTo>
                    <a:pt x="277517" y="38211"/>
                  </a:lnTo>
                  <a:lnTo>
                    <a:pt x="273479" y="34775"/>
                  </a:lnTo>
                  <a:lnTo>
                    <a:pt x="269334" y="31468"/>
                  </a:lnTo>
                  <a:lnTo>
                    <a:pt x="265087" y="28294"/>
                  </a:lnTo>
                  <a:lnTo>
                    <a:pt x="260741" y="25257"/>
                  </a:lnTo>
                  <a:lnTo>
                    <a:pt x="256300" y="22359"/>
                  </a:lnTo>
                  <a:lnTo>
                    <a:pt x="251771" y="19603"/>
                  </a:lnTo>
                  <a:lnTo>
                    <a:pt x="167165" y="163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84605" cy="167167"/>
            </a:xfrm>
            <a:custGeom>
              <a:avLst/>
              <a:pathLst>
                <a:path w="84605" h="167167">
                  <a:moveTo>
                    <a:pt x="84605" y="22991"/>
                  </a:moveTo>
                  <a:lnTo>
                    <a:pt x="79453" y="20088"/>
                  </a:lnTo>
                  <a:lnTo>
                    <a:pt x="74201" y="17370"/>
                  </a:lnTo>
                  <a:lnTo>
                    <a:pt x="68856" y="14839"/>
                  </a:lnTo>
                  <a:lnTo>
                    <a:pt x="63425" y="12499"/>
                  </a:lnTo>
                  <a:lnTo>
                    <a:pt x="57914" y="10352"/>
                  </a:lnTo>
                  <a:lnTo>
                    <a:pt x="52332" y="8402"/>
                  </a:ln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7" y="5365"/>
                  </a:lnTo>
                  <a:lnTo>
                    <a:pt x="120022" y="6780"/>
                  </a:lnTo>
                  <a:lnTo>
                    <a:pt x="114953" y="8357"/>
                  </a:lnTo>
                  <a:lnTo>
                    <a:pt x="109937" y="10094"/>
                  </a:lnTo>
                  <a:lnTo>
                    <a:pt x="104979" y="11990"/>
                  </a:lnTo>
                  <a:lnTo>
                    <a:pt x="100084" y="14042"/>
                  </a:lnTo>
                  <a:lnTo>
                    <a:pt x="95256" y="16248"/>
                  </a:lnTo>
                  <a:lnTo>
                    <a:pt x="90501" y="18607"/>
                  </a:lnTo>
                  <a:lnTo>
                    <a:pt x="85823" y="21115"/>
                  </a:lnTo>
                  <a:lnTo>
                    <a:pt x="81227" y="23771"/>
                  </a:lnTo>
                  <a:lnTo>
                    <a:pt x="76717" y="26571"/>
                  </a:lnTo>
                  <a:lnTo>
                    <a:pt x="72299" y="29513"/>
                  </a:lnTo>
                  <a:lnTo>
                    <a:pt x="67977" y="32594"/>
                  </a:lnTo>
                  <a:lnTo>
                    <a:pt x="63754" y="35810"/>
                  </a:lnTo>
                  <a:lnTo>
                    <a:pt x="59636" y="39159"/>
                  </a:lnTo>
                  <a:lnTo>
                    <a:pt x="55626" y="42637"/>
                  </a:lnTo>
                  <a:lnTo>
                    <a:pt x="51728" y="46241"/>
                  </a:lnTo>
                  <a:lnTo>
                    <a:pt x="47947" y="49966"/>
                  </a:lnTo>
                  <a:lnTo>
                    <a:pt x="44286" y="53810"/>
                  </a:lnTo>
                  <a:lnTo>
                    <a:pt x="40749" y="57768"/>
                  </a:lnTo>
                  <a:lnTo>
                    <a:pt x="37340" y="61836"/>
                  </a:lnTo>
                  <a:lnTo>
                    <a:pt x="34061" y="66010"/>
                  </a:lnTo>
                  <a:lnTo>
                    <a:pt x="30916" y="70287"/>
                  </a:lnTo>
                  <a:lnTo>
                    <a:pt x="27909" y="74661"/>
                  </a:lnTo>
                  <a:lnTo>
                    <a:pt x="25043" y="79128"/>
                  </a:lnTo>
                  <a:lnTo>
                    <a:pt x="22319" y="83684"/>
                  </a:lnTo>
                  <a:lnTo>
                    <a:pt x="19742" y="88325"/>
                  </a:lnTo>
                  <a:lnTo>
                    <a:pt x="17313" y="93044"/>
                  </a:lnTo>
                  <a:lnTo>
                    <a:pt x="15035" y="97839"/>
                  </a:lnTo>
                  <a:lnTo>
                    <a:pt x="12910" y="102703"/>
                  </a:lnTo>
                  <a:lnTo>
                    <a:pt x="10942" y="107633"/>
                  </a:lnTo>
                  <a:lnTo>
                    <a:pt x="9130" y="112622"/>
                  </a:lnTo>
                  <a:lnTo>
                    <a:pt x="7478" y="117667"/>
                  </a:lnTo>
                  <a:lnTo>
                    <a:pt x="5987" y="122761"/>
                  </a:lnTo>
                  <a:lnTo>
                    <a:pt x="4658" y="127900"/>
                  </a:lnTo>
                  <a:lnTo>
                    <a:pt x="3494" y="133079"/>
                  </a:lnTo>
                  <a:lnTo>
                    <a:pt x="2494" y="138292"/>
                  </a:lnTo>
                  <a:lnTo>
                    <a:pt x="1660" y="143534"/>
                  </a:lnTo>
                  <a:lnTo>
                    <a:pt x="993" y="148800"/>
                  </a:lnTo>
                  <a:lnTo>
                    <a:pt x="494" y="154085"/>
                  </a:lnTo>
                  <a:lnTo>
                    <a:pt x="162" y="159382"/>
                  </a:lnTo>
                  <a:lnTo>
                    <a:pt x="0" y="164688"/>
                  </a:lnTo>
                  <a:lnTo>
                    <a:pt x="5" y="169996"/>
                  </a:lnTo>
                  <a:lnTo>
                    <a:pt x="179" y="175301"/>
                  </a:lnTo>
                  <a:lnTo>
                    <a:pt x="522" y="180598"/>
                  </a:lnTo>
                  <a:lnTo>
                    <a:pt x="1032" y="185882"/>
                  </a:lnTo>
                  <a:lnTo>
                    <a:pt x="1710" y="191146"/>
                  </a:lnTo>
                  <a:lnTo>
                    <a:pt x="2555" y="196387"/>
                  </a:lnTo>
                  <a:lnTo>
                    <a:pt x="3565" y="201598"/>
                  </a:lnTo>
                  <a:lnTo>
                    <a:pt x="4741" y="206774"/>
                  </a:lnTo>
                  <a:lnTo>
                    <a:pt x="6080" y="211910"/>
                  </a:lnTo>
                  <a:lnTo>
                    <a:pt x="7582" y="217002"/>
                  </a:lnTo>
                  <a:lnTo>
                    <a:pt x="9245" y="222042"/>
                  </a:lnTo>
                  <a:lnTo>
                    <a:pt x="11067" y="227028"/>
                  </a:lnTo>
                  <a:lnTo>
                    <a:pt x="13046" y="231953"/>
                  </a:lnTo>
                  <a:lnTo>
                    <a:pt x="15180" y="236813"/>
                  </a:lnTo>
                  <a:lnTo>
                    <a:pt x="17468" y="241603"/>
                  </a:lnTo>
                  <a:lnTo>
                    <a:pt x="19907" y="246318"/>
                  </a:lnTo>
                  <a:lnTo>
                    <a:pt x="22494" y="250953"/>
                  </a:lnTo>
                  <a:lnTo>
                    <a:pt x="25227" y="255503"/>
                  </a:lnTo>
                  <a:lnTo>
                    <a:pt x="28103" y="259964"/>
                  </a:lnTo>
                  <a:lnTo>
                    <a:pt x="31120" y="264332"/>
                  </a:lnTo>
                  <a:lnTo>
                    <a:pt x="34273" y="268602"/>
                  </a:lnTo>
                  <a:lnTo>
                    <a:pt x="37561" y="272770"/>
                  </a:lnTo>
                  <a:lnTo>
                    <a:pt x="40979" y="276831"/>
                  </a:lnTo>
                  <a:lnTo>
                    <a:pt x="44524" y="280781"/>
                  </a:lnTo>
                  <a:lnTo>
                    <a:pt x="48193" y="284617"/>
                  </a:lnTo>
                  <a:lnTo>
                    <a:pt x="51982" y="288335"/>
                  </a:lnTo>
                  <a:lnTo>
                    <a:pt x="55887" y="291930"/>
                  </a:lnTo>
                  <a:lnTo>
                    <a:pt x="59904" y="295399"/>
                  </a:lnTo>
                  <a:lnTo>
                    <a:pt x="64029" y="298740"/>
                  </a:lnTo>
                  <a:lnTo>
                    <a:pt x="68259" y="301947"/>
                  </a:lnTo>
                  <a:lnTo>
                    <a:pt x="72588" y="305019"/>
                  </a:lnTo>
                  <a:lnTo>
                    <a:pt x="77012" y="307952"/>
                  </a:lnTo>
                  <a:lnTo>
                    <a:pt x="81527" y="310743"/>
                  </a:lnTo>
                  <a:lnTo>
                    <a:pt x="86129" y="313389"/>
                  </a:lnTo>
                  <a:lnTo>
                    <a:pt x="90812" y="315887"/>
                  </a:lnTo>
                  <a:lnTo>
                    <a:pt x="95572" y="318236"/>
                  </a:lnTo>
                  <a:lnTo>
                    <a:pt x="100405" y="320432"/>
                  </a:lnTo>
                  <a:lnTo>
                    <a:pt x="105304" y="322474"/>
                  </a:lnTo>
                  <a:lnTo>
                    <a:pt x="110266" y="324359"/>
                  </a:lnTo>
                  <a:lnTo>
                    <a:pt x="115286" y="326086"/>
                  </a:lnTo>
                  <a:lnTo>
                    <a:pt x="120357" y="327652"/>
                  </a:lnTo>
                  <a:lnTo>
                    <a:pt x="125476" y="329057"/>
                  </a:lnTo>
                  <a:lnTo>
                    <a:pt x="130637" y="330298"/>
                  </a:lnTo>
                  <a:lnTo>
                    <a:pt x="135835" y="331375"/>
                  </a:lnTo>
                  <a:lnTo>
                    <a:pt x="141064" y="332287"/>
                  </a:lnTo>
                  <a:lnTo>
                    <a:pt x="146320" y="333032"/>
                  </a:lnTo>
                  <a:lnTo>
                    <a:pt x="151596" y="333609"/>
                  </a:lnTo>
                  <a:lnTo>
                    <a:pt x="156888" y="334019"/>
                  </a:lnTo>
                  <a:lnTo>
                    <a:pt x="162191" y="334261"/>
                  </a:lnTo>
                  <a:lnTo>
                    <a:pt x="167499" y="334334"/>
                  </a:lnTo>
                  <a:lnTo>
                    <a:pt x="172806" y="334239"/>
                  </a:lnTo>
                  <a:lnTo>
                    <a:pt x="178107" y="333975"/>
                  </a:lnTo>
                  <a:lnTo>
                    <a:pt x="183398" y="333543"/>
                  </a:lnTo>
                  <a:lnTo>
                    <a:pt x="188672" y="332943"/>
                  </a:lnTo>
                  <a:lnTo>
                    <a:pt x="193924" y="332176"/>
                  </a:lnTo>
                  <a:lnTo>
                    <a:pt x="199150" y="331243"/>
                  </a:lnTo>
                  <a:lnTo>
                    <a:pt x="204343" y="330144"/>
                  </a:lnTo>
                  <a:lnTo>
                    <a:pt x="209498" y="328881"/>
                  </a:lnTo>
                  <a:lnTo>
                    <a:pt x="214611" y="327455"/>
                  </a:lnTo>
                  <a:lnTo>
                    <a:pt x="219676" y="325867"/>
                  </a:lnTo>
                  <a:lnTo>
                    <a:pt x="224689" y="324120"/>
                  </a:lnTo>
                  <a:lnTo>
                    <a:pt x="229643" y="322214"/>
                  </a:lnTo>
                  <a:lnTo>
                    <a:pt x="234534" y="320151"/>
                  </a:lnTo>
                  <a:lnTo>
                    <a:pt x="239357" y="317935"/>
                  </a:lnTo>
                  <a:lnTo>
                    <a:pt x="244107" y="315566"/>
                  </a:lnTo>
                  <a:lnTo>
                    <a:pt x="248780" y="313048"/>
                  </a:lnTo>
                  <a:lnTo>
                    <a:pt x="253370" y="310383"/>
                  </a:lnTo>
                  <a:lnTo>
                    <a:pt x="257874" y="307573"/>
                  </a:lnTo>
                  <a:lnTo>
                    <a:pt x="262286" y="304622"/>
                  </a:lnTo>
                  <a:lnTo>
                    <a:pt x="266602" y="301532"/>
                  </a:lnTo>
                  <a:lnTo>
                    <a:pt x="270818" y="298307"/>
                  </a:lnTo>
                  <a:lnTo>
                    <a:pt x="274929" y="294949"/>
                  </a:lnTo>
                  <a:lnTo>
                    <a:pt x="278932" y="291463"/>
                  </a:lnTo>
                  <a:lnTo>
                    <a:pt x="282822" y="287851"/>
                  </a:lnTo>
                  <a:lnTo>
                    <a:pt x="286595" y="284118"/>
                  </a:lnTo>
                  <a:lnTo>
                    <a:pt x="290248" y="280267"/>
                  </a:lnTo>
                  <a:lnTo>
                    <a:pt x="293777" y="276301"/>
                  </a:lnTo>
                  <a:lnTo>
                    <a:pt x="297178" y="272226"/>
                  </a:lnTo>
                  <a:lnTo>
                    <a:pt x="300448" y="268045"/>
                  </a:lnTo>
                  <a:lnTo>
                    <a:pt x="303583" y="263762"/>
                  </a:lnTo>
                  <a:lnTo>
                    <a:pt x="306581" y="259381"/>
                  </a:lnTo>
                  <a:lnTo>
                    <a:pt x="309439" y="254908"/>
                  </a:lnTo>
                  <a:lnTo>
                    <a:pt x="312153" y="250346"/>
                  </a:lnTo>
                  <a:lnTo>
                    <a:pt x="314720" y="245700"/>
                  </a:lnTo>
                  <a:lnTo>
                    <a:pt x="317139" y="240976"/>
                  </a:lnTo>
                  <a:lnTo>
                    <a:pt x="319407" y="236176"/>
                  </a:lnTo>
                  <a:lnTo>
                    <a:pt x="321521" y="231307"/>
                  </a:lnTo>
                  <a:lnTo>
                    <a:pt x="323480" y="226374"/>
                  </a:lnTo>
                  <a:lnTo>
                    <a:pt x="325281" y="221381"/>
                  </a:lnTo>
                  <a:lnTo>
                    <a:pt x="326922" y="216333"/>
                  </a:lnTo>
                  <a:lnTo>
                    <a:pt x="328403" y="211235"/>
                  </a:lnTo>
                  <a:lnTo>
                    <a:pt x="329721" y="206093"/>
                  </a:lnTo>
                  <a:lnTo>
                    <a:pt x="330875" y="200912"/>
                  </a:lnTo>
                  <a:lnTo>
                    <a:pt x="331863" y="195697"/>
                  </a:lnTo>
                  <a:lnTo>
                    <a:pt x="332686" y="190453"/>
                  </a:lnTo>
                  <a:lnTo>
                    <a:pt x="333342" y="185186"/>
                  </a:lnTo>
                  <a:lnTo>
                    <a:pt x="333830" y="179900"/>
                  </a:lnTo>
                  <a:lnTo>
                    <a:pt x="334151" y="174602"/>
                  </a:lnTo>
                  <a:lnTo>
                    <a:pt x="334302" y="169296"/>
                  </a:lnTo>
                  <a:lnTo>
                    <a:pt x="334286" y="163988"/>
                  </a:lnTo>
                  <a:lnTo>
                    <a:pt x="334101" y="158683"/>
                  </a:lnTo>
                  <a:lnTo>
                    <a:pt x="333747" y="153387"/>
                  </a:lnTo>
                  <a:lnTo>
                    <a:pt x="333226" y="148104"/>
                  </a:lnTo>
                  <a:lnTo>
                    <a:pt x="332537" y="142841"/>
                  </a:lnTo>
                  <a:lnTo>
                    <a:pt x="331681" y="137603"/>
                  </a:lnTo>
                  <a:lnTo>
                    <a:pt x="330659" y="132394"/>
                  </a:lnTo>
                  <a:lnTo>
                    <a:pt x="329473" y="127220"/>
                  </a:lnTo>
                  <a:lnTo>
                    <a:pt x="328123" y="122086"/>
                  </a:lnTo>
                  <a:lnTo>
                    <a:pt x="326610" y="116998"/>
                  </a:lnTo>
                  <a:lnTo>
                    <a:pt x="324937" y="111961"/>
                  </a:lnTo>
                  <a:lnTo>
                    <a:pt x="323105" y="106979"/>
                  </a:lnTo>
                  <a:lnTo>
                    <a:pt x="321115" y="102058"/>
                  </a:lnTo>
                  <a:lnTo>
                    <a:pt x="318971" y="97202"/>
                  </a:lnTo>
                  <a:lnTo>
                    <a:pt x="316673" y="92418"/>
                  </a:lnTo>
                  <a:lnTo>
                    <a:pt x="314224" y="87708"/>
                  </a:lnTo>
                  <a:lnTo>
                    <a:pt x="311627" y="83078"/>
                  </a:lnTo>
                  <a:lnTo>
                    <a:pt x="308885" y="78534"/>
                  </a:lnTo>
                  <a:lnTo>
                    <a:pt x="305999" y="74078"/>
                  </a:lnTo>
                  <a:lnTo>
                    <a:pt x="302974" y="69717"/>
                  </a:lnTo>
                  <a:lnTo>
                    <a:pt x="299811" y="65454"/>
                  </a:lnTo>
                  <a:lnTo>
                    <a:pt x="296515" y="61293"/>
                  </a:lnTo>
                  <a:lnTo>
                    <a:pt x="293089" y="57239"/>
                  </a:lnTo>
                  <a:lnTo>
                    <a:pt x="289535" y="53296"/>
                  </a:lnTo>
                  <a:lnTo>
                    <a:pt x="285858" y="49468"/>
                  </a:lnTo>
                  <a:lnTo>
                    <a:pt x="282061" y="45758"/>
                  </a:lnTo>
                  <a:lnTo>
                    <a:pt x="278149" y="42171"/>
                  </a:lnTo>
                  <a:lnTo>
                    <a:pt x="274124" y="38710"/>
                  </a:lnTo>
                  <a:lnTo>
                    <a:pt x="269992" y="35379"/>
                  </a:lnTo>
                  <a:lnTo>
                    <a:pt x="265756" y="32180"/>
                  </a:lnTo>
                  <a:lnTo>
                    <a:pt x="261421" y="29117"/>
                  </a:lnTo>
                  <a:lnTo>
                    <a:pt x="256990" y="26194"/>
                  </a:lnTo>
                  <a:lnTo>
                    <a:pt x="252469" y="23412"/>
                  </a:lnTo>
                  <a:lnTo>
                    <a:pt x="247862" y="20776"/>
                  </a:lnTo>
                  <a:lnTo>
                    <a:pt x="243173" y="18287"/>
                  </a:lnTo>
                  <a:lnTo>
                    <a:pt x="238408" y="15949"/>
                  </a:lnTo>
                  <a:lnTo>
                    <a:pt x="233571" y="1376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66422" cy="167167"/>
            </a:xfrm>
            <a:custGeom>
              <a:avLst/>
              <a:pathLst>
                <a:path w="66422" h="167167">
                  <a:moveTo>
                    <a:pt x="66422" y="13762"/>
                  </a:moveTo>
                  <a:lnTo>
                    <a:pt x="61161" y="11590"/>
                  </a:lnTo>
                  <a:lnTo>
                    <a:pt x="55829" y="9598"/>
                  </a:lnTo>
                  <a:lnTo>
                    <a:pt x="50432" y="7788"/>
                  </a:lnTo>
                  <a:lnTo>
                    <a:pt x="44977" y="6164"/>
                  </a:lnTo>
                  <a:lnTo>
                    <a:pt x="39469" y="4726"/>
                  </a:lnTo>
                  <a:lnTo>
                    <a:pt x="33916" y="3476"/>
                  </a:lnTo>
                  <a:lnTo>
                    <a:pt x="28324" y="2417"/>
                  </a:lnTo>
                  <a:lnTo>
                    <a:pt x="22698" y="1548"/>
                  </a:lnTo>
                  <a:lnTo>
                    <a:pt x="17047" y="871"/>
                  </a:lnTo>
                  <a:lnTo>
                    <a:pt x="11375" y="387"/>
                  </a:lnTo>
                  <a:lnTo>
                    <a:pt x="569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1" y="1071028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4" y="334"/>
                  </a:lnTo>
                  <a:lnTo>
                    <a:pt x="151311" y="752"/>
                  </a:lnTo>
                  <a:lnTo>
                    <a:pt x="146054" y="1337"/>
                  </a:lnTo>
                  <a:lnTo>
                    <a:pt x="140818" y="2087"/>
                  </a:lnTo>
                  <a:lnTo>
                    <a:pt x="135609" y="3003"/>
                  </a:lnTo>
                  <a:lnTo>
                    <a:pt x="130431" y="4084"/>
                  </a:lnTo>
                  <a:lnTo>
                    <a:pt x="125290" y="5327"/>
                  </a:lnTo>
                  <a:lnTo>
                    <a:pt x="120190" y="6733"/>
                  </a:lnTo>
                  <a:lnTo>
                    <a:pt x="115138" y="8299"/>
                  </a:lnTo>
                  <a:lnTo>
                    <a:pt x="110138" y="10024"/>
                  </a:lnTo>
                  <a:lnTo>
                    <a:pt x="105195" y="11907"/>
                  </a:lnTo>
                  <a:lnTo>
                    <a:pt x="100314" y="13945"/>
                  </a:lnTo>
                  <a:lnTo>
                    <a:pt x="95500" y="16136"/>
                  </a:lnTo>
                  <a:lnTo>
                    <a:pt x="90758" y="18479"/>
                  </a:lnTo>
                  <a:lnTo>
                    <a:pt x="86092" y="20970"/>
                  </a:lnTo>
                  <a:lnTo>
                    <a:pt x="81507" y="23608"/>
                  </a:lnTo>
                  <a:lnTo>
                    <a:pt x="77008" y="26390"/>
                  </a:lnTo>
                  <a:lnTo>
                    <a:pt x="72599" y="29312"/>
                  </a:lnTo>
                  <a:lnTo>
                    <a:pt x="68285" y="32373"/>
                  </a:lnTo>
                  <a:lnTo>
                    <a:pt x="64070" y="35568"/>
                  </a:lnTo>
                  <a:lnTo>
                    <a:pt x="59958" y="38895"/>
                  </a:lnTo>
                  <a:lnTo>
                    <a:pt x="55954" y="42351"/>
                  </a:lnTo>
                  <a:lnTo>
                    <a:pt x="52061" y="45932"/>
                  </a:lnTo>
                  <a:lnTo>
                    <a:pt x="48283" y="49634"/>
                  </a:lnTo>
                  <a:lnTo>
                    <a:pt x="44624" y="53453"/>
                  </a:lnTo>
                  <a:lnTo>
                    <a:pt x="41088" y="57387"/>
                  </a:lnTo>
                  <a:lnTo>
                    <a:pt x="37677" y="61430"/>
                  </a:lnTo>
                  <a:lnTo>
                    <a:pt x="34397" y="65580"/>
                  </a:lnTo>
                  <a:lnTo>
                    <a:pt x="31250" y="69831"/>
                  </a:lnTo>
                  <a:lnTo>
                    <a:pt x="28238" y="74179"/>
                  </a:lnTo>
                  <a:lnTo>
                    <a:pt x="25366" y="78621"/>
                  </a:lnTo>
                  <a:lnTo>
                    <a:pt x="22635" y="83151"/>
                  </a:lnTo>
                  <a:lnTo>
                    <a:pt x="20050" y="87765"/>
                  </a:lnTo>
                  <a:lnTo>
                    <a:pt x="17611" y="92459"/>
                  </a:lnTo>
                  <a:lnTo>
                    <a:pt x="15323" y="97228"/>
                  </a:lnTo>
                  <a:lnTo>
                    <a:pt x="13186" y="102066"/>
                  </a:lnTo>
                  <a:lnTo>
                    <a:pt x="11203" y="106970"/>
                  </a:lnTo>
                  <a:lnTo>
                    <a:pt x="9377" y="111934"/>
                  </a:lnTo>
                  <a:lnTo>
                    <a:pt x="7708" y="116954"/>
                  </a:lnTo>
                  <a:lnTo>
                    <a:pt x="6200" y="122023"/>
                  </a:lnTo>
                  <a:lnTo>
                    <a:pt x="4852" y="127138"/>
                  </a:lnTo>
                  <a:lnTo>
                    <a:pt x="3667" y="132293"/>
                  </a:lnTo>
                  <a:lnTo>
                    <a:pt x="2645" y="137483"/>
                  </a:lnTo>
                  <a:lnTo>
                    <a:pt x="1789" y="142702"/>
                  </a:lnTo>
                  <a:lnTo>
                    <a:pt x="1097" y="147946"/>
                  </a:lnTo>
                  <a:lnTo>
                    <a:pt x="572" y="153210"/>
                  </a:lnTo>
                  <a:lnTo>
                    <a:pt x="214" y="158487"/>
                  </a:lnTo>
                  <a:lnTo>
                    <a:pt x="23" y="163773"/>
                  </a:lnTo>
                  <a:lnTo>
                    <a:pt x="0" y="169062"/>
                  </a:lnTo>
                  <a:lnTo>
                    <a:pt x="143" y="174350"/>
                  </a:lnTo>
                  <a:lnTo>
                    <a:pt x="454" y="179630"/>
                  </a:lnTo>
                  <a:lnTo>
                    <a:pt x="932" y="184898"/>
                  </a:lnTo>
                  <a:lnTo>
                    <a:pt x="1576" y="190148"/>
                  </a:lnTo>
                  <a:lnTo>
                    <a:pt x="2386" y="195375"/>
                  </a:lnTo>
                  <a:lnTo>
                    <a:pt x="3361" y="200574"/>
                  </a:lnTo>
                  <a:lnTo>
                    <a:pt x="4500" y="205739"/>
                  </a:lnTo>
                  <a:lnTo>
                    <a:pt x="5801" y="210866"/>
                  </a:lnTo>
                  <a:lnTo>
                    <a:pt x="7265" y="215949"/>
                  </a:lnTo>
                  <a:lnTo>
                    <a:pt x="8888" y="220983"/>
                  </a:lnTo>
                  <a:lnTo>
                    <a:pt x="10670" y="225963"/>
                  </a:lnTo>
                  <a:lnTo>
                    <a:pt x="12608" y="230885"/>
                  </a:lnTo>
                  <a:lnTo>
                    <a:pt x="14702" y="235742"/>
                  </a:lnTo>
                  <a:lnTo>
                    <a:pt x="16947" y="240531"/>
                  </a:lnTo>
                  <a:lnTo>
                    <a:pt x="19344" y="245247"/>
                  </a:lnTo>
                  <a:lnTo>
                    <a:pt x="21888" y="249884"/>
                  </a:lnTo>
                  <a:lnTo>
                    <a:pt x="24578" y="254438"/>
                  </a:lnTo>
                  <a:lnTo>
                    <a:pt x="27410" y="258906"/>
                  </a:lnTo>
                  <a:lnTo>
                    <a:pt x="30382" y="263281"/>
                  </a:lnTo>
                  <a:lnTo>
                    <a:pt x="33492" y="267560"/>
                  </a:lnTo>
                  <a:lnTo>
                    <a:pt x="36735" y="271738"/>
                  </a:lnTo>
                  <a:lnTo>
                    <a:pt x="40108" y="275812"/>
                  </a:lnTo>
                  <a:lnTo>
                    <a:pt x="43609" y="279777"/>
                  </a:lnTo>
                  <a:lnTo>
                    <a:pt x="47234" y="283630"/>
                  </a:lnTo>
                  <a:lnTo>
                    <a:pt x="50978" y="287365"/>
                  </a:lnTo>
                  <a:lnTo>
                    <a:pt x="54839" y="290981"/>
                  </a:lnTo>
                  <a:lnTo>
                    <a:pt x="58813" y="294472"/>
                  </a:lnTo>
                  <a:lnTo>
                    <a:pt x="62895" y="297836"/>
                  </a:lnTo>
                  <a:lnTo>
                    <a:pt x="67081" y="301069"/>
                  </a:lnTo>
                  <a:lnTo>
                    <a:pt x="71367" y="304168"/>
                  </a:lnTo>
                  <a:lnTo>
                    <a:pt x="75750" y="307130"/>
                  </a:lnTo>
                  <a:lnTo>
                    <a:pt x="80223" y="309952"/>
                  </a:lnTo>
                  <a:lnTo>
                    <a:pt x="84784" y="312631"/>
                  </a:lnTo>
                  <a:lnTo>
                    <a:pt x="89428" y="315164"/>
                  </a:lnTo>
                  <a:lnTo>
                    <a:pt x="94149" y="317549"/>
                  </a:lnTo>
                  <a:lnTo>
                    <a:pt x="98943" y="319784"/>
                  </a:lnTo>
                  <a:lnTo>
                    <a:pt x="103806" y="321866"/>
                  </a:lnTo>
                  <a:lnTo>
                    <a:pt x="108732" y="323792"/>
                  </a:lnTo>
                  <a:lnTo>
                    <a:pt x="113716" y="325562"/>
                  </a:lnTo>
                  <a:lnTo>
                    <a:pt x="118754" y="327174"/>
                  </a:lnTo>
                  <a:lnTo>
                    <a:pt x="123840" y="328625"/>
                  </a:lnTo>
                  <a:lnTo>
                    <a:pt x="128970" y="329915"/>
                  </a:lnTo>
                  <a:lnTo>
                    <a:pt x="134138" y="331041"/>
                  </a:lnTo>
                  <a:lnTo>
                    <a:pt x="139339" y="332004"/>
                  </a:lnTo>
                  <a:lnTo>
                    <a:pt x="144568" y="332801"/>
                  </a:lnTo>
                  <a:lnTo>
                    <a:pt x="149820" y="333433"/>
                  </a:lnTo>
                  <a:lnTo>
                    <a:pt x="155089" y="333898"/>
                  </a:lnTo>
                  <a:lnTo>
                    <a:pt x="160370" y="334197"/>
                  </a:lnTo>
                  <a:lnTo>
                    <a:pt x="165657" y="334328"/>
                  </a:lnTo>
                  <a:lnTo>
                    <a:pt x="170947" y="334291"/>
                  </a:lnTo>
                  <a:lnTo>
                    <a:pt x="176232" y="334088"/>
                  </a:lnTo>
                  <a:lnTo>
                    <a:pt x="181509" y="333717"/>
                  </a:lnTo>
                  <a:lnTo>
                    <a:pt x="186771" y="333180"/>
                  </a:lnTo>
                  <a:lnTo>
                    <a:pt x="192013" y="332476"/>
                  </a:lnTo>
                  <a:lnTo>
                    <a:pt x="197231" y="331607"/>
                  </a:lnTo>
                  <a:lnTo>
                    <a:pt x="202418" y="330573"/>
                  </a:lnTo>
                  <a:lnTo>
                    <a:pt x="207570" y="329376"/>
                  </a:lnTo>
                  <a:lnTo>
                    <a:pt x="212682" y="328016"/>
                  </a:lnTo>
                  <a:lnTo>
                    <a:pt x="217748" y="326495"/>
                  </a:lnTo>
                  <a:lnTo>
                    <a:pt x="222763" y="324815"/>
                  </a:lnTo>
                  <a:lnTo>
                    <a:pt x="227723" y="322977"/>
                  </a:lnTo>
                  <a:lnTo>
                    <a:pt x="232622" y="320982"/>
                  </a:lnTo>
                  <a:lnTo>
                    <a:pt x="237456" y="318834"/>
                  </a:lnTo>
                  <a:lnTo>
                    <a:pt x="242219" y="316534"/>
                  </a:lnTo>
                  <a:lnTo>
                    <a:pt x="246907" y="314085"/>
                  </a:lnTo>
                  <a:lnTo>
                    <a:pt x="251515" y="311488"/>
                  </a:lnTo>
                  <a:lnTo>
                    <a:pt x="256039" y="308747"/>
                  </a:lnTo>
                  <a:lnTo>
                    <a:pt x="260473" y="305864"/>
                  </a:lnTo>
                  <a:lnTo>
                    <a:pt x="264815" y="302842"/>
                  </a:lnTo>
                  <a:lnTo>
                    <a:pt x="269058" y="299685"/>
                  </a:lnTo>
                  <a:lnTo>
                    <a:pt x="273200" y="296394"/>
                  </a:lnTo>
                  <a:lnTo>
                    <a:pt x="277235" y="292975"/>
                  </a:lnTo>
                  <a:lnTo>
                    <a:pt x="281160" y="289429"/>
                  </a:lnTo>
                  <a:lnTo>
                    <a:pt x="284971" y="285761"/>
                  </a:lnTo>
                  <a:lnTo>
                    <a:pt x="288664" y="281974"/>
                  </a:lnTo>
                  <a:lnTo>
                    <a:pt x="292236" y="278073"/>
                  </a:lnTo>
                  <a:lnTo>
                    <a:pt x="295682" y="274060"/>
                  </a:lnTo>
                  <a:lnTo>
                    <a:pt x="298999" y="269940"/>
                  </a:lnTo>
                  <a:lnTo>
                    <a:pt x="302185" y="265718"/>
                  </a:lnTo>
                  <a:lnTo>
                    <a:pt x="305235" y="261396"/>
                  </a:lnTo>
                  <a:lnTo>
                    <a:pt x="308147" y="256981"/>
                  </a:lnTo>
                  <a:lnTo>
                    <a:pt x="310918" y="252475"/>
                  </a:lnTo>
                  <a:lnTo>
                    <a:pt x="313545" y="247884"/>
                  </a:lnTo>
                  <a:lnTo>
                    <a:pt x="316025" y="243213"/>
                  </a:lnTo>
                  <a:lnTo>
                    <a:pt x="318357" y="238465"/>
                  </a:lnTo>
                  <a:lnTo>
                    <a:pt x="320537" y="233645"/>
                  </a:lnTo>
                  <a:lnTo>
                    <a:pt x="322563" y="228759"/>
                  </a:lnTo>
                  <a:lnTo>
                    <a:pt x="324434" y="223812"/>
                  </a:lnTo>
                  <a:lnTo>
                    <a:pt x="326147" y="218808"/>
                  </a:lnTo>
                  <a:lnTo>
                    <a:pt x="327702" y="213752"/>
                  </a:lnTo>
                  <a:lnTo>
                    <a:pt x="329095" y="208649"/>
                  </a:lnTo>
                  <a:lnTo>
                    <a:pt x="330326" y="203505"/>
                  </a:lnTo>
                  <a:lnTo>
                    <a:pt x="331394" y="198325"/>
                  </a:lnTo>
                  <a:lnTo>
                    <a:pt x="332298" y="193113"/>
                  </a:lnTo>
                  <a:lnTo>
                    <a:pt x="333036" y="187875"/>
                  </a:lnTo>
                  <a:lnTo>
                    <a:pt x="333608" y="182617"/>
                  </a:lnTo>
                  <a:lnTo>
                    <a:pt x="334014" y="177343"/>
                  </a:lnTo>
                  <a:lnTo>
                    <a:pt x="334252" y="172059"/>
                  </a:lnTo>
                  <a:lnTo>
                    <a:pt x="334323" y="166770"/>
                  </a:lnTo>
                  <a:lnTo>
                    <a:pt x="334227" y="161482"/>
                  </a:lnTo>
                  <a:lnTo>
                    <a:pt x="333963" y="156199"/>
                  </a:lnTo>
                  <a:lnTo>
                    <a:pt x="333533" y="150927"/>
                  </a:lnTo>
                  <a:lnTo>
                    <a:pt x="332936" y="145671"/>
                  </a:lnTo>
                  <a:lnTo>
                    <a:pt x="332173" y="140437"/>
                  </a:lnTo>
                  <a:lnTo>
                    <a:pt x="331245" y="135230"/>
                  </a:lnTo>
                  <a:lnTo>
                    <a:pt x="330152" y="130055"/>
                  </a:lnTo>
                  <a:lnTo>
                    <a:pt x="328896" y="124916"/>
                  </a:lnTo>
                  <a:lnTo>
                    <a:pt x="327479" y="119821"/>
                  </a:lnTo>
                  <a:lnTo>
                    <a:pt x="325900" y="114772"/>
                  </a:lnTo>
                  <a:lnTo>
                    <a:pt x="324163" y="109776"/>
                  </a:lnTo>
                  <a:lnTo>
                    <a:pt x="322269" y="10483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75866"/>
              <a:ext cx="155112" cy="62329"/>
            </a:xfrm>
            <a:custGeom>
              <a:avLst/>
              <a:pathLst>
                <a:path w="155112" h="62329">
                  <a:moveTo>
                    <a:pt x="155112" y="0"/>
                  </a:moveTo>
                  <a:lnTo>
                    <a:pt x="0" y="62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55112" cy="167167"/>
            </a:xfrm>
            <a:custGeom>
              <a:avLst/>
              <a:pathLst>
                <a:path w="155112" h="167167">
                  <a:moveTo>
                    <a:pt x="155112" y="104837"/>
                  </a:moveTo>
                  <a:lnTo>
                    <a:pt x="152970" y="99751"/>
                  </a:lnTo>
                  <a:lnTo>
                    <a:pt x="150661" y="94737"/>
                  </a:lnTo>
                  <a:lnTo>
                    <a:pt x="148188" y="89803"/>
                  </a:lnTo>
                  <a:lnTo>
                    <a:pt x="145553" y="84953"/>
                  </a:lnTo>
                  <a:lnTo>
                    <a:pt x="142759" y="80192"/>
                  </a:lnTo>
                  <a:lnTo>
                    <a:pt x="139810" y="75527"/>
                  </a:lnTo>
                  <a:lnTo>
                    <a:pt x="136709" y="70961"/>
                  </a:lnTo>
                  <a:lnTo>
                    <a:pt x="133458" y="66500"/>
                  </a:lnTo>
                  <a:lnTo>
                    <a:pt x="130062" y="62149"/>
                  </a:lnTo>
                  <a:lnTo>
                    <a:pt x="126524" y="57912"/>
                  </a:lnTo>
                  <a:lnTo>
                    <a:pt x="122848" y="53795"/>
                  </a:lnTo>
                  <a:lnTo>
                    <a:pt x="119038" y="49801"/>
                  </a:lnTo>
                  <a:lnTo>
                    <a:pt x="115099" y="45935"/>
                  </a:lnTo>
                  <a:lnTo>
                    <a:pt x="111034" y="42201"/>
                  </a:lnTo>
                  <a:lnTo>
                    <a:pt x="106847" y="38604"/>
                  </a:lnTo>
                  <a:lnTo>
                    <a:pt x="102545" y="35146"/>
                  </a:lnTo>
                  <a:lnTo>
                    <a:pt x="98130" y="31833"/>
                  </a:lnTo>
                  <a:lnTo>
                    <a:pt x="93609" y="28667"/>
                  </a:lnTo>
                  <a:lnTo>
                    <a:pt x="88986" y="25652"/>
                  </a:lnTo>
                  <a:lnTo>
                    <a:pt x="84265" y="22792"/>
                  </a:lnTo>
                  <a:lnTo>
                    <a:pt x="79453" y="20088"/>
                  </a:lnTo>
                  <a:lnTo>
                    <a:pt x="74554" y="17545"/>
                  </a:lnTo>
                  <a:lnTo>
                    <a:pt x="69574" y="15166"/>
                  </a:lnTo>
                  <a:lnTo>
                    <a:pt x="64518" y="12952"/>
                  </a:lnTo>
                  <a:lnTo>
                    <a:pt x="59391" y="10906"/>
                  </a:lnTo>
                  <a:lnTo>
                    <a:pt x="54200" y="9030"/>
                  </a:lnTo>
                  <a:lnTo>
                    <a:pt x="48950" y="7327"/>
                  </a:lnTo>
                  <a:lnTo>
                    <a:pt x="43646" y="5798"/>
                  </a:lnTo>
                  <a:lnTo>
                    <a:pt x="38295" y="4445"/>
                  </a:lnTo>
                  <a:lnTo>
                    <a:pt x="32902" y="3270"/>
                  </a:lnTo>
                  <a:lnTo>
                    <a:pt x="27473" y="2273"/>
                  </a:lnTo>
                  <a:lnTo>
                    <a:pt x="22015" y="1455"/>
                  </a:lnTo>
                  <a:lnTo>
                    <a:pt x="16532" y="819"/>
                  </a:lnTo>
                  <a:lnTo>
                    <a:pt x="11031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64521" y="941493"/>
              <a:ext cx="59023" cy="167167"/>
            </a:xfrm>
            <a:custGeom>
              <a:avLst/>
              <a:pathLst>
                <a:path w="59023" h="167167">
                  <a:moveTo>
                    <a:pt x="59023" y="0"/>
                  </a:moveTo>
                  <a:lnTo>
                    <a:pt x="52992" y="108"/>
                  </a:lnTo>
                  <a:lnTo>
                    <a:pt x="46968" y="435"/>
                  </a:lnTo>
                  <a:lnTo>
                    <a:pt x="40961" y="978"/>
                  </a:lnTo>
                  <a:lnTo>
                    <a:pt x="34977" y="1738"/>
                  </a:lnTo>
                  <a:lnTo>
                    <a:pt x="29024" y="2713"/>
                  </a:lnTo>
                  <a:lnTo>
                    <a:pt x="23110" y="3903"/>
                  </a:lnTo>
                  <a:lnTo>
                    <a:pt x="17244" y="5304"/>
                  </a:lnTo>
                  <a:lnTo>
                    <a:pt x="11431" y="6917"/>
                  </a:lnTo>
                  <a:lnTo>
                    <a:pt x="5681" y="8738"/>
                  </a:lnTo>
                  <a:lnTo>
                    <a:pt x="0" y="10766"/>
                  </a:lnTo>
                  <a:lnTo>
                    <a:pt x="590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64521" y="952259"/>
              <a:ext cx="59023" cy="156400"/>
            </a:xfrm>
            <a:custGeom>
              <a:avLst/>
              <a:pathLst>
                <a:path w="59023" h="156400">
                  <a:moveTo>
                    <a:pt x="0" y="0"/>
                  </a:moveTo>
                  <a:lnTo>
                    <a:pt x="59023" y="1564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6" y="952259"/>
              <a:ext cx="334332" cy="323552"/>
            </a:xfrm>
            <a:custGeom>
              <a:avLst/>
              <a:pathLst>
                <a:path w="334332" h="323552">
                  <a:moveTo>
                    <a:pt x="108144" y="0"/>
                  </a:moveTo>
                  <a:lnTo>
                    <a:pt x="103200" y="1955"/>
                  </a:lnTo>
                  <a:lnTo>
                    <a:pt x="98321" y="4068"/>
                  </a:lnTo>
                  <a:lnTo>
                    <a:pt x="93512" y="6334"/>
                  </a:lnTo>
                  <a:lnTo>
                    <a:pt x="88777" y="8752"/>
                  </a:lnTo>
                  <a:lnTo>
                    <a:pt x="84122" y="11319"/>
                  </a:lnTo>
                  <a:lnTo>
                    <a:pt x="79550" y="14034"/>
                  </a:lnTo>
                  <a:lnTo>
                    <a:pt x="75067" y="16892"/>
                  </a:lnTo>
                  <a:lnTo>
                    <a:pt x="70678" y="19891"/>
                  </a:lnTo>
                  <a:lnTo>
                    <a:pt x="66386" y="23028"/>
                  </a:lnTo>
                  <a:lnTo>
                    <a:pt x="62195" y="26300"/>
                  </a:lnTo>
                  <a:lnTo>
                    <a:pt x="58112" y="29704"/>
                  </a:lnTo>
                  <a:lnTo>
                    <a:pt x="54138" y="33236"/>
                  </a:lnTo>
                  <a:lnTo>
                    <a:pt x="50278" y="36893"/>
                  </a:lnTo>
                  <a:lnTo>
                    <a:pt x="46537" y="40670"/>
                  </a:lnTo>
                  <a:lnTo>
                    <a:pt x="42918" y="44565"/>
                  </a:lnTo>
                  <a:lnTo>
                    <a:pt x="39425" y="48572"/>
                  </a:lnTo>
                  <a:lnTo>
                    <a:pt x="36060" y="52689"/>
                  </a:lnTo>
                  <a:lnTo>
                    <a:pt x="32829" y="56910"/>
                  </a:lnTo>
                  <a:lnTo>
                    <a:pt x="29733" y="61232"/>
                  </a:lnTo>
                  <a:lnTo>
                    <a:pt x="26776" y="65651"/>
                  </a:lnTo>
                  <a:lnTo>
                    <a:pt x="23962" y="70161"/>
                  </a:lnTo>
                  <a:lnTo>
                    <a:pt x="21292" y="74759"/>
                  </a:lnTo>
                  <a:lnTo>
                    <a:pt x="18769" y="79439"/>
                  </a:lnTo>
                  <a:lnTo>
                    <a:pt x="16397" y="84196"/>
                  </a:lnTo>
                  <a:lnTo>
                    <a:pt x="14177" y="89027"/>
                  </a:lnTo>
                  <a:lnTo>
                    <a:pt x="12112" y="93926"/>
                  </a:lnTo>
                  <a:lnTo>
                    <a:pt x="10204" y="98889"/>
                  </a:lnTo>
                  <a:lnTo>
                    <a:pt x="8454" y="103909"/>
                  </a:lnTo>
                  <a:lnTo>
                    <a:pt x="6866" y="108982"/>
                  </a:lnTo>
                  <a:lnTo>
                    <a:pt x="5439" y="114104"/>
                  </a:lnTo>
                  <a:lnTo>
                    <a:pt x="4176" y="119268"/>
                  </a:lnTo>
                  <a:lnTo>
                    <a:pt x="3077" y="124470"/>
                  </a:lnTo>
                  <a:lnTo>
                    <a:pt x="2145" y="129704"/>
                  </a:lnTo>
                  <a:lnTo>
                    <a:pt x="1379" y="134965"/>
                  </a:lnTo>
                  <a:lnTo>
                    <a:pt x="782" y="140248"/>
                  </a:lnTo>
                  <a:lnTo>
                    <a:pt x="352" y="145547"/>
                  </a:lnTo>
                  <a:lnTo>
                    <a:pt x="91" y="150857"/>
                  </a:lnTo>
                  <a:lnTo>
                    <a:pt x="0" y="156173"/>
                  </a:lnTo>
                  <a:lnTo>
                    <a:pt x="77" y="161488"/>
                  </a:lnTo>
                  <a:lnTo>
                    <a:pt x="323" y="166799"/>
                  </a:lnTo>
                  <a:lnTo>
                    <a:pt x="738" y="172100"/>
                  </a:lnTo>
                  <a:lnTo>
                    <a:pt x="1322" y="177384"/>
                  </a:lnTo>
                  <a:lnTo>
                    <a:pt x="2073" y="182647"/>
                  </a:lnTo>
                  <a:lnTo>
                    <a:pt x="2991" y="187884"/>
                  </a:lnTo>
                  <a:lnTo>
                    <a:pt x="4075" y="193088"/>
                  </a:lnTo>
                  <a:lnTo>
                    <a:pt x="5324" y="198256"/>
                  </a:lnTo>
                  <a:lnTo>
                    <a:pt x="6737" y="203381"/>
                  </a:lnTo>
                  <a:lnTo>
                    <a:pt x="8312" y="208459"/>
                  </a:lnTo>
                  <a:lnTo>
                    <a:pt x="10048" y="213484"/>
                  </a:lnTo>
                  <a:lnTo>
                    <a:pt x="11942" y="218452"/>
                  </a:lnTo>
                  <a:lnTo>
                    <a:pt x="13994" y="223356"/>
                  </a:lnTo>
                  <a:lnTo>
                    <a:pt x="16201" y="228193"/>
                  </a:lnTo>
                  <a:lnTo>
                    <a:pt x="18560" y="232957"/>
                  </a:lnTo>
                  <a:lnTo>
                    <a:pt x="21070" y="237644"/>
                  </a:lnTo>
                  <a:lnTo>
                    <a:pt x="23727" y="242249"/>
                  </a:lnTo>
                  <a:lnTo>
                    <a:pt x="26530" y="246767"/>
                  </a:lnTo>
                  <a:lnTo>
                    <a:pt x="29474" y="251193"/>
                  </a:lnTo>
                  <a:lnTo>
                    <a:pt x="32558" y="255524"/>
                  </a:lnTo>
                  <a:lnTo>
                    <a:pt x="35778" y="259754"/>
                  </a:lnTo>
                  <a:lnTo>
                    <a:pt x="39131" y="263880"/>
                  </a:lnTo>
                  <a:lnTo>
                    <a:pt x="42614" y="267897"/>
                  </a:lnTo>
                  <a:lnTo>
                    <a:pt x="46222" y="271801"/>
                  </a:lnTo>
                  <a:lnTo>
                    <a:pt x="49953" y="275589"/>
                  </a:lnTo>
                  <a:lnTo>
                    <a:pt x="53803" y="279256"/>
                  </a:lnTo>
                  <a:lnTo>
                    <a:pt x="57767" y="282799"/>
                  </a:lnTo>
                  <a:lnTo>
                    <a:pt x="61841" y="286214"/>
                  </a:lnTo>
                  <a:lnTo>
                    <a:pt x="66023" y="289497"/>
                  </a:lnTo>
                  <a:lnTo>
                    <a:pt x="70306" y="292646"/>
                  </a:lnTo>
                  <a:lnTo>
                    <a:pt x="74688" y="295658"/>
                  </a:lnTo>
                  <a:lnTo>
                    <a:pt x="79163" y="298528"/>
                  </a:lnTo>
                  <a:lnTo>
                    <a:pt x="83727" y="301254"/>
                  </a:lnTo>
                  <a:lnTo>
                    <a:pt x="88375" y="303835"/>
                  </a:lnTo>
                  <a:lnTo>
                    <a:pt x="93103" y="306265"/>
                  </a:lnTo>
                  <a:lnTo>
                    <a:pt x="97906" y="308545"/>
                  </a:lnTo>
                  <a:lnTo>
                    <a:pt x="102779" y="310670"/>
                  </a:lnTo>
                  <a:lnTo>
                    <a:pt x="107718" y="312640"/>
                  </a:lnTo>
                  <a:lnTo>
                    <a:pt x="112716" y="314451"/>
                  </a:lnTo>
                  <a:lnTo>
                    <a:pt x="117770" y="316103"/>
                  </a:lnTo>
                  <a:lnTo>
                    <a:pt x="122873" y="317593"/>
                  </a:lnTo>
                  <a:lnTo>
                    <a:pt x="128021" y="318920"/>
                  </a:lnTo>
                  <a:lnTo>
                    <a:pt x="133209" y="320082"/>
                  </a:lnTo>
                  <a:lnTo>
                    <a:pt x="138431" y="321079"/>
                  </a:lnTo>
                  <a:lnTo>
                    <a:pt x="143682" y="321910"/>
                  </a:lnTo>
                  <a:lnTo>
                    <a:pt x="148957" y="322573"/>
                  </a:lnTo>
                  <a:lnTo>
                    <a:pt x="154251" y="323068"/>
                  </a:lnTo>
                  <a:lnTo>
                    <a:pt x="159557" y="323395"/>
                  </a:lnTo>
                  <a:lnTo>
                    <a:pt x="164871" y="323552"/>
                  </a:lnTo>
                  <a:lnTo>
                    <a:pt x="170188" y="323541"/>
                  </a:lnTo>
                  <a:lnTo>
                    <a:pt x="175501" y="323360"/>
                  </a:lnTo>
                  <a:lnTo>
                    <a:pt x="180806" y="323010"/>
                  </a:lnTo>
                  <a:lnTo>
                    <a:pt x="186097" y="322492"/>
                  </a:lnTo>
                  <a:lnTo>
                    <a:pt x="191369" y="321807"/>
                  </a:lnTo>
                  <a:lnTo>
                    <a:pt x="196617" y="320953"/>
                  </a:lnTo>
                  <a:lnTo>
                    <a:pt x="201835" y="319934"/>
                  </a:lnTo>
                  <a:lnTo>
                    <a:pt x="207017" y="318748"/>
                  </a:lnTo>
                  <a:lnTo>
                    <a:pt x="212160" y="317399"/>
                  </a:lnTo>
                  <a:lnTo>
                    <a:pt x="217256" y="315887"/>
                  </a:lnTo>
                  <a:lnTo>
                    <a:pt x="222303" y="314213"/>
                  </a:lnTo>
                  <a:lnTo>
                    <a:pt x="227293" y="312380"/>
                  </a:lnTo>
                  <a:lnTo>
                    <a:pt x="232223" y="310390"/>
                  </a:lnTo>
                  <a:lnTo>
                    <a:pt x="237087" y="308243"/>
                  </a:lnTo>
                  <a:lnTo>
                    <a:pt x="241880" y="305943"/>
                  </a:lnTo>
                  <a:lnTo>
                    <a:pt x="246597" y="303491"/>
                  </a:lnTo>
                  <a:lnTo>
                    <a:pt x="251235" y="300891"/>
                  </a:lnTo>
                  <a:lnTo>
                    <a:pt x="255787" y="298145"/>
                  </a:lnTo>
                  <a:lnTo>
                    <a:pt x="260249" y="295255"/>
                  </a:lnTo>
                  <a:lnTo>
                    <a:pt x="264618" y="292225"/>
                  </a:lnTo>
                  <a:lnTo>
                    <a:pt x="268887" y="289057"/>
                  </a:lnTo>
                  <a:lnTo>
                    <a:pt x="273054" y="285756"/>
                  </a:lnTo>
                  <a:lnTo>
                    <a:pt x="277114" y="282323"/>
                  </a:lnTo>
                  <a:lnTo>
                    <a:pt x="281063" y="278763"/>
                  </a:lnTo>
                  <a:lnTo>
                    <a:pt x="284896" y="275079"/>
                  </a:lnTo>
                  <a:lnTo>
                    <a:pt x="288611" y="271276"/>
                  </a:lnTo>
                  <a:lnTo>
                    <a:pt x="292202" y="267356"/>
                  </a:lnTo>
                  <a:lnTo>
                    <a:pt x="295667" y="263324"/>
                  </a:lnTo>
                  <a:lnTo>
                    <a:pt x="299002" y="259183"/>
                  </a:lnTo>
                  <a:lnTo>
                    <a:pt x="302204" y="254939"/>
                  </a:lnTo>
                  <a:lnTo>
                    <a:pt x="305269" y="250595"/>
                  </a:lnTo>
                  <a:lnTo>
                    <a:pt x="308195" y="246156"/>
                  </a:lnTo>
                  <a:lnTo>
                    <a:pt x="310978" y="241626"/>
                  </a:lnTo>
                  <a:lnTo>
                    <a:pt x="313615" y="237010"/>
                  </a:lnTo>
                  <a:lnTo>
                    <a:pt x="316104" y="232312"/>
                  </a:lnTo>
                  <a:lnTo>
                    <a:pt x="318443" y="227538"/>
                  </a:lnTo>
                  <a:lnTo>
                    <a:pt x="320628" y="222691"/>
                  </a:lnTo>
                  <a:lnTo>
                    <a:pt x="322659" y="217778"/>
                  </a:lnTo>
                  <a:lnTo>
                    <a:pt x="324532" y="212802"/>
                  </a:lnTo>
                  <a:lnTo>
                    <a:pt x="326246" y="207769"/>
                  </a:lnTo>
                  <a:lnTo>
                    <a:pt x="327799" y="202685"/>
                  </a:lnTo>
                  <a:lnTo>
                    <a:pt x="329190" y="197553"/>
                  </a:lnTo>
                  <a:lnTo>
                    <a:pt x="330416" y="192380"/>
                  </a:lnTo>
                  <a:lnTo>
                    <a:pt x="331478" y="187171"/>
                  </a:lnTo>
                  <a:lnTo>
                    <a:pt x="332373" y="181930"/>
                  </a:lnTo>
                  <a:lnTo>
                    <a:pt x="333102" y="176664"/>
                  </a:lnTo>
                  <a:lnTo>
                    <a:pt x="333662" y="171377"/>
                  </a:lnTo>
                  <a:lnTo>
                    <a:pt x="334054" y="166075"/>
                  </a:lnTo>
                  <a:lnTo>
                    <a:pt x="334277" y="160764"/>
                  </a:lnTo>
                  <a:lnTo>
                    <a:pt x="334332" y="155447"/>
                  </a:lnTo>
                  <a:lnTo>
                    <a:pt x="334217" y="150132"/>
                  </a:lnTo>
                  <a:lnTo>
                    <a:pt x="333933" y="144823"/>
                  </a:lnTo>
                  <a:lnTo>
                    <a:pt x="333480" y="139526"/>
                  </a:lnTo>
                  <a:lnTo>
                    <a:pt x="332860" y="134246"/>
                  </a:lnTo>
                  <a:lnTo>
                    <a:pt x="332071" y="128988"/>
                  </a:lnTo>
                  <a:lnTo>
                    <a:pt x="331116" y="123758"/>
                  </a:lnTo>
                  <a:lnTo>
                    <a:pt x="329995" y="118561"/>
                  </a:lnTo>
                  <a:lnTo>
                    <a:pt x="328710" y="113403"/>
                  </a:lnTo>
                  <a:lnTo>
                    <a:pt x="327261" y="108287"/>
                  </a:lnTo>
                  <a:lnTo>
                    <a:pt x="325650" y="103221"/>
                  </a:lnTo>
                  <a:lnTo>
                    <a:pt x="323879" y="98208"/>
                  </a:lnTo>
                  <a:lnTo>
                    <a:pt x="167167" y="156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156711" cy="167167"/>
            </a:xfrm>
            <a:custGeom>
              <a:avLst/>
              <a:pathLst>
                <a:path w="156711" h="167167">
                  <a:moveTo>
                    <a:pt x="156711" y="108975"/>
                  </a:moveTo>
                  <a:lnTo>
                    <a:pt x="154716" y="103860"/>
                  </a:lnTo>
                  <a:lnTo>
                    <a:pt x="152554" y="98813"/>
                  </a:lnTo>
                  <a:lnTo>
                    <a:pt x="150227" y="93841"/>
                  </a:lnTo>
                  <a:lnTo>
                    <a:pt x="147738" y="88947"/>
                  </a:lnTo>
                  <a:lnTo>
                    <a:pt x="145089" y="84138"/>
                  </a:lnTo>
                  <a:lnTo>
                    <a:pt x="142285" y="79418"/>
                  </a:lnTo>
                  <a:lnTo>
                    <a:pt x="139326" y="74793"/>
                  </a:lnTo>
                  <a:lnTo>
                    <a:pt x="136218" y="70267"/>
                  </a:lnTo>
                  <a:lnTo>
                    <a:pt x="132962" y="65846"/>
                  </a:lnTo>
                  <a:lnTo>
                    <a:pt x="129563" y="61535"/>
                  </a:lnTo>
                  <a:lnTo>
                    <a:pt x="126025" y="57337"/>
                  </a:lnTo>
                  <a:lnTo>
                    <a:pt x="122350" y="53258"/>
                  </a:lnTo>
                  <a:lnTo>
                    <a:pt x="118543" y="49301"/>
                  </a:lnTo>
                  <a:lnTo>
                    <a:pt x="114609" y="45472"/>
                  </a:lnTo>
                  <a:lnTo>
                    <a:pt x="110551" y="41774"/>
                  </a:lnTo>
                  <a:lnTo>
                    <a:pt x="106373" y="38211"/>
                  </a:lnTo>
                  <a:lnTo>
                    <a:pt x="102081" y="34788"/>
                  </a:lnTo>
                  <a:lnTo>
                    <a:pt x="97679" y="31507"/>
                  </a:lnTo>
                  <a:lnTo>
                    <a:pt x="93172" y="28372"/>
                  </a:lnTo>
                  <a:lnTo>
                    <a:pt x="88564" y="25388"/>
                  </a:lnTo>
                  <a:lnTo>
                    <a:pt x="83860" y="22556"/>
                  </a:lnTo>
                  <a:lnTo>
                    <a:pt x="79066" y="19880"/>
                  </a:lnTo>
                  <a:lnTo>
                    <a:pt x="74187" y="17363"/>
                  </a:lnTo>
                  <a:lnTo>
                    <a:pt x="69227" y="15008"/>
                  </a:lnTo>
                  <a:lnTo>
                    <a:pt x="64193" y="12816"/>
                  </a:lnTo>
                  <a:lnTo>
                    <a:pt x="59090" y="10791"/>
                  </a:lnTo>
                  <a:lnTo>
                    <a:pt x="53923" y="8935"/>
                  </a:lnTo>
                  <a:lnTo>
                    <a:pt x="48698" y="7250"/>
                  </a:lnTo>
                  <a:lnTo>
                    <a:pt x="43420" y="5737"/>
                  </a:lnTo>
                  <a:lnTo>
                    <a:pt x="38095" y="4398"/>
                  </a:lnTo>
                  <a:lnTo>
                    <a:pt x="32730" y="3235"/>
                  </a:lnTo>
                  <a:lnTo>
                    <a:pt x="27329" y="2249"/>
                  </a:lnTo>
                  <a:lnTo>
                    <a:pt x="21898" y="1440"/>
                  </a:lnTo>
                  <a:lnTo>
                    <a:pt x="16444" y="810"/>
                  </a:lnTo>
                  <a:lnTo>
                    <a:pt x="10973" y="360"/>
                  </a:lnTo>
                  <a:lnTo>
                    <a:pt x="548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3982" y="941493"/>
              <a:ext cx="102233" cy="167167"/>
            </a:xfrm>
            <a:custGeom>
              <a:avLst/>
              <a:pathLst>
                <a:path w="102233" h="167167">
                  <a:moveTo>
                    <a:pt x="102233" y="0"/>
                  </a:moveTo>
                  <a:lnTo>
                    <a:pt x="96445" y="100"/>
                  </a:lnTo>
                  <a:lnTo>
                    <a:pt x="90663" y="400"/>
                  </a:lnTo>
                  <a:lnTo>
                    <a:pt x="84896" y="901"/>
                  </a:lnTo>
                  <a:lnTo>
                    <a:pt x="79149" y="1601"/>
                  </a:lnTo>
                  <a:lnTo>
                    <a:pt x="73430" y="2500"/>
                  </a:lnTo>
                  <a:lnTo>
                    <a:pt x="67745" y="3596"/>
                  </a:lnTo>
                  <a:lnTo>
                    <a:pt x="62102" y="4888"/>
                  </a:lnTo>
                  <a:lnTo>
                    <a:pt x="56507" y="6375"/>
                  </a:lnTo>
                  <a:lnTo>
                    <a:pt x="50966" y="8055"/>
                  </a:lnTo>
                  <a:lnTo>
                    <a:pt x="45488" y="9925"/>
                  </a:lnTo>
                  <a:lnTo>
                    <a:pt x="40077" y="11985"/>
                  </a:lnTo>
                  <a:lnTo>
                    <a:pt x="34741" y="14230"/>
                  </a:lnTo>
                  <a:lnTo>
                    <a:pt x="29486" y="16659"/>
                  </a:lnTo>
                  <a:lnTo>
                    <a:pt x="24318" y="19268"/>
                  </a:lnTo>
                  <a:lnTo>
                    <a:pt x="19243" y="22055"/>
                  </a:lnTo>
                  <a:lnTo>
                    <a:pt x="14268" y="25015"/>
                  </a:lnTo>
                  <a:lnTo>
                    <a:pt x="9399" y="28146"/>
                  </a:lnTo>
                  <a:lnTo>
                    <a:pt x="4641" y="31444"/>
                  </a:lnTo>
                  <a:lnTo>
                    <a:pt x="0" y="34905"/>
                  </a:lnTo>
                  <a:lnTo>
                    <a:pt x="10223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3982" y="976398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61" y="976398"/>
              <a:ext cx="167154" cy="243369"/>
            </a:xfrm>
            <a:custGeom>
              <a:avLst/>
              <a:pathLst>
                <a:path w="167154" h="243369">
                  <a:moveTo>
                    <a:pt x="64920" y="0"/>
                  </a:moveTo>
                  <a:lnTo>
                    <a:pt x="60721" y="3354"/>
                  </a:lnTo>
                  <a:lnTo>
                    <a:pt x="56632" y="6842"/>
                  </a:lnTo>
                  <a:lnTo>
                    <a:pt x="52658" y="10460"/>
                  </a:lnTo>
                  <a:lnTo>
                    <a:pt x="48801" y="14204"/>
                  </a:lnTo>
                  <a:lnTo>
                    <a:pt x="45067" y="18070"/>
                  </a:lnTo>
                  <a:lnTo>
                    <a:pt x="41459" y="22053"/>
                  </a:lnTo>
                  <a:lnTo>
                    <a:pt x="37981" y="26151"/>
                  </a:lnTo>
                  <a:lnTo>
                    <a:pt x="34637" y="30358"/>
                  </a:lnTo>
                  <a:lnTo>
                    <a:pt x="31430" y="34671"/>
                  </a:lnTo>
                  <a:lnTo>
                    <a:pt x="28363" y="39085"/>
                  </a:lnTo>
                  <a:lnTo>
                    <a:pt x="25439" y="43595"/>
                  </a:lnTo>
                  <a:lnTo>
                    <a:pt x="22662" y="48196"/>
                  </a:lnTo>
                  <a:lnTo>
                    <a:pt x="20034" y="52885"/>
                  </a:lnTo>
                  <a:lnTo>
                    <a:pt x="17558" y="57655"/>
                  </a:lnTo>
                  <a:lnTo>
                    <a:pt x="15237" y="62503"/>
                  </a:lnTo>
                  <a:lnTo>
                    <a:pt x="13073" y="67422"/>
                  </a:lnTo>
                  <a:lnTo>
                    <a:pt x="11068" y="72409"/>
                  </a:lnTo>
                  <a:lnTo>
                    <a:pt x="9225" y="77458"/>
                  </a:lnTo>
                  <a:lnTo>
                    <a:pt x="7545" y="82563"/>
                  </a:lnTo>
                  <a:lnTo>
                    <a:pt x="6030" y="87720"/>
                  </a:lnTo>
                  <a:lnTo>
                    <a:pt x="4681" y="92923"/>
                  </a:lnTo>
                  <a:lnTo>
                    <a:pt x="3500" y="98166"/>
                  </a:lnTo>
                  <a:lnTo>
                    <a:pt x="2489" y="103444"/>
                  </a:lnTo>
                  <a:lnTo>
                    <a:pt x="1648" y="108753"/>
                  </a:lnTo>
                  <a:lnTo>
                    <a:pt x="978" y="114086"/>
                  </a:lnTo>
                  <a:lnTo>
                    <a:pt x="479" y="119437"/>
                  </a:lnTo>
                  <a:lnTo>
                    <a:pt x="153" y="124802"/>
                  </a:lnTo>
                  <a:lnTo>
                    <a:pt x="0" y="130174"/>
                  </a:lnTo>
                  <a:lnTo>
                    <a:pt x="19" y="135549"/>
                  </a:lnTo>
                  <a:lnTo>
                    <a:pt x="211" y="140920"/>
                  </a:lnTo>
                  <a:lnTo>
                    <a:pt x="575" y="146282"/>
                  </a:lnTo>
                  <a:lnTo>
                    <a:pt x="1112" y="151630"/>
                  </a:lnTo>
                  <a:lnTo>
                    <a:pt x="1821" y="156958"/>
                  </a:lnTo>
                  <a:lnTo>
                    <a:pt x="2700" y="162260"/>
                  </a:lnTo>
                  <a:lnTo>
                    <a:pt x="3750" y="167531"/>
                  </a:lnTo>
                  <a:lnTo>
                    <a:pt x="4968" y="172766"/>
                  </a:lnTo>
                  <a:lnTo>
                    <a:pt x="6354" y="177959"/>
                  </a:lnTo>
                  <a:lnTo>
                    <a:pt x="7906" y="183104"/>
                  </a:lnTo>
                  <a:lnTo>
                    <a:pt x="9623" y="188198"/>
                  </a:lnTo>
                  <a:lnTo>
                    <a:pt x="11502" y="193233"/>
                  </a:lnTo>
                  <a:lnTo>
                    <a:pt x="13543" y="198205"/>
                  </a:lnTo>
                  <a:lnTo>
                    <a:pt x="15742" y="203109"/>
                  </a:lnTo>
                  <a:lnTo>
                    <a:pt x="18098" y="207940"/>
                  </a:lnTo>
                  <a:lnTo>
                    <a:pt x="20608" y="212693"/>
                  </a:lnTo>
                  <a:lnTo>
                    <a:pt x="23269" y="217362"/>
                  </a:lnTo>
                  <a:lnTo>
                    <a:pt x="26079" y="221944"/>
                  </a:lnTo>
                  <a:lnTo>
                    <a:pt x="29035" y="226432"/>
                  </a:lnTo>
                  <a:lnTo>
                    <a:pt x="32134" y="230824"/>
                  </a:lnTo>
                  <a:lnTo>
                    <a:pt x="35372" y="235113"/>
                  </a:lnTo>
                  <a:lnTo>
                    <a:pt x="38747" y="239297"/>
                  </a:lnTo>
                  <a:lnTo>
                    <a:pt x="42254" y="243369"/>
                  </a:lnTo>
                  <a:lnTo>
                    <a:pt x="167154" y="132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61315" y="941493"/>
              <a:ext cx="292061" cy="334316"/>
            </a:xfrm>
            <a:custGeom>
              <a:avLst/>
              <a:pathLst>
                <a:path w="292061" h="334316">
                  <a:moveTo>
                    <a:pt x="0" y="278275"/>
                  </a:moveTo>
                  <a:lnTo>
                    <a:pt x="3605" y="282200"/>
                  </a:lnTo>
                  <a:lnTo>
                    <a:pt x="7333" y="286008"/>
                  </a:lnTo>
                  <a:lnTo>
                    <a:pt x="11182" y="289695"/>
                  </a:lnTo>
                  <a:lnTo>
                    <a:pt x="15145" y="293258"/>
                  </a:lnTo>
                  <a:lnTo>
                    <a:pt x="19220" y="296692"/>
                  </a:lnTo>
                  <a:lnTo>
                    <a:pt x="23403" y="299995"/>
                  </a:lnTo>
                  <a:lnTo>
                    <a:pt x="27689" y="303163"/>
                  </a:lnTo>
                  <a:lnTo>
                    <a:pt x="32074" y="306193"/>
                  </a:lnTo>
                  <a:lnTo>
                    <a:pt x="36553" y="309082"/>
                  </a:lnTo>
                  <a:lnTo>
                    <a:pt x="41121" y="311826"/>
                  </a:lnTo>
                  <a:lnTo>
                    <a:pt x="45775" y="314423"/>
                  </a:lnTo>
                  <a:lnTo>
                    <a:pt x="50510" y="316870"/>
                  </a:lnTo>
                  <a:lnTo>
                    <a:pt x="55320" y="319166"/>
                  </a:lnTo>
                  <a:lnTo>
                    <a:pt x="60200" y="321306"/>
                  </a:lnTo>
                  <a:lnTo>
                    <a:pt x="65147" y="323290"/>
                  </a:lnTo>
                  <a:lnTo>
                    <a:pt x="70154" y="325116"/>
                  </a:lnTo>
                  <a:lnTo>
                    <a:pt x="75217" y="326781"/>
                  </a:lnTo>
                  <a:lnTo>
                    <a:pt x="80330" y="328283"/>
                  </a:lnTo>
                  <a:lnTo>
                    <a:pt x="85489" y="329622"/>
                  </a:lnTo>
                  <a:lnTo>
                    <a:pt x="90688" y="330796"/>
                  </a:lnTo>
                  <a:lnTo>
                    <a:pt x="95921" y="331803"/>
                  </a:lnTo>
                  <a:lnTo>
                    <a:pt x="101184" y="332644"/>
                  </a:lnTo>
                  <a:lnTo>
                    <a:pt x="106471" y="333315"/>
                  </a:lnTo>
                  <a:lnTo>
                    <a:pt x="111777" y="333819"/>
                  </a:lnTo>
                  <a:lnTo>
                    <a:pt x="117096" y="334152"/>
                  </a:lnTo>
                  <a:lnTo>
                    <a:pt x="122423" y="334316"/>
                  </a:lnTo>
                  <a:lnTo>
                    <a:pt x="127752" y="334310"/>
                  </a:lnTo>
                  <a:lnTo>
                    <a:pt x="133079" y="334134"/>
                  </a:lnTo>
                  <a:lnTo>
                    <a:pt x="138397" y="333789"/>
                  </a:lnTo>
                  <a:lnTo>
                    <a:pt x="143702" y="333274"/>
                  </a:lnTo>
                  <a:lnTo>
                    <a:pt x="148988" y="332590"/>
                  </a:lnTo>
                  <a:lnTo>
                    <a:pt x="154249" y="331738"/>
                  </a:lnTo>
                  <a:lnTo>
                    <a:pt x="159480" y="330719"/>
                  </a:lnTo>
                  <a:lnTo>
                    <a:pt x="164676" y="329533"/>
                  </a:lnTo>
                  <a:lnTo>
                    <a:pt x="169831" y="328183"/>
                  </a:lnTo>
                  <a:lnTo>
                    <a:pt x="174941" y="326669"/>
                  </a:lnTo>
                  <a:lnTo>
                    <a:pt x="180000" y="324992"/>
                  </a:lnTo>
                  <a:lnTo>
                    <a:pt x="185004" y="323156"/>
                  </a:lnTo>
                  <a:lnTo>
                    <a:pt x="189946" y="321160"/>
                  </a:lnTo>
                  <a:lnTo>
                    <a:pt x="194821" y="319009"/>
                  </a:lnTo>
                  <a:lnTo>
                    <a:pt x="199626" y="316703"/>
                  </a:lnTo>
                  <a:lnTo>
                    <a:pt x="204355" y="314244"/>
                  </a:lnTo>
                  <a:lnTo>
                    <a:pt x="209003" y="311637"/>
                  </a:lnTo>
                  <a:lnTo>
                    <a:pt x="213566" y="308882"/>
                  </a:lnTo>
                  <a:lnTo>
                    <a:pt x="218038" y="305984"/>
                  </a:lnTo>
                  <a:lnTo>
                    <a:pt x="222416" y="302944"/>
                  </a:lnTo>
                  <a:lnTo>
                    <a:pt x="226695" y="299767"/>
                  </a:lnTo>
                  <a:lnTo>
                    <a:pt x="230870" y="296454"/>
                  </a:lnTo>
                  <a:lnTo>
                    <a:pt x="234937" y="293011"/>
                  </a:lnTo>
                  <a:lnTo>
                    <a:pt x="238893" y="289439"/>
                  </a:lnTo>
                  <a:lnTo>
                    <a:pt x="242733" y="285743"/>
                  </a:lnTo>
                  <a:lnTo>
                    <a:pt x="246453" y="281926"/>
                  </a:lnTo>
                  <a:lnTo>
                    <a:pt x="250049" y="277993"/>
                  </a:lnTo>
                  <a:lnTo>
                    <a:pt x="253519" y="273948"/>
                  </a:lnTo>
                  <a:lnTo>
                    <a:pt x="256857" y="269793"/>
                  </a:lnTo>
                  <a:lnTo>
                    <a:pt x="260062" y="265535"/>
                  </a:lnTo>
                  <a:lnTo>
                    <a:pt x="263129" y="261176"/>
                  </a:lnTo>
                  <a:lnTo>
                    <a:pt x="266055" y="256722"/>
                  </a:lnTo>
                  <a:lnTo>
                    <a:pt x="268838" y="252177"/>
                  </a:lnTo>
                  <a:lnTo>
                    <a:pt x="271475" y="247545"/>
                  </a:lnTo>
                  <a:lnTo>
                    <a:pt x="273963" y="242832"/>
                  </a:lnTo>
                  <a:lnTo>
                    <a:pt x="276299" y="238041"/>
                  </a:lnTo>
                  <a:lnTo>
                    <a:pt x="278481" y="233179"/>
                  </a:lnTo>
                  <a:lnTo>
                    <a:pt x="280508" y="228250"/>
                  </a:lnTo>
                  <a:lnTo>
                    <a:pt x="282376" y="223258"/>
                  </a:lnTo>
                  <a:lnTo>
                    <a:pt x="284084" y="218210"/>
                  </a:lnTo>
                  <a:lnTo>
                    <a:pt x="285630" y="213110"/>
                  </a:lnTo>
                  <a:lnTo>
                    <a:pt x="287013" y="207963"/>
                  </a:lnTo>
                  <a:lnTo>
                    <a:pt x="288231" y="202774"/>
                  </a:lnTo>
                  <a:lnTo>
                    <a:pt x="289283" y="197549"/>
                  </a:lnTo>
                  <a:lnTo>
                    <a:pt x="290168" y="192294"/>
                  </a:lnTo>
                  <a:lnTo>
                    <a:pt x="290885" y="187013"/>
                  </a:lnTo>
                  <a:lnTo>
                    <a:pt x="291433" y="181711"/>
                  </a:lnTo>
                  <a:lnTo>
                    <a:pt x="291812" y="176395"/>
                  </a:lnTo>
                  <a:lnTo>
                    <a:pt x="292021" y="171070"/>
                  </a:lnTo>
                  <a:lnTo>
                    <a:pt x="292061" y="165740"/>
                  </a:lnTo>
                  <a:lnTo>
                    <a:pt x="291931" y="160413"/>
                  </a:lnTo>
                  <a:lnTo>
                    <a:pt x="291630" y="155091"/>
                  </a:lnTo>
                  <a:lnTo>
                    <a:pt x="291161" y="149783"/>
                  </a:lnTo>
                  <a:lnTo>
                    <a:pt x="290522" y="144491"/>
                  </a:lnTo>
                  <a:lnTo>
                    <a:pt x="289715" y="139223"/>
                  </a:lnTo>
                  <a:lnTo>
                    <a:pt x="288740" y="133984"/>
                  </a:lnTo>
                  <a:lnTo>
                    <a:pt x="287599" y="128778"/>
                  </a:lnTo>
                  <a:lnTo>
                    <a:pt x="286293" y="123611"/>
                  </a:lnTo>
                  <a:lnTo>
                    <a:pt x="284822" y="118488"/>
                  </a:lnTo>
                  <a:lnTo>
                    <a:pt x="283189" y="113415"/>
                  </a:lnTo>
                  <a:lnTo>
                    <a:pt x="281395" y="108396"/>
                  </a:lnTo>
                  <a:lnTo>
                    <a:pt x="279442" y="103437"/>
                  </a:lnTo>
                  <a:lnTo>
                    <a:pt x="277332" y="98543"/>
                  </a:lnTo>
                  <a:lnTo>
                    <a:pt x="275067" y="93719"/>
                  </a:lnTo>
                  <a:lnTo>
                    <a:pt x="272650" y="88969"/>
                  </a:lnTo>
                  <a:lnTo>
                    <a:pt x="270082" y="84299"/>
                  </a:lnTo>
                  <a:lnTo>
                    <a:pt x="267366" y="79713"/>
                  </a:lnTo>
                  <a:lnTo>
                    <a:pt x="264506" y="75216"/>
                  </a:lnTo>
                  <a:lnTo>
                    <a:pt x="261504" y="70813"/>
                  </a:lnTo>
                  <a:lnTo>
                    <a:pt x="258363" y="66507"/>
                  </a:lnTo>
                  <a:lnTo>
                    <a:pt x="255087" y="62304"/>
                  </a:lnTo>
                  <a:lnTo>
                    <a:pt x="251678" y="58207"/>
                  </a:lnTo>
                  <a:lnTo>
                    <a:pt x="248140" y="54221"/>
                  </a:lnTo>
                  <a:lnTo>
                    <a:pt x="244477" y="50350"/>
                  </a:lnTo>
                  <a:lnTo>
                    <a:pt x="240692" y="46597"/>
                  </a:lnTo>
                  <a:lnTo>
                    <a:pt x="236790" y="42967"/>
                  </a:lnTo>
                  <a:lnTo>
                    <a:pt x="232774" y="39464"/>
                  </a:lnTo>
                  <a:lnTo>
                    <a:pt x="228648" y="36090"/>
                  </a:lnTo>
                  <a:lnTo>
                    <a:pt x="224417" y="32849"/>
                  </a:lnTo>
                  <a:lnTo>
                    <a:pt x="220085" y="29745"/>
                  </a:lnTo>
                  <a:lnTo>
                    <a:pt x="215656" y="26781"/>
                  </a:lnTo>
                  <a:lnTo>
                    <a:pt x="211134" y="23959"/>
                  </a:lnTo>
                  <a:lnTo>
                    <a:pt x="206525" y="21283"/>
                  </a:lnTo>
                  <a:lnTo>
                    <a:pt x="201834" y="18755"/>
                  </a:lnTo>
                  <a:lnTo>
                    <a:pt x="197063" y="16378"/>
                  </a:lnTo>
                  <a:lnTo>
                    <a:pt x="192220" y="14154"/>
                  </a:lnTo>
                  <a:lnTo>
                    <a:pt x="187308" y="12086"/>
                  </a:lnTo>
                  <a:lnTo>
                    <a:pt x="182333" y="10175"/>
                  </a:lnTo>
                  <a:lnTo>
                    <a:pt x="177299" y="8424"/>
                  </a:lnTo>
                  <a:lnTo>
                    <a:pt x="172212" y="6835"/>
                  </a:lnTo>
                  <a:lnTo>
                    <a:pt x="167077" y="5408"/>
                  </a:lnTo>
                  <a:lnTo>
                    <a:pt x="161899" y="4146"/>
                  </a:lnTo>
                  <a:lnTo>
                    <a:pt x="156684" y="3049"/>
                  </a:lnTo>
                  <a:lnTo>
                    <a:pt x="151436" y="2119"/>
                  </a:lnTo>
                  <a:lnTo>
                    <a:pt x="146161" y="1357"/>
                  </a:lnTo>
                  <a:lnTo>
                    <a:pt x="140865" y="764"/>
                  </a:lnTo>
                  <a:lnTo>
                    <a:pt x="135552" y="339"/>
                  </a:lnTo>
                  <a:lnTo>
                    <a:pt x="130228" y="84"/>
                  </a:lnTo>
                  <a:lnTo>
                    <a:pt x="124900" y="0"/>
                  </a:lnTo>
                  <a:lnTo>
                    <a:pt x="1249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3" y="1071028"/>
              <a:ext cx="184867" cy="334325"/>
            </a:xfrm>
            <a:custGeom>
              <a:avLst/>
              <a:pathLst>
                <a:path w="184867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3585"/>
              <a:ext cx="167166" cy="330837"/>
            </a:xfrm>
            <a:custGeom>
              <a:avLst/>
              <a:pathLst>
                <a:path w="167166" h="330837">
                  <a:moveTo>
                    <a:pt x="17709" y="330837"/>
                  </a:moveTo>
                  <a:lnTo>
                    <a:pt x="22982" y="330190"/>
                  </a:lnTo>
                  <a:lnTo>
                    <a:pt x="28232" y="329376"/>
                  </a:lnTo>
                  <a:lnTo>
                    <a:pt x="33453" y="328396"/>
                  </a:lnTo>
                  <a:lnTo>
                    <a:pt x="38640" y="327250"/>
                  </a:lnTo>
                  <a:lnTo>
                    <a:pt x="43789" y="325940"/>
                  </a:lnTo>
                  <a:lnTo>
                    <a:pt x="48893" y="324467"/>
                  </a:lnTo>
                  <a:lnTo>
                    <a:pt x="53948" y="322833"/>
                  </a:lnTo>
                  <a:lnTo>
                    <a:pt x="58949" y="321039"/>
                  </a:lnTo>
                  <a:lnTo>
                    <a:pt x="63890" y="319087"/>
                  </a:lnTo>
                  <a:lnTo>
                    <a:pt x="68766" y="316978"/>
                  </a:lnTo>
                  <a:lnTo>
                    <a:pt x="73573" y="314716"/>
                  </a:lnTo>
                  <a:lnTo>
                    <a:pt x="78306" y="312303"/>
                  </a:lnTo>
                  <a:lnTo>
                    <a:pt x="82959" y="309740"/>
                  </a:lnTo>
                  <a:lnTo>
                    <a:pt x="87529" y="307030"/>
                  </a:lnTo>
                  <a:lnTo>
                    <a:pt x="92010" y="304177"/>
                  </a:lnTo>
                  <a:lnTo>
                    <a:pt x="96399" y="301183"/>
                  </a:lnTo>
                  <a:lnTo>
                    <a:pt x="100690" y="298051"/>
                  </a:lnTo>
                  <a:lnTo>
                    <a:pt x="104879" y="294784"/>
                  </a:lnTo>
                  <a:lnTo>
                    <a:pt x="108963" y="291385"/>
                  </a:lnTo>
                  <a:lnTo>
                    <a:pt x="112936" y="287859"/>
                  </a:lnTo>
                  <a:lnTo>
                    <a:pt x="116796" y="284208"/>
                  </a:lnTo>
                  <a:lnTo>
                    <a:pt x="120537" y="280436"/>
                  </a:lnTo>
                  <a:lnTo>
                    <a:pt x="124157" y="276548"/>
                  </a:lnTo>
                  <a:lnTo>
                    <a:pt x="127651" y="272546"/>
                  </a:lnTo>
                  <a:lnTo>
                    <a:pt x="131016" y="268435"/>
                  </a:lnTo>
                  <a:lnTo>
                    <a:pt x="134249" y="264219"/>
                  </a:lnTo>
                  <a:lnTo>
                    <a:pt x="137346" y="259903"/>
                  </a:lnTo>
                  <a:lnTo>
                    <a:pt x="140305" y="255491"/>
                  </a:lnTo>
                  <a:lnTo>
                    <a:pt x="143122" y="250986"/>
                  </a:lnTo>
                  <a:lnTo>
                    <a:pt x="145795" y="246395"/>
                  </a:lnTo>
                  <a:lnTo>
                    <a:pt x="148320" y="241721"/>
                  </a:lnTo>
                  <a:lnTo>
                    <a:pt x="150695" y="236969"/>
                  </a:lnTo>
                  <a:lnTo>
                    <a:pt x="152918" y="232144"/>
                  </a:lnTo>
                  <a:lnTo>
                    <a:pt x="154987" y="227250"/>
                  </a:lnTo>
                  <a:lnTo>
                    <a:pt x="156899" y="222294"/>
                  </a:lnTo>
                  <a:lnTo>
                    <a:pt x="158653" y="217279"/>
                  </a:lnTo>
                  <a:lnTo>
                    <a:pt x="160247" y="212211"/>
                  </a:lnTo>
                  <a:lnTo>
                    <a:pt x="161678" y="207095"/>
                  </a:lnTo>
                  <a:lnTo>
                    <a:pt x="162947" y="201936"/>
                  </a:lnTo>
                  <a:lnTo>
                    <a:pt x="164050" y="196739"/>
                  </a:lnTo>
                  <a:lnTo>
                    <a:pt x="164988" y="191510"/>
                  </a:lnTo>
                  <a:lnTo>
                    <a:pt x="165760" y="186254"/>
                  </a:lnTo>
                  <a:lnTo>
                    <a:pt x="166364" y="180976"/>
                  </a:lnTo>
                  <a:lnTo>
                    <a:pt x="166800" y="175681"/>
                  </a:lnTo>
                  <a:lnTo>
                    <a:pt x="167068" y="170375"/>
                  </a:lnTo>
                  <a:lnTo>
                    <a:pt x="167166" y="165064"/>
                  </a:lnTo>
                  <a:lnTo>
                    <a:pt x="167096" y="159751"/>
                  </a:lnTo>
                  <a:lnTo>
                    <a:pt x="166858" y="154444"/>
                  </a:lnTo>
                  <a:lnTo>
                    <a:pt x="166450" y="149147"/>
                  </a:lnTo>
                  <a:lnTo>
                    <a:pt x="165875" y="143866"/>
                  </a:lnTo>
                  <a:lnTo>
                    <a:pt x="165132" y="138605"/>
                  </a:lnTo>
                  <a:lnTo>
                    <a:pt x="164222" y="133371"/>
                  </a:lnTo>
                  <a:lnTo>
                    <a:pt x="163147" y="128169"/>
                  </a:lnTo>
                  <a:lnTo>
                    <a:pt x="161906" y="123003"/>
                  </a:lnTo>
                  <a:lnTo>
                    <a:pt x="160502" y="117879"/>
                  </a:lnTo>
                  <a:lnTo>
                    <a:pt x="158936" y="112803"/>
                  </a:lnTo>
                  <a:lnTo>
                    <a:pt x="157210" y="107778"/>
                  </a:lnTo>
                  <a:lnTo>
                    <a:pt x="155325" y="102812"/>
                  </a:lnTo>
                  <a:lnTo>
                    <a:pt x="153282" y="97907"/>
                  </a:lnTo>
                  <a:lnTo>
                    <a:pt x="151085" y="93070"/>
                  </a:lnTo>
                  <a:lnTo>
                    <a:pt x="148736" y="88305"/>
                  </a:lnTo>
                  <a:lnTo>
                    <a:pt x="146236" y="83617"/>
                  </a:lnTo>
                  <a:lnTo>
                    <a:pt x="143589" y="79012"/>
                  </a:lnTo>
                  <a:lnTo>
                    <a:pt x="140796" y="74492"/>
                  </a:lnTo>
                  <a:lnTo>
                    <a:pt x="137861" y="70064"/>
                  </a:lnTo>
                  <a:lnTo>
                    <a:pt x="134787" y="65731"/>
                  </a:lnTo>
                  <a:lnTo>
                    <a:pt x="131577" y="61498"/>
                  </a:lnTo>
                  <a:lnTo>
                    <a:pt x="128234" y="57369"/>
                  </a:lnTo>
                  <a:lnTo>
                    <a:pt x="124762" y="53348"/>
                  </a:lnTo>
                  <a:lnTo>
                    <a:pt x="121163" y="49440"/>
                  </a:lnTo>
                  <a:lnTo>
                    <a:pt x="117443" y="45648"/>
                  </a:lnTo>
                  <a:lnTo>
                    <a:pt x="113603" y="41976"/>
                  </a:lnTo>
                  <a:lnTo>
                    <a:pt x="109649" y="38428"/>
                  </a:lnTo>
                  <a:lnTo>
                    <a:pt x="105584" y="35007"/>
                  </a:lnTo>
                  <a:lnTo>
                    <a:pt x="101412" y="31718"/>
                  </a:lnTo>
                  <a:lnTo>
                    <a:pt x="97138" y="28562"/>
                  </a:lnTo>
                  <a:lnTo>
                    <a:pt x="92766" y="25544"/>
                  </a:lnTo>
                  <a:lnTo>
                    <a:pt x="88300" y="22667"/>
                  </a:lnTo>
                  <a:lnTo>
                    <a:pt x="83745" y="19933"/>
                  </a:lnTo>
                  <a:lnTo>
                    <a:pt x="79106" y="17345"/>
                  </a:lnTo>
                  <a:lnTo>
                    <a:pt x="74386" y="14905"/>
                  </a:lnTo>
                  <a:lnTo>
                    <a:pt x="69592" y="12617"/>
                  </a:lnTo>
                  <a:lnTo>
                    <a:pt x="64727" y="10482"/>
                  </a:lnTo>
                  <a:lnTo>
                    <a:pt x="59797" y="8504"/>
                  </a:lnTo>
                  <a:lnTo>
                    <a:pt x="54806" y="6682"/>
                  </a:lnTo>
                  <a:lnTo>
                    <a:pt x="49760" y="5020"/>
                  </a:lnTo>
                  <a:lnTo>
                    <a:pt x="44664" y="3520"/>
                  </a:lnTo>
                  <a:lnTo>
                    <a:pt x="39522" y="2182"/>
                  </a:lnTo>
                  <a:lnTo>
                    <a:pt x="34341" y="1008"/>
                  </a:lnTo>
                  <a:lnTo>
                    <a:pt x="29125" y="0"/>
                  </a:lnTo>
                  <a:lnTo>
                    <a:pt x="0" y="1646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29125" cy="167167"/>
            </a:xfrm>
            <a:custGeom>
              <a:avLst/>
              <a:pathLst>
                <a:path w="29125" h="167167">
                  <a:moveTo>
                    <a:pt x="29125" y="2556"/>
                  </a:moveTo>
                  <a:lnTo>
                    <a:pt x="21893" y="1439"/>
                  </a:lnTo>
                  <a:lnTo>
                    <a:pt x="14618" y="640"/>
                  </a:lnTo>
                  <a:lnTo>
                    <a:pt x="7316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0917" y="1322571"/>
              <a:ext cx="127803" cy="167167"/>
            </a:xfrm>
            <a:custGeom>
              <a:avLst/>
              <a:pathLst>
                <a:path w="127803" h="167167">
                  <a:moveTo>
                    <a:pt x="127803" y="0"/>
                  </a:moveTo>
                  <a:lnTo>
                    <a:pt x="122209" y="93"/>
                  </a:lnTo>
                  <a:lnTo>
                    <a:pt x="116620" y="374"/>
                  </a:lnTo>
                  <a:lnTo>
                    <a:pt x="111045" y="842"/>
                  </a:lnTo>
                  <a:lnTo>
                    <a:pt x="105488" y="1496"/>
                  </a:lnTo>
                  <a:lnTo>
                    <a:pt x="99956" y="2335"/>
                  </a:lnTo>
                  <a:lnTo>
                    <a:pt x="94455" y="3360"/>
                  </a:lnTo>
                  <a:lnTo>
                    <a:pt x="88991" y="4568"/>
                  </a:lnTo>
                  <a:lnTo>
                    <a:pt x="83571" y="5958"/>
                  </a:lnTo>
                  <a:lnTo>
                    <a:pt x="78201" y="7528"/>
                  </a:lnTo>
                  <a:lnTo>
                    <a:pt x="72886" y="9278"/>
                  </a:lnTo>
                  <a:lnTo>
                    <a:pt x="67633" y="11204"/>
                  </a:lnTo>
                  <a:lnTo>
                    <a:pt x="62447" y="13305"/>
                  </a:lnTo>
                  <a:lnTo>
                    <a:pt x="57334" y="15579"/>
                  </a:lnTo>
                  <a:lnTo>
                    <a:pt x="52300" y="18022"/>
                  </a:lnTo>
                  <a:lnTo>
                    <a:pt x="47351" y="20632"/>
                  </a:lnTo>
                  <a:lnTo>
                    <a:pt x="42492" y="23407"/>
                  </a:lnTo>
                  <a:lnTo>
                    <a:pt x="37729" y="26343"/>
                  </a:lnTo>
                  <a:lnTo>
                    <a:pt x="33066" y="29436"/>
                  </a:lnTo>
                  <a:lnTo>
                    <a:pt x="28510" y="32684"/>
                  </a:lnTo>
                  <a:lnTo>
                    <a:pt x="24065" y="36082"/>
                  </a:lnTo>
                  <a:lnTo>
                    <a:pt x="19736" y="39627"/>
                  </a:lnTo>
                  <a:lnTo>
                    <a:pt x="15528" y="43315"/>
                  </a:lnTo>
                  <a:lnTo>
                    <a:pt x="11446" y="47142"/>
                  </a:lnTo>
                  <a:lnTo>
                    <a:pt x="7494" y="51104"/>
                  </a:lnTo>
                  <a:lnTo>
                    <a:pt x="3677" y="55195"/>
                  </a:lnTo>
                  <a:lnTo>
                    <a:pt x="0" y="59412"/>
                  </a:lnTo>
                  <a:lnTo>
                    <a:pt x="1278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4" y="1338150"/>
              <a:ext cx="334331" cy="318744"/>
            </a:xfrm>
            <a:custGeom>
              <a:avLst/>
              <a:pathLst>
                <a:path w="334331" h="318744">
                  <a:moveTo>
                    <a:pt x="39362" y="43833"/>
                  </a:moveTo>
                  <a:lnTo>
                    <a:pt x="36011" y="47939"/>
                  </a:lnTo>
                  <a:lnTo>
                    <a:pt x="32791" y="52148"/>
                  </a:lnTo>
                  <a:lnTo>
                    <a:pt x="29706" y="56458"/>
                  </a:lnTo>
                  <a:lnTo>
                    <a:pt x="26760" y="60863"/>
                  </a:lnTo>
                  <a:lnTo>
                    <a:pt x="23954" y="65360"/>
                  </a:lnTo>
                  <a:lnTo>
                    <a:pt x="21293" y="69943"/>
                  </a:lnTo>
                  <a:lnTo>
                    <a:pt x="18778" y="74608"/>
                  </a:lnTo>
                  <a:lnTo>
                    <a:pt x="16412" y="79351"/>
                  </a:lnTo>
                  <a:lnTo>
                    <a:pt x="14198" y="84166"/>
                  </a:lnTo>
                  <a:lnTo>
                    <a:pt x="12138" y="89049"/>
                  </a:lnTo>
                  <a:lnTo>
                    <a:pt x="10233" y="93995"/>
                  </a:lnTo>
                  <a:lnTo>
                    <a:pt x="8486" y="98998"/>
                  </a:lnTo>
                  <a:lnTo>
                    <a:pt x="6899" y="104055"/>
                  </a:lnTo>
                  <a:lnTo>
                    <a:pt x="5473" y="109159"/>
                  </a:lnTo>
                  <a:lnTo>
                    <a:pt x="4209" y="114306"/>
                  </a:lnTo>
                  <a:lnTo>
                    <a:pt x="3109" y="119491"/>
                  </a:lnTo>
                  <a:lnTo>
                    <a:pt x="2174" y="124707"/>
                  </a:lnTo>
                  <a:lnTo>
                    <a:pt x="1405" y="129951"/>
                  </a:lnTo>
                  <a:lnTo>
                    <a:pt x="802" y="135217"/>
                  </a:lnTo>
                  <a:lnTo>
                    <a:pt x="367" y="140499"/>
                  </a:lnTo>
                  <a:lnTo>
                    <a:pt x="99" y="145792"/>
                  </a:lnTo>
                  <a:lnTo>
                    <a:pt x="0" y="151091"/>
                  </a:lnTo>
                  <a:lnTo>
                    <a:pt x="68" y="156390"/>
                  </a:lnTo>
                  <a:lnTo>
                    <a:pt x="304" y="161685"/>
                  </a:lnTo>
                  <a:lnTo>
                    <a:pt x="708" y="166969"/>
                  </a:lnTo>
                  <a:lnTo>
                    <a:pt x="1279" y="172238"/>
                  </a:lnTo>
                  <a:lnTo>
                    <a:pt x="2017" y="177486"/>
                  </a:lnTo>
                  <a:lnTo>
                    <a:pt x="2921" y="182709"/>
                  </a:lnTo>
                  <a:lnTo>
                    <a:pt x="3990" y="187899"/>
                  </a:lnTo>
                  <a:lnTo>
                    <a:pt x="5223" y="193054"/>
                  </a:lnTo>
                  <a:lnTo>
                    <a:pt x="6619" y="198167"/>
                  </a:lnTo>
                  <a:lnTo>
                    <a:pt x="8176" y="203233"/>
                  </a:lnTo>
                  <a:lnTo>
                    <a:pt x="9893" y="208247"/>
                  </a:lnTo>
                  <a:lnTo>
                    <a:pt x="11768" y="213204"/>
                  </a:lnTo>
                  <a:lnTo>
                    <a:pt x="13800" y="218099"/>
                  </a:lnTo>
                  <a:lnTo>
                    <a:pt x="15985" y="222927"/>
                  </a:lnTo>
                  <a:lnTo>
                    <a:pt x="18323" y="227684"/>
                  </a:lnTo>
                  <a:lnTo>
                    <a:pt x="20810" y="232364"/>
                  </a:lnTo>
                  <a:lnTo>
                    <a:pt x="23444" y="236963"/>
                  </a:lnTo>
                  <a:lnTo>
                    <a:pt x="26222" y="241476"/>
                  </a:lnTo>
                  <a:lnTo>
                    <a:pt x="29143" y="245898"/>
                  </a:lnTo>
                  <a:lnTo>
                    <a:pt x="32202" y="250226"/>
                  </a:lnTo>
                  <a:lnTo>
                    <a:pt x="35396" y="254455"/>
                  </a:lnTo>
                  <a:lnTo>
                    <a:pt x="38724" y="258581"/>
                  </a:lnTo>
                  <a:lnTo>
                    <a:pt x="42180" y="262598"/>
                  </a:lnTo>
                  <a:lnTo>
                    <a:pt x="45762" y="266505"/>
                  </a:lnTo>
                  <a:lnTo>
                    <a:pt x="49465" y="270295"/>
                  </a:lnTo>
                  <a:lnTo>
                    <a:pt x="53288" y="273967"/>
                  </a:lnTo>
                  <a:lnTo>
                    <a:pt x="57224" y="277515"/>
                  </a:lnTo>
                  <a:lnTo>
                    <a:pt x="61271" y="280937"/>
                  </a:lnTo>
                  <a:lnTo>
                    <a:pt x="65425" y="284229"/>
                  </a:lnTo>
                  <a:lnTo>
                    <a:pt x="69681" y="287388"/>
                  </a:lnTo>
                  <a:lnTo>
                    <a:pt x="74035" y="290410"/>
                  </a:lnTo>
                  <a:lnTo>
                    <a:pt x="78482" y="293292"/>
                  </a:lnTo>
                  <a:lnTo>
                    <a:pt x="83019" y="296032"/>
                  </a:lnTo>
                  <a:lnTo>
                    <a:pt x="87640" y="298627"/>
                  </a:lnTo>
                  <a:lnTo>
                    <a:pt x="92341" y="301074"/>
                  </a:lnTo>
                  <a:lnTo>
                    <a:pt x="97117" y="303371"/>
                  </a:lnTo>
                  <a:lnTo>
                    <a:pt x="101964" y="305515"/>
                  </a:lnTo>
                  <a:lnTo>
                    <a:pt x="106876" y="307505"/>
                  </a:lnTo>
                  <a:lnTo>
                    <a:pt x="111849" y="309338"/>
                  </a:lnTo>
                  <a:lnTo>
                    <a:pt x="116878" y="311012"/>
                  </a:lnTo>
                  <a:lnTo>
                    <a:pt x="121957" y="312526"/>
                  </a:lnTo>
                  <a:lnTo>
                    <a:pt x="127081" y="313878"/>
                  </a:lnTo>
                  <a:lnTo>
                    <a:pt x="132246" y="315067"/>
                  </a:lnTo>
                  <a:lnTo>
                    <a:pt x="137446" y="316092"/>
                  </a:lnTo>
                  <a:lnTo>
                    <a:pt x="142675" y="316952"/>
                  </a:lnTo>
                  <a:lnTo>
                    <a:pt x="147930" y="317645"/>
                  </a:lnTo>
                  <a:lnTo>
                    <a:pt x="153203" y="318171"/>
                  </a:lnTo>
                  <a:lnTo>
                    <a:pt x="158491" y="318530"/>
                  </a:lnTo>
                  <a:lnTo>
                    <a:pt x="163787" y="318721"/>
                  </a:lnTo>
                  <a:lnTo>
                    <a:pt x="169087" y="318744"/>
                  </a:lnTo>
                  <a:lnTo>
                    <a:pt x="174385" y="318599"/>
                  </a:lnTo>
                  <a:lnTo>
                    <a:pt x="179676" y="318287"/>
                  </a:lnTo>
                  <a:lnTo>
                    <a:pt x="184954" y="317806"/>
                  </a:lnTo>
                  <a:lnTo>
                    <a:pt x="190214" y="317159"/>
                  </a:lnTo>
                  <a:lnTo>
                    <a:pt x="195451" y="316345"/>
                  </a:lnTo>
                  <a:lnTo>
                    <a:pt x="200660" y="315366"/>
                  </a:lnTo>
                  <a:lnTo>
                    <a:pt x="205835" y="314222"/>
                  </a:lnTo>
                  <a:lnTo>
                    <a:pt x="210971" y="312914"/>
                  </a:lnTo>
                  <a:lnTo>
                    <a:pt x="216063" y="311444"/>
                  </a:lnTo>
                  <a:lnTo>
                    <a:pt x="221105" y="309814"/>
                  </a:lnTo>
                  <a:lnTo>
                    <a:pt x="226094" y="308025"/>
                  </a:lnTo>
                  <a:lnTo>
                    <a:pt x="231024" y="306078"/>
                  </a:lnTo>
                  <a:lnTo>
                    <a:pt x="235889" y="303976"/>
                  </a:lnTo>
                  <a:lnTo>
                    <a:pt x="240685" y="301721"/>
                  </a:lnTo>
                  <a:lnTo>
                    <a:pt x="245407" y="299315"/>
                  </a:lnTo>
                  <a:lnTo>
                    <a:pt x="250051" y="296760"/>
                  </a:lnTo>
                  <a:lnTo>
                    <a:pt x="254611" y="294060"/>
                  </a:lnTo>
                  <a:lnTo>
                    <a:pt x="259084" y="291216"/>
                  </a:lnTo>
                  <a:lnTo>
                    <a:pt x="263464" y="288233"/>
                  </a:lnTo>
                  <a:lnTo>
                    <a:pt x="267747" y="285111"/>
                  </a:lnTo>
                  <a:lnTo>
                    <a:pt x="271929" y="281856"/>
                  </a:lnTo>
                  <a:lnTo>
                    <a:pt x="276006" y="278469"/>
                  </a:lnTo>
                  <a:lnTo>
                    <a:pt x="279973" y="274955"/>
                  </a:lnTo>
                  <a:lnTo>
                    <a:pt x="283827" y="271317"/>
                  </a:lnTo>
                  <a:lnTo>
                    <a:pt x="287564" y="267559"/>
                  </a:lnTo>
                  <a:lnTo>
                    <a:pt x="291180" y="263684"/>
                  </a:lnTo>
                  <a:lnTo>
                    <a:pt x="294671" y="259697"/>
                  </a:lnTo>
                  <a:lnTo>
                    <a:pt x="298034" y="255600"/>
                  </a:lnTo>
                  <a:lnTo>
                    <a:pt x="301265" y="251400"/>
                  </a:lnTo>
                  <a:lnTo>
                    <a:pt x="304362" y="247098"/>
                  </a:lnTo>
                  <a:lnTo>
                    <a:pt x="307321" y="242701"/>
                  </a:lnTo>
                  <a:lnTo>
                    <a:pt x="310139" y="238213"/>
                  </a:lnTo>
                  <a:lnTo>
                    <a:pt x="312813" y="233637"/>
                  </a:lnTo>
                  <a:lnTo>
                    <a:pt x="315340" y="228979"/>
                  </a:lnTo>
                  <a:lnTo>
                    <a:pt x="317719" y="224243"/>
                  </a:lnTo>
                  <a:lnTo>
                    <a:pt x="319947" y="219434"/>
                  </a:lnTo>
                  <a:lnTo>
                    <a:pt x="322021" y="214556"/>
                  </a:lnTo>
                  <a:lnTo>
                    <a:pt x="323939" y="209616"/>
                  </a:lnTo>
                  <a:lnTo>
                    <a:pt x="325700" y="204617"/>
                  </a:lnTo>
                  <a:lnTo>
                    <a:pt x="327301" y="199565"/>
                  </a:lnTo>
                  <a:lnTo>
                    <a:pt x="328741" y="194465"/>
                  </a:lnTo>
                  <a:lnTo>
                    <a:pt x="330019" y="189321"/>
                  </a:lnTo>
                  <a:lnTo>
                    <a:pt x="331134" y="184140"/>
                  </a:lnTo>
                  <a:lnTo>
                    <a:pt x="332083" y="178926"/>
                  </a:lnTo>
                  <a:lnTo>
                    <a:pt x="332867" y="173684"/>
                  </a:lnTo>
                  <a:lnTo>
                    <a:pt x="333484" y="168420"/>
                  </a:lnTo>
                  <a:lnTo>
                    <a:pt x="333934" y="163139"/>
                  </a:lnTo>
                  <a:lnTo>
                    <a:pt x="334216" y="157847"/>
                  </a:lnTo>
                  <a:lnTo>
                    <a:pt x="334331" y="152548"/>
                  </a:lnTo>
                  <a:lnTo>
                    <a:pt x="334277" y="147249"/>
                  </a:lnTo>
                  <a:lnTo>
                    <a:pt x="334056" y="141954"/>
                  </a:lnTo>
                  <a:lnTo>
                    <a:pt x="333667" y="136668"/>
                  </a:lnTo>
                  <a:lnTo>
                    <a:pt x="333110" y="131397"/>
                  </a:lnTo>
                  <a:lnTo>
                    <a:pt x="332386" y="126147"/>
                  </a:lnTo>
                  <a:lnTo>
                    <a:pt x="331497" y="120923"/>
                  </a:lnTo>
                  <a:lnTo>
                    <a:pt x="330442" y="115729"/>
                  </a:lnTo>
                  <a:lnTo>
                    <a:pt x="329223" y="110571"/>
                  </a:lnTo>
                  <a:lnTo>
                    <a:pt x="327842" y="105454"/>
                  </a:lnTo>
                  <a:lnTo>
                    <a:pt x="326299" y="100384"/>
                  </a:lnTo>
                  <a:lnTo>
                    <a:pt x="324595" y="95365"/>
                  </a:lnTo>
                  <a:lnTo>
                    <a:pt x="322734" y="90403"/>
                  </a:lnTo>
                  <a:lnTo>
                    <a:pt x="320716" y="85502"/>
                  </a:lnTo>
                  <a:lnTo>
                    <a:pt x="318544" y="80668"/>
                  </a:lnTo>
                  <a:lnTo>
                    <a:pt x="316220" y="75905"/>
                  </a:lnTo>
                  <a:lnTo>
                    <a:pt x="313746" y="71218"/>
                  </a:lnTo>
                  <a:lnTo>
                    <a:pt x="311125" y="66612"/>
                  </a:lnTo>
                  <a:lnTo>
                    <a:pt x="308359" y="62091"/>
                  </a:lnTo>
                  <a:lnTo>
                    <a:pt x="305451" y="57660"/>
                  </a:lnTo>
                  <a:lnTo>
                    <a:pt x="302404" y="53324"/>
                  </a:lnTo>
                  <a:lnTo>
                    <a:pt x="299221" y="49086"/>
                  </a:lnTo>
                  <a:lnTo>
                    <a:pt x="295905" y="44952"/>
                  </a:lnTo>
                  <a:lnTo>
                    <a:pt x="292460" y="40924"/>
                  </a:lnTo>
                  <a:lnTo>
                    <a:pt x="288889" y="37008"/>
                  </a:lnTo>
                  <a:lnTo>
                    <a:pt x="285196" y="33207"/>
                  </a:lnTo>
                  <a:lnTo>
                    <a:pt x="281384" y="29525"/>
                  </a:lnTo>
                  <a:lnTo>
                    <a:pt x="277457" y="25966"/>
                  </a:lnTo>
                  <a:lnTo>
                    <a:pt x="273419" y="22533"/>
                  </a:lnTo>
                  <a:lnTo>
                    <a:pt x="269275" y="19229"/>
                  </a:lnTo>
                  <a:lnTo>
                    <a:pt x="265028" y="16059"/>
                  </a:lnTo>
                  <a:lnTo>
                    <a:pt x="260682" y="13025"/>
                  </a:lnTo>
                  <a:lnTo>
                    <a:pt x="256243" y="10130"/>
                  </a:lnTo>
                  <a:lnTo>
                    <a:pt x="251714" y="7377"/>
                  </a:lnTo>
                  <a:lnTo>
                    <a:pt x="247100" y="4770"/>
                  </a:lnTo>
                  <a:lnTo>
                    <a:pt x="242405" y="2310"/>
                  </a:lnTo>
                  <a:lnTo>
                    <a:pt x="237636" y="0"/>
                  </a:lnTo>
                  <a:lnTo>
                    <a:pt x="167166" y="1515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70469" cy="167167"/>
            </a:xfrm>
            <a:custGeom>
              <a:avLst/>
              <a:pathLst>
                <a:path w="70469" h="167167">
                  <a:moveTo>
                    <a:pt x="70469" y="15579"/>
                  </a:moveTo>
                  <a:lnTo>
                    <a:pt x="64927" y="13123"/>
                  </a:lnTo>
                  <a:lnTo>
                    <a:pt x="59299" y="10871"/>
                  </a:lnTo>
                  <a:lnTo>
                    <a:pt x="53594" y="8824"/>
                  </a:lnTo>
                  <a:lnTo>
                    <a:pt x="47818" y="6985"/>
                  </a:lnTo>
                  <a:lnTo>
                    <a:pt x="41979" y="5356"/>
                  </a:lnTo>
                  <a:lnTo>
                    <a:pt x="36085" y="3941"/>
                  </a:lnTo>
                  <a:lnTo>
                    <a:pt x="30143" y="2740"/>
                  </a:lnTo>
                  <a:lnTo>
                    <a:pt x="24162" y="1755"/>
                  </a:lnTo>
                  <a:lnTo>
                    <a:pt x="18150" y="988"/>
                  </a:lnTo>
                  <a:lnTo>
                    <a:pt x="12113" y="439"/>
                  </a:lnTo>
                  <a:lnTo>
                    <a:pt x="606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1919" y="1681503"/>
              <a:ext cx="84605" cy="167167"/>
            </a:xfrm>
            <a:custGeom>
              <a:avLst/>
              <a:pathLst>
                <a:path w="84605" h="167167">
                  <a:moveTo>
                    <a:pt x="84605" y="0"/>
                  </a:moveTo>
                  <a:lnTo>
                    <a:pt x="78693" y="104"/>
                  </a:lnTo>
                  <a:lnTo>
                    <a:pt x="72787" y="418"/>
                  </a:lnTo>
                  <a:lnTo>
                    <a:pt x="66896" y="940"/>
                  </a:lnTo>
                  <a:lnTo>
                    <a:pt x="61028" y="1671"/>
                  </a:lnTo>
                  <a:lnTo>
                    <a:pt x="55189" y="2608"/>
                  </a:lnTo>
                  <a:lnTo>
                    <a:pt x="49387" y="3752"/>
                  </a:lnTo>
                  <a:lnTo>
                    <a:pt x="43629" y="5100"/>
                  </a:lnTo>
                  <a:lnTo>
                    <a:pt x="37922" y="6650"/>
                  </a:lnTo>
                  <a:lnTo>
                    <a:pt x="32273" y="8402"/>
                  </a:lnTo>
                  <a:lnTo>
                    <a:pt x="26690" y="10352"/>
                  </a:lnTo>
                  <a:lnTo>
                    <a:pt x="21180" y="12499"/>
                  </a:lnTo>
                  <a:lnTo>
                    <a:pt x="15749" y="14839"/>
                  </a:lnTo>
                  <a:lnTo>
                    <a:pt x="10404" y="17370"/>
                  </a:lnTo>
                  <a:lnTo>
                    <a:pt x="5152" y="20088"/>
                  </a:lnTo>
                  <a:lnTo>
                    <a:pt x="0" y="22991"/>
                  </a:lnTo>
                  <a:lnTo>
                    <a:pt x="846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82560" y="22991"/>
                  </a:moveTo>
                  <a:lnTo>
                    <a:pt x="78046" y="25736"/>
                  </a:lnTo>
                  <a:lnTo>
                    <a:pt x="73621" y="28623"/>
                  </a:lnTo>
                  <a:lnTo>
                    <a:pt x="69290" y="31649"/>
                  </a:lnTo>
                  <a:lnTo>
                    <a:pt x="65056" y="34810"/>
                  </a:lnTo>
                  <a:lnTo>
                    <a:pt x="60924" y="38103"/>
                  </a:lnTo>
                  <a:lnTo>
                    <a:pt x="56899" y="41525"/>
                  </a:lnTo>
                  <a:lnTo>
                    <a:pt x="52983" y="45072"/>
                  </a:lnTo>
                  <a:lnTo>
                    <a:pt x="49182" y="48741"/>
                  </a:lnTo>
                  <a:lnTo>
                    <a:pt x="45498" y="52529"/>
                  </a:lnTo>
                  <a:lnTo>
                    <a:pt x="41936" y="56431"/>
                  </a:lnTo>
                  <a:lnTo>
                    <a:pt x="38499" y="60444"/>
                  </a:lnTo>
                  <a:lnTo>
                    <a:pt x="35191" y="64563"/>
                  </a:lnTo>
                  <a:lnTo>
                    <a:pt x="32014" y="68785"/>
                  </a:lnTo>
                  <a:lnTo>
                    <a:pt x="28973" y="73106"/>
                  </a:lnTo>
                  <a:lnTo>
                    <a:pt x="26069" y="77520"/>
                  </a:lnTo>
                  <a:lnTo>
                    <a:pt x="23307" y="82023"/>
                  </a:lnTo>
                  <a:lnTo>
                    <a:pt x="20688" y="86612"/>
                  </a:lnTo>
                  <a:lnTo>
                    <a:pt x="18215" y="91281"/>
                  </a:lnTo>
                  <a:lnTo>
                    <a:pt x="15892" y="96026"/>
                  </a:lnTo>
                  <a:lnTo>
                    <a:pt x="13719" y="100843"/>
                  </a:lnTo>
                  <a:lnTo>
                    <a:pt x="11700" y="105725"/>
                  </a:lnTo>
                  <a:lnTo>
                    <a:pt x="9836" y="110669"/>
                  </a:lnTo>
                  <a:lnTo>
                    <a:pt x="8129" y="115669"/>
                  </a:lnTo>
                  <a:lnTo>
                    <a:pt x="6581" y="120720"/>
                  </a:lnTo>
                  <a:lnTo>
                    <a:pt x="5193" y="125818"/>
                  </a:lnTo>
                  <a:lnTo>
                    <a:pt x="3967" y="130958"/>
                  </a:lnTo>
                  <a:lnTo>
                    <a:pt x="2905" y="136133"/>
                  </a:lnTo>
                  <a:lnTo>
                    <a:pt x="2006" y="141340"/>
                  </a:lnTo>
                  <a:lnTo>
                    <a:pt x="1272" y="146572"/>
                  </a:lnTo>
                  <a:lnTo>
                    <a:pt x="704" y="151825"/>
                  </a:lnTo>
                  <a:lnTo>
                    <a:pt x="303" y="157093"/>
                  </a:lnTo>
                  <a:lnTo>
                    <a:pt x="68" y="162371"/>
                  </a:lnTo>
                  <a:lnTo>
                    <a:pt x="0" y="167654"/>
                  </a:lnTo>
                  <a:lnTo>
                    <a:pt x="98" y="172937"/>
                  </a:lnTo>
                  <a:lnTo>
                    <a:pt x="364" y="178214"/>
                  </a:lnTo>
                  <a:lnTo>
                    <a:pt x="797" y="183479"/>
                  </a:lnTo>
                  <a:lnTo>
                    <a:pt x="1395" y="188729"/>
                  </a:lnTo>
                  <a:lnTo>
                    <a:pt x="2159" y="193957"/>
                  </a:lnTo>
                  <a:lnTo>
                    <a:pt x="3088" y="199158"/>
                  </a:lnTo>
                  <a:lnTo>
                    <a:pt x="4181" y="204327"/>
                  </a:lnTo>
                  <a:lnTo>
                    <a:pt x="5437" y="209459"/>
                  </a:lnTo>
                  <a:lnTo>
                    <a:pt x="6854" y="214549"/>
                  </a:lnTo>
                  <a:lnTo>
                    <a:pt x="8432" y="219592"/>
                  </a:lnTo>
                  <a:lnTo>
                    <a:pt x="10168" y="224582"/>
                  </a:lnTo>
                  <a:lnTo>
                    <a:pt x="12061" y="229514"/>
                  </a:lnTo>
                  <a:lnTo>
                    <a:pt x="14108" y="234385"/>
                  </a:lnTo>
                  <a:lnTo>
                    <a:pt x="16309" y="239188"/>
                  </a:lnTo>
                  <a:lnTo>
                    <a:pt x="18660" y="243920"/>
                  </a:lnTo>
                  <a:lnTo>
                    <a:pt x="21160" y="248574"/>
                  </a:lnTo>
                  <a:lnTo>
                    <a:pt x="23806" y="253148"/>
                  </a:lnTo>
                  <a:lnTo>
                    <a:pt x="26595" y="257635"/>
                  </a:lnTo>
                  <a:lnTo>
                    <a:pt x="29524" y="262033"/>
                  </a:lnTo>
                  <a:lnTo>
                    <a:pt x="32590" y="266335"/>
                  </a:lnTo>
                  <a:lnTo>
                    <a:pt x="35792" y="270538"/>
                  </a:lnTo>
                  <a:lnTo>
                    <a:pt x="39124" y="274638"/>
                  </a:lnTo>
                  <a:lnTo>
                    <a:pt x="42584" y="278631"/>
                  </a:lnTo>
                  <a:lnTo>
                    <a:pt x="46169" y="282512"/>
                  </a:lnTo>
                  <a:lnTo>
                    <a:pt x="49874" y="286279"/>
                  </a:lnTo>
                  <a:lnTo>
                    <a:pt x="53697" y="289926"/>
                  </a:lnTo>
                  <a:lnTo>
                    <a:pt x="57633" y="293450"/>
                  </a:lnTo>
                  <a:lnTo>
                    <a:pt x="61679" y="296849"/>
                  </a:lnTo>
                  <a:lnTo>
                    <a:pt x="65830" y="300117"/>
                  </a:lnTo>
                  <a:lnTo>
                    <a:pt x="70082" y="303254"/>
                  </a:lnTo>
                  <a:lnTo>
                    <a:pt x="74431" y="306254"/>
                  </a:lnTo>
                  <a:lnTo>
                    <a:pt x="78873" y="309115"/>
                  </a:lnTo>
                  <a:lnTo>
                    <a:pt x="83402" y="311834"/>
                  </a:lnTo>
                  <a:lnTo>
                    <a:pt x="88016" y="314409"/>
                  </a:lnTo>
                  <a:lnTo>
                    <a:pt x="92709" y="316837"/>
                  </a:lnTo>
                  <a:lnTo>
                    <a:pt x="97476" y="319115"/>
                  </a:lnTo>
                  <a:lnTo>
                    <a:pt x="102312" y="321241"/>
                  </a:lnTo>
                  <a:lnTo>
                    <a:pt x="107214" y="323214"/>
                  </a:lnTo>
                  <a:lnTo>
                    <a:pt x="112175" y="325031"/>
                  </a:lnTo>
                  <a:lnTo>
                    <a:pt x="117191" y="326690"/>
                  </a:lnTo>
                  <a:lnTo>
                    <a:pt x="122258" y="328189"/>
                  </a:lnTo>
                  <a:lnTo>
                    <a:pt x="127369" y="329528"/>
                  </a:lnTo>
                  <a:lnTo>
                    <a:pt x="132520" y="330705"/>
                  </a:lnTo>
                  <a:lnTo>
                    <a:pt x="137705" y="331718"/>
                  </a:lnTo>
                  <a:lnTo>
                    <a:pt x="142920" y="332567"/>
                  </a:lnTo>
                  <a:lnTo>
                    <a:pt x="148159" y="333250"/>
                  </a:lnTo>
                  <a:lnTo>
                    <a:pt x="153417" y="333768"/>
                  </a:lnTo>
                  <a:lnTo>
                    <a:pt x="158689" y="334119"/>
                  </a:lnTo>
                  <a:lnTo>
                    <a:pt x="163969" y="334304"/>
                  </a:lnTo>
                  <a:lnTo>
                    <a:pt x="169252" y="334321"/>
                  </a:lnTo>
                  <a:lnTo>
                    <a:pt x="174534" y="334172"/>
                  </a:lnTo>
                  <a:lnTo>
                    <a:pt x="179808" y="333856"/>
                  </a:lnTo>
                  <a:lnTo>
                    <a:pt x="185069" y="333373"/>
                  </a:lnTo>
                  <a:lnTo>
                    <a:pt x="190313" y="332724"/>
                  </a:lnTo>
                  <a:lnTo>
                    <a:pt x="195533" y="331910"/>
                  </a:lnTo>
                  <a:lnTo>
                    <a:pt x="200725" y="330931"/>
                  </a:lnTo>
                  <a:lnTo>
                    <a:pt x="205884" y="329789"/>
                  </a:lnTo>
                  <a:lnTo>
                    <a:pt x="211003" y="328484"/>
                  </a:lnTo>
                  <a:lnTo>
                    <a:pt x="216079" y="327018"/>
                  </a:lnTo>
                  <a:lnTo>
                    <a:pt x="221107" y="325393"/>
                  </a:lnTo>
                  <a:lnTo>
                    <a:pt x="226080" y="323609"/>
                  </a:lnTo>
                  <a:lnTo>
                    <a:pt x="230994" y="321669"/>
                  </a:lnTo>
                  <a:lnTo>
                    <a:pt x="235845" y="319575"/>
                  </a:lnTo>
                  <a:lnTo>
                    <a:pt x="240627" y="317328"/>
                  </a:lnTo>
                  <a:lnTo>
                    <a:pt x="245336" y="314932"/>
                  </a:lnTo>
                  <a:lnTo>
                    <a:pt x="249966" y="312388"/>
                  </a:lnTo>
                  <a:lnTo>
                    <a:pt x="254514" y="309699"/>
                  </a:lnTo>
                  <a:lnTo>
                    <a:pt x="258975" y="306867"/>
                  </a:lnTo>
                  <a:lnTo>
                    <a:pt x="263344" y="303896"/>
                  </a:lnTo>
                  <a:lnTo>
                    <a:pt x="267617" y="300788"/>
                  </a:lnTo>
                  <a:lnTo>
                    <a:pt x="271789" y="297547"/>
                  </a:lnTo>
                  <a:lnTo>
                    <a:pt x="275857" y="294176"/>
                  </a:lnTo>
                  <a:lnTo>
                    <a:pt x="279817" y="290677"/>
                  </a:lnTo>
                  <a:lnTo>
                    <a:pt x="283664" y="287056"/>
                  </a:lnTo>
                  <a:lnTo>
                    <a:pt x="287394" y="283314"/>
                  </a:lnTo>
                  <a:lnTo>
                    <a:pt x="291005" y="279457"/>
                  </a:lnTo>
                  <a:lnTo>
                    <a:pt x="294491" y="275487"/>
                  </a:lnTo>
                  <a:lnTo>
                    <a:pt x="297851" y="271409"/>
                  </a:lnTo>
                  <a:lnTo>
                    <a:pt x="301080" y="267227"/>
                  </a:lnTo>
                  <a:lnTo>
                    <a:pt x="304175" y="262946"/>
                  </a:lnTo>
                  <a:lnTo>
                    <a:pt x="307133" y="258568"/>
                  </a:lnTo>
                  <a:lnTo>
                    <a:pt x="309952" y="254099"/>
                  </a:lnTo>
                  <a:lnTo>
                    <a:pt x="312628" y="249543"/>
                  </a:lnTo>
                  <a:lnTo>
                    <a:pt x="315158" y="244905"/>
                  </a:lnTo>
                  <a:lnTo>
                    <a:pt x="317541" y="240190"/>
                  </a:lnTo>
                  <a:lnTo>
                    <a:pt x="319774" y="235401"/>
                  </a:lnTo>
                  <a:lnTo>
                    <a:pt x="321854" y="230544"/>
                  </a:lnTo>
                  <a:lnTo>
                    <a:pt x="323779" y="225624"/>
                  </a:lnTo>
                  <a:lnTo>
                    <a:pt x="325549" y="220646"/>
                  </a:lnTo>
                  <a:lnTo>
                    <a:pt x="327160" y="215614"/>
                  </a:lnTo>
                  <a:lnTo>
                    <a:pt x="328611" y="210533"/>
                  </a:lnTo>
                  <a:lnTo>
                    <a:pt x="329900" y="205410"/>
                  </a:lnTo>
                  <a:lnTo>
                    <a:pt x="331028" y="200248"/>
                  </a:lnTo>
                  <a:lnTo>
                    <a:pt x="331991" y="195053"/>
                  </a:lnTo>
                  <a:lnTo>
                    <a:pt x="332790" y="189830"/>
                  </a:lnTo>
                  <a:lnTo>
                    <a:pt x="333424" y="184585"/>
                  </a:lnTo>
                  <a:lnTo>
                    <a:pt x="333891" y="179322"/>
                  </a:lnTo>
                  <a:lnTo>
                    <a:pt x="334192" y="174047"/>
                  </a:lnTo>
                  <a:lnTo>
                    <a:pt x="334326" y="168766"/>
                  </a:lnTo>
                  <a:lnTo>
                    <a:pt x="334293" y="163482"/>
                  </a:lnTo>
                  <a:lnTo>
                    <a:pt x="334093" y="158203"/>
                  </a:lnTo>
                  <a:lnTo>
                    <a:pt x="333726" y="152932"/>
                  </a:lnTo>
                  <a:lnTo>
                    <a:pt x="333193" y="147675"/>
                  </a:lnTo>
                  <a:lnTo>
                    <a:pt x="332495" y="142438"/>
                  </a:lnTo>
                  <a:lnTo>
                    <a:pt x="331630" y="137226"/>
                  </a:lnTo>
                  <a:lnTo>
                    <a:pt x="330602" y="132044"/>
                  </a:lnTo>
                  <a:lnTo>
                    <a:pt x="329411" y="126896"/>
                  </a:lnTo>
                  <a:lnTo>
                    <a:pt x="328057" y="121789"/>
                  </a:lnTo>
                  <a:lnTo>
                    <a:pt x="326542" y="116727"/>
                  </a:lnTo>
                  <a:lnTo>
                    <a:pt x="324869" y="111716"/>
                  </a:lnTo>
                  <a:lnTo>
                    <a:pt x="323038" y="106760"/>
                  </a:lnTo>
                  <a:lnTo>
                    <a:pt x="321051" y="101864"/>
                  </a:lnTo>
                  <a:lnTo>
                    <a:pt x="318910" y="97034"/>
                  </a:lnTo>
                  <a:lnTo>
                    <a:pt x="316618" y="92273"/>
                  </a:lnTo>
                  <a:lnTo>
                    <a:pt x="314177" y="87588"/>
                  </a:lnTo>
                  <a:lnTo>
                    <a:pt x="311589" y="82982"/>
                  </a:lnTo>
                  <a:lnTo>
                    <a:pt x="308856" y="78460"/>
                  </a:lnTo>
                  <a:lnTo>
                    <a:pt x="305982" y="74026"/>
                  </a:lnTo>
                  <a:lnTo>
                    <a:pt x="302969" y="69686"/>
                  </a:lnTo>
                  <a:lnTo>
                    <a:pt x="299821" y="65443"/>
                  </a:lnTo>
                  <a:lnTo>
                    <a:pt x="296540" y="61302"/>
                  </a:lnTo>
                  <a:lnTo>
                    <a:pt x="293130" y="57266"/>
                  </a:lnTo>
                  <a:lnTo>
                    <a:pt x="289594" y="53340"/>
                  </a:lnTo>
                  <a:lnTo>
                    <a:pt x="285935" y="49528"/>
                  </a:lnTo>
                  <a:lnTo>
                    <a:pt x="282158" y="45834"/>
                  </a:lnTo>
                  <a:lnTo>
                    <a:pt x="278267" y="42260"/>
                  </a:lnTo>
                  <a:lnTo>
                    <a:pt x="274264" y="38812"/>
                  </a:lnTo>
                  <a:lnTo>
                    <a:pt x="270154" y="35491"/>
                  </a:lnTo>
                  <a:lnTo>
                    <a:pt x="265941" y="32303"/>
                  </a:lnTo>
                  <a:lnTo>
                    <a:pt x="261630" y="29248"/>
                  </a:lnTo>
                  <a:lnTo>
                    <a:pt x="257224" y="26332"/>
                  </a:lnTo>
                  <a:lnTo>
                    <a:pt x="252729" y="23556"/>
                  </a:lnTo>
                  <a:lnTo>
                    <a:pt x="248148" y="20924"/>
                  </a:lnTo>
                  <a:lnTo>
                    <a:pt x="243486" y="18438"/>
                  </a:lnTo>
                  <a:lnTo>
                    <a:pt x="238747" y="16100"/>
                  </a:lnTo>
                  <a:lnTo>
                    <a:pt x="233938" y="13914"/>
                  </a:lnTo>
                  <a:lnTo>
                    <a:pt x="229061" y="11880"/>
                  </a:lnTo>
                  <a:lnTo>
                    <a:pt x="224123" y="10002"/>
                  </a:lnTo>
                  <a:lnTo>
                    <a:pt x="219128" y="8280"/>
                  </a:lnTo>
                  <a:lnTo>
                    <a:pt x="214081" y="6718"/>
                  </a:lnTo>
                  <a:lnTo>
                    <a:pt x="208987" y="5315"/>
                  </a:lnTo>
                  <a:lnTo>
                    <a:pt x="203851" y="4074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2599" y="2126963"/>
              <a:ext cx="98688" cy="167167"/>
            </a:xfrm>
            <a:custGeom>
              <a:avLst/>
              <a:pathLst>
                <a:path w="98688" h="167167">
                  <a:moveTo>
                    <a:pt x="98688" y="0"/>
                  </a:moveTo>
                  <a:lnTo>
                    <a:pt x="93133" y="92"/>
                  </a:lnTo>
                  <a:lnTo>
                    <a:pt x="87584" y="369"/>
                  </a:lnTo>
                  <a:lnTo>
                    <a:pt x="82047" y="830"/>
                  </a:lnTo>
                  <a:lnTo>
                    <a:pt x="76529" y="1475"/>
                  </a:lnTo>
                  <a:lnTo>
                    <a:pt x="71035" y="2303"/>
                  </a:lnTo>
                  <a:lnTo>
                    <a:pt x="65572" y="3313"/>
                  </a:lnTo>
                  <a:lnTo>
                    <a:pt x="60145" y="4504"/>
                  </a:lnTo>
                  <a:lnTo>
                    <a:pt x="54761" y="5874"/>
                  </a:lnTo>
                  <a:lnTo>
                    <a:pt x="49425" y="7423"/>
                  </a:lnTo>
                  <a:lnTo>
                    <a:pt x="44144" y="9148"/>
                  </a:lnTo>
                  <a:lnTo>
                    <a:pt x="38923" y="11048"/>
                  </a:lnTo>
                  <a:lnTo>
                    <a:pt x="33768" y="13120"/>
                  </a:lnTo>
                  <a:lnTo>
                    <a:pt x="28685" y="15363"/>
                  </a:lnTo>
                  <a:lnTo>
                    <a:pt x="23679" y="17773"/>
                  </a:lnTo>
                  <a:lnTo>
                    <a:pt x="18756" y="20348"/>
                  </a:lnTo>
                  <a:lnTo>
                    <a:pt x="13921" y="23085"/>
                  </a:lnTo>
                  <a:lnTo>
                    <a:pt x="9180" y="25982"/>
                  </a:lnTo>
                  <a:lnTo>
                    <a:pt x="4538" y="29034"/>
                  </a:lnTo>
                  <a:lnTo>
                    <a:pt x="0" y="32239"/>
                  </a:lnTo>
                  <a:lnTo>
                    <a:pt x="9868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8" y="2127198"/>
              <a:ext cx="334327" cy="334088"/>
            </a:xfrm>
            <a:custGeom>
              <a:avLst/>
              <a:pathLst>
                <a:path w="334327" h="334088">
                  <a:moveTo>
                    <a:pt x="68471" y="32004"/>
                  </a:moveTo>
                  <a:lnTo>
                    <a:pt x="64253" y="35192"/>
                  </a:lnTo>
                  <a:lnTo>
                    <a:pt x="60138" y="38513"/>
                  </a:lnTo>
                  <a:lnTo>
                    <a:pt x="56130" y="41962"/>
                  </a:lnTo>
                  <a:lnTo>
                    <a:pt x="52234" y="45535"/>
                  </a:lnTo>
                  <a:lnTo>
                    <a:pt x="48452" y="49231"/>
                  </a:lnTo>
                  <a:lnTo>
                    <a:pt x="44789" y="53044"/>
                  </a:lnTo>
                  <a:lnTo>
                    <a:pt x="41248" y="56971"/>
                  </a:lnTo>
                  <a:lnTo>
                    <a:pt x="37834" y="61008"/>
                  </a:lnTo>
                  <a:lnTo>
                    <a:pt x="34549" y="65151"/>
                  </a:lnTo>
                  <a:lnTo>
                    <a:pt x="31396" y="69395"/>
                  </a:lnTo>
                  <a:lnTo>
                    <a:pt x="28379" y="73738"/>
                  </a:lnTo>
                  <a:lnTo>
                    <a:pt x="25501" y="78173"/>
                  </a:lnTo>
                  <a:lnTo>
                    <a:pt x="22765" y="82698"/>
                  </a:lnTo>
                  <a:lnTo>
                    <a:pt x="20174" y="87306"/>
                  </a:lnTo>
                  <a:lnTo>
                    <a:pt x="17729" y="91995"/>
                  </a:lnTo>
                  <a:lnTo>
                    <a:pt x="15434" y="96758"/>
                  </a:lnTo>
                  <a:lnTo>
                    <a:pt x="13290" y="101591"/>
                  </a:lnTo>
                  <a:lnTo>
                    <a:pt x="11301" y="106490"/>
                  </a:lnTo>
                  <a:lnTo>
                    <a:pt x="9467" y="111449"/>
                  </a:lnTo>
                  <a:lnTo>
                    <a:pt x="7792" y="116464"/>
                  </a:lnTo>
                  <a:lnTo>
                    <a:pt x="6275" y="121530"/>
                  </a:lnTo>
                  <a:lnTo>
                    <a:pt x="4920" y="126640"/>
                  </a:lnTo>
                  <a:lnTo>
                    <a:pt x="3727" y="131791"/>
                  </a:lnTo>
                  <a:lnTo>
                    <a:pt x="2697" y="136977"/>
                  </a:lnTo>
                  <a:lnTo>
                    <a:pt x="1832" y="142194"/>
                  </a:lnTo>
                  <a:lnTo>
                    <a:pt x="1133" y="147435"/>
                  </a:lnTo>
                  <a:lnTo>
                    <a:pt x="599" y="152695"/>
                  </a:lnTo>
                  <a:lnTo>
                    <a:pt x="232" y="157970"/>
                  </a:lnTo>
                  <a:lnTo>
                    <a:pt x="32" y="163253"/>
                  </a:lnTo>
                  <a:lnTo>
                    <a:pt x="0" y="168540"/>
                  </a:lnTo>
                  <a:lnTo>
                    <a:pt x="134" y="173826"/>
                  </a:lnTo>
                  <a:lnTo>
                    <a:pt x="436" y="179105"/>
                  </a:lnTo>
                  <a:lnTo>
                    <a:pt x="904" y="184371"/>
                  </a:lnTo>
                  <a:lnTo>
                    <a:pt x="1539" y="189621"/>
                  </a:lnTo>
                  <a:lnTo>
                    <a:pt x="2339" y="194847"/>
                  </a:lnTo>
                  <a:lnTo>
                    <a:pt x="3304" y="200046"/>
                  </a:lnTo>
                  <a:lnTo>
                    <a:pt x="4434" y="205211"/>
                  </a:lnTo>
                  <a:lnTo>
                    <a:pt x="5726" y="210338"/>
                  </a:lnTo>
                  <a:lnTo>
                    <a:pt x="7179" y="215422"/>
                  </a:lnTo>
                  <a:lnTo>
                    <a:pt x="8793" y="220457"/>
                  </a:lnTo>
                  <a:lnTo>
                    <a:pt x="10565" y="225439"/>
                  </a:lnTo>
                  <a:lnTo>
                    <a:pt x="12493" y="230362"/>
                  </a:lnTo>
                  <a:lnTo>
                    <a:pt x="14577" y="235221"/>
                  </a:lnTo>
                  <a:lnTo>
                    <a:pt x="16813" y="240013"/>
                  </a:lnTo>
                  <a:lnTo>
                    <a:pt x="19199" y="244731"/>
                  </a:lnTo>
                  <a:lnTo>
                    <a:pt x="21733" y="249371"/>
                  </a:lnTo>
                  <a:lnTo>
                    <a:pt x="24413" y="253929"/>
                  </a:lnTo>
                  <a:lnTo>
                    <a:pt x="27236" y="258400"/>
                  </a:lnTo>
                  <a:lnTo>
                    <a:pt x="30199" y="262779"/>
                  </a:lnTo>
                  <a:lnTo>
                    <a:pt x="33298" y="267063"/>
                  </a:lnTo>
                  <a:lnTo>
                    <a:pt x="36532" y="271246"/>
                  </a:lnTo>
                  <a:lnTo>
                    <a:pt x="39896" y="275325"/>
                  </a:lnTo>
                  <a:lnTo>
                    <a:pt x="43388" y="279296"/>
                  </a:lnTo>
                  <a:lnTo>
                    <a:pt x="47004" y="283154"/>
                  </a:lnTo>
                  <a:lnTo>
                    <a:pt x="50739" y="286895"/>
                  </a:lnTo>
                  <a:lnTo>
                    <a:pt x="54591" y="290517"/>
                  </a:lnTo>
                  <a:lnTo>
                    <a:pt x="58556" y="294015"/>
                  </a:lnTo>
                  <a:lnTo>
                    <a:pt x="62629" y="297387"/>
                  </a:lnTo>
                  <a:lnTo>
                    <a:pt x="66807" y="300627"/>
                  </a:lnTo>
                  <a:lnTo>
                    <a:pt x="71086" y="303734"/>
                  </a:lnTo>
                  <a:lnTo>
                    <a:pt x="75460" y="306704"/>
                  </a:lnTo>
                  <a:lnTo>
                    <a:pt x="79926" y="309534"/>
                  </a:lnTo>
                  <a:lnTo>
                    <a:pt x="84480" y="312221"/>
                  </a:lnTo>
                  <a:lnTo>
                    <a:pt x="89116" y="314763"/>
                  </a:lnTo>
                  <a:lnTo>
                    <a:pt x="93830" y="317158"/>
                  </a:lnTo>
                  <a:lnTo>
                    <a:pt x="98618" y="319401"/>
                  </a:lnTo>
                  <a:lnTo>
                    <a:pt x="103474" y="321493"/>
                  </a:lnTo>
                  <a:lnTo>
                    <a:pt x="108394" y="323430"/>
                  </a:lnTo>
                  <a:lnTo>
                    <a:pt x="113373" y="325210"/>
                  </a:lnTo>
                  <a:lnTo>
                    <a:pt x="118405" y="326832"/>
                  </a:lnTo>
                  <a:lnTo>
                    <a:pt x="123487" y="328293"/>
                  </a:lnTo>
                  <a:lnTo>
                    <a:pt x="128612" y="329594"/>
                  </a:lnTo>
                  <a:lnTo>
                    <a:pt x="133775" y="330732"/>
                  </a:lnTo>
                  <a:lnTo>
                    <a:pt x="138972" y="331706"/>
                  </a:lnTo>
                  <a:lnTo>
                    <a:pt x="144197" y="332515"/>
                  </a:lnTo>
                  <a:lnTo>
                    <a:pt x="149445" y="333158"/>
                  </a:lnTo>
                  <a:lnTo>
                    <a:pt x="154711" y="333635"/>
                  </a:lnTo>
                  <a:lnTo>
                    <a:pt x="159989" y="333945"/>
                  </a:lnTo>
                  <a:lnTo>
                    <a:pt x="165275" y="334088"/>
                  </a:lnTo>
                  <a:lnTo>
                    <a:pt x="170562" y="334064"/>
                  </a:lnTo>
                  <a:lnTo>
                    <a:pt x="175846" y="333873"/>
                  </a:lnTo>
                  <a:lnTo>
                    <a:pt x="181121" y="333515"/>
                  </a:lnTo>
                  <a:lnTo>
                    <a:pt x="186383" y="332990"/>
                  </a:lnTo>
                  <a:lnTo>
                    <a:pt x="191625" y="332299"/>
                  </a:lnTo>
                  <a:lnTo>
                    <a:pt x="196842" y="331443"/>
                  </a:lnTo>
                  <a:lnTo>
                    <a:pt x="202030" y="330422"/>
                  </a:lnTo>
                  <a:lnTo>
                    <a:pt x="207183" y="329237"/>
                  </a:lnTo>
                  <a:lnTo>
                    <a:pt x="212296" y="327890"/>
                  </a:lnTo>
                  <a:lnTo>
                    <a:pt x="217364" y="326382"/>
                  </a:lnTo>
                  <a:lnTo>
                    <a:pt x="222381" y="324715"/>
                  </a:lnTo>
                  <a:lnTo>
                    <a:pt x="227344" y="322889"/>
                  </a:lnTo>
                  <a:lnTo>
                    <a:pt x="232246" y="320908"/>
                  </a:lnTo>
                  <a:lnTo>
                    <a:pt x="237083" y="318773"/>
                  </a:lnTo>
                  <a:lnTo>
                    <a:pt x="241850" y="316485"/>
                  </a:lnTo>
                  <a:lnTo>
                    <a:pt x="246542" y="314048"/>
                  </a:lnTo>
                  <a:lnTo>
                    <a:pt x="251155" y="311464"/>
                  </a:lnTo>
                  <a:lnTo>
                    <a:pt x="255684" y="308736"/>
                  </a:lnTo>
                  <a:lnTo>
                    <a:pt x="260124" y="305865"/>
                  </a:lnTo>
                  <a:lnTo>
                    <a:pt x="264471" y="302855"/>
                  </a:lnTo>
                  <a:lnTo>
                    <a:pt x="268721" y="299710"/>
                  </a:lnTo>
                  <a:lnTo>
                    <a:pt x="272870" y="296432"/>
                  </a:lnTo>
                  <a:lnTo>
                    <a:pt x="276912" y="293024"/>
                  </a:lnTo>
                  <a:lnTo>
                    <a:pt x="280845" y="289490"/>
                  </a:lnTo>
                  <a:lnTo>
                    <a:pt x="284664" y="285833"/>
                  </a:lnTo>
                  <a:lnTo>
                    <a:pt x="288366" y="282057"/>
                  </a:lnTo>
                  <a:lnTo>
                    <a:pt x="291946" y="278167"/>
                  </a:lnTo>
                  <a:lnTo>
                    <a:pt x="295401" y="274164"/>
                  </a:lnTo>
                  <a:lnTo>
                    <a:pt x="298729" y="270055"/>
                  </a:lnTo>
                  <a:lnTo>
                    <a:pt x="301924" y="265843"/>
                  </a:lnTo>
                  <a:lnTo>
                    <a:pt x="304985" y="261531"/>
                  </a:lnTo>
                  <a:lnTo>
                    <a:pt x="307908" y="257125"/>
                  </a:lnTo>
                  <a:lnTo>
                    <a:pt x="310690" y="252629"/>
                  </a:lnTo>
                  <a:lnTo>
                    <a:pt x="313328" y="248047"/>
                  </a:lnTo>
                  <a:lnTo>
                    <a:pt x="315820" y="243384"/>
                  </a:lnTo>
                  <a:lnTo>
                    <a:pt x="318164" y="238644"/>
                  </a:lnTo>
                  <a:lnTo>
                    <a:pt x="320356" y="233832"/>
                  </a:lnTo>
                  <a:lnTo>
                    <a:pt x="322395" y="228954"/>
                  </a:lnTo>
                  <a:lnTo>
                    <a:pt x="324279" y="224014"/>
                  </a:lnTo>
                  <a:lnTo>
                    <a:pt x="326006" y="219016"/>
                  </a:lnTo>
                  <a:lnTo>
                    <a:pt x="327573" y="213966"/>
                  </a:lnTo>
                  <a:lnTo>
                    <a:pt x="328981" y="208870"/>
                  </a:lnTo>
                  <a:lnTo>
                    <a:pt x="330226" y="203731"/>
                  </a:lnTo>
                  <a:lnTo>
                    <a:pt x="331308" y="198556"/>
                  </a:lnTo>
                  <a:lnTo>
                    <a:pt x="332226" y="193349"/>
                  </a:lnTo>
                  <a:lnTo>
                    <a:pt x="332979" y="188115"/>
                  </a:lnTo>
                  <a:lnTo>
                    <a:pt x="333566" y="182860"/>
                  </a:lnTo>
                  <a:lnTo>
                    <a:pt x="333987" y="177590"/>
                  </a:lnTo>
                  <a:lnTo>
                    <a:pt x="334240" y="172309"/>
                  </a:lnTo>
                  <a:lnTo>
                    <a:pt x="334327" y="167022"/>
                  </a:lnTo>
                  <a:lnTo>
                    <a:pt x="334246" y="161735"/>
                  </a:lnTo>
                  <a:lnTo>
                    <a:pt x="333998" y="156453"/>
                  </a:lnTo>
                  <a:lnTo>
                    <a:pt x="333583" y="151182"/>
                  </a:lnTo>
                  <a:lnTo>
                    <a:pt x="333002" y="145927"/>
                  </a:lnTo>
                  <a:lnTo>
                    <a:pt x="332255" y="140693"/>
                  </a:lnTo>
                  <a:lnTo>
                    <a:pt x="331342" y="135485"/>
                  </a:lnTo>
                  <a:lnTo>
                    <a:pt x="330266" y="130308"/>
                  </a:lnTo>
                  <a:lnTo>
                    <a:pt x="329026" y="125168"/>
                  </a:lnTo>
                  <a:lnTo>
                    <a:pt x="327624" y="120070"/>
                  </a:lnTo>
                  <a:lnTo>
                    <a:pt x="326062" y="115019"/>
                  </a:lnTo>
                  <a:lnTo>
                    <a:pt x="324340" y="110019"/>
                  </a:lnTo>
                  <a:lnTo>
                    <a:pt x="322462" y="105077"/>
                  </a:lnTo>
                  <a:lnTo>
                    <a:pt x="320428" y="100196"/>
                  </a:lnTo>
                  <a:lnTo>
                    <a:pt x="318241" y="95382"/>
                  </a:lnTo>
                  <a:lnTo>
                    <a:pt x="315903" y="90640"/>
                  </a:lnTo>
                  <a:lnTo>
                    <a:pt x="313415" y="85974"/>
                  </a:lnTo>
                  <a:lnTo>
                    <a:pt x="310782" y="81389"/>
                  </a:lnTo>
                  <a:lnTo>
                    <a:pt x="308005" y="76890"/>
                  </a:lnTo>
                  <a:lnTo>
                    <a:pt x="305087" y="72481"/>
                  </a:lnTo>
                  <a:lnTo>
                    <a:pt x="302031" y="68166"/>
                  </a:lnTo>
                  <a:lnTo>
                    <a:pt x="298840" y="63950"/>
                  </a:lnTo>
                  <a:lnTo>
                    <a:pt x="295517" y="59837"/>
                  </a:lnTo>
                  <a:lnTo>
                    <a:pt x="292066" y="55831"/>
                  </a:lnTo>
                  <a:lnTo>
                    <a:pt x="288490" y="51937"/>
                  </a:lnTo>
                  <a:lnTo>
                    <a:pt x="284792" y="48157"/>
                  </a:lnTo>
                  <a:lnTo>
                    <a:pt x="280977" y="44496"/>
                  </a:lnTo>
                  <a:lnTo>
                    <a:pt x="277048" y="40958"/>
                  </a:lnTo>
                  <a:lnTo>
                    <a:pt x="273009" y="37546"/>
                  </a:lnTo>
                  <a:lnTo>
                    <a:pt x="268865" y="34263"/>
                  </a:lnTo>
                  <a:lnTo>
                    <a:pt x="264618" y="31113"/>
                  </a:lnTo>
                  <a:lnTo>
                    <a:pt x="260274" y="28099"/>
                  </a:lnTo>
                  <a:lnTo>
                    <a:pt x="255837" y="25223"/>
                  </a:lnTo>
                  <a:lnTo>
                    <a:pt x="251311" y="22490"/>
                  </a:lnTo>
                  <a:lnTo>
                    <a:pt x="246701" y="19901"/>
                  </a:lnTo>
                  <a:lnTo>
                    <a:pt x="242011" y="17459"/>
                  </a:lnTo>
                  <a:lnTo>
                    <a:pt x="237247" y="15166"/>
                  </a:lnTo>
                  <a:lnTo>
                    <a:pt x="232412" y="13026"/>
                  </a:lnTo>
                  <a:lnTo>
                    <a:pt x="227512" y="11039"/>
                  </a:lnTo>
                  <a:lnTo>
                    <a:pt x="222552" y="9208"/>
                  </a:lnTo>
                  <a:lnTo>
                    <a:pt x="217536" y="7535"/>
                  </a:lnTo>
                  <a:lnTo>
                    <a:pt x="212470" y="6022"/>
                  </a:lnTo>
                  <a:lnTo>
                    <a:pt x="207358" y="4669"/>
                  </a:lnTo>
                  <a:lnTo>
                    <a:pt x="202206" y="3479"/>
                  </a:lnTo>
                  <a:lnTo>
                    <a:pt x="197020" y="2453"/>
                  </a:lnTo>
                  <a:lnTo>
                    <a:pt x="191803" y="1591"/>
                  </a:lnTo>
                  <a:lnTo>
                    <a:pt x="186562" y="894"/>
                  </a:lnTo>
                  <a:lnTo>
                    <a:pt x="181301" y="363"/>
                  </a:lnTo>
                  <a:lnTo>
                    <a:pt x="176026" y="0"/>
                  </a:lnTo>
                  <a:lnTo>
                    <a:pt x="167159" y="166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8866" cy="167167"/>
            </a:xfrm>
            <a:custGeom>
              <a:avLst/>
              <a:pathLst>
                <a:path w="8866" h="167167">
                  <a:moveTo>
                    <a:pt x="8866" y="2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89" y="2633064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4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1" y="2998"/>
                  </a:lnTo>
                  <a:lnTo>
                    <a:pt x="130468" y="4076"/>
                  </a:lnTo>
                  <a:lnTo>
                    <a:pt x="125331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3" y="10005"/>
                  </a:lnTo>
                  <a:lnTo>
                    <a:pt x="105254" y="11884"/>
                  </a:lnTo>
                  <a:lnTo>
                    <a:pt x="100377" y="13918"/>
                  </a:lnTo>
                  <a:lnTo>
                    <a:pt x="95566" y="16106"/>
                  </a:lnTo>
                  <a:lnTo>
                    <a:pt x="90827" y="18444"/>
                  </a:lnTo>
                  <a:lnTo>
                    <a:pt x="86165" y="20931"/>
                  </a:lnTo>
                  <a:lnTo>
                    <a:pt x="81583" y="23564"/>
                  </a:lnTo>
                  <a:lnTo>
                    <a:pt x="77087" y="26341"/>
                  </a:lnTo>
                  <a:lnTo>
                    <a:pt x="72681" y="29258"/>
                  </a:lnTo>
                  <a:lnTo>
                    <a:pt x="68369" y="32313"/>
                  </a:lnTo>
                  <a:lnTo>
                    <a:pt x="64156" y="35503"/>
                  </a:lnTo>
                  <a:lnTo>
                    <a:pt x="60046" y="38824"/>
                  </a:lnTo>
                  <a:lnTo>
                    <a:pt x="56043" y="42274"/>
                  </a:lnTo>
                  <a:lnTo>
                    <a:pt x="52151" y="45849"/>
                  </a:lnTo>
                  <a:lnTo>
                    <a:pt x="48374" y="49544"/>
                  </a:lnTo>
                  <a:lnTo>
                    <a:pt x="44716" y="53357"/>
                  </a:lnTo>
                  <a:lnTo>
                    <a:pt x="41180" y="57284"/>
                  </a:lnTo>
                  <a:lnTo>
                    <a:pt x="37769" y="61321"/>
                  </a:lnTo>
                  <a:lnTo>
                    <a:pt x="34489" y="65464"/>
                  </a:lnTo>
                  <a:lnTo>
                    <a:pt x="31340" y="69708"/>
                  </a:lnTo>
                  <a:lnTo>
                    <a:pt x="28328" y="74049"/>
                  </a:lnTo>
                  <a:lnTo>
                    <a:pt x="25454" y="78484"/>
                  </a:lnTo>
                  <a:lnTo>
                    <a:pt x="22722" y="83007"/>
                  </a:lnTo>
                  <a:lnTo>
                    <a:pt x="20134" y="87615"/>
                  </a:lnTo>
                  <a:lnTo>
                    <a:pt x="17693" y="92301"/>
                  </a:lnTo>
                  <a:lnTo>
                    <a:pt x="15401" y="97063"/>
                  </a:lnTo>
                  <a:lnTo>
                    <a:pt x="13261" y="101895"/>
                  </a:lnTo>
                  <a:lnTo>
                    <a:pt x="11275" y="106792"/>
                  </a:lnTo>
                  <a:lnTo>
                    <a:pt x="9445" y="111749"/>
                  </a:lnTo>
                  <a:lnTo>
                    <a:pt x="7772" y="116761"/>
                  </a:lnTo>
                  <a:lnTo>
                    <a:pt x="6258" y="121824"/>
                  </a:lnTo>
                  <a:lnTo>
                    <a:pt x="4905" y="126933"/>
                  </a:lnTo>
                  <a:lnTo>
                    <a:pt x="3715" y="132081"/>
                  </a:lnTo>
                  <a:lnTo>
                    <a:pt x="2688" y="137265"/>
                  </a:lnTo>
                  <a:lnTo>
                    <a:pt x="1825" y="142478"/>
                  </a:lnTo>
                  <a:lnTo>
                    <a:pt x="1127" y="147716"/>
                  </a:lnTo>
                  <a:lnTo>
                    <a:pt x="595" y="152974"/>
                  </a:lnTo>
                  <a:lnTo>
                    <a:pt x="230" y="158246"/>
                  </a:lnTo>
                  <a:lnTo>
                    <a:pt x="31" y="163526"/>
                  </a:lnTo>
                  <a:lnTo>
                    <a:pt x="0" y="168811"/>
                  </a:lnTo>
                  <a:lnTo>
                    <a:pt x="135" y="174093"/>
                  </a:lnTo>
                  <a:lnTo>
                    <a:pt x="437" y="179369"/>
                  </a:lnTo>
                  <a:lnTo>
                    <a:pt x="906" y="184632"/>
                  </a:lnTo>
                  <a:lnTo>
                    <a:pt x="1541" y="189878"/>
                  </a:lnTo>
                  <a:lnTo>
                    <a:pt x="2342" y="195102"/>
                  </a:lnTo>
                  <a:lnTo>
                    <a:pt x="3307" y="200297"/>
                  </a:lnTo>
                  <a:lnTo>
                    <a:pt x="4436" y="205460"/>
                  </a:lnTo>
                  <a:lnTo>
                    <a:pt x="5728" y="210584"/>
                  </a:lnTo>
                  <a:lnTo>
                    <a:pt x="7181" y="215664"/>
                  </a:lnTo>
                  <a:lnTo>
                    <a:pt x="8794" y="220697"/>
                  </a:lnTo>
                  <a:lnTo>
                    <a:pt x="10565" y="225675"/>
                  </a:lnTo>
                  <a:lnTo>
                    <a:pt x="12492" y="230596"/>
                  </a:lnTo>
                  <a:lnTo>
                    <a:pt x="14574" y="235453"/>
                  </a:lnTo>
                  <a:lnTo>
                    <a:pt x="16809" y="240241"/>
                  </a:lnTo>
                  <a:lnTo>
                    <a:pt x="19194" y="244957"/>
                  </a:lnTo>
                  <a:lnTo>
                    <a:pt x="21726" y="249595"/>
                  </a:lnTo>
                  <a:lnTo>
                    <a:pt x="24404" y="254150"/>
                  </a:lnTo>
                  <a:lnTo>
                    <a:pt x="27225" y="258619"/>
                  </a:lnTo>
                  <a:lnTo>
                    <a:pt x="30186" y="262996"/>
                  </a:lnTo>
                  <a:lnTo>
                    <a:pt x="33283" y="267278"/>
                  </a:lnTo>
                  <a:lnTo>
                    <a:pt x="36514" y="271459"/>
                  </a:lnTo>
                  <a:lnTo>
                    <a:pt x="39876" y="275536"/>
                  </a:lnTo>
                  <a:lnTo>
                    <a:pt x="43365" y="279505"/>
                  </a:lnTo>
                  <a:lnTo>
                    <a:pt x="46977" y="283362"/>
                  </a:lnTo>
                  <a:lnTo>
                    <a:pt x="50710" y="287103"/>
                  </a:lnTo>
                  <a:lnTo>
                    <a:pt x="54559" y="290723"/>
                  </a:lnTo>
                  <a:lnTo>
                    <a:pt x="58520" y="294221"/>
                  </a:lnTo>
                  <a:lnTo>
                    <a:pt x="62590" y="297591"/>
                  </a:lnTo>
                  <a:lnTo>
                    <a:pt x="66765" y="300831"/>
                  </a:lnTo>
                  <a:lnTo>
                    <a:pt x="71040" y="303937"/>
                  </a:lnTo>
                  <a:lnTo>
                    <a:pt x="75411" y="306907"/>
                  </a:lnTo>
                  <a:lnTo>
                    <a:pt x="79874" y="309737"/>
                  </a:lnTo>
                  <a:lnTo>
                    <a:pt x="84423" y="312425"/>
                  </a:lnTo>
                  <a:lnTo>
                    <a:pt x="89056" y="314967"/>
                  </a:lnTo>
                  <a:lnTo>
                    <a:pt x="93767" y="317362"/>
                  </a:lnTo>
                  <a:lnTo>
                    <a:pt x="98550" y="319607"/>
                  </a:lnTo>
                  <a:lnTo>
                    <a:pt x="103403" y="321699"/>
                  </a:lnTo>
                  <a:lnTo>
                    <a:pt x="108319" y="323637"/>
                  </a:lnTo>
                  <a:lnTo>
                    <a:pt x="113294" y="325418"/>
                  </a:lnTo>
                  <a:lnTo>
                    <a:pt x="118323" y="327042"/>
                  </a:lnTo>
                  <a:lnTo>
                    <a:pt x="123401" y="328506"/>
                  </a:lnTo>
                  <a:lnTo>
                    <a:pt x="128522" y="329808"/>
                  </a:lnTo>
                  <a:lnTo>
                    <a:pt x="133682" y="330948"/>
                  </a:lnTo>
                  <a:lnTo>
                    <a:pt x="138875" y="331924"/>
                  </a:lnTo>
                  <a:lnTo>
                    <a:pt x="144097" y="332736"/>
                  </a:lnTo>
                  <a:lnTo>
                    <a:pt x="149342" y="333382"/>
                  </a:lnTo>
                  <a:lnTo>
                    <a:pt x="154604" y="333862"/>
                  </a:lnTo>
                  <a:lnTo>
                    <a:pt x="159879" y="334176"/>
                  </a:lnTo>
                  <a:lnTo>
                    <a:pt x="165162" y="334322"/>
                  </a:lnTo>
                  <a:lnTo>
                    <a:pt x="170446" y="334302"/>
                  </a:lnTo>
                  <a:lnTo>
                    <a:pt x="175727" y="334115"/>
                  </a:lnTo>
                  <a:lnTo>
                    <a:pt x="180999" y="333760"/>
                  </a:lnTo>
                  <a:lnTo>
                    <a:pt x="186258" y="333240"/>
                  </a:lnTo>
                  <a:lnTo>
                    <a:pt x="191498" y="332553"/>
                  </a:lnTo>
                  <a:lnTo>
                    <a:pt x="196713" y="331701"/>
                  </a:lnTo>
                  <a:lnTo>
                    <a:pt x="201899" y="330685"/>
                  </a:lnTo>
                  <a:lnTo>
                    <a:pt x="207050" y="329505"/>
                  </a:lnTo>
                  <a:lnTo>
                    <a:pt x="212161" y="328163"/>
                  </a:lnTo>
                  <a:lnTo>
                    <a:pt x="217227" y="326660"/>
                  </a:lnTo>
                  <a:lnTo>
                    <a:pt x="222243" y="324998"/>
                  </a:lnTo>
                  <a:lnTo>
                    <a:pt x="227204" y="323178"/>
                  </a:lnTo>
                  <a:lnTo>
                    <a:pt x="232105" y="321202"/>
                  </a:lnTo>
                  <a:lnTo>
                    <a:pt x="236941" y="319073"/>
                  </a:lnTo>
                  <a:lnTo>
                    <a:pt x="241708" y="316791"/>
                  </a:lnTo>
                  <a:lnTo>
                    <a:pt x="246400" y="314360"/>
                  </a:lnTo>
                  <a:lnTo>
                    <a:pt x="251013" y="311782"/>
                  </a:lnTo>
                  <a:lnTo>
                    <a:pt x="255542" y="309059"/>
                  </a:lnTo>
                  <a:lnTo>
                    <a:pt x="259982" y="306195"/>
                  </a:lnTo>
                  <a:lnTo>
                    <a:pt x="264330" y="303191"/>
                  </a:lnTo>
                  <a:lnTo>
                    <a:pt x="268581" y="300052"/>
                  </a:lnTo>
                  <a:lnTo>
                    <a:pt x="272731" y="296780"/>
                  </a:lnTo>
                  <a:lnTo>
                    <a:pt x="276775" y="293379"/>
                  </a:lnTo>
                  <a:lnTo>
                    <a:pt x="280709" y="289851"/>
                  </a:lnTo>
                  <a:lnTo>
                    <a:pt x="284530" y="286200"/>
                  </a:lnTo>
                  <a:lnTo>
                    <a:pt x="288234" y="282431"/>
                  </a:lnTo>
                  <a:lnTo>
                    <a:pt x="291816" y="278547"/>
                  </a:lnTo>
                  <a:lnTo>
                    <a:pt x="295274" y="274551"/>
                  </a:lnTo>
                  <a:lnTo>
                    <a:pt x="298605" y="270448"/>
                  </a:lnTo>
                  <a:lnTo>
                    <a:pt x="301803" y="266242"/>
                  </a:lnTo>
                  <a:lnTo>
                    <a:pt x="304868" y="261937"/>
                  </a:lnTo>
                  <a:lnTo>
                    <a:pt x="307794" y="257537"/>
                  </a:lnTo>
                  <a:lnTo>
                    <a:pt x="310580" y="253046"/>
                  </a:lnTo>
                  <a:lnTo>
                    <a:pt x="313223" y="248470"/>
                  </a:lnTo>
                  <a:lnTo>
                    <a:pt x="315720" y="243813"/>
                  </a:lnTo>
                  <a:lnTo>
                    <a:pt x="318068" y="239079"/>
                  </a:lnTo>
                  <a:lnTo>
                    <a:pt x="320266" y="234273"/>
                  </a:lnTo>
                  <a:lnTo>
                    <a:pt x="322310" y="229400"/>
                  </a:lnTo>
                  <a:lnTo>
                    <a:pt x="324200" y="224465"/>
                  </a:lnTo>
                  <a:lnTo>
                    <a:pt x="325932" y="219473"/>
                  </a:lnTo>
                  <a:lnTo>
                    <a:pt x="327506" y="214429"/>
                  </a:lnTo>
                  <a:lnTo>
                    <a:pt x="328920" y="209337"/>
                  </a:lnTo>
                  <a:lnTo>
                    <a:pt x="330172" y="204203"/>
                  </a:lnTo>
                  <a:lnTo>
                    <a:pt x="331261" y="199032"/>
                  </a:lnTo>
                  <a:lnTo>
                    <a:pt x="332186" y="193829"/>
                  </a:lnTo>
                  <a:lnTo>
                    <a:pt x="332947" y="188600"/>
                  </a:lnTo>
                  <a:lnTo>
                    <a:pt x="333541" y="183349"/>
                  </a:lnTo>
                  <a:lnTo>
                    <a:pt x="333970" y="178082"/>
                  </a:lnTo>
                  <a:lnTo>
                    <a:pt x="334231" y="172804"/>
                  </a:lnTo>
                  <a:lnTo>
                    <a:pt x="334326" y="167521"/>
                  </a:lnTo>
                  <a:lnTo>
                    <a:pt x="334254" y="162237"/>
                  </a:lnTo>
                  <a:lnTo>
                    <a:pt x="334014" y="156958"/>
                  </a:lnTo>
                  <a:lnTo>
                    <a:pt x="333608" y="151689"/>
                  </a:lnTo>
                  <a:lnTo>
                    <a:pt x="333036" y="146436"/>
                  </a:lnTo>
                  <a:lnTo>
                    <a:pt x="332298" y="141203"/>
                  </a:lnTo>
                  <a:lnTo>
                    <a:pt x="331395" y="135997"/>
                  </a:lnTo>
                  <a:lnTo>
                    <a:pt x="330327" y="130821"/>
                  </a:lnTo>
                  <a:lnTo>
                    <a:pt x="329097" y="125682"/>
                  </a:lnTo>
                  <a:lnTo>
                    <a:pt x="327705" y="120584"/>
                  </a:lnTo>
                  <a:lnTo>
                    <a:pt x="326152" y="115533"/>
                  </a:lnTo>
                  <a:lnTo>
                    <a:pt x="324441" y="110534"/>
                  </a:lnTo>
                  <a:lnTo>
                    <a:pt x="322572" y="105591"/>
                  </a:lnTo>
                  <a:lnTo>
                    <a:pt x="320548" y="100709"/>
                  </a:lnTo>
                  <a:lnTo>
                    <a:pt x="318371" y="9589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28959"/>
              <a:ext cx="151212" cy="71272"/>
            </a:xfrm>
            <a:custGeom>
              <a:avLst/>
              <a:pathLst>
                <a:path w="151212" h="71272">
                  <a:moveTo>
                    <a:pt x="151212" y="0"/>
                  </a:moveTo>
                  <a:lnTo>
                    <a:pt x="0" y="712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45451"/>
              <a:ext cx="151212" cy="154779"/>
            </a:xfrm>
            <a:custGeom>
              <a:avLst/>
              <a:pathLst>
                <a:path w="151212" h="154779">
                  <a:moveTo>
                    <a:pt x="151212" y="83507"/>
                  </a:moveTo>
                  <a:lnTo>
                    <a:pt x="148719" y="78442"/>
                  </a:lnTo>
                  <a:lnTo>
                    <a:pt x="146057" y="73464"/>
                  </a:lnTo>
                  <a:lnTo>
                    <a:pt x="143228" y="68579"/>
                  </a:lnTo>
                  <a:lnTo>
                    <a:pt x="140236" y="63792"/>
                  </a:lnTo>
                  <a:lnTo>
                    <a:pt x="137084" y="59109"/>
                  </a:lnTo>
                  <a:lnTo>
                    <a:pt x="133776" y="54535"/>
                  </a:lnTo>
                  <a:lnTo>
                    <a:pt x="130315" y="50075"/>
                  </a:lnTo>
                  <a:lnTo>
                    <a:pt x="126705" y="45735"/>
                  </a:lnTo>
                  <a:lnTo>
                    <a:pt x="122951" y="41519"/>
                  </a:lnTo>
                  <a:lnTo>
                    <a:pt x="119057" y="37433"/>
                  </a:lnTo>
                  <a:lnTo>
                    <a:pt x="115027" y="33480"/>
                  </a:lnTo>
                  <a:lnTo>
                    <a:pt x="110866" y="29665"/>
                  </a:lnTo>
                  <a:lnTo>
                    <a:pt x="106578" y="25993"/>
                  </a:lnTo>
                  <a:lnTo>
                    <a:pt x="102169" y="22468"/>
                  </a:lnTo>
                  <a:lnTo>
                    <a:pt x="97644" y="19094"/>
                  </a:lnTo>
                  <a:lnTo>
                    <a:pt x="93007" y="15874"/>
                  </a:lnTo>
                  <a:lnTo>
                    <a:pt x="88264" y="12813"/>
                  </a:lnTo>
                  <a:lnTo>
                    <a:pt x="83420" y="9914"/>
                  </a:lnTo>
                  <a:lnTo>
                    <a:pt x="78481" y="7180"/>
                  </a:lnTo>
                  <a:lnTo>
                    <a:pt x="73453" y="4614"/>
                  </a:lnTo>
                  <a:lnTo>
                    <a:pt x="68341" y="2220"/>
                  </a:lnTo>
                  <a:lnTo>
                    <a:pt x="63151" y="0"/>
                  </a:lnTo>
                  <a:lnTo>
                    <a:pt x="0" y="154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63151" cy="167167"/>
            </a:xfrm>
            <a:custGeom>
              <a:avLst/>
              <a:pathLst>
                <a:path w="63151" h="167167">
                  <a:moveTo>
                    <a:pt x="63151" y="12387"/>
                  </a:moveTo>
                  <a:lnTo>
                    <a:pt x="57662" y="10259"/>
                  </a:lnTo>
                  <a:lnTo>
                    <a:pt x="52102" y="8326"/>
                  </a:lnTo>
                  <a:lnTo>
                    <a:pt x="46477" y="6590"/>
                  </a:lnTo>
                  <a:lnTo>
                    <a:pt x="40794" y="5053"/>
                  </a:lnTo>
                  <a:lnTo>
                    <a:pt x="35061" y="3718"/>
                  </a:lnTo>
                  <a:lnTo>
                    <a:pt x="29284" y="2584"/>
                  </a:lnTo>
                  <a:lnTo>
                    <a:pt x="23471" y="1655"/>
                  </a:lnTo>
                  <a:lnTo>
                    <a:pt x="17628" y="932"/>
                  </a:lnTo>
                  <a:lnTo>
                    <a:pt x="11764" y="414"/>
                  </a:lnTo>
                  <a:lnTo>
                    <a:pt x="588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9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4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5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1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7"/>
                  </a:lnTo>
                  <a:lnTo>
                    <a:pt x="11232" y="106898"/>
                  </a:lnTo>
                  <a:lnTo>
                    <a:pt x="9404" y="111860"/>
                  </a:lnTo>
                  <a:lnTo>
                    <a:pt x="7734" y="116876"/>
                  </a:lnTo>
                  <a:lnTo>
                    <a:pt x="6223" y="121943"/>
                  </a:lnTo>
                  <a:lnTo>
                    <a:pt x="4874" y="127056"/>
                  </a:lnTo>
                  <a:lnTo>
                    <a:pt x="3686" y="132208"/>
                  </a:lnTo>
                  <a:lnTo>
                    <a:pt x="2662" y="137395"/>
                  </a:lnTo>
                  <a:lnTo>
                    <a:pt x="1803" y="142612"/>
                  </a:lnTo>
                  <a:lnTo>
                    <a:pt x="1109" y="147854"/>
                  </a:lnTo>
                  <a:lnTo>
                    <a:pt x="582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1"/>
                  </a:lnTo>
                  <a:lnTo>
                    <a:pt x="140" y="174247"/>
                  </a:lnTo>
                  <a:lnTo>
                    <a:pt x="447" y="179525"/>
                  </a:lnTo>
                  <a:lnTo>
                    <a:pt x="922" y="184791"/>
                  </a:lnTo>
                  <a:lnTo>
                    <a:pt x="1562" y="190040"/>
                  </a:lnTo>
                  <a:lnTo>
                    <a:pt x="2368" y="195265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2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0" y="235626"/>
                  </a:lnTo>
                  <a:lnTo>
                    <a:pt x="16892" y="240415"/>
                  </a:lnTo>
                  <a:lnTo>
                    <a:pt x="19283" y="245130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0"/>
                  </a:lnTo>
                  <a:lnTo>
                    <a:pt x="30303" y="263167"/>
                  </a:lnTo>
                  <a:lnTo>
                    <a:pt x="33408" y="267447"/>
                  </a:lnTo>
                  <a:lnTo>
                    <a:pt x="36646" y="271626"/>
                  </a:lnTo>
                  <a:lnTo>
                    <a:pt x="40015" y="275701"/>
                  </a:lnTo>
                  <a:lnTo>
                    <a:pt x="43511" y="279668"/>
                  </a:lnTo>
                  <a:lnTo>
                    <a:pt x="47131" y="283522"/>
                  </a:lnTo>
                  <a:lnTo>
                    <a:pt x="50870" y="287260"/>
                  </a:lnTo>
                  <a:lnTo>
                    <a:pt x="54727" y="290877"/>
                  </a:lnTo>
                  <a:lnTo>
                    <a:pt x="58695" y="294371"/>
                  </a:lnTo>
                  <a:lnTo>
                    <a:pt x="62772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3" y="307041"/>
                  </a:lnTo>
                  <a:lnTo>
                    <a:pt x="80083" y="309866"/>
                  </a:lnTo>
                  <a:lnTo>
                    <a:pt x="84639" y="312548"/>
                  </a:lnTo>
                  <a:lnTo>
                    <a:pt x="89278" y="315085"/>
                  </a:lnTo>
                  <a:lnTo>
                    <a:pt x="93995" y="317474"/>
                  </a:lnTo>
                  <a:lnTo>
                    <a:pt x="98785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0" y="329872"/>
                  </a:lnTo>
                  <a:lnTo>
                    <a:pt x="133955" y="331004"/>
                  </a:lnTo>
                  <a:lnTo>
                    <a:pt x="139153" y="331972"/>
                  </a:lnTo>
                  <a:lnTo>
                    <a:pt x="144379" y="332775"/>
                  </a:lnTo>
                  <a:lnTo>
                    <a:pt x="149628" y="333413"/>
                  </a:lnTo>
                  <a:lnTo>
                    <a:pt x="154894" y="333884"/>
                  </a:lnTo>
                  <a:lnTo>
                    <a:pt x="160173" y="334188"/>
                  </a:lnTo>
                  <a:lnTo>
                    <a:pt x="165458" y="334326"/>
                  </a:lnTo>
                  <a:lnTo>
                    <a:pt x="170746" y="334296"/>
                  </a:lnTo>
                  <a:lnTo>
                    <a:pt x="176029" y="334099"/>
                  </a:lnTo>
                  <a:lnTo>
                    <a:pt x="181304" y="333735"/>
                  </a:lnTo>
                  <a:lnTo>
                    <a:pt x="186565" y="333204"/>
                  </a:lnTo>
                  <a:lnTo>
                    <a:pt x="191806" y="332507"/>
                  </a:lnTo>
                  <a:lnTo>
                    <a:pt x="197023" y="331645"/>
                  </a:lnTo>
                  <a:lnTo>
                    <a:pt x="202209" y="330618"/>
                  </a:lnTo>
                  <a:lnTo>
                    <a:pt x="207361" y="329428"/>
                  </a:lnTo>
                  <a:lnTo>
                    <a:pt x="212473" y="328075"/>
                  </a:lnTo>
                  <a:lnTo>
                    <a:pt x="217539" y="326562"/>
                  </a:lnTo>
                  <a:lnTo>
                    <a:pt x="222554" y="324889"/>
                  </a:lnTo>
                  <a:lnTo>
                    <a:pt x="227515" y="323058"/>
                  </a:lnTo>
                  <a:lnTo>
                    <a:pt x="232415" y="321071"/>
                  </a:lnTo>
                  <a:lnTo>
                    <a:pt x="237249" y="318930"/>
                  </a:lnTo>
                  <a:lnTo>
                    <a:pt x="242014" y="316638"/>
                  </a:lnTo>
                  <a:lnTo>
                    <a:pt x="246703" y="314195"/>
                  </a:lnTo>
                  <a:lnTo>
                    <a:pt x="251313" y="311606"/>
                  </a:lnTo>
                  <a:lnTo>
                    <a:pt x="255839" y="308873"/>
                  </a:lnTo>
                  <a:lnTo>
                    <a:pt x="260276" y="305997"/>
                  </a:lnTo>
                  <a:lnTo>
                    <a:pt x="264620" y="302983"/>
                  </a:lnTo>
                  <a:lnTo>
                    <a:pt x="268867" y="299832"/>
                  </a:lnTo>
                  <a:lnTo>
                    <a:pt x="273011" y="296550"/>
                  </a:lnTo>
                  <a:lnTo>
                    <a:pt x="277050" y="293137"/>
                  </a:lnTo>
                  <a:lnTo>
                    <a:pt x="280979" y="289599"/>
                  </a:lnTo>
                  <a:lnTo>
                    <a:pt x="284794" y="285938"/>
                  </a:lnTo>
                  <a:lnTo>
                    <a:pt x="288491" y="282158"/>
                  </a:lnTo>
                  <a:lnTo>
                    <a:pt x="292067" y="278263"/>
                  </a:lnTo>
                  <a:lnTo>
                    <a:pt x="295518" y="274257"/>
                  </a:lnTo>
                  <a:lnTo>
                    <a:pt x="298841" y="270144"/>
                  </a:lnTo>
                  <a:lnTo>
                    <a:pt x="302032" y="265928"/>
                  </a:lnTo>
                  <a:lnTo>
                    <a:pt x="305088" y="261614"/>
                  </a:lnTo>
                  <a:lnTo>
                    <a:pt x="308006" y="257204"/>
                  </a:lnTo>
                  <a:lnTo>
                    <a:pt x="310783" y="252705"/>
                  </a:lnTo>
                  <a:lnTo>
                    <a:pt x="313416" y="248120"/>
                  </a:lnTo>
                  <a:lnTo>
                    <a:pt x="315903" y="243454"/>
                  </a:lnTo>
                  <a:lnTo>
                    <a:pt x="318241" y="238712"/>
                  </a:lnTo>
                  <a:lnTo>
                    <a:pt x="320428" y="233898"/>
                  </a:lnTo>
                  <a:lnTo>
                    <a:pt x="322462" y="229017"/>
                  </a:lnTo>
                  <a:lnTo>
                    <a:pt x="324340" y="224075"/>
                  </a:lnTo>
                  <a:lnTo>
                    <a:pt x="326061" y="219075"/>
                  </a:lnTo>
                  <a:lnTo>
                    <a:pt x="327623" y="214024"/>
                  </a:lnTo>
                  <a:lnTo>
                    <a:pt x="329025" y="208926"/>
                  </a:lnTo>
                  <a:lnTo>
                    <a:pt x="330265" y="203786"/>
                  </a:lnTo>
                  <a:lnTo>
                    <a:pt x="331341" y="198609"/>
                  </a:lnTo>
                  <a:lnTo>
                    <a:pt x="332253" y="193401"/>
                  </a:lnTo>
                  <a:lnTo>
                    <a:pt x="333001" y="188167"/>
                  </a:lnTo>
                  <a:lnTo>
                    <a:pt x="333582" y="182911"/>
                  </a:lnTo>
                  <a:lnTo>
                    <a:pt x="333996" y="177640"/>
                  </a:lnTo>
                  <a:lnTo>
                    <a:pt x="334244" y="172358"/>
                  </a:lnTo>
                  <a:lnTo>
                    <a:pt x="334325" y="167072"/>
                  </a:lnTo>
                  <a:lnTo>
                    <a:pt x="334238" y="161785"/>
                  </a:lnTo>
                  <a:lnTo>
                    <a:pt x="333984" y="156504"/>
                  </a:lnTo>
                  <a:lnTo>
                    <a:pt x="333564" y="151233"/>
                  </a:lnTo>
                  <a:lnTo>
                    <a:pt x="332976" y="145978"/>
                  </a:lnTo>
                  <a:lnTo>
                    <a:pt x="332223" y="140745"/>
                  </a:lnTo>
                  <a:lnTo>
                    <a:pt x="331305" y="135538"/>
                  </a:lnTo>
                  <a:lnTo>
                    <a:pt x="330223" y="130362"/>
                  </a:lnTo>
                  <a:lnTo>
                    <a:pt x="328977" y="125224"/>
                  </a:lnTo>
                  <a:lnTo>
                    <a:pt x="327570" y="120127"/>
                  </a:lnTo>
                  <a:lnTo>
                    <a:pt x="326002" y="115078"/>
                  </a:lnTo>
                  <a:lnTo>
                    <a:pt x="324275" y="110080"/>
                  </a:lnTo>
                  <a:lnTo>
                    <a:pt x="322391" y="105140"/>
                  </a:lnTo>
                  <a:lnTo>
                    <a:pt x="320352" y="100262"/>
                  </a:lnTo>
                  <a:lnTo>
                    <a:pt x="318160" y="95450"/>
                  </a:lnTo>
                  <a:lnTo>
                    <a:pt x="315816" y="90711"/>
                  </a:lnTo>
                  <a:lnTo>
                    <a:pt x="313324" y="86047"/>
                  </a:lnTo>
                  <a:lnTo>
                    <a:pt x="310685" y="81465"/>
                  </a:lnTo>
                  <a:lnTo>
                    <a:pt x="307903" y="76969"/>
                  </a:lnTo>
                  <a:lnTo>
                    <a:pt x="304980" y="72563"/>
                  </a:lnTo>
                  <a:lnTo>
                    <a:pt x="301919" y="68252"/>
                  </a:lnTo>
                  <a:lnTo>
                    <a:pt x="298724" y="64039"/>
                  </a:lnTo>
                  <a:lnTo>
                    <a:pt x="295396" y="59930"/>
                  </a:lnTo>
                  <a:lnTo>
                    <a:pt x="291941" y="55928"/>
                  </a:lnTo>
                  <a:lnTo>
                    <a:pt x="288360" y="52038"/>
                  </a:lnTo>
                  <a:lnTo>
                    <a:pt x="284659" y="48262"/>
                  </a:lnTo>
                  <a:lnTo>
                    <a:pt x="280840" y="44606"/>
                  </a:lnTo>
                  <a:lnTo>
                    <a:pt x="276907" y="41072"/>
                  </a:lnTo>
                  <a:lnTo>
                    <a:pt x="272864" y="376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3687"/>
              <a:ext cx="105706" cy="133872"/>
            </a:xfrm>
            <a:custGeom>
              <a:avLst/>
              <a:pathLst>
                <a:path w="105706" h="133872">
                  <a:moveTo>
                    <a:pt x="105706" y="4369"/>
                  </a:moveTo>
                  <a:lnTo>
                    <a:pt x="100115" y="0"/>
                  </a:lnTo>
                  <a:lnTo>
                    <a:pt x="0" y="133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00115" cy="167167"/>
            </a:xfrm>
            <a:custGeom>
              <a:avLst/>
              <a:pathLst>
                <a:path w="100115" h="167167">
                  <a:moveTo>
                    <a:pt x="100115" y="33294"/>
                  </a:moveTo>
                  <a:lnTo>
                    <a:pt x="95534" y="29988"/>
                  </a:lnTo>
                  <a:lnTo>
                    <a:pt x="90844" y="26838"/>
                  </a:lnTo>
                  <a:lnTo>
                    <a:pt x="86051" y="23849"/>
                  </a:lnTo>
                  <a:lnTo>
                    <a:pt x="81159" y="21023"/>
                  </a:lnTo>
                  <a:lnTo>
                    <a:pt x="76175" y="18364"/>
                  </a:lnTo>
                  <a:lnTo>
                    <a:pt x="71103" y="15875"/>
                  </a:lnTo>
                  <a:lnTo>
                    <a:pt x="65951" y="13559"/>
                  </a:lnTo>
                  <a:lnTo>
                    <a:pt x="60723" y="11418"/>
                  </a:lnTo>
                  <a:lnTo>
                    <a:pt x="55425" y="9455"/>
                  </a:lnTo>
                  <a:lnTo>
                    <a:pt x="50065" y="7673"/>
                  </a:lnTo>
                  <a:lnTo>
                    <a:pt x="44647" y="6072"/>
                  </a:lnTo>
                  <a:lnTo>
                    <a:pt x="39178" y="4655"/>
                  </a:lnTo>
                  <a:lnTo>
                    <a:pt x="33665" y="3424"/>
                  </a:lnTo>
                  <a:lnTo>
                    <a:pt x="28113" y="2380"/>
                  </a:lnTo>
                  <a:lnTo>
                    <a:pt x="22529" y="1525"/>
                  </a:lnTo>
                  <a:lnTo>
                    <a:pt x="16919" y="858"/>
                  </a:lnTo>
                  <a:lnTo>
                    <a:pt x="11290" y="381"/>
                  </a:lnTo>
                  <a:lnTo>
                    <a:pt x="564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5" y="6734"/>
                  </a:lnTo>
                  <a:lnTo>
                    <a:pt x="115133" y="8301"/>
                  </a:lnTo>
                  <a:lnTo>
                    <a:pt x="110132" y="10026"/>
                  </a:lnTo>
                  <a:lnTo>
                    <a:pt x="105189" y="11909"/>
                  </a:lnTo>
                  <a:lnTo>
                    <a:pt x="100307" y="13947"/>
                  </a:lnTo>
                  <a:lnTo>
                    <a:pt x="95493" y="16139"/>
                  </a:lnTo>
                  <a:lnTo>
                    <a:pt x="90750" y="18482"/>
                  </a:lnTo>
                  <a:lnTo>
                    <a:pt x="86084" y="20974"/>
                  </a:lnTo>
                  <a:lnTo>
                    <a:pt x="81499" y="23613"/>
                  </a:lnTo>
                  <a:lnTo>
                    <a:pt x="76999" y="26395"/>
                  </a:lnTo>
                  <a:lnTo>
                    <a:pt x="72590" y="29318"/>
                  </a:lnTo>
                  <a:lnTo>
                    <a:pt x="68276" y="32379"/>
                  </a:lnTo>
                  <a:lnTo>
                    <a:pt x="64061" y="35575"/>
                  </a:lnTo>
                  <a:lnTo>
                    <a:pt x="59949" y="38903"/>
                  </a:lnTo>
                  <a:lnTo>
                    <a:pt x="55944" y="42359"/>
                  </a:lnTo>
                  <a:lnTo>
                    <a:pt x="52051" y="45941"/>
                  </a:lnTo>
                  <a:lnTo>
                    <a:pt x="48273" y="49643"/>
                  </a:lnTo>
                  <a:lnTo>
                    <a:pt x="44614" y="53464"/>
                  </a:lnTo>
                  <a:lnTo>
                    <a:pt x="41077" y="57398"/>
                  </a:lnTo>
                  <a:lnTo>
                    <a:pt x="37667" y="61442"/>
                  </a:lnTo>
                  <a:lnTo>
                    <a:pt x="34387" y="65592"/>
                  </a:lnTo>
                  <a:lnTo>
                    <a:pt x="31240" y="69844"/>
                  </a:lnTo>
                  <a:lnTo>
                    <a:pt x="28228" y="74193"/>
                  </a:lnTo>
                  <a:lnTo>
                    <a:pt x="25356" y="78636"/>
                  </a:lnTo>
                  <a:lnTo>
                    <a:pt x="22626" y="83167"/>
                  </a:lnTo>
                  <a:lnTo>
                    <a:pt x="20041" y="87782"/>
                  </a:lnTo>
                  <a:lnTo>
                    <a:pt x="17602" y="92476"/>
                  </a:lnTo>
                  <a:lnTo>
                    <a:pt x="15314" y="97246"/>
                  </a:lnTo>
                  <a:lnTo>
                    <a:pt x="13178" y="102085"/>
                  </a:lnTo>
                  <a:lnTo>
                    <a:pt x="11196" y="106990"/>
                  </a:lnTo>
                  <a:lnTo>
                    <a:pt x="9370" y="111954"/>
                  </a:lnTo>
                  <a:lnTo>
                    <a:pt x="7702" y="116975"/>
                  </a:lnTo>
                  <a:lnTo>
                    <a:pt x="6193" y="122045"/>
                  </a:lnTo>
                  <a:lnTo>
                    <a:pt x="4846" y="127160"/>
                  </a:lnTo>
                  <a:lnTo>
                    <a:pt x="3662" y="132316"/>
                  </a:lnTo>
                  <a:lnTo>
                    <a:pt x="2641" y="137507"/>
                  </a:lnTo>
                  <a:lnTo>
                    <a:pt x="1785" y="142727"/>
                  </a:lnTo>
                  <a:lnTo>
                    <a:pt x="1094" y="147972"/>
                  </a:lnTo>
                  <a:lnTo>
                    <a:pt x="570" y="153235"/>
                  </a:lnTo>
                  <a:lnTo>
                    <a:pt x="213" y="158513"/>
                  </a:lnTo>
                  <a:lnTo>
                    <a:pt x="22" y="163800"/>
                  </a:lnTo>
                  <a:lnTo>
                    <a:pt x="0" y="169090"/>
                  </a:lnTo>
                  <a:lnTo>
                    <a:pt x="144" y="174378"/>
                  </a:lnTo>
                  <a:lnTo>
                    <a:pt x="456" y="179658"/>
                  </a:lnTo>
                  <a:lnTo>
                    <a:pt x="935" y="184927"/>
                  </a:lnTo>
                  <a:lnTo>
                    <a:pt x="1580" y="190177"/>
                  </a:lnTo>
                  <a:lnTo>
                    <a:pt x="2391" y="195405"/>
                  </a:lnTo>
                  <a:lnTo>
                    <a:pt x="3367" y="200604"/>
                  </a:lnTo>
                  <a:lnTo>
                    <a:pt x="4507" y="205769"/>
                  </a:lnTo>
                  <a:lnTo>
                    <a:pt x="5809" y="210896"/>
                  </a:lnTo>
                  <a:lnTo>
                    <a:pt x="7274" y="215980"/>
                  </a:lnTo>
                  <a:lnTo>
                    <a:pt x="8898" y="221014"/>
                  </a:lnTo>
                  <a:lnTo>
                    <a:pt x="10681" y="225994"/>
                  </a:lnTo>
                  <a:lnTo>
                    <a:pt x="12621" y="230916"/>
                  </a:lnTo>
                  <a:lnTo>
                    <a:pt x="14715" y="235774"/>
                  </a:lnTo>
                  <a:lnTo>
                    <a:pt x="16963" y="240563"/>
                  </a:lnTo>
                  <a:lnTo>
                    <a:pt x="19360" y="245278"/>
                  </a:lnTo>
                  <a:lnTo>
                    <a:pt x="21906" y="249915"/>
                  </a:lnTo>
                  <a:lnTo>
                    <a:pt x="24596" y="254470"/>
                  </a:lnTo>
                  <a:lnTo>
                    <a:pt x="27430" y="258937"/>
                  </a:lnTo>
                  <a:lnTo>
                    <a:pt x="30404" y="263312"/>
                  </a:lnTo>
                  <a:lnTo>
                    <a:pt x="33514" y="267591"/>
                  </a:lnTo>
                  <a:lnTo>
                    <a:pt x="36759" y="271769"/>
                  </a:lnTo>
                  <a:lnTo>
                    <a:pt x="40134" y="275842"/>
                  </a:lnTo>
                  <a:lnTo>
                    <a:pt x="43636" y="279807"/>
                  </a:lnTo>
                  <a:lnTo>
                    <a:pt x="47262" y="283659"/>
                  </a:lnTo>
                  <a:lnTo>
                    <a:pt x="51008" y="287394"/>
                  </a:lnTo>
                  <a:lnTo>
                    <a:pt x="54870" y="291009"/>
                  </a:lnTo>
                  <a:lnTo>
                    <a:pt x="58845" y="294500"/>
                  </a:lnTo>
                  <a:lnTo>
                    <a:pt x="62928" y="297863"/>
                  </a:lnTo>
                  <a:lnTo>
                    <a:pt x="67115" y="301095"/>
                  </a:lnTo>
                  <a:lnTo>
                    <a:pt x="71403" y="304194"/>
                  </a:lnTo>
                  <a:lnTo>
                    <a:pt x="75786" y="307155"/>
                  </a:lnTo>
                  <a:lnTo>
                    <a:pt x="80261" y="309976"/>
                  </a:lnTo>
                  <a:lnTo>
                    <a:pt x="84824" y="312653"/>
                  </a:lnTo>
                  <a:lnTo>
                    <a:pt x="89468" y="315186"/>
                  </a:lnTo>
                  <a:lnTo>
                    <a:pt x="94190" y="317570"/>
                  </a:lnTo>
                  <a:lnTo>
                    <a:pt x="98986" y="319803"/>
                  </a:lnTo>
                  <a:lnTo>
                    <a:pt x="103849" y="321884"/>
                  </a:lnTo>
                  <a:lnTo>
                    <a:pt x="108776" y="323809"/>
                  </a:lnTo>
                  <a:lnTo>
                    <a:pt x="113762" y="325578"/>
                  </a:lnTo>
                  <a:lnTo>
                    <a:pt x="118801" y="327188"/>
                  </a:lnTo>
                  <a:lnTo>
                    <a:pt x="123888" y="328638"/>
                  </a:lnTo>
                  <a:lnTo>
                    <a:pt x="129019" y="329926"/>
                  </a:lnTo>
                  <a:lnTo>
                    <a:pt x="134188" y="331051"/>
                  </a:lnTo>
                  <a:lnTo>
                    <a:pt x="139390" y="332012"/>
                  </a:lnTo>
                  <a:lnTo>
                    <a:pt x="144620" y="332808"/>
                  </a:lnTo>
                  <a:lnTo>
                    <a:pt x="149872" y="333438"/>
                  </a:lnTo>
                  <a:lnTo>
                    <a:pt x="155141" y="333902"/>
                  </a:lnTo>
                  <a:lnTo>
                    <a:pt x="160423" y="334199"/>
                  </a:lnTo>
                  <a:lnTo>
                    <a:pt x="165711" y="334328"/>
                  </a:lnTo>
                  <a:lnTo>
                    <a:pt x="171001" y="334290"/>
                  </a:lnTo>
                  <a:lnTo>
                    <a:pt x="176287" y="334085"/>
                  </a:lnTo>
                  <a:lnTo>
                    <a:pt x="181564" y="333712"/>
                  </a:lnTo>
                  <a:lnTo>
                    <a:pt x="186826" y="333173"/>
                  </a:lnTo>
                  <a:lnTo>
                    <a:pt x="192069" y="332468"/>
                  </a:lnTo>
                  <a:lnTo>
                    <a:pt x="197287" y="331596"/>
                  </a:lnTo>
                  <a:lnTo>
                    <a:pt x="202474" y="330561"/>
                  </a:lnTo>
                  <a:lnTo>
                    <a:pt x="207627" y="329361"/>
                  </a:lnTo>
                  <a:lnTo>
                    <a:pt x="212738" y="328000"/>
                  </a:lnTo>
                  <a:lnTo>
                    <a:pt x="217804" y="326477"/>
                  </a:lnTo>
                  <a:lnTo>
                    <a:pt x="222820" y="324795"/>
                  </a:lnTo>
                  <a:lnTo>
                    <a:pt x="227779" y="322954"/>
                  </a:lnTo>
                  <a:lnTo>
                    <a:pt x="232678" y="320958"/>
                  </a:lnTo>
                  <a:lnTo>
                    <a:pt x="237511" y="318808"/>
                  </a:lnTo>
                  <a:lnTo>
                    <a:pt x="242274" y="316506"/>
                  </a:lnTo>
                  <a:lnTo>
                    <a:pt x="246962" y="314055"/>
                  </a:lnTo>
                  <a:lnTo>
                    <a:pt x="251570" y="311456"/>
                  </a:lnTo>
                  <a:lnTo>
                    <a:pt x="256093" y="308713"/>
                  </a:lnTo>
                  <a:lnTo>
                    <a:pt x="260527" y="305828"/>
                  </a:lnTo>
                  <a:lnTo>
                    <a:pt x="264867" y="302804"/>
                  </a:lnTo>
                  <a:lnTo>
                    <a:pt x="269110" y="299645"/>
                  </a:lnTo>
                  <a:lnTo>
                    <a:pt x="273251" y="296352"/>
                  </a:lnTo>
                  <a:lnTo>
                    <a:pt x="277285" y="292931"/>
                  </a:lnTo>
                  <a:lnTo>
                    <a:pt x="281209" y="289383"/>
                  </a:lnTo>
                  <a:lnTo>
                    <a:pt x="285019" y="285713"/>
                  </a:lnTo>
                  <a:lnTo>
                    <a:pt x="288711" y="281925"/>
                  </a:lnTo>
                  <a:lnTo>
                    <a:pt x="292281" y="278021"/>
                  </a:lnTo>
                  <a:lnTo>
                    <a:pt x="295726" y="274007"/>
                  </a:lnTo>
                  <a:lnTo>
                    <a:pt x="299042" y="269885"/>
                  </a:lnTo>
                  <a:lnTo>
                    <a:pt x="302226" y="265661"/>
                  </a:lnTo>
                  <a:lnTo>
                    <a:pt x="305275" y="261338"/>
                  </a:lnTo>
                  <a:lnTo>
                    <a:pt x="308185" y="256920"/>
                  </a:lnTo>
                  <a:lnTo>
                    <a:pt x="310955" y="252413"/>
                  </a:lnTo>
                  <a:lnTo>
                    <a:pt x="313580" y="247820"/>
                  </a:lnTo>
                  <a:lnTo>
                    <a:pt x="316058" y="243147"/>
                  </a:lnTo>
                  <a:lnTo>
                    <a:pt x="318388" y="238398"/>
                  </a:lnTo>
                  <a:lnTo>
                    <a:pt x="320566" y="233577"/>
                  </a:lnTo>
                  <a:lnTo>
                    <a:pt x="322590" y="228690"/>
                  </a:lnTo>
                  <a:lnTo>
                    <a:pt x="324459" y="223741"/>
                  </a:lnTo>
                  <a:lnTo>
                    <a:pt x="326171" y="218735"/>
                  </a:lnTo>
                  <a:lnTo>
                    <a:pt x="327723" y="213678"/>
                  </a:lnTo>
                  <a:lnTo>
                    <a:pt x="329114" y="208574"/>
                  </a:lnTo>
                  <a:lnTo>
                    <a:pt x="330343" y="203429"/>
                  </a:lnTo>
                  <a:lnTo>
                    <a:pt x="331409" y="198248"/>
                  </a:lnTo>
                  <a:lnTo>
                    <a:pt x="332310" y="193035"/>
                  </a:lnTo>
                  <a:lnTo>
                    <a:pt x="333046" y="187797"/>
                  </a:lnTo>
                  <a:lnTo>
                    <a:pt x="333615" y="182537"/>
                  </a:lnTo>
                  <a:lnTo>
                    <a:pt x="334018" y="177263"/>
                  </a:lnTo>
                  <a:lnTo>
                    <a:pt x="334254" y="171978"/>
                  </a:lnTo>
                  <a:lnTo>
                    <a:pt x="334323" y="166689"/>
                  </a:lnTo>
                  <a:lnTo>
                    <a:pt x="334224" y="161400"/>
                  </a:lnTo>
                  <a:lnTo>
                    <a:pt x="333958" y="156116"/>
                  </a:lnTo>
                  <a:lnTo>
                    <a:pt x="333525" y="150844"/>
                  </a:lnTo>
                  <a:lnTo>
                    <a:pt x="332925" y="145588"/>
                  </a:lnTo>
                  <a:lnTo>
                    <a:pt x="332159" y="140354"/>
                  </a:lnTo>
                  <a:lnTo>
                    <a:pt x="331228" y="135147"/>
                  </a:lnTo>
                  <a:lnTo>
                    <a:pt x="330133" y="129971"/>
                  </a:lnTo>
                  <a:lnTo>
                    <a:pt x="328874" y="124833"/>
                  </a:lnTo>
                  <a:lnTo>
                    <a:pt x="327454" y="119738"/>
                  </a:lnTo>
                  <a:lnTo>
                    <a:pt x="325873" y="114689"/>
                  </a:lnTo>
                  <a:lnTo>
                    <a:pt x="324133" y="109694"/>
                  </a:lnTo>
                  <a:lnTo>
                    <a:pt x="322236" y="104756"/>
                  </a:lnTo>
                  <a:lnTo>
                    <a:pt x="320183" y="99880"/>
                  </a:lnTo>
                  <a:lnTo>
                    <a:pt x="317978" y="95072"/>
                  </a:lnTo>
                  <a:lnTo>
                    <a:pt x="315621" y="90336"/>
                  </a:lnTo>
                  <a:lnTo>
                    <a:pt x="313116" y="85677"/>
                  </a:lnTo>
                  <a:lnTo>
                    <a:pt x="310464" y="81099"/>
                  </a:lnTo>
                  <a:lnTo>
                    <a:pt x="307669" y="76608"/>
                  </a:lnTo>
                  <a:lnTo>
                    <a:pt x="304734" y="72207"/>
                  </a:lnTo>
                  <a:lnTo>
                    <a:pt x="301660" y="67902"/>
                  </a:lnTo>
                  <a:lnTo>
                    <a:pt x="298452" y="63696"/>
                  </a:lnTo>
                  <a:lnTo>
                    <a:pt x="295112" y="59593"/>
                  </a:lnTo>
                  <a:lnTo>
                    <a:pt x="291645" y="55598"/>
                  </a:lnTo>
                  <a:lnTo>
                    <a:pt x="288052" y="51715"/>
                  </a:lnTo>
                  <a:lnTo>
                    <a:pt x="284339" y="47948"/>
                  </a:lnTo>
                  <a:lnTo>
                    <a:pt x="280508" y="44300"/>
                  </a:lnTo>
                  <a:lnTo>
                    <a:pt x="276563" y="40775"/>
                  </a:lnTo>
                  <a:lnTo>
                    <a:pt x="272510" y="37376"/>
                  </a:lnTo>
                  <a:lnTo>
                    <a:pt x="268350" y="34108"/>
                  </a:lnTo>
                  <a:lnTo>
                    <a:pt x="264089" y="30973"/>
                  </a:lnTo>
                  <a:lnTo>
                    <a:pt x="259732" y="27974"/>
                  </a:lnTo>
                  <a:lnTo>
                    <a:pt x="255281" y="25114"/>
                  </a:lnTo>
                  <a:lnTo>
                    <a:pt x="250742" y="22397"/>
                  </a:lnTo>
                  <a:lnTo>
                    <a:pt x="246120" y="19825"/>
                  </a:lnTo>
                  <a:lnTo>
                    <a:pt x="241418" y="17400"/>
                  </a:lnTo>
                  <a:lnTo>
                    <a:pt x="236642" y="15126"/>
                  </a:lnTo>
                  <a:lnTo>
                    <a:pt x="231797" y="13003"/>
                  </a:lnTo>
                  <a:lnTo>
                    <a:pt x="226887" y="11035"/>
                  </a:lnTo>
                  <a:lnTo>
                    <a:pt x="221917" y="9223"/>
                  </a:lnTo>
                  <a:lnTo>
                    <a:pt x="216892" y="7570"/>
                  </a:lnTo>
                  <a:lnTo>
                    <a:pt x="211817" y="6076"/>
                  </a:lnTo>
                  <a:lnTo>
                    <a:pt x="206698" y="474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39541" cy="167167"/>
            </a:xfrm>
            <a:custGeom>
              <a:avLst/>
              <a:pathLst>
                <a:path w="39541" h="167167">
                  <a:moveTo>
                    <a:pt x="39541" y="4743"/>
                  </a:moveTo>
                  <a:lnTo>
                    <a:pt x="33047" y="3299"/>
                  </a:lnTo>
                  <a:lnTo>
                    <a:pt x="26501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5" y="6734"/>
                  </a:lnTo>
                  <a:lnTo>
                    <a:pt x="115133" y="8301"/>
                  </a:lnTo>
                  <a:lnTo>
                    <a:pt x="110132" y="10026"/>
                  </a:lnTo>
                  <a:lnTo>
                    <a:pt x="105189" y="11909"/>
                  </a:lnTo>
                  <a:lnTo>
                    <a:pt x="100307" y="13947"/>
                  </a:lnTo>
                  <a:lnTo>
                    <a:pt x="95493" y="16139"/>
                  </a:lnTo>
                  <a:lnTo>
                    <a:pt x="90750" y="18482"/>
                  </a:lnTo>
                  <a:lnTo>
                    <a:pt x="86084" y="20974"/>
                  </a:lnTo>
                  <a:lnTo>
                    <a:pt x="81499" y="23613"/>
                  </a:lnTo>
                  <a:lnTo>
                    <a:pt x="76999" y="26395"/>
                  </a:lnTo>
                  <a:lnTo>
                    <a:pt x="72590" y="29318"/>
                  </a:lnTo>
                  <a:lnTo>
                    <a:pt x="68276" y="32379"/>
                  </a:lnTo>
                  <a:lnTo>
                    <a:pt x="64061" y="35575"/>
                  </a:lnTo>
                  <a:lnTo>
                    <a:pt x="59949" y="38903"/>
                  </a:lnTo>
                  <a:lnTo>
                    <a:pt x="55944" y="42359"/>
                  </a:lnTo>
                  <a:lnTo>
                    <a:pt x="52051" y="45941"/>
                  </a:lnTo>
                  <a:lnTo>
                    <a:pt x="48273" y="49643"/>
                  </a:lnTo>
                  <a:lnTo>
                    <a:pt x="44614" y="53464"/>
                  </a:lnTo>
                  <a:lnTo>
                    <a:pt x="41077" y="57398"/>
                  </a:lnTo>
                  <a:lnTo>
                    <a:pt x="37667" y="61442"/>
                  </a:lnTo>
                  <a:lnTo>
                    <a:pt x="34387" y="65592"/>
                  </a:lnTo>
                  <a:lnTo>
                    <a:pt x="31240" y="69844"/>
                  </a:lnTo>
                  <a:lnTo>
                    <a:pt x="28228" y="74193"/>
                  </a:lnTo>
                  <a:lnTo>
                    <a:pt x="25356" y="78636"/>
                  </a:lnTo>
                  <a:lnTo>
                    <a:pt x="22626" y="83167"/>
                  </a:lnTo>
                  <a:lnTo>
                    <a:pt x="20041" y="87782"/>
                  </a:lnTo>
                  <a:lnTo>
                    <a:pt x="17602" y="92476"/>
                  </a:lnTo>
                  <a:lnTo>
                    <a:pt x="15314" y="97246"/>
                  </a:lnTo>
                  <a:lnTo>
                    <a:pt x="13178" y="102085"/>
                  </a:lnTo>
                  <a:lnTo>
                    <a:pt x="11196" y="106990"/>
                  </a:lnTo>
                  <a:lnTo>
                    <a:pt x="9370" y="111954"/>
                  </a:lnTo>
                  <a:lnTo>
                    <a:pt x="7702" y="116975"/>
                  </a:lnTo>
                  <a:lnTo>
                    <a:pt x="6193" y="122045"/>
                  </a:lnTo>
                  <a:lnTo>
                    <a:pt x="4846" y="127160"/>
                  </a:lnTo>
                  <a:lnTo>
                    <a:pt x="3662" y="132316"/>
                  </a:lnTo>
                  <a:lnTo>
                    <a:pt x="2641" y="137507"/>
                  </a:lnTo>
                  <a:lnTo>
                    <a:pt x="1785" y="142727"/>
                  </a:lnTo>
                  <a:lnTo>
                    <a:pt x="1094" y="147972"/>
                  </a:lnTo>
                  <a:lnTo>
                    <a:pt x="570" y="153235"/>
                  </a:lnTo>
                  <a:lnTo>
                    <a:pt x="213" y="158513"/>
                  </a:lnTo>
                  <a:lnTo>
                    <a:pt x="22" y="163800"/>
                  </a:lnTo>
                  <a:lnTo>
                    <a:pt x="0" y="169090"/>
                  </a:lnTo>
                  <a:lnTo>
                    <a:pt x="144" y="174378"/>
                  </a:lnTo>
                  <a:lnTo>
                    <a:pt x="456" y="179658"/>
                  </a:lnTo>
                  <a:lnTo>
                    <a:pt x="935" y="184927"/>
                  </a:lnTo>
                  <a:lnTo>
                    <a:pt x="1580" y="190177"/>
                  </a:lnTo>
                  <a:lnTo>
                    <a:pt x="2391" y="195405"/>
                  </a:lnTo>
                  <a:lnTo>
                    <a:pt x="3367" y="200604"/>
                  </a:lnTo>
                  <a:lnTo>
                    <a:pt x="4507" y="205769"/>
                  </a:lnTo>
                  <a:lnTo>
                    <a:pt x="5809" y="210896"/>
                  </a:lnTo>
                  <a:lnTo>
                    <a:pt x="7274" y="215980"/>
                  </a:lnTo>
                  <a:lnTo>
                    <a:pt x="8898" y="221014"/>
                  </a:lnTo>
                  <a:lnTo>
                    <a:pt x="10681" y="225994"/>
                  </a:lnTo>
                  <a:lnTo>
                    <a:pt x="12621" y="230916"/>
                  </a:lnTo>
                  <a:lnTo>
                    <a:pt x="14715" y="235774"/>
                  </a:lnTo>
                  <a:lnTo>
                    <a:pt x="16963" y="240563"/>
                  </a:lnTo>
                  <a:lnTo>
                    <a:pt x="19360" y="245278"/>
                  </a:lnTo>
                  <a:lnTo>
                    <a:pt x="21906" y="249915"/>
                  </a:lnTo>
                  <a:lnTo>
                    <a:pt x="24596" y="254470"/>
                  </a:lnTo>
                  <a:lnTo>
                    <a:pt x="27430" y="258937"/>
                  </a:lnTo>
                  <a:lnTo>
                    <a:pt x="30404" y="263312"/>
                  </a:lnTo>
                  <a:lnTo>
                    <a:pt x="33514" y="267591"/>
                  </a:lnTo>
                  <a:lnTo>
                    <a:pt x="36759" y="271769"/>
                  </a:lnTo>
                  <a:lnTo>
                    <a:pt x="40134" y="275842"/>
                  </a:lnTo>
                  <a:lnTo>
                    <a:pt x="43636" y="279807"/>
                  </a:lnTo>
                  <a:lnTo>
                    <a:pt x="47262" y="283659"/>
                  </a:lnTo>
                  <a:lnTo>
                    <a:pt x="51008" y="287394"/>
                  </a:lnTo>
                  <a:lnTo>
                    <a:pt x="54870" y="291009"/>
                  </a:lnTo>
                  <a:lnTo>
                    <a:pt x="58845" y="294500"/>
                  </a:lnTo>
                  <a:lnTo>
                    <a:pt x="62928" y="297863"/>
                  </a:lnTo>
                  <a:lnTo>
                    <a:pt x="67115" y="301095"/>
                  </a:lnTo>
                  <a:lnTo>
                    <a:pt x="71403" y="304194"/>
                  </a:lnTo>
                  <a:lnTo>
                    <a:pt x="75786" y="307155"/>
                  </a:lnTo>
                  <a:lnTo>
                    <a:pt x="80261" y="309976"/>
                  </a:lnTo>
                  <a:lnTo>
                    <a:pt x="84824" y="312653"/>
                  </a:lnTo>
                  <a:lnTo>
                    <a:pt x="89468" y="315186"/>
                  </a:lnTo>
                  <a:lnTo>
                    <a:pt x="94190" y="317570"/>
                  </a:lnTo>
                  <a:lnTo>
                    <a:pt x="98986" y="319803"/>
                  </a:lnTo>
                  <a:lnTo>
                    <a:pt x="103849" y="321884"/>
                  </a:lnTo>
                  <a:lnTo>
                    <a:pt x="108776" y="323809"/>
                  </a:lnTo>
                  <a:lnTo>
                    <a:pt x="113762" y="325578"/>
                  </a:lnTo>
                  <a:lnTo>
                    <a:pt x="118801" y="327188"/>
                  </a:lnTo>
                  <a:lnTo>
                    <a:pt x="123888" y="328638"/>
                  </a:lnTo>
                  <a:lnTo>
                    <a:pt x="129019" y="329926"/>
                  </a:lnTo>
                  <a:lnTo>
                    <a:pt x="134188" y="331051"/>
                  </a:lnTo>
                  <a:lnTo>
                    <a:pt x="139390" y="332012"/>
                  </a:lnTo>
                  <a:lnTo>
                    <a:pt x="144620" y="332808"/>
                  </a:lnTo>
                  <a:lnTo>
                    <a:pt x="149872" y="333438"/>
                  </a:lnTo>
                  <a:lnTo>
                    <a:pt x="155141" y="333902"/>
                  </a:lnTo>
                  <a:lnTo>
                    <a:pt x="160423" y="334199"/>
                  </a:lnTo>
                  <a:lnTo>
                    <a:pt x="165711" y="334328"/>
                  </a:lnTo>
                  <a:lnTo>
                    <a:pt x="171001" y="334290"/>
                  </a:lnTo>
                  <a:lnTo>
                    <a:pt x="176287" y="334085"/>
                  </a:lnTo>
                  <a:lnTo>
                    <a:pt x="181564" y="333712"/>
                  </a:lnTo>
                  <a:lnTo>
                    <a:pt x="186826" y="333173"/>
                  </a:lnTo>
                  <a:lnTo>
                    <a:pt x="192069" y="332468"/>
                  </a:lnTo>
                  <a:lnTo>
                    <a:pt x="197287" y="331596"/>
                  </a:lnTo>
                  <a:lnTo>
                    <a:pt x="202474" y="330561"/>
                  </a:lnTo>
                  <a:lnTo>
                    <a:pt x="207627" y="329361"/>
                  </a:lnTo>
                  <a:lnTo>
                    <a:pt x="212738" y="328000"/>
                  </a:lnTo>
                  <a:lnTo>
                    <a:pt x="217804" y="326477"/>
                  </a:lnTo>
                  <a:lnTo>
                    <a:pt x="222820" y="324795"/>
                  </a:lnTo>
                  <a:lnTo>
                    <a:pt x="227779" y="322954"/>
                  </a:lnTo>
                  <a:lnTo>
                    <a:pt x="232678" y="320958"/>
                  </a:lnTo>
                  <a:lnTo>
                    <a:pt x="237511" y="318808"/>
                  </a:lnTo>
                  <a:lnTo>
                    <a:pt x="242274" y="316506"/>
                  </a:lnTo>
                  <a:lnTo>
                    <a:pt x="246962" y="314055"/>
                  </a:lnTo>
                  <a:lnTo>
                    <a:pt x="251570" y="311456"/>
                  </a:lnTo>
                  <a:lnTo>
                    <a:pt x="256093" y="308713"/>
                  </a:lnTo>
                  <a:lnTo>
                    <a:pt x="260527" y="305828"/>
                  </a:lnTo>
                  <a:lnTo>
                    <a:pt x="264867" y="302804"/>
                  </a:lnTo>
                  <a:lnTo>
                    <a:pt x="269110" y="299645"/>
                  </a:lnTo>
                  <a:lnTo>
                    <a:pt x="273251" y="296352"/>
                  </a:lnTo>
                  <a:lnTo>
                    <a:pt x="277285" y="292931"/>
                  </a:lnTo>
                  <a:lnTo>
                    <a:pt x="281209" y="289383"/>
                  </a:lnTo>
                  <a:lnTo>
                    <a:pt x="285019" y="285713"/>
                  </a:lnTo>
                  <a:lnTo>
                    <a:pt x="288711" y="281925"/>
                  </a:lnTo>
                  <a:lnTo>
                    <a:pt x="292281" y="278021"/>
                  </a:lnTo>
                  <a:lnTo>
                    <a:pt x="295726" y="274007"/>
                  </a:lnTo>
                  <a:lnTo>
                    <a:pt x="299042" y="269885"/>
                  </a:lnTo>
                  <a:lnTo>
                    <a:pt x="302226" y="265661"/>
                  </a:lnTo>
                  <a:lnTo>
                    <a:pt x="305275" y="261338"/>
                  </a:lnTo>
                  <a:lnTo>
                    <a:pt x="308185" y="256920"/>
                  </a:lnTo>
                  <a:lnTo>
                    <a:pt x="310955" y="252413"/>
                  </a:lnTo>
                  <a:lnTo>
                    <a:pt x="313580" y="247820"/>
                  </a:lnTo>
                  <a:lnTo>
                    <a:pt x="316058" y="243147"/>
                  </a:lnTo>
                  <a:lnTo>
                    <a:pt x="318388" y="238398"/>
                  </a:lnTo>
                  <a:lnTo>
                    <a:pt x="320566" y="233577"/>
                  </a:lnTo>
                  <a:lnTo>
                    <a:pt x="322590" y="228690"/>
                  </a:lnTo>
                  <a:lnTo>
                    <a:pt x="324459" y="223741"/>
                  </a:lnTo>
                  <a:lnTo>
                    <a:pt x="326171" y="218735"/>
                  </a:lnTo>
                  <a:lnTo>
                    <a:pt x="327723" y="213678"/>
                  </a:lnTo>
                  <a:lnTo>
                    <a:pt x="329114" y="208574"/>
                  </a:lnTo>
                  <a:lnTo>
                    <a:pt x="330343" y="203429"/>
                  </a:lnTo>
                  <a:lnTo>
                    <a:pt x="331409" y="198248"/>
                  </a:lnTo>
                  <a:lnTo>
                    <a:pt x="332310" y="193035"/>
                  </a:lnTo>
                  <a:lnTo>
                    <a:pt x="333046" y="187797"/>
                  </a:lnTo>
                  <a:lnTo>
                    <a:pt x="333615" y="182537"/>
                  </a:lnTo>
                  <a:lnTo>
                    <a:pt x="334018" y="177263"/>
                  </a:lnTo>
                  <a:lnTo>
                    <a:pt x="334254" y="171978"/>
                  </a:lnTo>
                  <a:lnTo>
                    <a:pt x="334323" y="166689"/>
                  </a:lnTo>
                  <a:lnTo>
                    <a:pt x="334224" y="161400"/>
                  </a:lnTo>
                  <a:lnTo>
                    <a:pt x="333958" y="156116"/>
                  </a:lnTo>
                  <a:lnTo>
                    <a:pt x="333525" y="150844"/>
                  </a:lnTo>
                  <a:lnTo>
                    <a:pt x="332925" y="145588"/>
                  </a:lnTo>
                  <a:lnTo>
                    <a:pt x="332159" y="140354"/>
                  </a:lnTo>
                  <a:lnTo>
                    <a:pt x="331228" y="135147"/>
                  </a:lnTo>
                  <a:lnTo>
                    <a:pt x="330133" y="129971"/>
                  </a:lnTo>
                  <a:lnTo>
                    <a:pt x="328874" y="124833"/>
                  </a:lnTo>
                  <a:lnTo>
                    <a:pt x="327454" y="119738"/>
                  </a:lnTo>
                  <a:lnTo>
                    <a:pt x="325873" y="114689"/>
                  </a:lnTo>
                  <a:lnTo>
                    <a:pt x="324133" y="109694"/>
                  </a:lnTo>
                  <a:lnTo>
                    <a:pt x="322236" y="104756"/>
                  </a:lnTo>
                  <a:lnTo>
                    <a:pt x="320183" y="99880"/>
                  </a:lnTo>
                  <a:lnTo>
                    <a:pt x="317978" y="95072"/>
                  </a:lnTo>
                  <a:lnTo>
                    <a:pt x="315621" y="90336"/>
                  </a:lnTo>
                  <a:lnTo>
                    <a:pt x="313116" y="85677"/>
                  </a:lnTo>
                  <a:lnTo>
                    <a:pt x="310464" y="81099"/>
                  </a:lnTo>
                  <a:lnTo>
                    <a:pt x="307669" y="76608"/>
                  </a:lnTo>
                  <a:lnTo>
                    <a:pt x="304734" y="72207"/>
                  </a:lnTo>
                  <a:lnTo>
                    <a:pt x="301660" y="67902"/>
                  </a:lnTo>
                  <a:lnTo>
                    <a:pt x="298452" y="63696"/>
                  </a:lnTo>
                  <a:lnTo>
                    <a:pt x="295112" y="59593"/>
                  </a:lnTo>
                  <a:lnTo>
                    <a:pt x="291645" y="55598"/>
                  </a:lnTo>
                  <a:lnTo>
                    <a:pt x="288052" y="51715"/>
                  </a:lnTo>
                  <a:lnTo>
                    <a:pt x="284339" y="47948"/>
                  </a:lnTo>
                  <a:lnTo>
                    <a:pt x="280508" y="44300"/>
                  </a:lnTo>
                  <a:lnTo>
                    <a:pt x="276563" y="40775"/>
                  </a:lnTo>
                  <a:lnTo>
                    <a:pt x="272510" y="37376"/>
                  </a:lnTo>
                  <a:lnTo>
                    <a:pt x="268350" y="34108"/>
                  </a:lnTo>
                  <a:lnTo>
                    <a:pt x="264089" y="30973"/>
                  </a:lnTo>
                  <a:lnTo>
                    <a:pt x="259732" y="27974"/>
                  </a:lnTo>
                  <a:lnTo>
                    <a:pt x="255281" y="25114"/>
                  </a:lnTo>
                  <a:lnTo>
                    <a:pt x="250742" y="22397"/>
                  </a:lnTo>
                  <a:lnTo>
                    <a:pt x="246120" y="19825"/>
                  </a:lnTo>
                  <a:lnTo>
                    <a:pt x="241418" y="17400"/>
                  </a:lnTo>
                  <a:lnTo>
                    <a:pt x="236642" y="15126"/>
                  </a:lnTo>
                  <a:lnTo>
                    <a:pt x="231797" y="13003"/>
                  </a:lnTo>
                  <a:lnTo>
                    <a:pt x="226887" y="11035"/>
                  </a:lnTo>
                  <a:lnTo>
                    <a:pt x="221917" y="9223"/>
                  </a:lnTo>
                  <a:lnTo>
                    <a:pt x="216892" y="7570"/>
                  </a:lnTo>
                  <a:lnTo>
                    <a:pt x="211817" y="6076"/>
                  </a:lnTo>
                  <a:lnTo>
                    <a:pt x="206698" y="474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39541" cy="167167"/>
            </a:xfrm>
            <a:custGeom>
              <a:avLst/>
              <a:pathLst>
                <a:path w="39541" h="167167">
                  <a:moveTo>
                    <a:pt x="39541" y="4743"/>
                  </a:moveTo>
                  <a:lnTo>
                    <a:pt x="33047" y="3299"/>
                  </a:lnTo>
                  <a:lnTo>
                    <a:pt x="26501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1" y="4659281"/>
              <a:ext cx="167163" cy="265856"/>
            </a:xfrm>
            <a:custGeom>
              <a:avLst/>
              <a:pathLst>
                <a:path w="167163" h="265856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6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10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6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3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8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5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3"/>
                  </a:lnTo>
                  <a:lnTo>
                    <a:pt x="48" y="171358"/>
                  </a:lnTo>
                  <a:lnTo>
                    <a:pt x="267" y="176689"/>
                  </a:lnTo>
                  <a:lnTo>
                    <a:pt x="656" y="182010"/>
                  </a:lnTo>
                  <a:lnTo>
                    <a:pt x="1214" y="187316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1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7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4"/>
                  </a:lnTo>
                  <a:lnTo>
                    <a:pt x="26215" y="257047"/>
                  </a:lnTo>
                  <a:lnTo>
                    <a:pt x="29155" y="261500"/>
                  </a:lnTo>
                  <a:lnTo>
                    <a:pt x="32235" y="26585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1597" y="4826449"/>
              <a:ext cx="134927" cy="110443"/>
            </a:xfrm>
            <a:custGeom>
              <a:avLst/>
              <a:pathLst>
                <a:path w="134927" h="110443">
                  <a:moveTo>
                    <a:pt x="0" y="98688"/>
                  </a:moveTo>
                  <a:lnTo>
                    <a:pt x="9439" y="110443"/>
                  </a:lnTo>
                  <a:lnTo>
                    <a:pt x="13492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61037" y="4659281"/>
              <a:ext cx="292641" cy="334331"/>
            </a:xfrm>
            <a:custGeom>
              <a:avLst/>
              <a:pathLst>
                <a:path w="292641" h="334331">
                  <a:moveTo>
                    <a:pt x="0" y="277610"/>
                  </a:moveTo>
                  <a:lnTo>
                    <a:pt x="3560" y="281529"/>
                  </a:lnTo>
                  <a:lnTo>
                    <a:pt x="7242" y="285332"/>
                  </a:lnTo>
                  <a:lnTo>
                    <a:pt x="11044" y="289018"/>
                  </a:lnTo>
                  <a:lnTo>
                    <a:pt x="14960" y="292580"/>
                  </a:lnTo>
                  <a:lnTo>
                    <a:pt x="18986" y="296018"/>
                  </a:lnTo>
                  <a:lnTo>
                    <a:pt x="23120" y="299326"/>
                  </a:lnTo>
                  <a:lnTo>
                    <a:pt x="27357" y="302501"/>
                  </a:lnTo>
                  <a:lnTo>
                    <a:pt x="31691" y="305540"/>
                  </a:lnTo>
                  <a:lnTo>
                    <a:pt x="36120" y="308441"/>
                  </a:lnTo>
                  <a:lnTo>
                    <a:pt x="40639" y="311200"/>
                  </a:lnTo>
                  <a:lnTo>
                    <a:pt x="45242" y="313815"/>
                  </a:lnTo>
                  <a:lnTo>
                    <a:pt x="49926" y="316283"/>
                  </a:lnTo>
                  <a:lnTo>
                    <a:pt x="54686" y="318601"/>
                  </a:lnTo>
                  <a:lnTo>
                    <a:pt x="59517" y="320767"/>
                  </a:lnTo>
                  <a:lnTo>
                    <a:pt x="64414" y="322779"/>
                  </a:lnTo>
                  <a:lnTo>
                    <a:pt x="69373" y="324635"/>
                  </a:lnTo>
                  <a:lnTo>
                    <a:pt x="74387" y="326333"/>
                  </a:lnTo>
                  <a:lnTo>
                    <a:pt x="79453" y="327871"/>
                  </a:lnTo>
                  <a:lnTo>
                    <a:pt x="84565" y="329248"/>
                  </a:lnTo>
                  <a:lnTo>
                    <a:pt x="89718" y="330463"/>
                  </a:lnTo>
                  <a:lnTo>
                    <a:pt x="94907" y="331514"/>
                  </a:lnTo>
                  <a:lnTo>
                    <a:pt x="100127" y="332400"/>
                  </a:lnTo>
                  <a:lnTo>
                    <a:pt x="105372" y="333120"/>
                  </a:lnTo>
                  <a:lnTo>
                    <a:pt x="110637" y="333673"/>
                  </a:lnTo>
                  <a:lnTo>
                    <a:pt x="115917" y="334060"/>
                  </a:lnTo>
                  <a:lnTo>
                    <a:pt x="121207" y="334280"/>
                  </a:lnTo>
                  <a:lnTo>
                    <a:pt x="126501" y="334331"/>
                  </a:lnTo>
                  <a:lnTo>
                    <a:pt x="131794" y="334215"/>
                  </a:lnTo>
                  <a:lnTo>
                    <a:pt x="137081" y="333932"/>
                  </a:lnTo>
                  <a:lnTo>
                    <a:pt x="142356" y="333481"/>
                  </a:lnTo>
                  <a:lnTo>
                    <a:pt x="147614" y="332864"/>
                  </a:lnTo>
                  <a:lnTo>
                    <a:pt x="152850" y="332080"/>
                  </a:lnTo>
                  <a:lnTo>
                    <a:pt x="158059" y="331131"/>
                  </a:lnTo>
                  <a:lnTo>
                    <a:pt x="163235" y="330017"/>
                  </a:lnTo>
                  <a:lnTo>
                    <a:pt x="168373" y="328740"/>
                  </a:lnTo>
                  <a:lnTo>
                    <a:pt x="173468" y="327301"/>
                  </a:lnTo>
                  <a:lnTo>
                    <a:pt x="178514" y="325701"/>
                  </a:lnTo>
                  <a:lnTo>
                    <a:pt x="183508" y="323942"/>
                  </a:lnTo>
                  <a:lnTo>
                    <a:pt x="188444" y="322026"/>
                  </a:lnTo>
                  <a:lnTo>
                    <a:pt x="193316" y="319955"/>
                  </a:lnTo>
                  <a:lnTo>
                    <a:pt x="198120" y="317731"/>
                  </a:lnTo>
                  <a:lnTo>
                    <a:pt x="202852" y="315355"/>
                  </a:lnTo>
                  <a:lnTo>
                    <a:pt x="207505" y="312831"/>
                  </a:lnTo>
                  <a:lnTo>
                    <a:pt x="212077" y="310161"/>
                  </a:lnTo>
                  <a:lnTo>
                    <a:pt x="216562" y="307347"/>
                  </a:lnTo>
                  <a:lnTo>
                    <a:pt x="220955" y="304393"/>
                  </a:lnTo>
                  <a:lnTo>
                    <a:pt x="225253" y="301301"/>
                  </a:lnTo>
                  <a:lnTo>
                    <a:pt x="229450" y="298074"/>
                  </a:lnTo>
                  <a:lnTo>
                    <a:pt x="233543" y="294716"/>
                  </a:lnTo>
                  <a:lnTo>
                    <a:pt x="237528" y="291231"/>
                  </a:lnTo>
                  <a:lnTo>
                    <a:pt x="241401" y="287620"/>
                  </a:lnTo>
                  <a:lnTo>
                    <a:pt x="245157" y="283889"/>
                  </a:lnTo>
                  <a:lnTo>
                    <a:pt x="248793" y="280041"/>
                  </a:lnTo>
                  <a:lnTo>
                    <a:pt x="252306" y="276080"/>
                  </a:lnTo>
                  <a:lnTo>
                    <a:pt x="255691" y="272009"/>
                  </a:lnTo>
                  <a:lnTo>
                    <a:pt x="258946" y="267834"/>
                  </a:lnTo>
                  <a:lnTo>
                    <a:pt x="262067" y="263557"/>
                  </a:lnTo>
                  <a:lnTo>
                    <a:pt x="265051" y="259184"/>
                  </a:lnTo>
                  <a:lnTo>
                    <a:pt x="267894" y="254718"/>
                  </a:lnTo>
                  <a:lnTo>
                    <a:pt x="270595" y="250165"/>
                  </a:lnTo>
                  <a:lnTo>
                    <a:pt x="273151" y="245528"/>
                  </a:lnTo>
                  <a:lnTo>
                    <a:pt x="275558" y="240813"/>
                  </a:lnTo>
                  <a:lnTo>
                    <a:pt x="277815" y="236023"/>
                  </a:lnTo>
                  <a:lnTo>
                    <a:pt x="279919" y="231165"/>
                  </a:lnTo>
                  <a:lnTo>
                    <a:pt x="281868" y="226243"/>
                  </a:lnTo>
                  <a:lnTo>
                    <a:pt x="283661" y="221261"/>
                  </a:lnTo>
                  <a:lnTo>
                    <a:pt x="285294" y="216225"/>
                  </a:lnTo>
                  <a:lnTo>
                    <a:pt x="286768" y="211140"/>
                  </a:lnTo>
                  <a:lnTo>
                    <a:pt x="288079" y="206011"/>
                  </a:lnTo>
                  <a:lnTo>
                    <a:pt x="289228" y="200842"/>
                  </a:lnTo>
                  <a:lnTo>
                    <a:pt x="290212" y="195640"/>
                  </a:lnTo>
                  <a:lnTo>
                    <a:pt x="291031" y="190410"/>
                  </a:lnTo>
                  <a:lnTo>
                    <a:pt x="291684" y="185156"/>
                  </a:lnTo>
                  <a:lnTo>
                    <a:pt x="292170" y="179884"/>
                  </a:lnTo>
                  <a:lnTo>
                    <a:pt x="292490" y="174599"/>
                  </a:lnTo>
                  <a:lnTo>
                    <a:pt x="292641" y="169307"/>
                  </a:lnTo>
                  <a:lnTo>
                    <a:pt x="292625" y="164013"/>
                  </a:lnTo>
                  <a:lnTo>
                    <a:pt x="292441" y="158722"/>
                  </a:lnTo>
                  <a:lnTo>
                    <a:pt x="292090" y="153439"/>
                  </a:lnTo>
                  <a:lnTo>
                    <a:pt x="291572" y="148170"/>
                  </a:lnTo>
                  <a:lnTo>
                    <a:pt x="290887" y="142920"/>
                  </a:lnTo>
                  <a:lnTo>
                    <a:pt x="290036" y="137695"/>
                  </a:lnTo>
                  <a:lnTo>
                    <a:pt x="289021" y="132499"/>
                  </a:lnTo>
                  <a:lnTo>
                    <a:pt x="287841" y="127338"/>
                  </a:lnTo>
                  <a:lnTo>
                    <a:pt x="286498" y="122217"/>
                  </a:lnTo>
                  <a:lnTo>
                    <a:pt x="284994" y="117141"/>
                  </a:lnTo>
                  <a:lnTo>
                    <a:pt x="283330" y="112115"/>
                  </a:lnTo>
                  <a:lnTo>
                    <a:pt x="281507" y="107144"/>
                  </a:lnTo>
                  <a:lnTo>
                    <a:pt x="279528" y="102233"/>
                  </a:lnTo>
                  <a:lnTo>
                    <a:pt x="277395" y="97388"/>
                  </a:lnTo>
                  <a:lnTo>
                    <a:pt x="275109" y="92612"/>
                  </a:lnTo>
                  <a:lnTo>
                    <a:pt x="272673" y="87912"/>
                  </a:lnTo>
                  <a:lnTo>
                    <a:pt x="270089" y="83291"/>
                  </a:lnTo>
                  <a:lnTo>
                    <a:pt x="267361" y="78754"/>
                  </a:lnTo>
                  <a:lnTo>
                    <a:pt x="264490" y="74305"/>
                  </a:lnTo>
                  <a:lnTo>
                    <a:pt x="261480" y="69950"/>
                  </a:lnTo>
                  <a:lnTo>
                    <a:pt x="258333" y="65693"/>
                  </a:lnTo>
                  <a:lnTo>
                    <a:pt x="255053" y="61537"/>
                  </a:lnTo>
                  <a:lnTo>
                    <a:pt x="251643" y="57487"/>
                  </a:lnTo>
                  <a:lnTo>
                    <a:pt x="248106" y="53547"/>
                  </a:lnTo>
                  <a:lnTo>
                    <a:pt x="244447" y="49721"/>
                  </a:lnTo>
                  <a:lnTo>
                    <a:pt x="240668" y="46013"/>
                  </a:lnTo>
                  <a:lnTo>
                    <a:pt x="236774" y="42426"/>
                  </a:lnTo>
                  <a:lnTo>
                    <a:pt x="232768" y="38965"/>
                  </a:lnTo>
                  <a:lnTo>
                    <a:pt x="228654" y="35632"/>
                  </a:lnTo>
                  <a:lnTo>
                    <a:pt x="224437" y="32431"/>
                  </a:lnTo>
                  <a:lnTo>
                    <a:pt x="220121" y="29365"/>
                  </a:lnTo>
                  <a:lnTo>
                    <a:pt x="215710" y="26437"/>
                  </a:lnTo>
                  <a:lnTo>
                    <a:pt x="211208" y="23651"/>
                  </a:lnTo>
                  <a:lnTo>
                    <a:pt x="206621" y="21008"/>
                  </a:lnTo>
                  <a:lnTo>
                    <a:pt x="201951" y="18512"/>
                  </a:lnTo>
                  <a:lnTo>
                    <a:pt x="197206" y="16165"/>
                  </a:lnTo>
                  <a:lnTo>
                    <a:pt x="192388" y="13970"/>
                  </a:lnTo>
                  <a:lnTo>
                    <a:pt x="187503" y="11928"/>
                  </a:lnTo>
                  <a:lnTo>
                    <a:pt x="182556" y="10042"/>
                  </a:lnTo>
                  <a:lnTo>
                    <a:pt x="177552" y="8314"/>
                  </a:lnTo>
                  <a:lnTo>
                    <a:pt x="172496" y="6745"/>
                  </a:lnTo>
                  <a:lnTo>
                    <a:pt x="167392" y="5337"/>
                  </a:lnTo>
                  <a:lnTo>
                    <a:pt x="162246" y="4091"/>
                  </a:lnTo>
                  <a:lnTo>
                    <a:pt x="157064" y="3009"/>
                  </a:lnTo>
                  <a:lnTo>
                    <a:pt x="151850" y="2091"/>
                  </a:lnTo>
                  <a:lnTo>
                    <a:pt x="146609" y="1339"/>
                  </a:lnTo>
                  <a:lnTo>
                    <a:pt x="141347" y="754"/>
                  </a:lnTo>
                  <a:lnTo>
                    <a:pt x="136069" y="335"/>
                  </a:lnTo>
                  <a:lnTo>
                    <a:pt x="130781" y="83"/>
                  </a:lnTo>
                  <a:lnTo>
                    <a:pt x="125487" y="0"/>
                  </a:lnTo>
                  <a:lnTo>
                    <a:pt x="1254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64" y="5018213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1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4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0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2"/>
                  </a:lnTo>
                  <a:lnTo>
                    <a:pt x="2644" y="137492"/>
                  </a:lnTo>
                  <a:lnTo>
                    <a:pt x="1787" y="142712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3"/>
                  </a:lnTo>
                  <a:lnTo>
                    <a:pt x="143" y="174360"/>
                  </a:lnTo>
                  <a:lnTo>
                    <a:pt x="455" y="179641"/>
                  </a:lnTo>
                  <a:lnTo>
                    <a:pt x="933" y="184909"/>
                  </a:lnTo>
                  <a:lnTo>
                    <a:pt x="1577" y="190159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5"/>
                  </a:lnTo>
                  <a:lnTo>
                    <a:pt x="12613" y="230896"/>
                  </a:lnTo>
                  <a:lnTo>
                    <a:pt x="14707" y="235754"/>
                  </a:lnTo>
                  <a:lnTo>
                    <a:pt x="16953" y="240543"/>
                  </a:lnTo>
                  <a:lnTo>
                    <a:pt x="19350" y="245258"/>
                  </a:lnTo>
                  <a:lnTo>
                    <a:pt x="21895" y="249896"/>
                  </a:lnTo>
                  <a:lnTo>
                    <a:pt x="24585" y="254450"/>
                  </a:lnTo>
                  <a:lnTo>
                    <a:pt x="27418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4" y="271750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1"/>
                  </a:lnTo>
                  <a:lnTo>
                    <a:pt x="50989" y="287376"/>
                  </a:lnTo>
                  <a:lnTo>
                    <a:pt x="54851" y="290991"/>
                  </a:lnTo>
                  <a:lnTo>
                    <a:pt x="58825" y="294482"/>
                  </a:lnTo>
                  <a:lnTo>
                    <a:pt x="62907" y="297846"/>
                  </a:lnTo>
                  <a:lnTo>
                    <a:pt x="67094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8" y="309961"/>
                  </a:lnTo>
                  <a:lnTo>
                    <a:pt x="84799" y="312639"/>
                  </a:lnTo>
                  <a:lnTo>
                    <a:pt x="89443" y="315172"/>
                  </a:lnTo>
                  <a:lnTo>
                    <a:pt x="94164" y="317557"/>
                  </a:lnTo>
                  <a:lnTo>
                    <a:pt x="98959" y="319791"/>
                  </a:lnTo>
                  <a:lnTo>
                    <a:pt x="103822" y="321872"/>
                  </a:lnTo>
                  <a:lnTo>
                    <a:pt x="108748" y="323799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7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90" y="334197"/>
                  </a:lnTo>
                  <a:lnTo>
                    <a:pt x="165678" y="334328"/>
                  </a:lnTo>
                  <a:lnTo>
                    <a:pt x="170967" y="334291"/>
                  </a:lnTo>
                  <a:lnTo>
                    <a:pt x="176253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4" y="332473"/>
                  </a:lnTo>
                  <a:lnTo>
                    <a:pt x="197252" y="331603"/>
                  </a:lnTo>
                  <a:lnTo>
                    <a:pt x="202439" y="330568"/>
                  </a:lnTo>
                  <a:lnTo>
                    <a:pt x="207591" y="329370"/>
                  </a:lnTo>
                  <a:lnTo>
                    <a:pt x="212703" y="328010"/>
                  </a:lnTo>
                  <a:lnTo>
                    <a:pt x="217769" y="326488"/>
                  </a:lnTo>
                  <a:lnTo>
                    <a:pt x="222784" y="324807"/>
                  </a:lnTo>
                  <a:lnTo>
                    <a:pt x="227744" y="322968"/>
                  </a:lnTo>
                  <a:lnTo>
                    <a:pt x="232643" y="320973"/>
                  </a:lnTo>
                  <a:lnTo>
                    <a:pt x="237476" y="318824"/>
                  </a:lnTo>
                  <a:lnTo>
                    <a:pt x="242239" y="316524"/>
                  </a:lnTo>
                  <a:lnTo>
                    <a:pt x="246927" y="314073"/>
                  </a:lnTo>
                  <a:lnTo>
                    <a:pt x="251535" y="311476"/>
                  </a:lnTo>
                  <a:lnTo>
                    <a:pt x="256059" y="308734"/>
                  </a:lnTo>
                  <a:lnTo>
                    <a:pt x="260493" y="305850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9" y="296379"/>
                  </a:lnTo>
                  <a:lnTo>
                    <a:pt x="277254" y="292958"/>
                  </a:lnTo>
                  <a:lnTo>
                    <a:pt x="281178" y="289412"/>
                  </a:lnTo>
                  <a:lnTo>
                    <a:pt x="284989" y="285743"/>
                  </a:lnTo>
                  <a:lnTo>
                    <a:pt x="288682" y="281956"/>
                  </a:lnTo>
                  <a:lnTo>
                    <a:pt x="292253" y="278054"/>
                  </a:lnTo>
                  <a:lnTo>
                    <a:pt x="295698" y="274040"/>
                  </a:lnTo>
                  <a:lnTo>
                    <a:pt x="299015" y="269920"/>
                  </a:lnTo>
                  <a:lnTo>
                    <a:pt x="302200" y="265696"/>
                  </a:lnTo>
                  <a:lnTo>
                    <a:pt x="305250" y="261374"/>
                  </a:lnTo>
                  <a:lnTo>
                    <a:pt x="308161" y="256958"/>
                  </a:lnTo>
                  <a:lnTo>
                    <a:pt x="310932" y="252452"/>
                  </a:lnTo>
                  <a:lnTo>
                    <a:pt x="313558" y="247861"/>
                  </a:lnTo>
                  <a:lnTo>
                    <a:pt x="316038" y="243188"/>
                  </a:lnTo>
                  <a:lnTo>
                    <a:pt x="318368" y="238440"/>
                  </a:lnTo>
                  <a:lnTo>
                    <a:pt x="320548" y="233620"/>
                  </a:lnTo>
                  <a:lnTo>
                    <a:pt x="322573" y="228733"/>
                  </a:lnTo>
                  <a:lnTo>
                    <a:pt x="324443" y="223785"/>
                  </a:lnTo>
                  <a:lnTo>
                    <a:pt x="326156" y="218781"/>
                  </a:lnTo>
                  <a:lnTo>
                    <a:pt x="327709" y="213724"/>
                  </a:lnTo>
                  <a:lnTo>
                    <a:pt x="329102" y="208621"/>
                  </a:lnTo>
                  <a:lnTo>
                    <a:pt x="330332" y="203477"/>
                  </a:lnTo>
                  <a:lnTo>
                    <a:pt x="331400" y="198296"/>
                  </a:lnTo>
                  <a:lnTo>
                    <a:pt x="332302" y="193084"/>
                  </a:lnTo>
                  <a:lnTo>
                    <a:pt x="333040" y="187846"/>
                  </a:lnTo>
                  <a:lnTo>
                    <a:pt x="333611" y="182587"/>
                  </a:lnTo>
                  <a:lnTo>
                    <a:pt x="334015" y="177313"/>
                  </a:lnTo>
                  <a:lnTo>
                    <a:pt x="334253" y="172029"/>
                  </a:lnTo>
                  <a:lnTo>
                    <a:pt x="334323" y="166740"/>
                  </a:lnTo>
                  <a:lnTo>
                    <a:pt x="334226" y="161451"/>
                  </a:lnTo>
                  <a:lnTo>
                    <a:pt x="333961" y="156168"/>
                  </a:lnTo>
                  <a:lnTo>
                    <a:pt x="333530" y="150896"/>
                  </a:lnTo>
                  <a:lnTo>
                    <a:pt x="332932" y="145640"/>
                  </a:lnTo>
                  <a:lnTo>
                    <a:pt x="332168" y="140406"/>
                  </a:lnTo>
                  <a:lnTo>
                    <a:pt x="331238" y="135199"/>
                  </a:lnTo>
                  <a:lnTo>
                    <a:pt x="330145" y="130024"/>
                  </a:lnTo>
                  <a:lnTo>
                    <a:pt x="328888" y="124885"/>
                  </a:lnTo>
                  <a:lnTo>
                    <a:pt x="327469" y="119790"/>
                  </a:lnTo>
                  <a:lnTo>
                    <a:pt x="325890" y="114741"/>
                  </a:lnTo>
                  <a:lnTo>
                    <a:pt x="324152" y="109745"/>
                  </a:lnTo>
                  <a:lnTo>
                    <a:pt x="322257" y="104807"/>
                  </a:lnTo>
                  <a:lnTo>
                    <a:pt x="320206" y="99931"/>
                  </a:lnTo>
                  <a:lnTo>
                    <a:pt x="318002" y="95122"/>
                  </a:lnTo>
                  <a:lnTo>
                    <a:pt x="315647" y="90386"/>
                  </a:lnTo>
                  <a:lnTo>
                    <a:pt x="313144" y="85726"/>
                  </a:lnTo>
                  <a:lnTo>
                    <a:pt x="310494" y="81148"/>
                  </a:lnTo>
                  <a:lnTo>
                    <a:pt x="307701" y="76656"/>
                  </a:lnTo>
                  <a:lnTo>
                    <a:pt x="304767" y="72255"/>
                  </a:lnTo>
                  <a:lnTo>
                    <a:pt x="301695" y="67949"/>
                  </a:lnTo>
                  <a:lnTo>
                    <a:pt x="298488" y="63742"/>
                  </a:lnTo>
                  <a:lnTo>
                    <a:pt x="295150" y="59638"/>
                  </a:lnTo>
                  <a:lnTo>
                    <a:pt x="291684" y="55643"/>
                  </a:lnTo>
                  <a:lnTo>
                    <a:pt x="288093" y="51758"/>
                  </a:lnTo>
                  <a:lnTo>
                    <a:pt x="284382" y="47990"/>
                  </a:lnTo>
                  <a:lnTo>
                    <a:pt x="280552" y="44341"/>
                  </a:lnTo>
                  <a:lnTo>
                    <a:pt x="276609" y="40815"/>
                  </a:lnTo>
                  <a:lnTo>
                    <a:pt x="272557" y="37415"/>
                  </a:lnTo>
                  <a:lnTo>
                    <a:pt x="268399" y="34145"/>
                  </a:lnTo>
                  <a:lnTo>
                    <a:pt x="264140" y="31008"/>
                  </a:lnTo>
                  <a:lnTo>
                    <a:pt x="259783" y="28008"/>
                  </a:lnTo>
                  <a:lnTo>
                    <a:pt x="255334" y="25147"/>
                  </a:lnTo>
                  <a:lnTo>
                    <a:pt x="250797" y="22429"/>
                  </a:lnTo>
                  <a:lnTo>
                    <a:pt x="246176" y="19855"/>
                  </a:lnTo>
                  <a:lnTo>
                    <a:pt x="241475" y="17428"/>
                  </a:lnTo>
                  <a:lnTo>
                    <a:pt x="236700" y="15152"/>
                  </a:lnTo>
                  <a:lnTo>
                    <a:pt x="231856" y="13028"/>
                  </a:lnTo>
                  <a:lnTo>
                    <a:pt x="226947" y="11058"/>
                  </a:lnTo>
                  <a:lnTo>
                    <a:pt x="221978" y="9244"/>
                  </a:lnTo>
                  <a:lnTo>
                    <a:pt x="216954" y="758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49797" cy="167167"/>
            </a:xfrm>
            <a:custGeom>
              <a:avLst/>
              <a:pathLst>
                <a:path w="49797" h="167167">
                  <a:moveTo>
                    <a:pt x="49797" y="7589"/>
                  </a:moveTo>
                  <a:lnTo>
                    <a:pt x="43730" y="5821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9" y="5269756"/>
              <a:ext cx="167161" cy="268697"/>
            </a:xfrm>
            <a:custGeom>
              <a:avLst/>
              <a:pathLst>
                <a:path w="167161" h="268697">
                  <a:moveTo>
                    <a:pt x="167161" y="0"/>
                  </a:moveTo>
                  <a:lnTo>
                    <a:pt x="161775" y="86"/>
                  </a:lnTo>
                  <a:lnTo>
                    <a:pt x="156395" y="347"/>
                  </a:lnTo>
                  <a:lnTo>
                    <a:pt x="151026" y="780"/>
                  </a:lnTo>
                  <a:lnTo>
                    <a:pt x="145673" y="1386"/>
                  </a:lnTo>
                  <a:lnTo>
                    <a:pt x="140343" y="2165"/>
                  </a:lnTo>
                  <a:lnTo>
                    <a:pt x="135040" y="3114"/>
                  </a:lnTo>
                  <a:lnTo>
                    <a:pt x="129771" y="4235"/>
                  </a:lnTo>
                  <a:lnTo>
                    <a:pt x="124541" y="5524"/>
                  </a:lnTo>
                  <a:lnTo>
                    <a:pt x="119355" y="6981"/>
                  </a:lnTo>
                  <a:lnTo>
                    <a:pt x="114219" y="8604"/>
                  </a:lnTo>
                  <a:lnTo>
                    <a:pt x="109138" y="10393"/>
                  </a:lnTo>
                  <a:lnTo>
                    <a:pt x="104117" y="12343"/>
                  </a:lnTo>
                  <a:lnTo>
                    <a:pt x="99161" y="14455"/>
                  </a:lnTo>
                  <a:lnTo>
                    <a:pt x="94276" y="16725"/>
                  </a:lnTo>
                  <a:lnTo>
                    <a:pt x="89467" y="19152"/>
                  </a:lnTo>
                  <a:lnTo>
                    <a:pt x="84738" y="21732"/>
                  </a:lnTo>
                  <a:lnTo>
                    <a:pt x="80095" y="24463"/>
                  </a:lnTo>
                  <a:lnTo>
                    <a:pt x="75542" y="27342"/>
                  </a:lnTo>
                  <a:lnTo>
                    <a:pt x="71085" y="30367"/>
                  </a:lnTo>
                  <a:lnTo>
                    <a:pt x="66727" y="33533"/>
                  </a:lnTo>
                  <a:lnTo>
                    <a:pt x="62474" y="36839"/>
                  </a:lnTo>
                  <a:lnTo>
                    <a:pt x="58329" y="40279"/>
                  </a:lnTo>
                  <a:lnTo>
                    <a:pt x="54297" y="43852"/>
                  </a:lnTo>
                  <a:lnTo>
                    <a:pt x="50383" y="47552"/>
                  </a:lnTo>
                  <a:lnTo>
                    <a:pt x="46589" y="51377"/>
                  </a:lnTo>
                  <a:lnTo>
                    <a:pt x="42921" y="55322"/>
                  </a:lnTo>
                  <a:lnTo>
                    <a:pt x="39382" y="59383"/>
                  </a:lnTo>
                  <a:lnTo>
                    <a:pt x="35976" y="63555"/>
                  </a:lnTo>
                  <a:lnTo>
                    <a:pt x="32706" y="67836"/>
                  </a:lnTo>
                  <a:lnTo>
                    <a:pt x="29575" y="72220"/>
                  </a:lnTo>
                  <a:lnTo>
                    <a:pt x="26587" y="76702"/>
                  </a:lnTo>
                  <a:lnTo>
                    <a:pt x="23746" y="81278"/>
                  </a:lnTo>
                  <a:lnTo>
                    <a:pt x="21053" y="85943"/>
                  </a:lnTo>
                  <a:lnTo>
                    <a:pt x="18512" y="90693"/>
                  </a:lnTo>
                  <a:lnTo>
                    <a:pt x="16125" y="95522"/>
                  </a:lnTo>
                  <a:lnTo>
                    <a:pt x="13895" y="100426"/>
                  </a:lnTo>
                  <a:lnTo>
                    <a:pt x="11824" y="105399"/>
                  </a:lnTo>
                  <a:lnTo>
                    <a:pt x="9915" y="110436"/>
                  </a:lnTo>
                  <a:lnTo>
                    <a:pt x="8168" y="115531"/>
                  </a:lnTo>
                  <a:lnTo>
                    <a:pt x="6587" y="120681"/>
                  </a:lnTo>
                  <a:lnTo>
                    <a:pt x="5173" y="125879"/>
                  </a:lnTo>
                  <a:lnTo>
                    <a:pt x="3927" y="131119"/>
                  </a:lnTo>
                  <a:lnTo>
                    <a:pt x="2850" y="136397"/>
                  </a:lnTo>
                  <a:lnTo>
                    <a:pt x="1944" y="141707"/>
                  </a:lnTo>
                  <a:lnTo>
                    <a:pt x="1209" y="147044"/>
                  </a:lnTo>
                  <a:lnTo>
                    <a:pt x="647" y="152401"/>
                  </a:lnTo>
                  <a:lnTo>
                    <a:pt x="258" y="157774"/>
                  </a:lnTo>
                  <a:lnTo>
                    <a:pt x="42" y="163156"/>
                  </a:lnTo>
                  <a:lnTo>
                    <a:pt x="0" y="168543"/>
                  </a:lnTo>
                  <a:lnTo>
                    <a:pt x="131" y="173928"/>
                  </a:lnTo>
                  <a:lnTo>
                    <a:pt x="435" y="179306"/>
                  </a:lnTo>
                  <a:lnTo>
                    <a:pt x="913" y="184671"/>
                  </a:lnTo>
                  <a:lnTo>
                    <a:pt x="1563" y="190019"/>
                  </a:lnTo>
                  <a:lnTo>
                    <a:pt x="2385" y="195342"/>
                  </a:lnTo>
                  <a:lnTo>
                    <a:pt x="3379" y="200637"/>
                  </a:lnTo>
                  <a:lnTo>
                    <a:pt x="4542" y="205896"/>
                  </a:lnTo>
                  <a:lnTo>
                    <a:pt x="5874" y="211116"/>
                  </a:lnTo>
                  <a:lnTo>
                    <a:pt x="7374" y="216289"/>
                  </a:lnTo>
                  <a:lnTo>
                    <a:pt x="9040" y="221412"/>
                  </a:lnTo>
                  <a:lnTo>
                    <a:pt x="10870" y="226479"/>
                  </a:lnTo>
                  <a:lnTo>
                    <a:pt x="12862" y="231483"/>
                  </a:lnTo>
                  <a:lnTo>
                    <a:pt x="15014" y="236422"/>
                  </a:lnTo>
                  <a:lnTo>
                    <a:pt x="17324" y="241288"/>
                  </a:lnTo>
                  <a:lnTo>
                    <a:pt x="19790" y="246077"/>
                  </a:lnTo>
                  <a:lnTo>
                    <a:pt x="22409" y="250784"/>
                  </a:lnTo>
                  <a:lnTo>
                    <a:pt x="25179" y="255404"/>
                  </a:lnTo>
                  <a:lnTo>
                    <a:pt x="28095" y="259933"/>
                  </a:lnTo>
                  <a:lnTo>
                    <a:pt x="31156" y="264366"/>
                  </a:lnTo>
                  <a:lnTo>
                    <a:pt x="34359" y="26869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831698" y="5269756"/>
              <a:ext cx="299951" cy="334334"/>
            </a:xfrm>
            <a:custGeom>
              <a:avLst/>
              <a:pathLst>
                <a:path w="299951" h="334334">
                  <a:moveTo>
                    <a:pt x="0" y="268697"/>
                  </a:moveTo>
                  <a:lnTo>
                    <a:pt x="3286" y="272857"/>
                  </a:lnTo>
                  <a:lnTo>
                    <a:pt x="6703" y="276911"/>
                  </a:lnTo>
                  <a:lnTo>
                    <a:pt x="10246" y="280855"/>
                  </a:lnTo>
                  <a:lnTo>
                    <a:pt x="13913" y="284684"/>
                  </a:lnTo>
                  <a:lnTo>
                    <a:pt x="17699" y="288395"/>
                  </a:lnTo>
                  <a:lnTo>
                    <a:pt x="21601" y="291984"/>
                  </a:lnTo>
                  <a:lnTo>
                    <a:pt x="25615" y="295448"/>
                  </a:lnTo>
                  <a:lnTo>
                    <a:pt x="29737" y="298782"/>
                  </a:lnTo>
                  <a:lnTo>
                    <a:pt x="33963" y="301984"/>
                  </a:lnTo>
                  <a:lnTo>
                    <a:pt x="38287" y="305051"/>
                  </a:lnTo>
                  <a:lnTo>
                    <a:pt x="42707" y="307978"/>
                  </a:lnTo>
                  <a:lnTo>
                    <a:pt x="47218" y="310765"/>
                  </a:lnTo>
                  <a:lnTo>
                    <a:pt x="51814" y="313406"/>
                  </a:lnTo>
                  <a:lnTo>
                    <a:pt x="56493" y="315901"/>
                  </a:lnTo>
                  <a:lnTo>
                    <a:pt x="61247" y="318246"/>
                  </a:lnTo>
                  <a:lnTo>
                    <a:pt x="66074" y="320439"/>
                  </a:lnTo>
                  <a:lnTo>
                    <a:pt x="70968" y="322478"/>
                  </a:lnTo>
                  <a:lnTo>
                    <a:pt x="75924" y="324361"/>
                  </a:lnTo>
                  <a:lnTo>
                    <a:pt x="80938" y="326085"/>
                  </a:lnTo>
                  <a:lnTo>
                    <a:pt x="86003" y="327650"/>
                  </a:lnTo>
                  <a:lnTo>
                    <a:pt x="91116" y="329053"/>
                  </a:lnTo>
                  <a:lnTo>
                    <a:pt x="96270" y="330294"/>
                  </a:lnTo>
                  <a:lnTo>
                    <a:pt x="101461" y="331370"/>
                  </a:lnTo>
                  <a:lnTo>
                    <a:pt x="106684" y="332281"/>
                  </a:lnTo>
                  <a:lnTo>
                    <a:pt x="111933" y="333027"/>
                  </a:lnTo>
                  <a:lnTo>
                    <a:pt x="117203" y="333605"/>
                  </a:lnTo>
                  <a:lnTo>
                    <a:pt x="122489" y="334016"/>
                  </a:lnTo>
                  <a:lnTo>
                    <a:pt x="127785" y="334259"/>
                  </a:lnTo>
                  <a:lnTo>
                    <a:pt x="133086" y="334334"/>
                  </a:lnTo>
                  <a:lnTo>
                    <a:pt x="138387" y="334241"/>
                  </a:lnTo>
                  <a:lnTo>
                    <a:pt x="143682" y="333980"/>
                  </a:lnTo>
                  <a:lnTo>
                    <a:pt x="148967" y="333551"/>
                  </a:lnTo>
                  <a:lnTo>
                    <a:pt x="154235" y="332955"/>
                  </a:lnTo>
                  <a:lnTo>
                    <a:pt x="159481" y="332192"/>
                  </a:lnTo>
                  <a:lnTo>
                    <a:pt x="164701" y="331263"/>
                  </a:lnTo>
                  <a:lnTo>
                    <a:pt x="169888" y="330169"/>
                  </a:lnTo>
                  <a:lnTo>
                    <a:pt x="175039" y="328911"/>
                  </a:lnTo>
                  <a:lnTo>
                    <a:pt x="180146" y="327490"/>
                  </a:lnTo>
                  <a:lnTo>
                    <a:pt x="185207" y="325908"/>
                  </a:lnTo>
                  <a:lnTo>
                    <a:pt x="190214" y="324166"/>
                  </a:lnTo>
                  <a:lnTo>
                    <a:pt x="195164" y="322267"/>
                  </a:lnTo>
                  <a:lnTo>
                    <a:pt x="200051" y="320211"/>
                  </a:lnTo>
                  <a:lnTo>
                    <a:pt x="204870" y="318002"/>
                  </a:lnTo>
                  <a:lnTo>
                    <a:pt x="209617" y="315641"/>
                  </a:lnTo>
                  <a:lnTo>
                    <a:pt x="214287" y="313130"/>
                  </a:lnTo>
                  <a:lnTo>
                    <a:pt x="218874" y="310473"/>
                  </a:lnTo>
                  <a:lnTo>
                    <a:pt x="223375" y="307671"/>
                  </a:lnTo>
                  <a:lnTo>
                    <a:pt x="227785" y="304729"/>
                  </a:lnTo>
                  <a:lnTo>
                    <a:pt x="232100" y="301647"/>
                  </a:lnTo>
                  <a:lnTo>
                    <a:pt x="236314" y="298431"/>
                  </a:lnTo>
                  <a:lnTo>
                    <a:pt x="240425" y="295082"/>
                  </a:lnTo>
                  <a:lnTo>
                    <a:pt x="244427" y="291605"/>
                  </a:lnTo>
                  <a:lnTo>
                    <a:pt x="248317" y="288003"/>
                  </a:lnTo>
                  <a:lnTo>
                    <a:pt x="252090" y="284279"/>
                  </a:lnTo>
                  <a:lnTo>
                    <a:pt x="255744" y="280438"/>
                  </a:lnTo>
                  <a:lnTo>
                    <a:pt x="259274" y="276482"/>
                  </a:lnTo>
                  <a:lnTo>
                    <a:pt x="262677" y="272417"/>
                  </a:lnTo>
                  <a:lnTo>
                    <a:pt x="265949" y="268245"/>
                  </a:lnTo>
                  <a:lnTo>
                    <a:pt x="269088" y="263972"/>
                  </a:lnTo>
                  <a:lnTo>
                    <a:pt x="272089" y="259602"/>
                  </a:lnTo>
                  <a:lnTo>
                    <a:pt x="274950" y="255138"/>
                  </a:lnTo>
                  <a:lnTo>
                    <a:pt x="277668" y="250587"/>
                  </a:lnTo>
                  <a:lnTo>
                    <a:pt x="280240" y="245951"/>
                  </a:lnTo>
                  <a:lnTo>
                    <a:pt x="282665" y="241236"/>
                  </a:lnTo>
                  <a:lnTo>
                    <a:pt x="284938" y="236446"/>
                  </a:lnTo>
                  <a:lnTo>
                    <a:pt x="287058" y="231587"/>
                  </a:lnTo>
                  <a:lnTo>
                    <a:pt x="289024" y="226663"/>
                  </a:lnTo>
                  <a:lnTo>
                    <a:pt x="290832" y="221679"/>
                  </a:lnTo>
                  <a:lnTo>
                    <a:pt x="292481" y="216641"/>
                  </a:lnTo>
                  <a:lnTo>
                    <a:pt x="293969" y="211552"/>
                  </a:lnTo>
                  <a:lnTo>
                    <a:pt x="295296" y="206419"/>
                  </a:lnTo>
                  <a:lnTo>
                    <a:pt x="296459" y="201247"/>
                  </a:lnTo>
                  <a:lnTo>
                    <a:pt x="297457" y="196040"/>
                  </a:lnTo>
                  <a:lnTo>
                    <a:pt x="298290" y="190804"/>
                  </a:lnTo>
                  <a:lnTo>
                    <a:pt x="298956" y="185544"/>
                  </a:lnTo>
                  <a:lnTo>
                    <a:pt x="299456" y="180266"/>
                  </a:lnTo>
                  <a:lnTo>
                    <a:pt x="299787" y="174975"/>
                  </a:lnTo>
                  <a:lnTo>
                    <a:pt x="299951" y="169676"/>
                  </a:lnTo>
                  <a:lnTo>
                    <a:pt x="299946" y="164374"/>
                  </a:lnTo>
                  <a:lnTo>
                    <a:pt x="299774" y="159075"/>
                  </a:lnTo>
                  <a:lnTo>
                    <a:pt x="299433" y="153784"/>
                  </a:lnTo>
                  <a:lnTo>
                    <a:pt x="298925" y="148507"/>
                  </a:lnTo>
                  <a:lnTo>
                    <a:pt x="298250" y="143249"/>
                  </a:lnTo>
                  <a:lnTo>
                    <a:pt x="297408" y="138014"/>
                  </a:lnTo>
                  <a:lnTo>
                    <a:pt x="296401" y="132809"/>
                  </a:lnTo>
                  <a:lnTo>
                    <a:pt x="295229" y="127639"/>
                  </a:lnTo>
                  <a:lnTo>
                    <a:pt x="293894" y="122508"/>
                  </a:lnTo>
                  <a:lnTo>
                    <a:pt x="292397" y="117422"/>
                  </a:lnTo>
                  <a:lnTo>
                    <a:pt x="290739" y="112386"/>
                  </a:lnTo>
                  <a:lnTo>
                    <a:pt x="288922" y="107405"/>
                  </a:lnTo>
                  <a:lnTo>
                    <a:pt x="286949" y="102485"/>
                  </a:lnTo>
                  <a:lnTo>
                    <a:pt x="284820" y="97629"/>
                  </a:lnTo>
                  <a:lnTo>
                    <a:pt x="282539" y="92843"/>
                  </a:lnTo>
                  <a:lnTo>
                    <a:pt x="280106" y="88133"/>
                  </a:lnTo>
                  <a:lnTo>
                    <a:pt x="277526" y="83501"/>
                  </a:lnTo>
                  <a:lnTo>
                    <a:pt x="274800" y="78954"/>
                  </a:lnTo>
                  <a:lnTo>
                    <a:pt x="271931" y="74495"/>
                  </a:lnTo>
                  <a:lnTo>
                    <a:pt x="268923" y="70130"/>
                  </a:lnTo>
                  <a:lnTo>
                    <a:pt x="265777" y="65862"/>
                  </a:lnTo>
                  <a:lnTo>
                    <a:pt x="262498" y="61697"/>
                  </a:lnTo>
                  <a:lnTo>
                    <a:pt x="259088" y="57637"/>
                  </a:lnTo>
                  <a:lnTo>
                    <a:pt x="255551" y="53687"/>
                  </a:lnTo>
                  <a:lnTo>
                    <a:pt x="251891" y="49852"/>
                  </a:lnTo>
                  <a:lnTo>
                    <a:pt x="248111" y="46135"/>
                  </a:lnTo>
                  <a:lnTo>
                    <a:pt x="244215" y="42539"/>
                  </a:lnTo>
                  <a:lnTo>
                    <a:pt x="240207" y="39069"/>
                  </a:lnTo>
                  <a:lnTo>
                    <a:pt x="236091" y="35727"/>
                  </a:lnTo>
                  <a:lnTo>
                    <a:pt x="231871" y="32518"/>
                  </a:lnTo>
                  <a:lnTo>
                    <a:pt x="227551" y="29444"/>
                  </a:lnTo>
                  <a:lnTo>
                    <a:pt x="223136" y="26509"/>
                  </a:lnTo>
                  <a:lnTo>
                    <a:pt x="218630" y="23715"/>
                  </a:lnTo>
                  <a:lnTo>
                    <a:pt x="214038" y="21065"/>
                  </a:lnTo>
                  <a:lnTo>
                    <a:pt x="209364" y="18563"/>
                  </a:lnTo>
                  <a:lnTo>
                    <a:pt x="204614" y="16210"/>
                  </a:lnTo>
                  <a:lnTo>
                    <a:pt x="199791" y="14008"/>
                  </a:lnTo>
                  <a:lnTo>
                    <a:pt x="194900" y="11961"/>
                  </a:lnTo>
                  <a:lnTo>
                    <a:pt x="189947" y="10070"/>
                  </a:lnTo>
                  <a:lnTo>
                    <a:pt x="184937" y="8337"/>
                  </a:lnTo>
                  <a:lnTo>
                    <a:pt x="179874" y="6764"/>
                  </a:lnTo>
                  <a:lnTo>
                    <a:pt x="174764" y="5352"/>
                  </a:lnTo>
                  <a:lnTo>
                    <a:pt x="169611" y="4102"/>
                  </a:lnTo>
                  <a:lnTo>
                    <a:pt x="164422" y="3017"/>
                  </a:lnTo>
                  <a:lnTo>
                    <a:pt x="159201" y="2097"/>
                  </a:lnTo>
                  <a:lnTo>
                    <a:pt x="153953" y="1343"/>
                  </a:lnTo>
                  <a:lnTo>
                    <a:pt x="148684" y="756"/>
                  </a:lnTo>
                  <a:lnTo>
                    <a:pt x="143399" y="336"/>
                  </a:lnTo>
                  <a:lnTo>
                    <a:pt x="138103" y="84"/>
                  </a:lnTo>
                  <a:lnTo>
                    <a:pt x="132802" y="0"/>
                  </a:lnTo>
                  <a:lnTo>
                    <a:pt x="1328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9264" y="5399291"/>
              <a:ext cx="36951" cy="167167"/>
            </a:xfrm>
            <a:custGeom>
              <a:avLst/>
              <a:pathLst>
                <a:path w="36951" h="167167">
                  <a:moveTo>
                    <a:pt x="36951" y="0"/>
                  </a:moveTo>
                  <a:lnTo>
                    <a:pt x="30742" y="115"/>
                  </a:lnTo>
                  <a:lnTo>
                    <a:pt x="24542" y="461"/>
                  </a:lnTo>
                  <a:lnTo>
                    <a:pt x="18360" y="1036"/>
                  </a:lnTo>
                  <a:lnTo>
                    <a:pt x="12203" y="1842"/>
                  </a:lnTo>
                  <a:lnTo>
                    <a:pt x="6080" y="2875"/>
                  </a:lnTo>
                  <a:lnTo>
                    <a:pt x="0" y="4135"/>
                  </a:lnTo>
                  <a:lnTo>
                    <a:pt x="36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7" y="5400535"/>
              <a:ext cx="334324" cy="333077"/>
            </a:xfrm>
            <a:custGeom>
              <a:avLst/>
              <a:pathLst>
                <a:path w="334324" h="333077">
                  <a:moveTo>
                    <a:pt x="130207" y="2891"/>
                  </a:moveTo>
                  <a:lnTo>
                    <a:pt x="125077" y="4139"/>
                  </a:lnTo>
                  <a:lnTo>
                    <a:pt x="119988" y="5549"/>
                  </a:lnTo>
                  <a:lnTo>
                    <a:pt x="114947" y="7119"/>
                  </a:lnTo>
                  <a:lnTo>
                    <a:pt x="109958" y="8847"/>
                  </a:lnTo>
                  <a:lnTo>
                    <a:pt x="105026" y="10731"/>
                  </a:lnTo>
                  <a:lnTo>
                    <a:pt x="100156" y="12771"/>
                  </a:lnTo>
                  <a:lnTo>
                    <a:pt x="95352" y="14963"/>
                  </a:lnTo>
                  <a:lnTo>
                    <a:pt x="90621" y="17306"/>
                  </a:lnTo>
                  <a:lnTo>
                    <a:pt x="85965" y="19798"/>
                  </a:lnTo>
                  <a:lnTo>
                    <a:pt x="81391" y="22435"/>
                  </a:lnTo>
                  <a:lnTo>
                    <a:pt x="76902" y="25215"/>
                  </a:lnTo>
                  <a:lnTo>
                    <a:pt x="72503" y="28136"/>
                  </a:lnTo>
                  <a:lnTo>
                    <a:pt x="68199" y="31194"/>
                  </a:lnTo>
                  <a:lnTo>
                    <a:pt x="63994" y="34386"/>
                  </a:lnTo>
                  <a:lnTo>
                    <a:pt x="59891" y="37710"/>
                  </a:lnTo>
                  <a:lnTo>
                    <a:pt x="55895" y="41161"/>
                  </a:lnTo>
                  <a:lnTo>
                    <a:pt x="52011" y="44737"/>
                  </a:lnTo>
                  <a:lnTo>
                    <a:pt x="48241" y="48434"/>
                  </a:lnTo>
                  <a:lnTo>
                    <a:pt x="44590" y="52248"/>
                  </a:lnTo>
                  <a:lnTo>
                    <a:pt x="41061" y="56176"/>
                  </a:lnTo>
                  <a:lnTo>
                    <a:pt x="37658" y="60213"/>
                  </a:lnTo>
                  <a:lnTo>
                    <a:pt x="34384" y="64355"/>
                  </a:lnTo>
                  <a:lnTo>
                    <a:pt x="31243" y="68599"/>
                  </a:lnTo>
                  <a:lnTo>
                    <a:pt x="28237" y="72940"/>
                  </a:lnTo>
                  <a:lnTo>
                    <a:pt x="25370" y="77374"/>
                  </a:lnTo>
                  <a:lnTo>
                    <a:pt x="22644" y="81896"/>
                  </a:lnTo>
                  <a:lnTo>
                    <a:pt x="20062" y="86502"/>
                  </a:lnTo>
                  <a:lnTo>
                    <a:pt x="17627" y="91187"/>
                  </a:lnTo>
                  <a:lnTo>
                    <a:pt x="15342" y="95946"/>
                  </a:lnTo>
                  <a:lnTo>
                    <a:pt x="13208" y="100776"/>
                  </a:lnTo>
                  <a:lnTo>
                    <a:pt x="11227" y="105670"/>
                  </a:lnTo>
                  <a:lnTo>
                    <a:pt x="9402" y="110625"/>
                  </a:lnTo>
                  <a:lnTo>
                    <a:pt x="7734" y="115635"/>
                  </a:lnTo>
                  <a:lnTo>
                    <a:pt x="6225" y="120694"/>
                  </a:lnTo>
                  <a:lnTo>
                    <a:pt x="4877" y="125799"/>
                  </a:lnTo>
                  <a:lnTo>
                    <a:pt x="3691" y="130944"/>
                  </a:lnTo>
                  <a:lnTo>
                    <a:pt x="2668" y="136124"/>
                  </a:lnTo>
                  <a:lnTo>
                    <a:pt x="1809" y="141334"/>
                  </a:lnTo>
                  <a:lnTo>
                    <a:pt x="1115" y="146568"/>
                  </a:lnTo>
                  <a:lnTo>
                    <a:pt x="586" y="151822"/>
                  </a:lnTo>
                  <a:lnTo>
                    <a:pt x="224" y="157089"/>
                  </a:lnTo>
                  <a:lnTo>
                    <a:pt x="28" y="162366"/>
                  </a:lnTo>
                  <a:lnTo>
                    <a:pt x="0" y="167646"/>
                  </a:lnTo>
                  <a:lnTo>
                    <a:pt x="137" y="172924"/>
                  </a:lnTo>
                  <a:lnTo>
                    <a:pt x="442" y="178195"/>
                  </a:lnTo>
                  <a:lnTo>
                    <a:pt x="912" y="183454"/>
                  </a:lnTo>
                  <a:lnTo>
                    <a:pt x="1549" y="188695"/>
                  </a:lnTo>
                  <a:lnTo>
                    <a:pt x="2351" y="193914"/>
                  </a:lnTo>
                  <a:lnTo>
                    <a:pt x="3317" y="199105"/>
                  </a:lnTo>
                  <a:lnTo>
                    <a:pt x="4447" y="204263"/>
                  </a:lnTo>
                  <a:lnTo>
                    <a:pt x="5739" y="209382"/>
                  </a:lnTo>
                  <a:lnTo>
                    <a:pt x="7192" y="214458"/>
                  </a:lnTo>
                  <a:lnTo>
                    <a:pt x="8804" y="219486"/>
                  </a:lnTo>
                  <a:lnTo>
                    <a:pt x="10575" y="224460"/>
                  </a:lnTo>
                  <a:lnTo>
                    <a:pt x="12501" y="229376"/>
                  </a:lnTo>
                  <a:lnTo>
                    <a:pt x="14583" y="234229"/>
                  </a:lnTo>
                  <a:lnTo>
                    <a:pt x="16816" y="239013"/>
                  </a:lnTo>
                  <a:lnTo>
                    <a:pt x="19199" y="243725"/>
                  </a:lnTo>
                  <a:lnTo>
                    <a:pt x="21730" y="248359"/>
                  </a:lnTo>
                  <a:lnTo>
                    <a:pt x="24406" y="252911"/>
                  </a:lnTo>
                  <a:lnTo>
                    <a:pt x="27224" y="257375"/>
                  </a:lnTo>
                  <a:lnTo>
                    <a:pt x="30182" y="261749"/>
                  </a:lnTo>
                  <a:lnTo>
                    <a:pt x="33277" y="266027"/>
                  </a:lnTo>
                  <a:lnTo>
                    <a:pt x="36505" y="270205"/>
                  </a:lnTo>
                  <a:lnTo>
                    <a:pt x="39864" y="274279"/>
                  </a:lnTo>
                  <a:lnTo>
                    <a:pt x="43349" y="278246"/>
                  </a:lnTo>
                  <a:lnTo>
                    <a:pt x="46958" y="282100"/>
                  </a:lnTo>
                  <a:lnTo>
                    <a:pt x="50687" y="285838"/>
                  </a:lnTo>
                  <a:lnTo>
                    <a:pt x="54532" y="289456"/>
                  </a:lnTo>
                  <a:lnTo>
                    <a:pt x="58490" y="292951"/>
                  </a:lnTo>
                  <a:lnTo>
                    <a:pt x="62556" y="296320"/>
                  </a:lnTo>
                  <a:lnTo>
                    <a:pt x="66726" y="299558"/>
                  </a:lnTo>
                  <a:lnTo>
                    <a:pt x="70996" y="302663"/>
                  </a:lnTo>
                  <a:lnTo>
                    <a:pt x="75363" y="305632"/>
                  </a:lnTo>
                  <a:lnTo>
                    <a:pt x="79821" y="308461"/>
                  </a:lnTo>
                  <a:lnTo>
                    <a:pt x="84366" y="311149"/>
                  </a:lnTo>
                  <a:lnTo>
                    <a:pt x="88993" y="313691"/>
                  </a:lnTo>
                  <a:lnTo>
                    <a:pt x="93699" y="316086"/>
                  </a:lnTo>
                  <a:lnTo>
                    <a:pt x="98478" y="318331"/>
                  </a:lnTo>
                  <a:lnTo>
                    <a:pt x="103325" y="320424"/>
                  </a:lnTo>
                  <a:lnTo>
                    <a:pt x="108237" y="322362"/>
                  </a:lnTo>
                  <a:lnTo>
                    <a:pt x="113206" y="324145"/>
                  </a:lnTo>
                  <a:lnTo>
                    <a:pt x="118230" y="325770"/>
                  </a:lnTo>
                  <a:lnTo>
                    <a:pt x="123303" y="327236"/>
                  </a:lnTo>
                  <a:lnTo>
                    <a:pt x="128419" y="328540"/>
                  </a:lnTo>
                  <a:lnTo>
                    <a:pt x="133574" y="329682"/>
                  </a:lnTo>
                  <a:lnTo>
                    <a:pt x="138762" y="330661"/>
                  </a:lnTo>
                  <a:lnTo>
                    <a:pt x="143979" y="331476"/>
                  </a:lnTo>
                  <a:lnTo>
                    <a:pt x="149219" y="332125"/>
                  </a:lnTo>
                  <a:lnTo>
                    <a:pt x="154477" y="332609"/>
                  </a:lnTo>
                  <a:lnTo>
                    <a:pt x="159747" y="332926"/>
                  </a:lnTo>
                  <a:lnTo>
                    <a:pt x="165025" y="333077"/>
                  </a:lnTo>
                  <a:lnTo>
                    <a:pt x="170305" y="333061"/>
                  </a:lnTo>
                  <a:lnTo>
                    <a:pt x="175582" y="332878"/>
                  </a:lnTo>
                  <a:lnTo>
                    <a:pt x="180851" y="332529"/>
                  </a:lnTo>
                  <a:lnTo>
                    <a:pt x="186105" y="332014"/>
                  </a:lnTo>
                  <a:lnTo>
                    <a:pt x="191341" y="331332"/>
                  </a:lnTo>
                  <a:lnTo>
                    <a:pt x="196553" y="330486"/>
                  </a:lnTo>
                  <a:lnTo>
                    <a:pt x="201735" y="329476"/>
                  </a:lnTo>
                  <a:lnTo>
                    <a:pt x="206883" y="328302"/>
                  </a:lnTo>
                  <a:lnTo>
                    <a:pt x="211992" y="326967"/>
                  </a:lnTo>
                  <a:lnTo>
                    <a:pt x="217055" y="325470"/>
                  </a:lnTo>
                  <a:lnTo>
                    <a:pt x="222069" y="323815"/>
                  </a:lnTo>
                  <a:lnTo>
                    <a:pt x="227028" y="322002"/>
                  </a:lnTo>
                  <a:lnTo>
                    <a:pt x="231927" y="320033"/>
                  </a:lnTo>
                  <a:lnTo>
                    <a:pt x="236762" y="317911"/>
                  </a:lnTo>
                  <a:lnTo>
                    <a:pt x="241527" y="315637"/>
                  </a:lnTo>
                  <a:lnTo>
                    <a:pt x="246218" y="313214"/>
                  </a:lnTo>
                  <a:lnTo>
                    <a:pt x="250830" y="310643"/>
                  </a:lnTo>
                  <a:lnTo>
                    <a:pt x="255359" y="307929"/>
                  </a:lnTo>
                  <a:lnTo>
                    <a:pt x="259800" y="305072"/>
                  </a:lnTo>
                  <a:lnTo>
                    <a:pt x="264148" y="302077"/>
                  </a:lnTo>
                  <a:lnTo>
                    <a:pt x="268400" y="298946"/>
                  </a:lnTo>
                  <a:lnTo>
                    <a:pt x="272550" y="295683"/>
                  </a:lnTo>
                  <a:lnTo>
                    <a:pt x="276595" y="292290"/>
                  </a:lnTo>
                  <a:lnTo>
                    <a:pt x="280532" y="288770"/>
                  </a:lnTo>
                  <a:lnTo>
                    <a:pt x="284355" y="285129"/>
                  </a:lnTo>
                  <a:lnTo>
                    <a:pt x="288061" y="281368"/>
                  </a:lnTo>
                  <a:lnTo>
                    <a:pt x="291646" y="277492"/>
                  </a:lnTo>
                  <a:lnTo>
                    <a:pt x="295108" y="273505"/>
                  </a:lnTo>
                  <a:lnTo>
                    <a:pt x="298442" y="269410"/>
                  </a:lnTo>
                  <a:lnTo>
                    <a:pt x="301644" y="265213"/>
                  </a:lnTo>
                  <a:lnTo>
                    <a:pt x="304713" y="260916"/>
                  </a:lnTo>
                  <a:lnTo>
                    <a:pt x="307644" y="256524"/>
                  </a:lnTo>
                  <a:lnTo>
                    <a:pt x="310436" y="252043"/>
                  </a:lnTo>
                  <a:lnTo>
                    <a:pt x="313084" y="247475"/>
                  </a:lnTo>
                  <a:lnTo>
                    <a:pt x="315586" y="242826"/>
                  </a:lnTo>
                  <a:lnTo>
                    <a:pt x="317941" y="238100"/>
                  </a:lnTo>
                  <a:lnTo>
                    <a:pt x="320145" y="233302"/>
                  </a:lnTo>
                  <a:lnTo>
                    <a:pt x="322197" y="228437"/>
                  </a:lnTo>
                  <a:lnTo>
                    <a:pt x="324094" y="223509"/>
                  </a:lnTo>
                  <a:lnTo>
                    <a:pt x="325834" y="218524"/>
                  </a:lnTo>
                  <a:lnTo>
                    <a:pt x="327416" y="213487"/>
                  </a:lnTo>
                  <a:lnTo>
                    <a:pt x="328838" y="208402"/>
                  </a:lnTo>
                  <a:lnTo>
                    <a:pt x="330099" y="203275"/>
                  </a:lnTo>
                  <a:lnTo>
                    <a:pt x="331198" y="198110"/>
                  </a:lnTo>
                  <a:lnTo>
                    <a:pt x="332132" y="192914"/>
                  </a:lnTo>
                  <a:lnTo>
                    <a:pt x="332902" y="187690"/>
                  </a:lnTo>
                  <a:lnTo>
                    <a:pt x="333507" y="182445"/>
                  </a:lnTo>
                  <a:lnTo>
                    <a:pt x="333946" y="177183"/>
                  </a:lnTo>
                  <a:lnTo>
                    <a:pt x="334218" y="171910"/>
                  </a:lnTo>
                  <a:lnTo>
                    <a:pt x="334324" y="166631"/>
                  </a:lnTo>
                  <a:lnTo>
                    <a:pt x="334263" y="161351"/>
                  </a:lnTo>
                  <a:lnTo>
                    <a:pt x="334035" y="156076"/>
                  </a:lnTo>
                  <a:lnTo>
                    <a:pt x="333641" y="150811"/>
                  </a:lnTo>
                  <a:lnTo>
                    <a:pt x="333081" y="145561"/>
                  </a:lnTo>
                  <a:lnTo>
                    <a:pt x="332355" y="140331"/>
                  </a:lnTo>
                  <a:lnTo>
                    <a:pt x="331464" y="135127"/>
                  </a:lnTo>
                  <a:lnTo>
                    <a:pt x="330410" y="129953"/>
                  </a:lnTo>
                  <a:lnTo>
                    <a:pt x="329192" y="124815"/>
                  </a:lnTo>
                  <a:lnTo>
                    <a:pt x="327813" y="119719"/>
                  </a:lnTo>
                  <a:lnTo>
                    <a:pt x="326274" y="114668"/>
                  </a:lnTo>
                  <a:lnTo>
                    <a:pt x="324576" y="109668"/>
                  </a:lnTo>
                  <a:lnTo>
                    <a:pt x="322721" y="104725"/>
                  </a:lnTo>
                  <a:lnTo>
                    <a:pt x="320710" y="99843"/>
                  </a:lnTo>
                  <a:lnTo>
                    <a:pt x="318547" y="95026"/>
                  </a:lnTo>
                  <a:lnTo>
                    <a:pt x="316232" y="90281"/>
                  </a:lnTo>
                  <a:lnTo>
                    <a:pt x="313769" y="85611"/>
                  </a:lnTo>
                  <a:lnTo>
                    <a:pt x="311160" y="81020"/>
                  </a:lnTo>
                  <a:lnTo>
                    <a:pt x="308406" y="76515"/>
                  </a:lnTo>
                  <a:lnTo>
                    <a:pt x="305512" y="72099"/>
                  </a:lnTo>
                  <a:lnTo>
                    <a:pt x="302480" y="67776"/>
                  </a:lnTo>
                  <a:lnTo>
                    <a:pt x="299313" y="63552"/>
                  </a:lnTo>
                  <a:lnTo>
                    <a:pt x="296014" y="59429"/>
                  </a:lnTo>
                  <a:lnTo>
                    <a:pt x="292587" y="55413"/>
                  </a:lnTo>
                  <a:lnTo>
                    <a:pt x="289034" y="51507"/>
                  </a:lnTo>
                  <a:lnTo>
                    <a:pt x="285360" y="47715"/>
                  </a:lnTo>
                  <a:lnTo>
                    <a:pt x="281568" y="44041"/>
                  </a:lnTo>
                  <a:lnTo>
                    <a:pt x="277662" y="40488"/>
                  </a:lnTo>
                  <a:lnTo>
                    <a:pt x="273645" y="37061"/>
                  </a:lnTo>
                  <a:lnTo>
                    <a:pt x="269522" y="33762"/>
                  </a:lnTo>
                  <a:lnTo>
                    <a:pt x="265297" y="30596"/>
                  </a:lnTo>
                  <a:lnTo>
                    <a:pt x="260975" y="27564"/>
                  </a:lnTo>
                  <a:lnTo>
                    <a:pt x="256558" y="24670"/>
                  </a:lnTo>
                  <a:lnTo>
                    <a:pt x="252053" y="21917"/>
                  </a:lnTo>
                  <a:lnTo>
                    <a:pt x="247463" y="19308"/>
                  </a:lnTo>
                  <a:lnTo>
                    <a:pt x="242792" y="16845"/>
                  </a:lnTo>
                  <a:lnTo>
                    <a:pt x="238046" y="14530"/>
                  </a:lnTo>
                  <a:lnTo>
                    <a:pt x="233230" y="12367"/>
                  </a:lnTo>
                  <a:lnTo>
                    <a:pt x="228347" y="10357"/>
                  </a:lnTo>
                  <a:lnTo>
                    <a:pt x="223404" y="8502"/>
                  </a:lnTo>
                  <a:lnTo>
                    <a:pt x="218404" y="6805"/>
                  </a:lnTo>
                  <a:lnTo>
                    <a:pt x="213354" y="5266"/>
                  </a:lnTo>
                  <a:lnTo>
                    <a:pt x="208257" y="3887"/>
                  </a:lnTo>
                  <a:lnTo>
                    <a:pt x="203119" y="2670"/>
                  </a:lnTo>
                  <a:lnTo>
                    <a:pt x="197945" y="1615"/>
                  </a:lnTo>
                  <a:lnTo>
                    <a:pt x="192741" y="725"/>
                  </a:lnTo>
                  <a:lnTo>
                    <a:pt x="187511" y="0"/>
                  </a:lnTo>
                  <a:lnTo>
                    <a:pt x="167158" y="165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20353" cy="167167"/>
            </a:xfrm>
            <a:custGeom>
              <a:avLst/>
              <a:pathLst>
                <a:path w="20353" h="167167">
                  <a:moveTo>
                    <a:pt x="20353" y="1243"/>
                  </a:moveTo>
                  <a:lnTo>
                    <a:pt x="10195" y="3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86" y="5399291"/>
              <a:ext cx="167158" cy="328010"/>
            </a:xfrm>
            <a:custGeom>
              <a:avLst/>
              <a:pathLst>
                <a:path w="167158" h="328010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7997" y="556645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7997" y="556645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7997" y="556645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7997" y="556645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7997" y="556645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77997" y="5566459"/>
              <a:ext cx="113593" cy="167157"/>
            </a:xfrm>
            <a:custGeom>
              <a:avLst/>
              <a:pathLst>
                <a:path w="113593" h="167157">
                  <a:moveTo>
                    <a:pt x="0" y="160842"/>
                  </a:moveTo>
                  <a:lnTo>
                    <a:pt x="5348" y="162262"/>
                  </a:lnTo>
                  <a:lnTo>
                    <a:pt x="10741" y="163503"/>
                  </a:lnTo>
                  <a:lnTo>
                    <a:pt x="16171" y="164566"/>
                  </a:lnTo>
                  <a:lnTo>
                    <a:pt x="21634" y="165448"/>
                  </a:lnTo>
                  <a:lnTo>
                    <a:pt x="27123" y="166149"/>
                  </a:lnTo>
                  <a:lnTo>
                    <a:pt x="32633" y="166667"/>
                  </a:lnTo>
                  <a:lnTo>
                    <a:pt x="38156" y="167004"/>
                  </a:lnTo>
                  <a:lnTo>
                    <a:pt x="43688" y="167157"/>
                  </a:lnTo>
                  <a:lnTo>
                    <a:pt x="49221" y="167127"/>
                  </a:lnTo>
                  <a:lnTo>
                    <a:pt x="54751" y="166913"/>
                  </a:lnTo>
                  <a:lnTo>
                    <a:pt x="60270" y="166517"/>
                  </a:lnTo>
                  <a:lnTo>
                    <a:pt x="65773" y="165939"/>
                  </a:lnTo>
                  <a:lnTo>
                    <a:pt x="71255" y="165178"/>
                  </a:lnTo>
                  <a:lnTo>
                    <a:pt x="76708" y="164237"/>
                  </a:lnTo>
                  <a:lnTo>
                    <a:pt x="82126" y="163116"/>
                  </a:lnTo>
                  <a:lnTo>
                    <a:pt x="87505" y="161815"/>
                  </a:lnTo>
                  <a:lnTo>
                    <a:pt x="92838" y="160338"/>
                  </a:lnTo>
                  <a:lnTo>
                    <a:pt x="98119" y="158685"/>
                  </a:lnTo>
                  <a:lnTo>
                    <a:pt x="103342" y="156858"/>
                  </a:lnTo>
                  <a:lnTo>
                    <a:pt x="108502" y="154859"/>
                  </a:lnTo>
                  <a:lnTo>
                    <a:pt x="113593" y="152690"/>
                  </a:lnTo>
                  <a:lnTo>
                    <a:pt x="455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7" cy="319858"/>
            </a:xfrm>
            <a:custGeom>
              <a:avLst/>
              <a:pathLst>
                <a:path w="167167" h="319858">
                  <a:moveTo>
                    <a:pt x="68047" y="319858"/>
                  </a:moveTo>
                  <a:lnTo>
                    <a:pt x="72901" y="317601"/>
                  </a:lnTo>
                  <a:lnTo>
                    <a:pt x="77681" y="315189"/>
                  </a:lnTo>
                  <a:lnTo>
                    <a:pt x="82381" y="312626"/>
                  </a:lnTo>
                  <a:lnTo>
                    <a:pt x="86997" y="309913"/>
                  </a:lnTo>
                  <a:lnTo>
                    <a:pt x="91523" y="307054"/>
                  </a:lnTo>
                  <a:lnTo>
                    <a:pt x="95956" y="304051"/>
                  </a:lnTo>
                  <a:lnTo>
                    <a:pt x="100290" y="300908"/>
                  </a:lnTo>
                  <a:lnTo>
                    <a:pt x="104521" y="297628"/>
                  </a:lnTo>
                  <a:lnTo>
                    <a:pt x="108645" y="294214"/>
                  </a:lnTo>
                  <a:lnTo>
                    <a:pt x="112658" y="290670"/>
                  </a:lnTo>
                  <a:lnTo>
                    <a:pt x="116555" y="286999"/>
                  </a:lnTo>
                  <a:lnTo>
                    <a:pt x="120333" y="283205"/>
                  </a:lnTo>
                  <a:lnTo>
                    <a:pt x="123987" y="279292"/>
                  </a:lnTo>
                  <a:lnTo>
                    <a:pt x="127514" y="275265"/>
                  </a:lnTo>
                  <a:lnTo>
                    <a:pt x="130910" y="271126"/>
                  </a:lnTo>
                  <a:lnTo>
                    <a:pt x="134172" y="266880"/>
                  </a:lnTo>
                  <a:lnTo>
                    <a:pt x="137296" y="262533"/>
                  </a:lnTo>
                  <a:lnTo>
                    <a:pt x="140279" y="258087"/>
                  </a:lnTo>
                  <a:lnTo>
                    <a:pt x="143119" y="253549"/>
                  </a:lnTo>
                  <a:lnTo>
                    <a:pt x="145812" y="248921"/>
                  </a:lnTo>
                  <a:lnTo>
                    <a:pt x="148355" y="244210"/>
                  </a:lnTo>
                  <a:lnTo>
                    <a:pt x="150746" y="239420"/>
                  </a:lnTo>
                  <a:lnTo>
                    <a:pt x="152982" y="234556"/>
                  </a:lnTo>
                  <a:lnTo>
                    <a:pt x="155062" y="229622"/>
                  </a:lnTo>
                  <a:lnTo>
                    <a:pt x="156982" y="224625"/>
                  </a:lnTo>
                  <a:lnTo>
                    <a:pt x="158742" y="219568"/>
                  </a:lnTo>
                  <a:lnTo>
                    <a:pt x="160338" y="214458"/>
                  </a:lnTo>
                  <a:lnTo>
                    <a:pt x="161770" y="209300"/>
                  </a:lnTo>
                  <a:lnTo>
                    <a:pt x="163037" y="204098"/>
                  </a:lnTo>
                  <a:lnTo>
                    <a:pt x="164136" y="198858"/>
                  </a:lnTo>
                  <a:lnTo>
                    <a:pt x="165066" y="193586"/>
                  </a:lnTo>
                  <a:lnTo>
                    <a:pt x="165828" y="188286"/>
                  </a:lnTo>
                  <a:lnTo>
                    <a:pt x="166419" y="182965"/>
                  </a:lnTo>
                  <a:lnTo>
                    <a:pt x="166839" y="177628"/>
                  </a:lnTo>
                  <a:lnTo>
                    <a:pt x="167089" y="172280"/>
                  </a:lnTo>
                  <a:lnTo>
                    <a:pt x="167167" y="166927"/>
                  </a:lnTo>
                  <a:lnTo>
                    <a:pt x="167073" y="161574"/>
                  </a:lnTo>
                  <a:lnTo>
                    <a:pt x="166809" y="156227"/>
                  </a:lnTo>
                  <a:lnTo>
                    <a:pt x="166373" y="150891"/>
                  </a:lnTo>
                  <a:lnTo>
                    <a:pt x="165766" y="145571"/>
                  </a:lnTo>
                  <a:lnTo>
                    <a:pt x="164990" y="140274"/>
                  </a:lnTo>
                  <a:lnTo>
                    <a:pt x="164044" y="135005"/>
                  </a:lnTo>
                  <a:lnTo>
                    <a:pt x="162930" y="129768"/>
                  </a:lnTo>
                  <a:lnTo>
                    <a:pt x="161649" y="124570"/>
                  </a:lnTo>
                  <a:lnTo>
                    <a:pt x="160202" y="119415"/>
                  </a:lnTo>
                  <a:lnTo>
                    <a:pt x="158590" y="114310"/>
                  </a:lnTo>
                  <a:lnTo>
                    <a:pt x="156816" y="109258"/>
                  </a:lnTo>
                  <a:lnTo>
                    <a:pt x="154882" y="104267"/>
                  </a:lnTo>
                  <a:lnTo>
                    <a:pt x="152788" y="99339"/>
                  </a:lnTo>
                  <a:lnTo>
                    <a:pt x="150538" y="94481"/>
                  </a:lnTo>
                  <a:lnTo>
                    <a:pt x="148133" y="89698"/>
                  </a:lnTo>
                  <a:lnTo>
                    <a:pt x="145576" y="84994"/>
                  </a:lnTo>
                  <a:lnTo>
                    <a:pt x="142870" y="80375"/>
                  </a:lnTo>
                  <a:lnTo>
                    <a:pt x="140018" y="75844"/>
                  </a:lnTo>
                  <a:lnTo>
                    <a:pt x="137021" y="71407"/>
                  </a:lnTo>
                  <a:lnTo>
                    <a:pt x="133885" y="67069"/>
                  </a:lnTo>
                  <a:lnTo>
                    <a:pt x="130611" y="62833"/>
                  </a:lnTo>
                  <a:lnTo>
                    <a:pt x="127203" y="58704"/>
                  </a:lnTo>
                  <a:lnTo>
                    <a:pt x="123664" y="54686"/>
                  </a:lnTo>
                  <a:lnTo>
                    <a:pt x="119999" y="50784"/>
                  </a:lnTo>
                  <a:lnTo>
                    <a:pt x="116210" y="47001"/>
                  </a:lnTo>
                  <a:lnTo>
                    <a:pt x="112303" y="43341"/>
                  </a:lnTo>
                  <a:lnTo>
                    <a:pt x="108280" y="39808"/>
                  </a:lnTo>
                  <a:lnTo>
                    <a:pt x="104146" y="36406"/>
                  </a:lnTo>
                  <a:lnTo>
                    <a:pt x="99906" y="33138"/>
                  </a:lnTo>
                  <a:lnTo>
                    <a:pt x="95562" y="30008"/>
                  </a:lnTo>
                  <a:lnTo>
                    <a:pt x="91121" y="27018"/>
                  </a:lnTo>
                  <a:lnTo>
                    <a:pt x="86587" y="24172"/>
                  </a:lnTo>
                  <a:lnTo>
                    <a:pt x="81963" y="21472"/>
                  </a:lnTo>
                  <a:lnTo>
                    <a:pt x="77256" y="18922"/>
                  </a:lnTo>
                  <a:lnTo>
                    <a:pt x="72469" y="16525"/>
                  </a:lnTo>
                  <a:lnTo>
                    <a:pt x="67608" y="14281"/>
                  </a:lnTo>
                  <a:lnTo>
                    <a:pt x="62677" y="12195"/>
                  </a:lnTo>
                  <a:lnTo>
                    <a:pt x="57683" y="10267"/>
                  </a:lnTo>
                  <a:lnTo>
                    <a:pt x="52629" y="8500"/>
                  </a:lnTo>
                  <a:lnTo>
                    <a:pt x="47521" y="6896"/>
                  </a:lnTo>
                  <a:lnTo>
                    <a:pt x="42364" y="5457"/>
                  </a:lnTo>
                  <a:lnTo>
                    <a:pt x="37164" y="4183"/>
                  </a:lnTo>
                  <a:lnTo>
                    <a:pt x="31926" y="3077"/>
                  </a:lnTo>
                  <a:lnTo>
                    <a:pt x="26655" y="2138"/>
                  </a:lnTo>
                  <a:lnTo>
                    <a:pt x="21357" y="1369"/>
                  </a:lnTo>
                  <a:lnTo>
                    <a:pt x="16037" y="771"/>
                  </a:lnTo>
                  <a:lnTo>
                    <a:pt x="10700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11918" y="5269756"/>
              <a:ext cx="133339" cy="167167"/>
            </a:xfrm>
            <a:custGeom>
              <a:avLst/>
              <a:pathLst>
                <a:path w="133339" h="167167">
                  <a:moveTo>
                    <a:pt x="133339" y="0"/>
                  </a:moveTo>
                  <a:lnTo>
                    <a:pt x="127827" y="90"/>
                  </a:lnTo>
                  <a:lnTo>
                    <a:pt x="122321" y="363"/>
                  </a:lnTo>
                  <a:lnTo>
                    <a:pt x="116828" y="817"/>
                  </a:lnTo>
                  <a:lnTo>
                    <a:pt x="111352" y="1452"/>
                  </a:lnTo>
                  <a:lnTo>
                    <a:pt x="105900" y="2267"/>
                  </a:lnTo>
                  <a:lnTo>
                    <a:pt x="100478" y="3261"/>
                  </a:lnTo>
                  <a:lnTo>
                    <a:pt x="95091" y="4434"/>
                  </a:lnTo>
                  <a:lnTo>
                    <a:pt x="89747" y="5783"/>
                  </a:lnTo>
                  <a:lnTo>
                    <a:pt x="84449" y="7308"/>
                  </a:lnTo>
                  <a:lnTo>
                    <a:pt x="79205" y="9007"/>
                  </a:lnTo>
                  <a:lnTo>
                    <a:pt x="74020" y="10878"/>
                  </a:lnTo>
                  <a:lnTo>
                    <a:pt x="68899" y="12919"/>
                  </a:lnTo>
                  <a:lnTo>
                    <a:pt x="63848" y="15128"/>
                  </a:lnTo>
                  <a:lnTo>
                    <a:pt x="58873" y="17502"/>
                  </a:lnTo>
                  <a:lnTo>
                    <a:pt x="53979" y="20038"/>
                  </a:lnTo>
                  <a:lnTo>
                    <a:pt x="49171" y="22735"/>
                  </a:lnTo>
                  <a:lnTo>
                    <a:pt x="44454" y="25589"/>
                  </a:lnTo>
                  <a:lnTo>
                    <a:pt x="39835" y="28596"/>
                  </a:lnTo>
                  <a:lnTo>
                    <a:pt x="35316" y="31755"/>
                  </a:lnTo>
                  <a:lnTo>
                    <a:pt x="30905" y="35060"/>
                  </a:lnTo>
                  <a:lnTo>
                    <a:pt x="26605" y="38509"/>
                  </a:lnTo>
                  <a:lnTo>
                    <a:pt x="22421" y="42099"/>
                  </a:lnTo>
                  <a:lnTo>
                    <a:pt x="18357" y="45824"/>
                  </a:lnTo>
                  <a:lnTo>
                    <a:pt x="14419" y="49681"/>
                  </a:lnTo>
                  <a:lnTo>
                    <a:pt x="10610" y="53666"/>
                  </a:lnTo>
                  <a:lnTo>
                    <a:pt x="6934" y="57774"/>
                  </a:lnTo>
                  <a:lnTo>
                    <a:pt x="3396" y="62001"/>
                  </a:lnTo>
                  <a:lnTo>
                    <a:pt x="0" y="66343"/>
                  </a:lnTo>
                  <a:lnTo>
                    <a:pt x="1333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11918" y="5336099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11918" y="5336099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11918" y="5336099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11918" y="5336099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91853" y="5336099"/>
              <a:ext cx="153404" cy="100824"/>
            </a:xfrm>
            <a:custGeom>
              <a:avLst/>
              <a:pathLst>
                <a:path w="153404" h="100824">
                  <a:moveTo>
                    <a:pt x="20065" y="0"/>
                  </a:moveTo>
                  <a:lnTo>
                    <a:pt x="16158" y="5385"/>
                  </a:lnTo>
                  <a:lnTo>
                    <a:pt x="12469" y="10922"/>
                  </a:lnTo>
                  <a:lnTo>
                    <a:pt x="9004" y="16601"/>
                  </a:lnTo>
                  <a:lnTo>
                    <a:pt x="5767" y="22413"/>
                  </a:lnTo>
                  <a:lnTo>
                    <a:pt x="2764" y="28350"/>
                  </a:lnTo>
                  <a:lnTo>
                    <a:pt x="0" y="34401"/>
                  </a:lnTo>
                  <a:lnTo>
                    <a:pt x="153404" y="100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13762" y="100744"/>
                  </a:moveTo>
                  <a:lnTo>
                    <a:pt x="11739" y="105626"/>
                  </a:lnTo>
                  <a:lnTo>
                    <a:pt x="9872" y="110569"/>
                  </a:lnTo>
                  <a:lnTo>
                    <a:pt x="8162" y="115569"/>
                  </a:lnTo>
                  <a:lnTo>
                    <a:pt x="6610" y="120620"/>
                  </a:lnTo>
                  <a:lnTo>
                    <a:pt x="5219" y="125718"/>
                  </a:lnTo>
                  <a:lnTo>
                    <a:pt x="3990" y="130857"/>
                  </a:lnTo>
                  <a:lnTo>
                    <a:pt x="2924" y="136032"/>
                  </a:lnTo>
                  <a:lnTo>
                    <a:pt x="2022" y="141239"/>
                  </a:lnTo>
                  <a:lnTo>
                    <a:pt x="1285" y="146472"/>
                  </a:lnTo>
                  <a:lnTo>
                    <a:pt x="714" y="151725"/>
                  </a:lnTo>
                  <a:lnTo>
                    <a:pt x="309" y="156993"/>
                  </a:lnTo>
                  <a:lnTo>
                    <a:pt x="71" y="162272"/>
                  </a:lnTo>
                  <a:lnTo>
                    <a:pt x="0" y="167556"/>
                  </a:lnTo>
                  <a:lnTo>
                    <a:pt x="95" y="172839"/>
                  </a:lnTo>
                  <a:lnTo>
                    <a:pt x="358" y="178117"/>
                  </a:lnTo>
                  <a:lnTo>
                    <a:pt x="787" y="183383"/>
                  </a:lnTo>
                  <a:lnTo>
                    <a:pt x="1383" y="188634"/>
                  </a:lnTo>
                  <a:lnTo>
                    <a:pt x="2144" y="193863"/>
                  </a:lnTo>
                  <a:lnTo>
                    <a:pt x="3071" y="199065"/>
                  </a:lnTo>
                  <a:lnTo>
                    <a:pt x="4161" y="204236"/>
                  </a:lnTo>
                  <a:lnTo>
                    <a:pt x="5414" y="209369"/>
                  </a:lnTo>
                  <a:lnTo>
                    <a:pt x="6828" y="214460"/>
                  </a:lnTo>
                  <a:lnTo>
                    <a:pt x="8403" y="219504"/>
                  </a:lnTo>
                  <a:lnTo>
                    <a:pt x="10137" y="224496"/>
                  </a:lnTo>
                  <a:lnTo>
                    <a:pt x="12027" y="229430"/>
                  </a:lnTo>
                  <a:lnTo>
                    <a:pt x="14073" y="234303"/>
                  </a:lnTo>
                  <a:lnTo>
                    <a:pt x="16271" y="239108"/>
                  </a:lnTo>
                  <a:lnTo>
                    <a:pt x="18620" y="243841"/>
                  </a:lnTo>
                  <a:lnTo>
                    <a:pt x="21118" y="248498"/>
                  </a:lnTo>
                  <a:lnTo>
                    <a:pt x="23761" y="253073"/>
                  </a:lnTo>
                  <a:lnTo>
                    <a:pt x="26548" y="257562"/>
                  </a:lnTo>
                  <a:lnTo>
                    <a:pt x="29475" y="261962"/>
                  </a:lnTo>
                  <a:lnTo>
                    <a:pt x="32540" y="266266"/>
                  </a:lnTo>
                  <a:lnTo>
                    <a:pt x="35739" y="270472"/>
                  </a:lnTo>
                  <a:lnTo>
                    <a:pt x="39070" y="274574"/>
                  </a:lnTo>
                  <a:lnTo>
                    <a:pt x="42529" y="278569"/>
                  </a:lnTo>
                  <a:lnTo>
                    <a:pt x="46112" y="282453"/>
                  </a:lnTo>
                  <a:lnTo>
                    <a:pt x="49816" y="286221"/>
                  </a:lnTo>
                  <a:lnTo>
                    <a:pt x="53638" y="289870"/>
                  </a:lnTo>
                  <a:lnTo>
                    <a:pt x="57572" y="293397"/>
                  </a:lnTo>
                  <a:lnTo>
                    <a:pt x="61617" y="296798"/>
                  </a:lnTo>
                  <a:lnTo>
                    <a:pt x="65767" y="300069"/>
                  </a:lnTo>
                  <a:lnTo>
                    <a:pt x="70018" y="303208"/>
                  </a:lnTo>
                  <a:lnTo>
                    <a:pt x="74366" y="306210"/>
                  </a:lnTo>
                  <a:lnTo>
                    <a:pt x="78807" y="309074"/>
                  </a:lnTo>
                  <a:lnTo>
                    <a:pt x="83336" y="311796"/>
                  </a:lnTo>
                  <a:lnTo>
                    <a:pt x="87949" y="314373"/>
                  </a:lnTo>
                  <a:lnTo>
                    <a:pt x="92641" y="316803"/>
                  </a:lnTo>
                  <a:lnTo>
                    <a:pt x="97408" y="319084"/>
                  </a:lnTo>
                  <a:lnTo>
                    <a:pt x="102244" y="321213"/>
                  </a:lnTo>
                  <a:lnTo>
                    <a:pt x="107146" y="323188"/>
                  </a:lnTo>
                  <a:lnTo>
                    <a:pt x="112107" y="325007"/>
                  </a:lnTo>
                  <a:lnTo>
                    <a:pt x="117123" y="326668"/>
                  </a:lnTo>
                  <a:lnTo>
                    <a:pt x="122189" y="328170"/>
                  </a:lnTo>
                  <a:lnTo>
                    <a:pt x="127300" y="329511"/>
                  </a:lnTo>
                  <a:lnTo>
                    <a:pt x="132451" y="330690"/>
                  </a:lnTo>
                  <a:lnTo>
                    <a:pt x="137637" y="331706"/>
                  </a:lnTo>
                  <a:lnTo>
                    <a:pt x="142852" y="332557"/>
                  </a:lnTo>
                  <a:lnTo>
                    <a:pt x="148091" y="333243"/>
                  </a:lnTo>
                  <a:lnTo>
                    <a:pt x="153350" y="333762"/>
                  </a:lnTo>
                  <a:lnTo>
                    <a:pt x="158622" y="334116"/>
                  </a:lnTo>
                  <a:lnTo>
                    <a:pt x="163903" y="334303"/>
                  </a:lnTo>
                  <a:lnTo>
                    <a:pt x="169187" y="334322"/>
                  </a:lnTo>
                  <a:lnTo>
                    <a:pt x="174469" y="334175"/>
                  </a:lnTo>
                  <a:lnTo>
                    <a:pt x="179744" y="333861"/>
                  </a:lnTo>
                  <a:lnTo>
                    <a:pt x="185006" y="333380"/>
                  </a:lnTo>
                  <a:lnTo>
                    <a:pt x="190251" y="332733"/>
                  </a:lnTo>
                  <a:lnTo>
                    <a:pt x="195472" y="331921"/>
                  </a:lnTo>
                  <a:lnTo>
                    <a:pt x="200665" y="330944"/>
                  </a:lnTo>
                  <a:lnTo>
                    <a:pt x="205825" y="329803"/>
                  </a:lnTo>
                  <a:lnTo>
                    <a:pt x="210945" y="328500"/>
                  </a:lnTo>
                  <a:lnTo>
                    <a:pt x="216023" y="327036"/>
                  </a:lnTo>
                  <a:lnTo>
                    <a:pt x="221051" y="325412"/>
                  </a:lnTo>
                  <a:lnTo>
                    <a:pt x="226026" y="323630"/>
                  </a:lnTo>
                  <a:lnTo>
                    <a:pt x="230941" y="321691"/>
                  </a:lnTo>
                  <a:lnTo>
                    <a:pt x="235793" y="319598"/>
                  </a:lnTo>
                  <a:lnTo>
                    <a:pt x="240577" y="317353"/>
                  </a:lnTo>
                  <a:lnTo>
                    <a:pt x="245287" y="314958"/>
                  </a:lnTo>
                  <a:lnTo>
                    <a:pt x="249919" y="312415"/>
                  </a:lnTo>
                  <a:lnTo>
                    <a:pt x="254468" y="309727"/>
                  </a:lnTo>
                  <a:lnTo>
                    <a:pt x="258930" y="306896"/>
                  </a:lnTo>
                  <a:lnTo>
                    <a:pt x="263301" y="303926"/>
                  </a:lnTo>
                  <a:lnTo>
                    <a:pt x="267575" y="300820"/>
                  </a:lnTo>
                  <a:lnTo>
                    <a:pt x="271749" y="297579"/>
                  </a:lnTo>
                  <a:lnTo>
                    <a:pt x="275819" y="294209"/>
                  </a:lnTo>
                  <a:lnTo>
                    <a:pt x="279780" y="290711"/>
                  </a:lnTo>
                  <a:lnTo>
                    <a:pt x="283628" y="287090"/>
                  </a:lnTo>
                  <a:lnTo>
                    <a:pt x="287360" y="283349"/>
                  </a:lnTo>
                  <a:lnTo>
                    <a:pt x="290972" y="279493"/>
                  </a:lnTo>
                  <a:lnTo>
                    <a:pt x="294461" y="275523"/>
                  </a:lnTo>
                  <a:lnTo>
                    <a:pt x="297822" y="271446"/>
                  </a:lnTo>
                  <a:lnTo>
                    <a:pt x="301052" y="267265"/>
                  </a:lnTo>
                  <a:lnTo>
                    <a:pt x="304149" y="262983"/>
                  </a:lnTo>
                  <a:lnTo>
                    <a:pt x="307109" y="258606"/>
                  </a:lnTo>
                  <a:lnTo>
                    <a:pt x="309929" y="254137"/>
                  </a:lnTo>
                  <a:lnTo>
                    <a:pt x="312607" y="249581"/>
                  </a:lnTo>
                  <a:lnTo>
                    <a:pt x="315139" y="244943"/>
                  </a:lnTo>
                  <a:lnTo>
                    <a:pt x="317523" y="240228"/>
                  </a:lnTo>
                  <a:lnTo>
                    <a:pt x="319757" y="235439"/>
                  </a:lnTo>
                  <a:lnTo>
                    <a:pt x="321839" y="230582"/>
                  </a:lnTo>
                  <a:lnTo>
                    <a:pt x="323766" y="225662"/>
                  </a:lnTo>
                  <a:lnTo>
                    <a:pt x="325536" y="220683"/>
                  </a:lnTo>
                  <a:lnTo>
                    <a:pt x="327148" y="215651"/>
                  </a:lnTo>
                  <a:lnTo>
                    <a:pt x="328601" y="210571"/>
                  </a:lnTo>
                  <a:lnTo>
                    <a:pt x="329892" y="205447"/>
                  </a:lnTo>
                  <a:lnTo>
                    <a:pt x="331021" y="200284"/>
                  </a:lnTo>
                  <a:lnTo>
                    <a:pt x="331986" y="195089"/>
                  </a:lnTo>
                  <a:lnTo>
                    <a:pt x="332786" y="189866"/>
                  </a:lnTo>
                  <a:lnTo>
                    <a:pt x="333420" y="184620"/>
                  </a:lnTo>
                  <a:lnTo>
                    <a:pt x="333889" y="179357"/>
                  </a:lnTo>
                  <a:lnTo>
                    <a:pt x="334191" y="174081"/>
                  </a:lnTo>
                  <a:lnTo>
                    <a:pt x="334326" y="168799"/>
                  </a:lnTo>
                  <a:lnTo>
                    <a:pt x="334294" y="163515"/>
                  </a:lnTo>
                  <a:lnTo>
                    <a:pt x="334095" y="158234"/>
                  </a:lnTo>
                  <a:lnTo>
                    <a:pt x="333729" y="152963"/>
                  </a:lnTo>
                  <a:lnTo>
                    <a:pt x="333197" y="147706"/>
                  </a:lnTo>
                  <a:lnTo>
                    <a:pt x="332499" y="142468"/>
                  </a:lnTo>
                  <a:lnTo>
                    <a:pt x="331636" y="137255"/>
                  </a:lnTo>
                  <a:lnTo>
                    <a:pt x="330608" y="132071"/>
                  </a:lnTo>
                  <a:lnTo>
                    <a:pt x="329418" y="126923"/>
                  </a:lnTo>
                  <a:lnTo>
                    <a:pt x="328065" y="121815"/>
                  </a:lnTo>
                  <a:lnTo>
                    <a:pt x="326551" y="116753"/>
                  </a:lnTo>
                  <a:lnTo>
                    <a:pt x="324878" y="111740"/>
                  </a:lnTo>
                  <a:lnTo>
                    <a:pt x="323047" y="106783"/>
                  </a:lnTo>
                  <a:lnTo>
                    <a:pt x="321061" y="101887"/>
                  </a:lnTo>
                  <a:lnTo>
                    <a:pt x="318921" y="97055"/>
                  </a:lnTo>
                  <a:lnTo>
                    <a:pt x="316629" y="92294"/>
                  </a:lnTo>
                  <a:lnTo>
                    <a:pt x="314188" y="87608"/>
                  </a:lnTo>
                  <a:lnTo>
                    <a:pt x="311600" y="83001"/>
                  </a:lnTo>
                  <a:lnTo>
                    <a:pt x="308867" y="78478"/>
                  </a:lnTo>
                  <a:lnTo>
                    <a:pt x="305994" y="74043"/>
                  </a:lnTo>
                  <a:lnTo>
                    <a:pt x="302981" y="69702"/>
                  </a:lnTo>
                  <a:lnTo>
                    <a:pt x="299833" y="65458"/>
                  </a:lnTo>
                  <a:lnTo>
                    <a:pt x="296552" y="61316"/>
                  </a:lnTo>
                  <a:lnTo>
                    <a:pt x="293142" y="57280"/>
                  </a:lnTo>
                  <a:lnTo>
                    <a:pt x="289606" y="53353"/>
                  </a:lnTo>
                  <a:lnTo>
                    <a:pt x="285947" y="49540"/>
                  </a:lnTo>
                  <a:lnTo>
                    <a:pt x="282170" y="45845"/>
                  </a:lnTo>
                  <a:lnTo>
                    <a:pt x="278278" y="42270"/>
                  </a:lnTo>
                  <a:lnTo>
                    <a:pt x="274275" y="38821"/>
                  </a:lnTo>
                  <a:lnTo>
                    <a:pt x="270165" y="35500"/>
                  </a:lnTo>
                  <a:lnTo>
                    <a:pt x="265952" y="32310"/>
                  </a:lnTo>
                  <a:lnTo>
                    <a:pt x="261641" y="29255"/>
                  </a:lnTo>
                  <a:lnTo>
                    <a:pt x="257235" y="26338"/>
                  </a:lnTo>
                  <a:lnTo>
                    <a:pt x="252739" y="23562"/>
                  </a:lnTo>
                  <a:lnTo>
                    <a:pt x="248157" y="20929"/>
                  </a:lnTo>
                  <a:lnTo>
                    <a:pt x="243495" y="18443"/>
                  </a:lnTo>
                  <a:lnTo>
                    <a:pt x="238756" y="16104"/>
                  </a:lnTo>
                  <a:lnTo>
                    <a:pt x="233946" y="13917"/>
                  </a:lnTo>
                  <a:lnTo>
                    <a:pt x="229069" y="11883"/>
                  </a:lnTo>
                  <a:lnTo>
                    <a:pt x="224130" y="10004"/>
                  </a:lnTo>
                  <a:lnTo>
                    <a:pt x="219134" y="8282"/>
                  </a:lnTo>
                  <a:lnTo>
                    <a:pt x="214087" y="6719"/>
                  </a:lnTo>
                  <a:lnTo>
                    <a:pt x="208992" y="5317"/>
                  </a:lnTo>
                  <a:lnTo>
                    <a:pt x="203856" y="4075"/>
                  </a:lnTo>
                  <a:lnTo>
                    <a:pt x="198683" y="2997"/>
                  </a:lnTo>
                  <a:lnTo>
                    <a:pt x="193478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887" y="5018213"/>
              <a:ext cx="167151" cy="191915"/>
            </a:xfrm>
            <a:custGeom>
              <a:avLst/>
              <a:pathLst>
                <a:path w="167151" h="191915">
                  <a:moveTo>
                    <a:pt x="167151" y="0"/>
                  </a:moveTo>
                  <a:lnTo>
                    <a:pt x="161729" y="87"/>
                  </a:lnTo>
                  <a:lnTo>
                    <a:pt x="156313" y="351"/>
                  </a:lnTo>
                  <a:lnTo>
                    <a:pt x="150908" y="791"/>
                  </a:lnTo>
                  <a:lnTo>
                    <a:pt x="145520" y="1405"/>
                  </a:lnTo>
                  <a:lnTo>
                    <a:pt x="140155" y="2194"/>
                  </a:lnTo>
                  <a:lnTo>
                    <a:pt x="134818" y="3156"/>
                  </a:lnTo>
                  <a:lnTo>
                    <a:pt x="129515" y="4291"/>
                  </a:lnTo>
                  <a:lnTo>
                    <a:pt x="124252" y="5598"/>
                  </a:lnTo>
                  <a:lnTo>
                    <a:pt x="119034" y="7074"/>
                  </a:lnTo>
                  <a:lnTo>
                    <a:pt x="113867" y="8719"/>
                  </a:lnTo>
                  <a:lnTo>
                    <a:pt x="108755" y="10531"/>
                  </a:lnTo>
                  <a:lnTo>
                    <a:pt x="103705" y="12507"/>
                  </a:lnTo>
                  <a:lnTo>
                    <a:pt x="98722" y="14647"/>
                  </a:lnTo>
                  <a:lnTo>
                    <a:pt x="93811" y="16947"/>
                  </a:lnTo>
                  <a:lnTo>
                    <a:pt x="88977" y="19404"/>
                  </a:lnTo>
                  <a:lnTo>
                    <a:pt x="84226" y="22018"/>
                  </a:lnTo>
                  <a:lnTo>
                    <a:pt x="79561" y="24784"/>
                  </a:lnTo>
                  <a:lnTo>
                    <a:pt x="74989" y="27700"/>
                  </a:lnTo>
                  <a:lnTo>
                    <a:pt x="70514" y="30763"/>
                  </a:lnTo>
                  <a:lnTo>
                    <a:pt x="66140" y="33969"/>
                  </a:lnTo>
                  <a:lnTo>
                    <a:pt x="61873" y="37315"/>
                  </a:lnTo>
                  <a:lnTo>
                    <a:pt x="57717" y="40798"/>
                  </a:lnTo>
                  <a:lnTo>
                    <a:pt x="53676" y="44414"/>
                  </a:lnTo>
                  <a:lnTo>
                    <a:pt x="49754" y="48160"/>
                  </a:lnTo>
                  <a:lnTo>
                    <a:pt x="45955" y="52030"/>
                  </a:lnTo>
                  <a:lnTo>
                    <a:pt x="42285" y="56022"/>
                  </a:lnTo>
                  <a:lnTo>
                    <a:pt x="38745" y="60130"/>
                  </a:lnTo>
                  <a:lnTo>
                    <a:pt x="35341" y="64352"/>
                  </a:lnTo>
                  <a:lnTo>
                    <a:pt x="32076" y="68681"/>
                  </a:lnTo>
                  <a:lnTo>
                    <a:pt x="28952" y="73114"/>
                  </a:lnTo>
                  <a:lnTo>
                    <a:pt x="25974" y="77646"/>
                  </a:lnTo>
                  <a:lnTo>
                    <a:pt x="23145" y="82272"/>
                  </a:lnTo>
                  <a:lnTo>
                    <a:pt x="20467" y="86988"/>
                  </a:lnTo>
                  <a:lnTo>
                    <a:pt x="17944" y="91788"/>
                  </a:lnTo>
                  <a:lnTo>
                    <a:pt x="15577" y="96667"/>
                  </a:lnTo>
                  <a:lnTo>
                    <a:pt x="13370" y="101621"/>
                  </a:lnTo>
                  <a:lnTo>
                    <a:pt x="11325" y="106643"/>
                  </a:lnTo>
                  <a:lnTo>
                    <a:pt x="9444" y="111729"/>
                  </a:lnTo>
                  <a:lnTo>
                    <a:pt x="7729" y="116874"/>
                  </a:lnTo>
                  <a:lnTo>
                    <a:pt x="6181" y="122071"/>
                  </a:lnTo>
                  <a:lnTo>
                    <a:pt x="4803" y="127316"/>
                  </a:lnTo>
                  <a:lnTo>
                    <a:pt x="3596" y="132603"/>
                  </a:lnTo>
                  <a:lnTo>
                    <a:pt x="2561" y="137926"/>
                  </a:lnTo>
                  <a:lnTo>
                    <a:pt x="1699" y="143280"/>
                  </a:lnTo>
                  <a:lnTo>
                    <a:pt x="1012" y="148659"/>
                  </a:lnTo>
                  <a:lnTo>
                    <a:pt x="499" y="154058"/>
                  </a:lnTo>
                  <a:lnTo>
                    <a:pt x="161" y="159470"/>
                  </a:lnTo>
                  <a:lnTo>
                    <a:pt x="0" y="164891"/>
                  </a:lnTo>
                  <a:lnTo>
                    <a:pt x="14" y="170314"/>
                  </a:lnTo>
                  <a:lnTo>
                    <a:pt x="204" y="175733"/>
                  </a:lnTo>
                  <a:lnTo>
                    <a:pt x="569" y="181144"/>
                  </a:lnTo>
                  <a:lnTo>
                    <a:pt x="1110" y="186539"/>
                  </a:lnTo>
                  <a:lnTo>
                    <a:pt x="1826" y="19191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5713" y="5185380"/>
              <a:ext cx="165325" cy="79193"/>
            </a:xfrm>
            <a:custGeom>
              <a:avLst/>
              <a:pathLst>
                <a:path w="165325" h="79193">
                  <a:moveTo>
                    <a:pt x="0" y="24747"/>
                  </a:moveTo>
                  <a:lnTo>
                    <a:pt x="1069" y="31064"/>
                  </a:lnTo>
                  <a:lnTo>
                    <a:pt x="2380" y="37335"/>
                  </a:lnTo>
                  <a:lnTo>
                    <a:pt x="3930" y="43551"/>
                  </a:lnTo>
                  <a:lnTo>
                    <a:pt x="5718" y="49703"/>
                  </a:lnTo>
                  <a:lnTo>
                    <a:pt x="7739" y="55783"/>
                  </a:lnTo>
                  <a:lnTo>
                    <a:pt x="9993" y="61780"/>
                  </a:lnTo>
                  <a:lnTo>
                    <a:pt x="12474" y="67686"/>
                  </a:lnTo>
                  <a:lnTo>
                    <a:pt x="15180" y="73493"/>
                  </a:lnTo>
                  <a:lnTo>
                    <a:pt x="18106" y="79193"/>
                  </a:lnTo>
                  <a:lnTo>
                    <a:pt x="1653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73820" y="5018213"/>
              <a:ext cx="314366" cy="334334"/>
            </a:xfrm>
            <a:custGeom>
              <a:avLst/>
              <a:pathLst>
                <a:path w="314366" h="334334">
                  <a:moveTo>
                    <a:pt x="0" y="246360"/>
                  </a:moveTo>
                  <a:lnTo>
                    <a:pt x="2585" y="250989"/>
                  </a:lnTo>
                  <a:lnTo>
                    <a:pt x="5316" y="255534"/>
                  </a:lnTo>
                  <a:lnTo>
                    <a:pt x="8190" y="259990"/>
                  </a:lnTo>
                  <a:lnTo>
                    <a:pt x="11204" y="264353"/>
                  </a:lnTo>
                  <a:lnTo>
                    <a:pt x="14355" y="268618"/>
                  </a:lnTo>
                  <a:lnTo>
                    <a:pt x="17639" y="272781"/>
                  </a:lnTo>
                  <a:lnTo>
                    <a:pt x="21054" y="276837"/>
                  </a:lnTo>
                  <a:lnTo>
                    <a:pt x="24596" y="280783"/>
                  </a:lnTo>
                  <a:lnTo>
                    <a:pt x="28261" y="284615"/>
                  </a:lnTo>
                  <a:lnTo>
                    <a:pt x="32046" y="288329"/>
                  </a:lnTo>
                  <a:lnTo>
                    <a:pt x="35946" y="291921"/>
                  </a:lnTo>
                  <a:lnTo>
                    <a:pt x="39959" y="295387"/>
                  </a:lnTo>
                  <a:lnTo>
                    <a:pt x="44079" y="298724"/>
                  </a:lnTo>
                  <a:lnTo>
                    <a:pt x="48304" y="301929"/>
                  </a:lnTo>
                  <a:lnTo>
                    <a:pt x="52628" y="304998"/>
                  </a:lnTo>
                  <a:lnTo>
                    <a:pt x="57047" y="307929"/>
                  </a:lnTo>
                  <a:lnTo>
                    <a:pt x="61556" y="310718"/>
                  </a:lnTo>
                  <a:lnTo>
                    <a:pt x="66152" y="313363"/>
                  </a:lnTo>
                  <a:lnTo>
                    <a:pt x="70830" y="315860"/>
                  </a:lnTo>
                  <a:lnTo>
                    <a:pt x="75584" y="318208"/>
                  </a:lnTo>
                  <a:lnTo>
                    <a:pt x="80410" y="320404"/>
                  </a:lnTo>
                  <a:lnTo>
                    <a:pt x="85304" y="322446"/>
                  </a:lnTo>
                  <a:lnTo>
                    <a:pt x="90260" y="324331"/>
                  </a:lnTo>
                  <a:lnTo>
                    <a:pt x="95273" y="326059"/>
                  </a:lnTo>
                  <a:lnTo>
                    <a:pt x="100338" y="327626"/>
                  </a:lnTo>
                  <a:lnTo>
                    <a:pt x="105451" y="329032"/>
                  </a:lnTo>
                  <a:lnTo>
                    <a:pt x="110606" y="330276"/>
                  </a:lnTo>
                  <a:lnTo>
                    <a:pt x="115797" y="331355"/>
                  </a:lnTo>
                  <a:lnTo>
                    <a:pt x="121020" y="332269"/>
                  </a:lnTo>
                  <a:lnTo>
                    <a:pt x="126270" y="333017"/>
                  </a:lnTo>
                  <a:lnTo>
                    <a:pt x="131540" y="333598"/>
                  </a:lnTo>
                  <a:lnTo>
                    <a:pt x="136827" y="334011"/>
                  </a:lnTo>
                  <a:lnTo>
                    <a:pt x="142123" y="334257"/>
                  </a:lnTo>
                  <a:lnTo>
                    <a:pt x="147425" y="334334"/>
                  </a:lnTo>
                  <a:lnTo>
                    <a:pt x="152727" y="334244"/>
                  </a:lnTo>
                  <a:lnTo>
                    <a:pt x="158023" y="333985"/>
                  </a:lnTo>
                  <a:lnTo>
                    <a:pt x="163308" y="333558"/>
                  </a:lnTo>
                  <a:lnTo>
                    <a:pt x="168577" y="332964"/>
                  </a:lnTo>
                  <a:lnTo>
                    <a:pt x="173825" y="332203"/>
                  </a:lnTo>
                  <a:lnTo>
                    <a:pt x="179046" y="331277"/>
                  </a:lnTo>
                  <a:lnTo>
                    <a:pt x="184235" y="330185"/>
                  </a:lnTo>
                  <a:lnTo>
                    <a:pt x="189386" y="328929"/>
                  </a:lnTo>
                  <a:lnTo>
                    <a:pt x="194495" y="327510"/>
                  </a:lnTo>
                  <a:lnTo>
                    <a:pt x="199557" y="325930"/>
                  </a:lnTo>
                  <a:lnTo>
                    <a:pt x="204566" y="324190"/>
                  </a:lnTo>
                  <a:lnTo>
                    <a:pt x="209517" y="322292"/>
                  </a:lnTo>
                  <a:lnTo>
                    <a:pt x="214405" y="320238"/>
                  </a:lnTo>
                  <a:lnTo>
                    <a:pt x="219226" y="318030"/>
                  </a:lnTo>
                  <a:lnTo>
                    <a:pt x="223975" y="315671"/>
                  </a:lnTo>
                  <a:lnTo>
                    <a:pt x="228646" y="313162"/>
                  </a:lnTo>
                  <a:lnTo>
                    <a:pt x="233235" y="310506"/>
                  </a:lnTo>
                  <a:lnTo>
                    <a:pt x="237738" y="307706"/>
                  </a:lnTo>
                  <a:lnTo>
                    <a:pt x="242150" y="304764"/>
                  </a:lnTo>
                  <a:lnTo>
                    <a:pt x="246466" y="301684"/>
                  </a:lnTo>
                  <a:lnTo>
                    <a:pt x="250682" y="298469"/>
                  </a:lnTo>
                  <a:lnTo>
                    <a:pt x="254795" y="295121"/>
                  </a:lnTo>
                  <a:lnTo>
                    <a:pt x="258799" y="291645"/>
                  </a:lnTo>
                  <a:lnTo>
                    <a:pt x="262690" y="288044"/>
                  </a:lnTo>
                  <a:lnTo>
                    <a:pt x="266466" y="284321"/>
                  </a:lnTo>
                  <a:lnTo>
                    <a:pt x="270122" y="280480"/>
                  </a:lnTo>
                  <a:lnTo>
                    <a:pt x="273654" y="276525"/>
                  </a:lnTo>
                  <a:lnTo>
                    <a:pt x="277058" y="272460"/>
                  </a:lnTo>
                  <a:lnTo>
                    <a:pt x="280332" y="268289"/>
                  </a:lnTo>
                  <a:lnTo>
                    <a:pt x="283473" y="264016"/>
                  </a:lnTo>
                  <a:lnTo>
                    <a:pt x="286476" y="259646"/>
                  </a:lnTo>
                  <a:lnTo>
                    <a:pt x="289339" y="255183"/>
                  </a:lnTo>
                  <a:lnTo>
                    <a:pt x="292059" y="250631"/>
                  </a:lnTo>
                  <a:lnTo>
                    <a:pt x="294633" y="245996"/>
                  </a:lnTo>
                  <a:lnTo>
                    <a:pt x="297059" y="241281"/>
                  </a:lnTo>
                  <a:lnTo>
                    <a:pt x="299334" y="236491"/>
                  </a:lnTo>
                  <a:lnTo>
                    <a:pt x="301456" y="231632"/>
                  </a:lnTo>
                  <a:lnTo>
                    <a:pt x="303423" y="226708"/>
                  </a:lnTo>
                  <a:lnTo>
                    <a:pt x="305233" y="221724"/>
                  </a:lnTo>
                  <a:lnTo>
                    <a:pt x="306884" y="216685"/>
                  </a:lnTo>
                  <a:lnTo>
                    <a:pt x="308374" y="211596"/>
                  </a:lnTo>
                  <a:lnTo>
                    <a:pt x="309702" y="206462"/>
                  </a:lnTo>
                  <a:lnTo>
                    <a:pt x="310866" y="201289"/>
                  </a:lnTo>
                  <a:lnTo>
                    <a:pt x="311866" y="196082"/>
                  </a:lnTo>
                  <a:lnTo>
                    <a:pt x="312700" y="190846"/>
                  </a:lnTo>
                  <a:lnTo>
                    <a:pt x="313368" y="185585"/>
                  </a:lnTo>
                  <a:lnTo>
                    <a:pt x="313869" y="180307"/>
                  </a:lnTo>
                  <a:lnTo>
                    <a:pt x="314202" y="175015"/>
                  </a:lnTo>
                  <a:lnTo>
                    <a:pt x="314366" y="169715"/>
                  </a:lnTo>
                  <a:lnTo>
                    <a:pt x="314363" y="164412"/>
                  </a:lnTo>
                  <a:lnTo>
                    <a:pt x="314192" y="159113"/>
                  </a:lnTo>
                  <a:lnTo>
                    <a:pt x="313852" y="153821"/>
                  </a:lnTo>
                  <a:lnTo>
                    <a:pt x="313345" y="148543"/>
                  </a:lnTo>
                  <a:lnTo>
                    <a:pt x="312671" y="143284"/>
                  </a:lnTo>
                  <a:lnTo>
                    <a:pt x="311830" y="138048"/>
                  </a:lnTo>
                  <a:lnTo>
                    <a:pt x="310824" y="132842"/>
                  </a:lnTo>
                  <a:lnTo>
                    <a:pt x="309653" y="127670"/>
                  </a:lnTo>
                  <a:lnTo>
                    <a:pt x="308319" y="122539"/>
                  </a:lnTo>
                  <a:lnTo>
                    <a:pt x="306822" y="117452"/>
                  </a:lnTo>
                  <a:lnTo>
                    <a:pt x="305165" y="112415"/>
                  </a:lnTo>
                  <a:lnTo>
                    <a:pt x="303349" y="107433"/>
                  </a:lnTo>
                  <a:lnTo>
                    <a:pt x="301376" y="102511"/>
                  </a:lnTo>
                  <a:lnTo>
                    <a:pt x="299248" y="97655"/>
                  </a:lnTo>
                  <a:lnTo>
                    <a:pt x="296967" y="92868"/>
                  </a:lnTo>
                  <a:lnTo>
                    <a:pt x="294535" y="88156"/>
                  </a:lnTo>
                  <a:lnTo>
                    <a:pt x="291955" y="83524"/>
                  </a:lnTo>
                  <a:lnTo>
                    <a:pt x="289230" y="78975"/>
                  </a:lnTo>
                  <a:lnTo>
                    <a:pt x="286361" y="74516"/>
                  </a:lnTo>
                  <a:lnTo>
                    <a:pt x="283353" y="70149"/>
                  </a:lnTo>
                  <a:lnTo>
                    <a:pt x="280207" y="65881"/>
                  </a:lnTo>
                  <a:lnTo>
                    <a:pt x="276928" y="61714"/>
                  </a:lnTo>
                  <a:lnTo>
                    <a:pt x="273518" y="57653"/>
                  </a:lnTo>
                  <a:lnTo>
                    <a:pt x="269981" y="53702"/>
                  </a:lnTo>
                  <a:lnTo>
                    <a:pt x="266321" y="49866"/>
                  </a:lnTo>
                  <a:lnTo>
                    <a:pt x="262541" y="46148"/>
                  </a:lnTo>
                  <a:lnTo>
                    <a:pt x="258645" y="42551"/>
                  </a:lnTo>
                  <a:lnTo>
                    <a:pt x="254636" y="39080"/>
                  </a:lnTo>
                  <a:lnTo>
                    <a:pt x="250520" y="35737"/>
                  </a:lnTo>
                  <a:lnTo>
                    <a:pt x="246300" y="32527"/>
                  </a:lnTo>
                  <a:lnTo>
                    <a:pt x="241980" y="29453"/>
                  </a:lnTo>
                  <a:lnTo>
                    <a:pt x="237564" y="26516"/>
                  </a:lnTo>
                  <a:lnTo>
                    <a:pt x="233058" y="23722"/>
                  </a:lnTo>
                  <a:lnTo>
                    <a:pt x="228465" y="21072"/>
                  </a:lnTo>
                  <a:lnTo>
                    <a:pt x="223791" y="18568"/>
                  </a:lnTo>
                  <a:lnTo>
                    <a:pt x="219040" y="16214"/>
                  </a:lnTo>
                  <a:lnTo>
                    <a:pt x="214216" y="14013"/>
                  </a:lnTo>
                  <a:lnTo>
                    <a:pt x="209325" y="11965"/>
                  </a:lnTo>
                  <a:lnTo>
                    <a:pt x="204371" y="10073"/>
                  </a:lnTo>
                  <a:lnTo>
                    <a:pt x="199360" y="8339"/>
                  </a:lnTo>
                  <a:lnTo>
                    <a:pt x="194297" y="6766"/>
                  </a:lnTo>
                  <a:lnTo>
                    <a:pt x="189186" y="5353"/>
                  </a:lnTo>
                  <a:lnTo>
                    <a:pt x="184033" y="4104"/>
                  </a:lnTo>
                  <a:lnTo>
                    <a:pt x="178843" y="3018"/>
                  </a:lnTo>
                  <a:lnTo>
                    <a:pt x="173621" y="2098"/>
                  </a:lnTo>
                  <a:lnTo>
                    <a:pt x="168372" y="1343"/>
                  </a:lnTo>
                  <a:lnTo>
                    <a:pt x="163102" y="756"/>
                  </a:lnTo>
                  <a:lnTo>
                    <a:pt x="157817" y="336"/>
                  </a:lnTo>
                  <a:lnTo>
                    <a:pt x="152520" y="84"/>
                  </a:lnTo>
                  <a:lnTo>
                    <a:pt x="147218" y="0"/>
                  </a:lnTo>
                  <a:lnTo>
                    <a:pt x="1472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68" y="4659281"/>
              <a:ext cx="167166" cy="332865"/>
            </a:xfrm>
            <a:custGeom>
              <a:avLst/>
              <a:pathLst>
                <a:path w="167166" h="332865">
                  <a:moveTo>
                    <a:pt x="167166" y="0"/>
                  </a:moveTo>
                  <a:lnTo>
                    <a:pt x="161816" y="85"/>
                  </a:lnTo>
                  <a:lnTo>
                    <a:pt x="156472" y="342"/>
                  </a:lnTo>
                  <a:lnTo>
                    <a:pt x="151138" y="770"/>
                  </a:lnTo>
                  <a:lnTo>
                    <a:pt x="145821" y="1368"/>
                  </a:lnTo>
                  <a:lnTo>
                    <a:pt x="140526" y="2136"/>
                  </a:lnTo>
                  <a:lnTo>
                    <a:pt x="135258" y="3073"/>
                  </a:lnTo>
                  <a:lnTo>
                    <a:pt x="130022" y="4178"/>
                  </a:lnTo>
                  <a:lnTo>
                    <a:pt x="124825" y="5451"/>
                  </a:lnTo>
                  <a:lnTo>
                    <a:pt x="119671" y="6889"/>
                  </a:lnTo>
                  <a:lnTo>
                    <a:pt x="114566" y="8491"/>
                  </a:lnTo>
                  <a:lnTo>
                    <a:pt x="109514" y="10256"/>
                  </a:lnTo>
                  <a:lnTo>
                    <a:pt x="104522" y="12181"/>
                  </a:lnTo>
                  <a:lnTo>
                    <a:pt x="99594" y="14265"/>
                  </a:lnTo>
                  <a:lnTo>
                    <a:pt x="94735" y="16506"/>
                  </a:lnTo>
                  <a:lnTo>
                    <a:pt x="89950" y="18902"/>
                  </a:lnTo>
                  <a:lnTo>
                    <a:pt x="85245" y="21449"/>
                  </a:lnTo>
                  <a:lnTo>
                    <a:pt x="80623" y="24145"/>
                  </a:lnTo>
                  <a:lnTo>
                    <a:pt x="76090" y="26988"/>
                  </a:lnTo>
                  <a:lnTo>
                    <a:pt x="71650" y="29975"/>
                  </a:lnTo>
                  <a:lnTo>
                    <a:pt x="67309" y="33102"/>
                  </a:lnTo>
                  <a:lnTo>
                    <a:pt x="63069" y="36367"/>
                  </a:lnTo>
                  <a:lnTo>
                    <a:pt x="58936" y="39765"/>
                  </a:lnTo>
                  <a:lnTo>
                    <a:pt x="54914" y="43295"/>
                  </a:lnTo>
                  <a:lnTo>
                    <a:pt x="51007" y="46951"/>
                  </a:lnTo>
                  <a:lnTo>
                    <a:pt x="47219" y="50730"/>
                  </a:lnTo>
                  <a:lnTo>
                    <a:pt x="43554" y="54628"/>
                  </a:lnTo>
                  <a:lnTo>
                    <a:pt x="40016" y="58642"/>
                  </a:lnTo>
                  <a:lnTo>
                    <a:pt x="36608" y="62767"/>
                  </a:lnTo>
                  <a:lnTo>
                    <a:pt x="33333" y="66999"/>
                  </a:lnTo>
                  <a:lnTo>
                    <a:pt x="30196" y="71333"/>
                  </a:lnTo>
                  <a:lnTo>
                    <a:pt x="27199" y="75766"/>
                  </a:lnTo>
                  <a:lnTo>
                    <a:pt x="24346" y="80293"/>
                  </a:lnTo>
                  <a:lnTo>
                    <a:pt x="21638" y="84908"/>
                  </a:lnTo>
                  <a:lnTo>
                    <a:pt x="19080" y="89608"/>
                  </a:lnTo>
                  <a:lnTo>
                    <a:pt x="16674" y="94387"/>
                  </a:lnTo>
                  <a:lnTo>
                    <a:pt x="14422" y="99240"/>
                  </a:lnTo>
                  <a:lnTo>
                    <a:pt x="12326" y="104164"/>
                  </a:lnTo>
                  <a:lnTo>
                    <a:pt x="10389" y="109152"/>
                  </a:lnTo>
                  <a:lnTo>
                    <a:pt x="8613" y="114199"/>
                  </a:lnTo>
                  <a:lnTo>
                    <a:pt x="6999" y="119300"/>
                  </a:lnTo>
                  <a:lnTo>
                    <a:pt x="5549" y="124451"/>
                  </a:lnTo>
                  <a:lnTo>
                    <a:pt x="4264" y="129645"/>
                  </a:lnTo>
                  <a:lnTo>
                    <a:pt x="3147" y="134878"/>
                  </a:lnTo>
                  <a:lnTo>
                    <a:pt x="2198" y="140144"/>
                  </a:lnTo>
                  <a:lnTo>
                    <a:pt x="1417" y="145438"/>
                  </a:lnTo>
                  <a:lnTo>
                    <a:pt x="807" y="150753"/>
                  </a:lnTo>
                  <a:lnTo>
                    <a:pt x="367" y="156086"/>
                  </a:lnTo>
                  <a:lnTo>
                    <a:pt x="98" y="161430"/>
                  </a:lnTo>
                  <a:lnTo>
                    <a:pt x="0" y="166780"/>
                  </a:lnTo>
                  <a:lnTo>
                    <a:pt x="73" y="172130"/>
                  </a:lnTo>
                  <a:lnTo>
                    <a:pt x="317" y="177475"/>
                  </a:lnTo>
                  <a:lnTo>
                    <a:pt x="733" y="182810"/>
                  </a:lnTo>
                  <a:lnTo>
                    <a:pt x="1318" y="188129"/>
                  </a:lnTo>
                  <a:lnTo>
                    <a:pt x="2074" y="193426"/>
                  </a:lnTo>
                  <a:lnTo>
                    <a:pt x="2999" y="198696"/>
                  </a:lnTo>
                  <a:lnTo>
                    <a:pt x="4092" y="203934"/>
                  </a:lnTo>
                  <a:lnTo>
                    <a:pt x="5353" y="209134"/>
                  </a:lnTo>
                  <a:lnTo>
                    <a:pt x="6779" y="214291"/>
                  </a:lnTo>
                  <a:lnTo>
                    <a:pt x="8369" y="219400"/>
                  </a:lnTo>
                  <a:lnTo>
                    <a:pt x="10122" y="224456"/>
                  </a:lnTo>
                  <a:lnTo>
                    <a:pt x="12036" y="229453"/>
                  </a:lnTo>
                  <a:lnTo>
                    <a:pt x="14109" y="234386"/>
                  </a:lnTo>
                  <a:lnTo>
                    <a:pt x="16339" y="239250"/>
                  </a:lnTo>
                  <a:lnTo>
                    <a:pt x="18723" y="244040"/>
                  </a:lnTo>
                  <a:lnTo>
                    <a:pt x="21259" y="248751"/>
                  </a:lnTo>
                  <a:lnTo>
                    <a:pt x="23945" y="253379"/>
                  </a:lnTo>
                  <a:lnTo>
                    <a:pt x="26778" y="257919"/>
                  </a:lnTo>
                  <a:lnTo>
                    <a:pt x="29754" y="262365"/>
                  </a:lnTo>
                  <a:lnTo>
                    <a:pt x="32871" y="266714"/>
                  </a:lnTo>
                  <a:lnTo>
                    <a:pt x="36126" y="270961"/>
                  </a:lnTo>
                  <a:lnTo>
                    <a:pt x="39515" y="275102"/>
                  </a:lnTo>
                  <a:lnTo>
                    <a:pt x="43035" y="279132"/>
                  </a:lnTo>
                  <a:lnTo>
                    <a:pt x="46682" y="283048"/>
                  </a:lnTo>
                  <a:lnTo>
                    <a:pt x="50452" y="286844"/>
                  </a:lnTo>
                  <a:lnTo>
                    <a:pt x="54342" y="290518"/>
                  </a:lnTo>
                  <a:lnTo>
                    <a:pt x="58348" y="294066"/>
                  </a:lnTo>
                  <a:lnTo>
                    <a:pt x="62465" y="297484"/>
                  </a:lnTo>
                  <a:lnTo>
                    <a:pt x="66689" y="300768"/>
                  </a:lnTo>
                  <a:lnTo>
                    <a:pt x="71016" y="303915"/>
                  </a:lnTo>
                  <a:lnTo>
                    <a:pt x="75442" y="306922"/>
                  </a:lnTo>
                  <a:lnTo>
                    <a:pt x="79962" y="309786"/>
                  </a:lnTo>
                  <a:lnTo>
                    <a:pt x="84571" y="312504"/>
                  </a:lnTo>
                  <a:lnTo>
                    <a:pt x="89265" y="315073"/>
                  </a:lnTo>
                  <a:lnTo>
                    <a:pt x="94038" y="317491"/>
                  </a:lnTo>
                  <a:lnTo>
                    <a:pt x="98887" y="319754"/>
                  </a:lnTo>
                  <a:lnTo>
                    <a:pt x="103805" y="321861"/>
                  </a:lnTo>
                  <a:lnTo>
                    <a:pt x="108788" y="323810"/>
                  </a:lnTo>
                  <a:lnTo>
                    <a:pt x="113832" y="325598"/>
                  </a:lnTo>
                  <a:lnTo>
                    <a:pt x="118929" y="327224"/>
                  </a:lnTo>
                  <a:lnTo>
                    <a:pt x="124077" y="328685"/>
                  </a:lnTo>
                  <a:lnTo>
                    <a:pt x="129268" y="329982"/>
                  </a:lnTo>
                  <a:lnTo>
                    <a:pt x="134498" y="331111"/>
                  </a:lnTo>
                  <a:lnTo>
                    <a:pt x="139762" y="332073"/>
                  </a:lnTo>
                  <a:lnTo>
                    <a:pt x="145054" y="33286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01122" y="4826449"/>
              <a:ext cx="22112" cy="165698"/>
            </a:xfrm>
            <a:custGeom>
              <a:avLst/>
              <a:pathLst>
                <a:path w="22112" h="165698">
                  <a:moveTo>
                    <a:pt x="0" y="165698"/>
                  </a:moveTo>
                  <a:lnTo>
                    <a:pt x="221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01122" y="4826449"/>
              <a:ext cx="22112" cy="165698"/>
            </a:xfrm>
            <a:custGeom>
              <a:avLst/>
              <a:pathLst>
                <a:path w="22112" h="165698">
                  <a:moveTo>
                    <a:pt x="0" y="165698"/>
                  </a:moveTo>
                  <a:lnTo>
                    <a:pt x="221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01122" y="4826449"/>
              <a:ext cx="104412" cy="167166"/>
            </a:xfrm>
            <a:custGeom>
              <a:avLst/>
              <a:pathLst>
                <a:path w="104412" h="167166">
                  <a:moveTo>
                    <a:pt x="0" y="165698"/>
                  </a:moveTo>
                  <a:lnTo>
                    <a:pt x="5657" y="166355"/>
                  </a:lnTo>
                  <a:lnTo>
                    <a:pt x="11334" y="166819"/>
                  </a:lnTo>
                  <a:lnTo>
                    <a:pt x="17024" y="167089"/>
                  </a:lnTo>
                  <a:lnTo>
                    <a:pt x="22719" y="167166"/>
                  </a:lnTo>
                  <a:lnTo>
                    <a:pt x="28414" y="167048"/>
                  </a:lnTo>
                  <a:lnTo>
                    <a:pt x="34101" y="166736"/>
                  </a:lnTo>
                  <a:lnTo>
                    <a:pt x="39775" y="166231"/>
                  </a:lnTo>
                  <a:lnTo>
                    <a:pt x="45428" y="165533"/>
                  </a:lnTo>
                  <a:lnTo>
                    <a:pt x="51054" y="164643"/>
                  </a:lnTo>
                  <a:lnTo>
                    <a:pt x="56646" y="163561"/>
                  </a:lnTo>
                  <a:lnTo>
                    <a:pt x="62198" y="162290"/>
                  </a:lnTo>
                  <a:lnTo>
                    <a:pt x="67704" y="160830"/>
                  </a:lnTo>
                  <a:lnTo>
                    <a:pt x="73157" y="159183"/>
                  </a:lnTo>
                  <a:lnTo>
                    <a:pt x="78550" y="157352"/>
                  </a:lnTo>
                  <a:lnTo>
                    <a:pt x="83878" y="155338"/>
                  </a:lnTo>
                  <a:lnTo>
                    <a:pt x="89134" y="153143"/>
                  </a:lnTo>
                  <a:lnTo>
                    <a:pt x="94313" y="150771"/>
                  </a:lnTo>
                  <a:lnTo>
                    <a:pt x="99408" y="148224"/>
                  </a:lnTo>
                  <a:lnTo>
                    <a:pt x="104412" y="145504"/>
                  </a:lnTo>
                  <a:lnTo>
                    <a:pt x="2211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7" cy="312672"/>
            </a:xfrm>
            <a:custGeom>
              <a:avLst/>
              <a:pathLst>
                <a:path w="167167" h="312672">
                  <a:moveTo>
                    <a:pt x="82300" y="312672"/>
                  </a:moveTo>
                  <a:lnTo>
                    <a:pt x="86918" y="309961"/>
                  </a:lnTo>
                  <a:lnTo>
                    <a:pt x="91447" y="307104"/>
                  </a:lnTo>
                  <a:lnTo>
                    <a:pt x="95882" y="304103"/>
                  </a:lnTo>
                  <a:lnTo>
                    <a:pt x="100219" y="300962"/>
                  </a:lnTo>
                  <a:lnTo>
                    <a:pt x="104452" y="297683"/>
                  </a:lnTo>
                  <a:lnTo>
                    <a:pt x="108579" y="294271"/>
                  </a:lnTo>
                  <a:lnTo>
                    <a:pt x="112595" y="290728"/>
                  </a:lnTo>
                  <a:lnTo>
                    <a:pt x="116494" y="287058"/>
                  </a:lnTo>
                  <a:lnTo>
                    <a:pt x="120275" y="283265"/>
                  </a:lnTo>
                  <a:lnTo>
                    <a:pt x="123931" y="279354"/>
                  </a:lnTo>
                  <a:lnTo>
                    <a:pt x="127461" y="275327"/>
                  </a:lnTo>
                  <a:lnTo>
                    <a:pt x="130860" y="271189"/>
                  </a:lnTo>
                  <a:lnTo>
                    <a:pt x="134125" y="266944"/>
                  </a:lnTo>
                  <a:lnTo>
                    <a:pt x="137251" y="262597"/>
                  </a:lnTo>
                  <a:lnTo>
                    <a:pt x="140238" y="258152"/>
                  </a:lnTo>
                  <a:lnTo>
                    <a:pt x="143080" y="253613"/>
                  </a:lnTo>
                  <a:lnTo>
                    <a:pt x="145775" y="248986"/>
                  </a:lnTo>
                  <a:lnTo>
                    <a:pt x="148321" y="244275"/>
                  </a:lnTo>
                  <a:lnTo>
                    <a:pt x="150715" y="239485"/>
                  </a:lnTo>
                  <a:lnTo>
                    <a:pt x="152954" y="234621"/>
                  </a:lnTo>
                  <a:lnTo>
                    <a:pt x="155036" y="229687"/>
                  </a:lnTo>
                  <a:lnTo>
                    <a:pt x="156958" y="224689"/>
                  </a:lnTo>
                  <a:lnTo>
                    <a:pt x="158720" y="219633"/>
                  </a:lnTo>
                  <a:lnTo>
                    <a:pt x="160319" y="214522"/>
                  </a:lnTo>
                  <a:lnTo>
                    <a:pt x="161754" y="209363"/>
                  </a:lnTo>
                  <a:lnTo>
                    <a:pt x="163022" y="204160"/>
                  </a:lnTo>
                  <a:lnTo>
                    <a:pt x="164124" y="198920"/>
                  </a:lnTo>
                  <a:lnTo>
                    <a:pt x="165056" y="193647"/>
                  </a:lnTo>
                  <a:lnTo>
                    <a:pt x="165820" y="188347"/>
                  </a:lnTo>
                  <a:lnTo>
                    <a:pt x="166413" y="183025"/>
                  </a:lnTo>
                  <a:lnTo>
                    <a:pt x="166836" y="177686"/>
                  </a:lnTo>
                  <a:lnTo>
                    <a:pt x="167087" y="172337"/>
                  </a:lnTo>
                  <a:lnTo>
                    <a:pt x="167167" y="166983"/>
                  </a:lnTo>
                  <a:lnTo>
                    <a:pt x="167075" y="161629"/>
                  </a:lnTo>
                  <a:lnTo>
                    <a:pt x="166812" y="156280"/>
                  </a:lnTo>
                  <a:lnTo>
                    <a:pt x="166378" y="150943"/>
                  </a:lnTo>
                  <a:lnTo>
                    <a:pt x="165773" y="145623"/>
                  </a:lnTo>
                  <a:lnTo>
                    <a:pt x="164998" y="140324"/>
                  </a:lnTo>
                  <a:lnTo>
                    <a:pt x="164053" y="135053"/>
                  </a:lnTo>
                  <a:lnTo>
                    <a:pt x="162941" y="129815"/>
                  </a:lnTo>
                  <a:lnTo>
                    <a:pt x="161661" y="124615"/>
                  </a:lnTo>
                  <a:lnTo>
                    <a:pt x="160215" y="119459"/>
                  </a:lnTo>
                  <a:lnTo>
                    <a:pt x="158605" y="114352"/>
                  </a:lnTo>
                  <a:lnTo>
                    <a:pt x="156832" y="109299"/>
                  </a:lnTo>
                  <a:lnTo>
                    <a:pt x="154898" y="104306"/>
                  </a:lnTo>
                  <a:lnTo>
                    <a:pt x="152805" y="99377"/>
                  </a:lnTo>
                  <a:lnTo>
                    <a:pt x="150555" y="94517"/>
                  </a:lnTo>
                  <a:lnTo>
                    <a:pt x="148151" y="89732"/>
                  </a:lnTo>
                  <a:lnTo>
                    <a:pt x="145595" y="85027"/>
                  </a:lnTo>
                  <a:lnTo>
                    <a:pt x="142889" y="80406"/>
                  </a:lnTo>
                  <a:lnTo>
                    <a:pt x="140037" y="75874"/>
                  </a:lnTo>
                  <a:lnTo>
                    <a:pt x="137041" y="71435"/>
                  </a:lnTo>
                  <a:lnTo>
                    <a:pt x="133905" y="67095"/>
                  </a:lnTo>
                  <a:lnTo>
                    <a:pt x="130631" y="62858"/>
                  </a:lnTo>
                  <a:lnTo>
                    <a:pt x="127223" y="58727"/>
                  </a:lnTo>
                  <a:lnTo>
                    <a:pt x="123684" y="54708"/>
                  </a:lnTo>
                  <a:lnTo>
                    <a:pt x="120019" y="50804"/>
                  </a:lnTo>
                  <a:lnTo>
                    <a:pt x="116230" y="47020"/>
                  </a:lnTo>
                  <a:lnTo>
                    <a:pt x="112322" y="43359"/>
                  </a:lnTo>
                  <a:lnTo>
                    <a:pt x="108299" y="39824"/>
                  </a:lnTo>
                  <a:lnTo>
                    <a:pt x="104165" y="36421"/>
                  </a:lnTo>
                  <a:lnTo>
                    <a:pt x="99924" y="33152"/>
                  </a:lnTo>
                  <a:lnTo>
                    <a:pt x="95580" y="30020"/>
                  </a:lnTo>
                  <a:lnTo>
                    <a:pt x="91139" y="27029"/>
                  </a:lnTo>
                  <a:lnTo>
                    <a:pt x="86603" y="24182"/>
                  </a:lnTo>
                  <a:lnTo>
                    <a:pt x="81979" y="21481"/>
                  </a:lnTo>
                  <a:lnTo>
                    <a:pt x="77271" y="18930"/>
                  </a:lnTo>
                  <a:lnTo>
                    <a:pt x="72483" y="16531"/>
                  </a:lnTo>
                  <a:lnTo>
                    <a:pt x="67621" y="14287"/>
                  </a:lnTo>
                  <a:lnTo>
                    <a:pt x="62690" y="12200"/>
                  </a:lnTo>
                  <a:lnTo>
                    <a:pt x="57695" y="10271"/>
                  </a:lnTo>
                  <a:lnTo>
                    <a:pt x="52640" y="8504"/>
                  </a:lnTo>
                  <a:lnTo>
                    <a:pt x="47531" y="6899"/>
                  </a:lnTo>
                  <a:lnTo>
                    <a:pt x="42373" y="5459"/>
                  </a:lnTo>
                  <a:lnTo>
                    <a:pt x="37172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2" y="1370"/>
                  </a:lnTo>
                  <a:lnTo>
                    <a:pt x="16040" y="771"/>
                  </a:lnTo>
                  <a:lnTo>
                    <a:pt x="10702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23" y="4213821"/>
              <a:ext cx="253279" cy="334334"/>
            </a:xfrm>
            <a:custGeom>
              <a:avLst/>
              <a:pathLst>
                <a:path w="25327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2" y="18601"/>
                  </a:lnTo>
                  <a:lnTo>
                    <a:pt x="85835" y="21108"/>
                  </a:lnTo>
                  <a:lnTo>
                    <a:pt x="81239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8" y="35799"/>
                  </a:lnTo>
                  <a:lnTo>
                    <a:pt x="59650" y="39146"/>
                  </a:lnTo>
                  <a:lnTo>
                    <a:pt x="55641" y="42623"/>
                  </a:lnTo>
                  <a:lnTo>
                    <a:pt x="51744" y="46226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5" y="61816"/>
                  </a:lnTo>
                  <a:lnTo>
                    <a:pt x="34076" y="65989"/>
                  </a:lnTo>
                  <a:lnTo>
                    <a:pt x="30932" y="70265"/>
                  </a:lnTo>
                  <a:lnTo>
                    <a:pt x="27924" y="74637"/>
                  </a:lnTo>
                  <a:lnTo>
                    <a:pt x="25057" y="79103"/>
                  </a:lnTo>
                  <a:lnTo>
                    <a:pt x="22333" y="83658"/>
                  </a:lnTo>
                  <a:lnTo>
                    <a:pt x="19755" y="88297"/>
                  </a:lnTo>
                  <a:lnTo>
                    <a:pt x="17326" y="93016"/>
                  </a:lnTo>
                  <a:lnTo>
                    <a:pt x="15048" y="97809"/>
                  </a:lnTo>
                  <a:lnTo>
                    <a:pt x="12923" y="102672"/>
                  </a:lnTo>
                  <a:lnTo>
                    <a:pt x="10953" y="107600"/>
                  </a:lnTo>
                  <a:lnTo>
                    <a:pt x="9141" y="112589"/>
                  </a:lnTo>
                  <a:lnTo>
                    <a:pt x="7488" y="117632"/>
                  </a:lnTo>
                  <a:lnTo>
                    <a:pt x="5996" y="122725"/>
                  </a:lnTo>
                  <a:lnTo>
                    <a:pt x="4667" y="127863"/>
                  </a:lnTo>
                  <a:lnTo>
                    <a:pt x="3501" y="133040"/>
                  </a:lnTo>
                  <a:lnTo>
                    <a:pt x="2500" y="138252"/>
                  </a:lnTo>
                  <a:lnTo>
                    <a:pt x="1665" y="143494"/>
                  </a:lnTo>
                  <a:lnTo>
                    <a:pt x="997" y="148758"/>
                  </a:lnTo>
                  <a:lnTo>
                    <a:pt x="496" y="154042"/>
                  </a:lnTo>
                  <a:lnTo>
                    <a:pt x="164" y="159339"/>
                  </a:lnTo>
                  <a:lnTo>
                    <a:pt x="0" y="164643"/>
                  </a:lnTo>
                  <a:lnTo>
                    <a:pt x="4" y="169951"/>
                  </a:lnTo>
                  <a:lnTo>
                    <a:pt x="176" y="175255"/>
                  </a:lnTo>
                  <a:lnTo>
                    <a:pt x="517" y="180551"/>
                  </a:lnTo>
                  <a:lnTo>
                    <a:pt x="1026" y="185834"/>
                  </a:lnTo>
                  <a:lnTo>
                    <a:pt x="1702" y="191098"/>
                  </a:lnTo>
                  <a:lnTo>
                    <a:pt x="2545" y="196338"/>
                  </a:lnTo>
                  <a:lnTo>
                    <a:pt x="3554" y="201548"/>
                  </a:lnTo>
                  <a:lnTo>
                    <a:pt x="4728" y="206724"/>
                  </a:lnTo>
                  <a:lnTo>
                    <a:pt x="6066" y="211859"/>
                  </a:lnTo>
                  <a:lnTo>
                    <a:pt x="7565" y="216950"/>
                  </a:lnTo>
                  <a:lnTo>
                    <a:pt x="9226" y="221991"/>
                  </a:lnTo>
                  <a:lnTo>
                    <a:pt x="11046" y="226976"/>
                  </a:lnTo>
                  <a:lnTo>
                    <a:pt x="13023" y="231901"/>
                  </a:lnTo>
                  <a:lnTo>
                    <a:pt x="15156" y="236761"/>
                  </a:lnTo>
                  <a:lnTo>
                    <a:pt x="17442" y="241551"/>
                  </a:lnTo>
                  <a:lnTo>
                    <a:pt x="19878" y="246266"/>
                  </a:lnTo>
                  <a:lnTo>
                    <a:pt x="22463" y="250901"/>
                  </a:lnTo>
                  <a:lnTo>
                    <a:pt x="25194" y="255451"/>
                  </a:lnTo>
                  <a:lnTo>
                    <a:pt x="28068" y="259913"/>
                  </a:lnTo>
                  <a:lnTo>
                    <a:pt x="31083" y="264281"/>
                  </a:lnTo>
                  <a:lnTo>
                    <a:pt x="34234" y="268551"/>
                  </a:lnTo>
                  <a:lnTo>
                    <a:pt x="37519" y="272719"/>
                  </a:lnTo>
                  <a:lnTo>
                    <a:pt x="40935" y="276781"/>
                  </a:lnTo>
                  <a:lnTo>
                    <a:pt x="44478" y="280732"/>
                  </a:lnTo>
                  <a:lnTo>
                    <a:pt x="48145" y="284569"/>
                  </a:lnTo>
                  <a:lnTo>
                    <a:pt x="51932" y="288288"/>
                  </a:lnTo>
                  <a:lnTo>
                    <a:pt x="55835" y="291884"/>
                  </a:lnTo>
                  <a:lnTo>
                    <a:pt x="59850" y="295355"/>
                  </a:lnTo>
                  <a:lnTo>
                    <a:pt x="63973" y="298696"/>
                  </a:lnTo>
                  <a:lnTo>
                    <a:pt x="68200" y="301905"/>
                  </a:lnTo>
                  <a:lnTo>
                    <a:pt x="72527" y="304978"/>
                  </a:lnTo>
                  <a:lnTo>
                    <a:pt x="76949" y="307912"/>
                  </a:lnTo>
                  <a:lnTo>
                    <a:pt x="81463" y="310704"/>
                  </a:lnTo>
                  <a:lnTo>
                    <a:pt x="86062" y="313352"/>
                  </a:lnTo>
                  <a:lnTo>
                    <a:pt x="90743" y="315852"/>
                  </a:lnTo>
                  <a:lnTo>
                    <a:pt x="95502" y="318203"/>
                  </a:lnTo>
                  <a:lnTo>
                    <a:pt x="100332" y="320401"/>
                  </a:lnTo>
                  <a:lnTo>
                    <a:pt x="105230" y="322445"/>
                  </a:lnTo>
                  <a:lnTo>
                    <a:pt x="110191" y="324332"/>
                  </a:lnTo>
                  <a:lnTo>
                    <a:pt x="115208" y="326061"/>
                  </a:lnTo>
                  <a:lnTo>
                    <a:pt x="120278" y="327629"/>
                  </a:lnTo>
                  <a:lnTo>
                    <a:pt x="125396" y="329036"/>
                  </a:lnTo>
                  <a:lnTo>
                    <a:pt x="130555" y="330280"/>
                  </a:lnTo>
                  <a:lnTo>
                    <a:pt x="135751" y="331360"/>
                  </a:lnTo>
                  <a:lnTo>
                    <a:pt x="140979" y="332273"/>
                  </a:lnTo>
                  <a:lnTo>
                    <a:pt x="146233" y="333021"/>
                  </a:lnTo>
                  <a:lnTo>
                    <a:pt x="151509" y="333601"/>
                  </a:lnTo>
                  <a:lnTo>
                    <a:pt x="156800" y="334014"/>
                  </a:lnTo>
                  <a:lnTo>
                    <a:pt x="162101" y="334258"/>
                  </a:lnTo>
                  <a:lnTo>
                    <a:pt x="167408" y="334334"/>
                  </a:lnTo>
                  <a:lnTo>
                    <a:pt x="172714" y="334242"/>
                  </a:lnTo>
                  <a:lnTo>
                    <a:pt x="178015" y="333981"/>
                  </a:lnTo>
                  <a:lnTo>
                    <a:pt x="183305" y="333552"/>
                  </a:lnTo>
                  <a:lnTo>
                    <a:pt x="188578" y="332955"/>
                  </a:lnTo>
                  <a:lnTo>
                    <a:pt x="193830" y="332191"/>
                  </a:lnTo>
                  <a:lnTo>
                    <a:pt x="199055" y="331261"/>
                  </a:lnTo>
                  <a:lnTo>
                    <a:pt x="204248" y="330165"/>
                  </a:lnTo>
                  <a:lnTo>
                    <a:pt x="209404" y="328906"/>
                  </a:lnTo>
                  <a:lnTo>
                    <a:pt x="214516" y="327483"/>
                  </a:lnTo>
                  <a:lnTo>
                    <a:pt x="219582" y="325898"/>
                  </a:lnTo>
                  <a:lnTo>
                    <a:pt x="224594" y="324154"/>
                  </a:lnTo>
                  <a:lnTo>
                    <a:pt x="229548" y="322251"/>
                  </a:lnTo>
                  <a:lnTo>
                    <a:pt x="234440" y="320192"/>
                  </a:lnTo>
                  <a:lnTo>
                    <a:pt x="239263" y="317979"/>
                  </a:lnTo>
                  <a:lnTo>
                    <a:pt x="244014" y="315614"/>
                  </a:lnTo>
                  <a:lnTo>
                    <a:pt x="248688" y="313099"/>
                  </a:lnTo>
                  <a:lnTo>
                    <a:pt x="253279" y="31043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86131" cy="143270"/>
            </a:xfrm>
            <a:custGeom>
              <a:avLst/>
              <a:pathLst>
                <a:path w="86131" h="143270">
                  <a:moveTo>
                    <a:pt x="86131" y="14327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80988"/>
              <a:ext cx="158200" cy="143270"/>
            </a:xfrm>
            <a:custGeom>
              <a:avLst/>
              <a:pathLst>
                <a:path w="158200" h="143270">
                  <a:moveTo>
                    <a:pt x="86131" y="143270"/>
                  </a:moveTo>
                  <a:lnTo>
                    <a:pt x="90861" y="140317"/>
                  </a:lnTo>
                  <a:lnTo>
                    <a:pt x="95490" y="137209"/>
                  </a:lnTo>
                  <a:lnTo>
                    <a:pt x="100013" y="133948"/>
                  </a:lnTo>
                  <a:lnTo>
                    <a:pt x="104425" y="130538"/>
                  </a:lnTo>
                  <a:lnTo>
                    <a:pt x="108720" y="126983"/>
                  </a:lnTo>
                  <a:lnTo>
                    <a:pt x="112895" y="123286"/>
                  </a:lnTo>
                  <a:lnTo>
                    <a:pt x="116944" y="119453"/>
                  </a:lnTo>
                  <a:lnTo>
                    <a:pt x="120862" y="115486"/>
                  </a:lnTo>
                  <a:lnTo>
                    <a:pt x="124647" y="111391"/>
                  </a:lnTo>
                  <a:lnTo>
                    <a:pt x="128292" y="107172"/>
                  </a:lnTo>
                  <a:lnTo>
                    <a:pt x="131795" y="102834"/>
                  </a:lnTo>
                  <a:lnTo>
                    <a:pt x="135151" y="98381"/>
                  </a:lnTo>
                  <a:lnTo>
                    <a:pt x="138357" y="93819"/>
                  </a:lnTo>
                  <a:lnTo>
                    <a:pt x="141409" y="89152"/>
                  </a:lnTo>
                  <a:lnTo>
                    <a:pt x="144304" y="84387"/>
                  </a:lnTo>
                  <a:lnTo>
                    <a:pt x="147038" y="79527"/>
                  </a:lnTo>
                  <a:lnTo>
                    <a:pt x="149608" y="74579"/>
                  </a:lnTo>
                  <a:lnTo>
                    <a:pt x="152012" y="69548"/>
                  </a:lnTo>
                  <a:lnTo>
                    <a:pt x="154247" y="64440"/>
                  </a:lnTo>
                  <a:lnTo>
                    <a:pt x="156311" y="59260"/>
                  </a:lnTo>
                  <a:lnTo>
                    <a:pt x="158200" y="5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7163" cy="221181"/>
            </a:xfrm>
            <a:custGeom>
              <a:avLst/>
              <a:pathLst>
                <a:path w="167163" h="221181">
                  <a:moveTo>
                    <a:pt x="158200" y="221181"/>
                  </a:moveTo>
                  <a:lnTo>
                    <a:pt x="159857" y="216060"/>
                  </a:lnTo>
                  <a:lnTo>
                    <a:pt x="161348" y="210888"/>
                  </a:lnTo>
                  <a:lnTo>
                    <a:pt x="162672" y="205671"/>
                  </a:lnTo>
                  <a:lnTo>
                    <a:pt x="163828" y="200414"/>
                  </a:lnTo>
                  <a:lnTo>
                    <a:pt x="164813" y="195122"/>
                  </a:lnTo>
                  <a:lnTo>
                    <a:pt x="165628" y="189801"/>
                  </a:lnTo>
                  <a:lnTo>
                    <a:pt x="166270" y="184457"/>
                  </a:lnTo>
                  <a:lnTo>
                    <a:pt x="166741" y="179095"/>
                  </a:lnTo>
                  <a:lnTo>
                    <a:pt x="167038" y="173721"/>
                  </a:lnTo>
                  <a:lnTo>
                    <a:pt x="167163" y="168340"/>
                  </a:lnTo>
                  <a:lnTo>
                    <a:pt x="167114" y="162957"/>
                  </a:lnTo>
                  <a:lnTo>
                    <a:pt x="166892" y="157579"/>
                  </a:lnTo>
                  <a:lnTo>
                    <a:pt x="166497" y="152211"/>
                  </a:lnTo>
                  <a:lnTo>
                    <a:pt x="165929" y="146859"/>
                  </a:lnTo>
                  <a:lnTo>
                    <a:pt x="165189" y="141527"/>
                  </a:lnTo>
                  <a:lnTo>
                    <a:pt x="164278" y="136222"/>
                  </a:lnTo>
                  <a:lnTo>
                    <a:pt x="163196" y="130949"/>
                  </a:lnTo>
                  <a:lnTo>
                    <a:pt x="161946" y="125714"/>
                  </a:lnTo>
                  <a:lnTo>
                    <a:pt x="160527" y="120522"/>
                  </a:lnTo>
                  <a:lnTo>
                    <a:pt x="158942" y="115378"/>
                  </a:lnTo>
                  <a:lnTo>
                    <a:pt x="157193" y="110288"/>
                  </a:lnTo>
                  <a:lnTo>
                    <a:pt x="155280" y="105256"/>
                  </a:lnTo>
                  <a:lnTo>
                    <a:pt x="153206" y="100289"/>
                  </a:lnTo>
                  <a:lnTo>
                    <a:pt x="150974" y="95391"/>
                  </a:lnTo>
                  <a:lnTo>
                    <a:pt x="148585" y="90568"/>
                  </a:lnTo>
                  <a:lnTo>
                    <a:pt x="146042" y="85824"/>
                  </a:lnTo>
                  <a:lnTo>
                    <a:pt x="143347" y="81164"/>
                  </a:lnTo>
                  <a:lnTo>
                    <a:pt x="140504" y="76594"/>
                  </a:lnTo>
                  <a:lnTo>
                    <a:pt x="137515" y="72117"/>
                  </a:lnTo>
                  <a:lnTo>
                    <a:pt x="134384" y="67739"/>
                  </a:lnTo>
                  <a:lnTo>
                    <a:pt x="131113" y="63465"/>
                  </a:lnTo>
                  <a:lnTo>
                    <a:pt x="127706" y="59297"/>
                  </a:lnTo>
                  <a:lnTo>
                    <a:pt x="124167" y="55242"/>
                  </a:lnTo>
                  <a:lnTo>
                    <a:pt x="120500" y="51302"/>
                  </a:lnTo>
                  <a:lnTo>
                    <a:pt x="116707" y="47483"/>
                  </a:lnTo>
                  <a:lnTo>
                    <a:pt x="112793" y="43787"/>
                  </a:lnTo>
                  <a:lnTo>
                    <a:pt x="108763" y="40220"/>
                  </a:lnTo>
                  <a:lnTo>
                    <a:pt x="104619" y="36784"/>
                  </a:lnTo>
                  <a:lnTo>
                    <a:pt x="100367" y="33484"/>
                  </a:lnTo>
                  <a:lnTo>
                    <a:pt x="96011" y="30322"/>
                  </a:lnTo>
                  <a:lnTo>
                    <a:pt x="91556" y="27301"/>
                  </a:lnTo>
                  <a:lnTo>
                    <a:pt x="87006" y="24426"/>
                  </a:lnTo>
                  <a:lnTo>
                    <a:pt x="82365" y="21699"/>
                  </a:lnTo>
                  <a:lnTo>
                    <a:pt x="77639" y="19123"/>
                  </a:lnTo>
                  <a:lnTo>
                    <a:pt x="72832" y="16700"/>
                  </a:lnTo>
                  <a:lnTo>
                    <a:pt x="67950" y="14433"/>
                  </a:lnTo>
                  <a:lnTo>
                    <a:pt x="62998" y="12325"/>
                  </a:lnTo>
                  <a:lnTo>
                    <a:pt x="57980" y="10377"/>
                  </a:lnTo>
                  <a:lnTo>
                    <a:pt x="52902" y="8591"/>
                  </a:lnTo>
                  <a:lnTo>
                    <a:pt x="47770" y="6970"/>
                  </a:lnTo>
                  <a:lnTo>
                    <a:pt x="42587" y="5515"/>
                  </a:lnTo>
                  <a:lnTo>
                    <a:pt x="37361" y="4228"/>
                  </a:lnTo>
                  <a:lnTo>
                    <a:pt x="32096" y="3110"/>
                  </a:lnTo>
                  <a:lnTo>
                    <a:pt x="26798" y="2161"/>
                  </a:lnTo>
                  <a:lnTo>
                    <a:pt x="21471" y="1384"/>
                  </a:lnTo>
                  <a:lnTo>
                    <a:pt x="16123" y="779"/>
                  </a:lnTo>
                  <a:lnTo>
                    <a:pt x="10758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53" y="3707720"/>
              <a:ext cx="267982" cy="334325"/>
            </a:xfrm>
            <a:custGeom>
              <a:avLst/>
              <a:pathLst>
                <a:path w="267982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231130" y="321610"/>
                  </a:lnTo>
                  <a:lnTo>
                    <a:pt x="236014" y="319495"/>
                  </a:lnTo>
                  <a:lnTo>
                    <a:pt x="240828" y="317225"/>
                  </a:lnTo>
                  <a:lnTo>
                    <a:pt x="245568" y="314804"/>
                  </a:lnTo>
                  <a:lnTo>
                    <a:pt x="250229" y="312233"/>
                  </a:lnTo>
                  <a:lnTo>
                    <a:pt x="254805" y="309515"/>
                  </a:lnTo>
                  <a:lnTo>
                    <a:pt x="259292" y="306652"/>
                  </a:lnTo>
                  <a:lnTo>
                    <a:pt x="263686" y="303649"/>
                  </a:lnTo>
                  <a:lnTo>
                    <a:pt x="267982" y="30050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79"/>
              <a:ext cx="167164" cy="300448"/>
            </a:xfrm>
            <a:custGeom>
              <a:avLst/>
              <a:pathLst>
                <a:path w="167164" h="300448">
                  <a:moveTo>
                    <a:pt x="100824" y="300448"/>
                  </a:moveTo>
                  <a:lnTo>
                    <a:pt x="105044" y="297149"/>
                  </a:lnTo>
                  <a:lnTo>
                    <a:pt x="109157" y="293716"/>
                  </a:lnTo>
                  <a:lnTo>
                    <a:pt x="113158" y="290153"/>
                  </a:lnTo>
                  <a:lnTo>
                    <a:pt x="117042" y="286464"/>
                  </a:lnTo>
                  <a:lnTo>
                    <a:pt x="120807" y="282653"/>
                  </a:lnTo>
                  <a:lnTo>
                    <a:pt x="124447" y="278723"/>
                  </a:lnTo>
                  <a:lnTo>
                    <a:pt x="127959" y="274678"/>
                  </a:lnTo>
                  <a:lnTo>
                    <a:pt x="131340" y="270523"/>
                  </a:lnTo>
                  <a:lnTo>
                    <a:pt x="134586" y="266261"/>
                  </a:lnTo>
                  <a:lnTo>
                    <a:pt x="137694" y="261898"/>
                  </a:lnTo>
                  <a:lnTo>
                    <a:pt x="140661" y="257437"/>
                  </a:lnTo>
                  <a:lnTo>
                    <a:pt x="143483" y="252884"/>
                  </a:lnTo>
                  <a:lnTo>
                    <a:pt x="146158" y="248242"/>
                  </a:lnTo>
                  <a:lnTo>
                    <a:pt x="148682" y="243517"/>
                  </a:lnTo>
                  <a:lnTo>
                    <a:pt x="151054" y="238714"/>
                  </a:lnTo>
                  <a:lnTo>
                    <a:pt x="153271" y="233837"/>
                  </a:lnTo>
                  <a:lnTo>
                    <a:pt x="155330" y="228892"/>
                  </a:lnTo>
                  <a:lnTo>
                    <a:pt x="157230" y="223883"/>
                  </a:lnTo>
                  <a:lnTo>
                    <a:pt x="158969" y="218816"/>
                  </a:lnTo>
                  <a:lnTo>
                    <a:pt x="160544" y="213696"/>
                  </a:lnTo>
                  <a:lnTo>
                    <a:pt x="161954" y="208528"/>
                  </a:lnTo>
                  <a:lnTo>
                    <a:pt x="163198" y="203317"/>
                  </a:lnTo>
                  <a:lnTo>
                    <a:pt x="164275" y="198069"/>
                  </a:lnTo>
                  <a:lnTo>
                    <a:pt x="165182" y="192790"/>
                  </a:lnTo>
                  <a:lnTo>
                    <a:pt x="165920" y="187484"/>
                  </a:lnTo>
                  <a:lnTo>
                    <a:pt x="166488" y="182157"/>
                  </a:lnTo>
                  <a:lnTo>
                    <a:pt x="166885" y="176815"/>
                  </a:lnTo>
                  <a:lnTo>
                    <a:pt x="167110" y="171463"/>
                  </a:lnTo>
                  <a:lnTo>
                    <a:pt x="167164" y="166106"/>
                  </a:lnTo>
                  <a:lnTo>
                    <a:pt x="167046" y="160750"/>
                  </a:lnTo>
                  <a:lnTo>
                    <a:pt x="166756" y="155401"/>
                  </a:lnTo>
                  <a:lnTo>
                    <a:pt x="166296" y="150064"/>
                  </a:lnTo>
                  <a:lnTo>
                    <a:pt x="165664" y="144744"/>
                  </a:lnTo>
                  <a:lnTo>
                    <a:pt x="164863" y="139447"/>
                  </a:lnTo>
                  <a:lnTo>
                    <a:pt x="163892" y="134179"/>
                  </a:lnTo>
                  <a:lnTo>
                    <a:pt x="162752" y="128945"/>
                  </a:lnTo>
                  <a:lnTo>
                    <a:pt x="161446" y="123749"/>
                  </a:lnTo>
                  <a:lnTo>
                    <a:pt x="159974" y="118598"/>
                  </a:lnTo>
                  <a:lnTo>
                    <a:pt x="158337" y="113498"/>
                  </a:lnTo>
                  <a:lnTo>
                    <a:pt x="156538" y="108452"/>
                  </a:lnTo>
                  <a:lnTo>
                    <a:pt x="154578" y="103466"/>
                  </a:lnTo>
                  <a:lnTo>
                    <a:pt x="152460" y="98546"/>
                  </a:lnTo>
                  <a:lnTo>
                    <a:pt x="150185" y="93696"/>
                  </a:lnTo>
                  <a:lnTo>
                    <a:pt x="147755" y="88921"/>
                  </a:lnTo>
                  <a:lnTo>
                    <a:pt x="145174" y="84227"/>
                  </a:lnTo>
                  <a:lnTo>
                    <a:pt x="142444" y="79618"/>
                  </a:lnTo>
                  <a:lnTo>
                    <a:pt x="139568" y="75099"/>
                  </a:lnTo>
                  <a:lnTo>
                    <a:pt x="136548" y="70674"/>
                  </a:lnTo>
                  <a:lnTo>
                    <a:pt x="133388" y="66348"/>
                  </a:lnTo>
                  <a:lnTo>
                    <a:pt x="130091" y="62126"/>
                  </a:lnTo>
                  <a:lnTo>
                    <a:pt x="126660" y="58012"/>
                  </a:lnTo>
                  <a:lnTo>
                    <a:pt x="123099" y="54009"/>
                  </a:lnTo>
                  <a:lnTo>
                    <a:pt x="119412" y="50123"/>
                  </a:lnTo>
                  <a:lnTo>
                    <a:pt x="115603" y="46357"/>
                  </a:lnTo>
                  <a:lnTo>
                    <a:pt x="111674" y="42715"/>
                  </a:lnTo>
                  <a:lnTo>
                    <a:pt x="107631" y="39200"/>
                  </a:lnTo>
                  <a:lnTo>
                    <a:pt x="103477" y="35817"/>
                  </a:lnTo>
                  <a:lnTo>
                    <a:pt x="99217" y="32569"/>
                  </a:lnTo>
                  <a:lnTo>
                    <a:pt x="94856" y="29459"/>
                  </a:lnTo>
                  <a:lnTo>
                    <a:pt x="90396" y="26490"/>
                  </a:lnTo>
                  <a:lnTo>
                    <a:pt x="85844" y="23666"/>
                  </a:lnTo>
                  <a:lnTo>
                    <a:pt x="81204" y="20989"/>
                  </a:lnTo>
                  <a:lnTo>
                    <a:pt x="76481" y="18462"/>
                  </a:lnTo>
                  <a:lnTo>
                    <a:pt x="71678" y="16088"/>
                  </a:lnTo>
                  <a:lnTo>
                    <a:pt x="66803" y="13869"/>
                  </a:lnTo>
                  <a:lnTo>
                    <a:pt x="61858" y="11807"/>
                  </a:lnTo>
                  <a:lnTo>
                    <a:pt x="56850" y="9905"/>
                  </a:lnTo>
                  <a:lnTo>
                    <a:pt x="51784" y="8164"/>
                  </a:lnTo>
                  <a:lnTo>
                    <a:pt x="46665" y="6586"/>
                  </a:lnTo>
                  <a:lnTo>
                    <a:pt x="41497" y="5173"/>
                  </a:lnTo>
                  <a:lnTo>
                    <a:pt x="36287" y="3927"/>
                  </a:lnTo>
                  <a:lnTo>
                    <a:pt x="31040" y="2848"/>
                  </a:lnTo>
                  <a:lnTo>
                    <a:pt x="25761" y="1938"/>
                  </a:lnTo>
                  <a:lnTo>
                    <a:pt x="20455" y="1197"/>
                  </a:lnTo>
                  <a:lnTo>
                    <a:pt x="15129" y="627"/>
                  </a:lnTo>
                  <a:lnTo>
                    <a:pt x="9787" y="227"/>
                  </a:lnTo>
                  <a:lnTo>
                    <a:pt x="4435" y="0"/>
                  </a:lnTo>
                  <a:lnTo>
                    <a:pt x="0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4435" cy="167167"/>
            </a:xfrm>
            <a:custGeom>
              <a:avLst/>
              <a:pathLst>
                <a:path w="4435" h="167167">
                  <a:moveTo>
                    <a:pt x="4435" y="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2025-06-06T05:12:39Z</dcterms:modified>
  <cp:category/>
</cp:coreProperties>
</file>