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2021_non_BLSE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302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410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104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1237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430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4554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495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266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13923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626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1107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1968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2104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475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3781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774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1858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2495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118035" y="1246560"/>
              <a:ext cx="1706484" cy="2490427"/>
            </a:xfrm>
            <a:custGeom>
              <a:avLst/>
              <a:pathLst>
                <a:path w="1706484" h="2490427">
                  <a:moveTo>
                    <a:pt x="0" y="0"/>
                  </a:moveTo>
                  <a:lnTo>
                    <a:pt x="1706484" y="2490427"/>
                  </a:lnTo>
                </a:path>
              </a:pathLst>
            </a:custGeom>
            <a:ln w="2878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1812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1825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607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952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221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6981676" y="3170392"/>
              <a:ext cx="2102" cy="167167"/>
            </a:xfrm>
            <a:custGeom>
              <a:avLst/>
              <a:pathLst>
                <a:path w="2102" h="167167">
                  <a:moveTo>
                    <a:pt x="2102" y="0"/>
                  </a:moveTo>
                  <a:lnTo>
                    <a:pt x="0" y="13"/>
                  </a:lnTo>
                  <a:lnTo>
                    <a:pt x="2102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6981676" y="3170405"/>
              <a:ext cx="2102" cy="167154"/>
            </a:xfrm>
            <a:custGeom>
              <a:avLst/>
              <a:pathLst>
                <a:path w="2102" h="167154">
                  <a:moveTo>
                    <a:pt x="0" y="0"/>
                  </a:moveTo>
                  <a:lnTo>
                    <a:pt x="2102" y="167154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6981676" y="3170405"/>
              <a:ext cx="2102" cy="167154"/>
            </a:xfrm>
            <a:custGeom>
              <a:avLst/>
              <a:pathLst>
                <a:path w="2102" h="167154">
                  <a:moveTo>
                    <a:pt x="0" y="0"/>
                  </a:moveTo>
                  <a:lnTo>
                    <a:pt x="2102" y="167154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981676" y="3170405"/>
              <a:ext cx="2102" cy="167154"/>
            </a:xfrm>
            <a:custGeom>
              <a:avLst/>
              <a:pathLst>
                <a:path w="2102" h="167154">
                  <a:moveTo>
                    <a:pt x="0" y="0"/>
                  </a:moveTo>
                  <a:lnTo>
                    <a:pt x="2102" y="167154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81676" y="3170405"/>
              <a:ext cx="2102" cy="167154"/>
            </a:xfrm>
            <a:custGeom>
              <a:avLst/>
              <a:pathLst>
                <a:path w="2102" h="167154">
                  <a:moveTo>
                    <a:pt x="0" y="0"/>
                  </a:moveTo>
                  <a:lnTo>
                    <a:pt x="2102" y="16715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1676" y="3170405"/>
              <a:ext cx="2102" cy="167154"/>
            </a:xfrm>
            <a:custGeom>
              <a:avLst/>
              <a:pathLst>
                <a:path w="2102" h="167154">
                  <a:moveTo>
                    <a:pt x="0" y="0"/>
                  </a:moveTo>
                  <a:lnTo>
                    <a:pt x="2102" y="16715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1676" y="3170405"/>
              <a:ext cx="2102" cy="167154"/>
            </a:xfrm>
            <a:custGeom>
              <a:avLst/>
              <a:pathLst>
                <a:path w="2102" h="167154">
                  <a:moveTo>
                    <a:pt x="0" y="0"/>
                  </a:moveTo>
                  <a:lnTo>
                    <a:pt x="2102" y="16715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1676" y="3170405"/>
              <a:ext cx="2102" cy="167154"/>
            </a:xfrm>
            <a:custGeom>
              <a:avLst/>
              <a:pathLst>
                <a:path w="2102" h="167154">
                  <a:moveTo>
                    <a:pt x="0" y="0"/>
                  </a:moveTo>
                  <a:lnTo>
                    <a:pt x="2102" y="16715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1676" y="3170405"/>
              <a:ext cx="2102" cy="167154"/>
            </a:xfrm>
            <a:custGeom>
              <a:avLst/>
              <a:pathLst>
                <a:path w="2102" h="167154">
                  <a:moveTo>
                    <a:pt x="0" y="0"/>
                  </a:moveTo>
                  <a:lnTo>
                    <a:pt x="2102" y="16715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1676" y="3170405"/>
              <a:ext cx="2102" cy="167154"/>
            </a:xfrm>
            <a:custGeom>
              <a:avLst/>
              <a:pathLst>
                <a:path w="2102" h="167154">
                  <a:moveTo>
                    <a:pt x="0" y="0"/>
                  </a:moveTo>
                  <a:lnTo>
                    <a:pt x="2102" y="16715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1676" y="3170405"/>
              <a:ext cx="2102" cy="167154"/>
            </a:xfrm>
            <a:custGeom>
              <a:avLst/>
              <a:pathLst>
                <a:path w="2102" h="167154">
                  <a:moveTo>
                    <a:pt x="0" y="0"/>
                  </a:moveTo>
                  <a:lnTo>
                    <a:pt x="2102" y="16715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1676" y="3170405"/>
              <a:ext cx="2102" cy="167154"/>
            </a:xfrm>
            <a:custGeom>
              <a:avLst/>
              <a:pathLst>
                <a:path w="2102" h="167154">
                  <a:moveTo>
                    <a:pt x="0" y="0"/>
                  </a:moveTo>
                  <a:lnTo>
                    <a:pt x="2102" y="16715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1676" y="3170405"/>
              <a:ext cx="2102" cy="167154"/>
            </a:xfrm>
            <a:custGeom>
              <a:avLst/>
              <a:pathLst>
                <a:path w="2102" h="167154">
                  <a:moveTo>
                    <a:pt x="0" y="0"/>
                  </a:moveTo>
                  <a:lnTo>
                    <a:pt x="2102" y="1671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1676" y="3170405"/>
              <a:ext cx="2102" cy="167154"/>
            </a:xfrm>
            <a:custGeom>
              <a:avLst/>
              <a:pathLst>
                <a:path w="2102" h="167154">
                  <a:moveTo>
                    <a:pt x="0" y="0"/>
                  </a:moveTo>
                  <a:lnTo>
                    <a:pt x="2102" y="1671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1676" y="3170405"/>
              <a:ext cx="2102" cy="167154"/>
            </a:xfrm>
            <a:custGeom>
              <a:avLst/>
              <a:pathLst>
                <a:path w="2102" h="167154">
                  <a:moveTo>
                    <a:pt x="0" y="0"/>
                  </a:moveTo>
                  <a:lnTo>
                    <a:pt x="2102" y="1671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1676" y="3170405"/>
              <a:ext cx="2102" cy="167154"/>
            </a:xfrm>
            <a:custGeom>
              <a:avLst/>
              <a:pathLst>
                <a:path w="2102" h="167154">
                  <a:moveTo>
                    <a:pt x="0" y="0"/>
                  </a:moveTo>
                  <a:lnTo>
                    <a:pt x="2102" y="1671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1676" y="3170405"/>
              <a:ext cx="2102" cy="167154"/>
            </a:xfrm>
            <a:custGeom>
              <a:avLst/>
              <a:pathLst>
                <a:path w="2102" h="167154">
                  <a:moveTo>
                    <a:pt x="0" y="0"/>
                  </a:moveTo>
                  <a:lnTo>
                    <a:pt x="2102" y="16715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1676" y="3170405"/>
              <a:ext cx="2102" cy="167154"/>
            </a:xfrm>
            <a:custGeom>
              <a:avLst/>
              <a:pathLst>
                <a:path w="2102" h="167154">
                  <a:moveTo>
                    <a:pt x="0" y="0"/>
                  </a:moveTo>
                  <a:lnTo>
                    <a:pt x="2102" y="1671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1676" y="3170405"/>
              <a:ext cx="2102" cy="167154"/>
            </a:xfrm>
            <a:custGeom>
              <a:avLst/>
              <a:pathLst>
                <a:path w="2102" h="167154">
                  <a:moveTo>
                    <a:pt x="0" y="0"/>
                  </a:moveTo>
                  <a:lnTo>
                    <a:pt x="2102" y="1671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1676" y="3170405"/>
              <a:ext cx="2102" cy="167154"/>
            </a:xfrm>
            <a:custGeom>
              <a:avLst/>
              <a:pathLst>
                <a:path w="2102" h="167154">
                  <a:moveTo>
                    <a:pt x="0" y="0"/>
                  </a:moveTo>
                  <a:lnTo>
                    <a:pt x="2102" y="16715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1676" y="3170405"/>
              <a:ext cx="2102" cy="167154"/>
            </a:xfrm>
            <a:custGeom>
              <a:avLst/>
              <a:pathLst>
                <a:path w="2102" h="167154">
                  <a:moveTo>
                    <a:pt x="0" y="0"/>
                  </a:moveTo>
                  <a:lnTo>
                    <a:pt x="2102" y="1671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1676" y="3170405"/>
              <a:ext cx="2102" cy="167154"/>
            </a:xfrm>
            <a:custGeom>
              <a:avLst/>
              <a:pathLst>
                <a:path w="2102" h="167154">
                  <a:moveTo>
                    <a:pt x="0" y="0"/>
                  </a:moveTo>
                  <a:lnTo>
                    <a:pt x="2102" y="1671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1676" y="3170405"/>
              <a:ext cx="2102" cy="167154"/>
            </a:xfrm>
            <a:custGeom>
              <a:avLst/>
              <a:pathLst>
                <a:path w="2102" h="167154">
                  <a:moveTo>
                    <a:pt x="0" y="0"/>
                  </a:moveTo>
                  <a:lnTo>
                    <a:pt x="2102" y="1671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1676" y="3170405"/>
              <a:ext cx="2102" cy="167154"/>
            </a:xfrm>
            <a:custGeom>
              <a:avLst/>
              <a:pathLst>
                <a:path w="2102" h="167154">
                  <a:moveTo>
                    <a:pt x="0" y="0"/>
                  </a:moveTo>
                  <a:lnTo>
                    <a:pt x="2102" y="1671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1676" y="3170405"/>
              <a:ext cx="2102" cy="167154"/>
            </a:xfrm>
            <a:custGeom>
              <a:avLst/>
              <a:pathLst>
                <a:path w="2102" h="167154">
                  <a:moveTo>
                    <a:pt x="0" y="0"/>
                  </a:moveTo>
                  <a:lnTo>
                    <a:pt x="2102" y="16715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1676" y="3170405"/>
              <a:ext cx="2102" cy="167154"/>
            </a:xfrm>
            <a:custGeom>
              <a:avLst/>
              <a:pathLst>
                <a:path w="2102" h="167154">
                  <a:moveTo>
                    <a:pt x="0" y="0"/>
                  </a:moveTo>
                  <a:lnTo>
                    <a:pt x="2102" y="16715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816621" y="3170405"/>
              <a:ext cx="334322" cy="334320"/>
            </a:xfrm>
            <a:custGeom>
              <a:avLst/>
              <a:pathLst>
                <a:path w="334322" h="334320">
                  <a:moveTo>
                    <a:pt x="165054" y="0"/>
                  </a:moveTo>
                  <a:lnTo>
                    <a:pt x="159778" y="149"/>
                  </a:lnTo>
                  <a:lnTo>
                    <a:pt x="154509" y="465"/>
                  </a:lnTo>
                  <a:lnTo>
                    <a:pt x="149253" y="948"/>
                  </a:lnTo>
                  <a:lnTo>
                    <a:pt x="144014" y="1596"/>
                  </a:lnTo>
                  <a:lnTo>
                    <a:pt x="138798" y="2409"/>
                  </a:lnTo>
                  <a:lnTo>
                    <a:pt x="133611" y="3387"/>
                  </a:lnTo>
                  <a:lnTo>
                    <a:pt x="128458" y="4527"/>
                  </a:lnTo>
                  <a:lnTo>
                    <a:pt x="123342" y="5830"/>
                  </a:lnTo>
                  <a:lnTo>
                    <a:pt x="118271" y="7294"/>
                  </a:lnTo>
                  <a:lnTo>
                    <a:pt x="113248" y="8917"/>
                  </a:lnTo>
                  <a:lnTo>
                    <a:pt x="108279" y="10698"/>
                  </a:lnTo>
                  <a:lnTo>
                    <a:pt x="103369" y="12635"/>
                  </a:lnTo>
                  <a:lnTo>
                    <a:pt x="98522" y="14726"/>
                  </a:lnTo>
                  <a:lnTo>
                    <a:pt x="93744" y="16969"/>
                  </a:lnTo>
                  <a:lnTo>
                    <a:pt x="89039" y="19362"/>
                  </a:lnTo>
                  <a:lnTo>
                    <a:pt x="84412" y="21902"/>
                  </a:lnTo>
                  <a:lnTo>
                    <a:pt x="79867" y="24587"/>
                  </a:lnTo>
                  <a:lnTo>
                    <a:pt x="75409" y="27414"/>
                  </a:lnTo>
                  <a:lnTo>
                    <a:pt x="71043" y="30380"/>
                  </a:lnTo>
                  <a:lnTo>
                    <a:pt x="66773" y="33483"/>
                  </a:lnTo>
                  <a:lnTo>
                    <a:pt x="62603" y="36719"/>
                  </a:lnTo>
                  <a:lnTo>
                    <a:pt x="58537" y="40085"/>
                  </a:lnTo>
                  <a:lnTo>
                    <a:pt x="54579" y="43577"/>
                  </a:lnTo>
                  <a:lnTo>
                    <a:pt x="50733" y="47193"/>
                  </a:lnTo>
                  <a:lnTo>
                    <a:pt x="47004" y="50929"/>
                  </a:lnTo>
                  <a:lnTo>
                    <a:pt x="43394" y="54780"/>
                  </a:lnTo>
                  <a:lnTo>
                    <a:pt x="39908" y="58744"/>
                  </a:lnTo>
                  <a:lnTo>
                    <a:pt x="36549" y="62815"/>
                  </a:lnTo>
                  <a:lnTo>
                    <a:pt x="33320" y="66991"/>
                  </a:lnTo>
                  <a:lnTo>
                    <a:pt x="30224" y="71266"/>
                  </a:lnTo>
                  <a:lnTo>
                    <a:pt x="27265" y="75637"/>
                  </a:lnTo>
                  <a:lnTo>
                    <a:pt x="24446" y="80100"/>
                  </a:lnTo>
                  <a:lnTo>
                    <a:pt x="21768" y="84649"/>
                  </a:lnTo>
                  <a:lnTo>
                    <a:pt x="19236" y="89280"/>
                  </a:lnTo>
                  <a:lnTo>
                    <a:pt x="16851" y="93989"/>
                  </a:lnTo>
                  <a:lnTo>
                    <a:pt x="14616" y="98771"/>
                  </a:lnTo>
                  <a:lnTo>
                    <a:pt x="12533" y="103621"/>
                  </a:lnTo>
                  <a:lnTo>
                    <a:pt x="10604" y="108535"/>
                  </a:lnTo>
                  <a:lnTo>
                    <a:pt x="8832" y="113507"/>
                  </a:lnTo>
                  <a:lnTo>
                    <a:pt x="7217" y="118532"/>
                  </a:lnTo>
                  <a:lnTo>
                    <a:pt x="5761" y="123606"/>
                  </a:lnTo>
                  <a:lnTo>
                    <a:pt x="4467" y="128723"/>
                  </a:lnTo>
                  <a:lnTo>
                    <a:pt x="3335" y="133879"/>
                  </a:lnTo>
                  <a:lnTo>
                    <a:pt x="2366" y="139068"/>
                  </a:lnTo>
                  <a:lnTo>
                    <a:pt x="1561" y="144285"/>
                  </a:lnTo>
                  <a:lnTo>
                    <a:pt x="922" y="149524"/>
                  </a:lnTo>
                  <a:lnTo>
                    <a:pt x="448" y="154781"/>
                  </a:lnTo>
                  <a:lnTo>
                    <a:pt x="140" y="160051"/>
                  </a:lnTo>
                  <a:lnTo>
                    <a:pt x="0" y="165328"/>
                  </a:lnTo>
                  <a:lnTo>
                    <a:pt x="25" y="170606"/>
                  </a:lnTo>
                  <a:lnTo>
                    <a:pt x="217" y="175881"/>
                  </a:lnTo>
                  <a:lnTo>
                    <a:pt x="576" y="181147"/>
                  </a:lnTo>
                  <a:lnTo>
                    <a:pt x="1101" y="186400"/>
                  </a:lnTo>
                  <a:lnTo>
                    <a:pt x="1792" y="191633"/>
                  </a:lnTo>
                  <a:lnTo>
                    <a:pt x="2647" y="196842"/>
                  </a:lnTo>
                  <a:lnTo>
                    <a:pt x="3666" y="202021"/>
                  </a:lnTo>
                  <a:lnTo>
                    <a:pt x="4848" y="207165"/>
                  </a:lnTo>
                  <a:lnTo>
                    <a:pt x="6193" y="212270"/>
                  </a:lnTo>
                  <a:lnTo>
                    <a:pt x="7697" y="217329"/>
                  </a:lnTo>
                  <a:lnTo>
                    <a:pt x="9361" y="222338"/>
                  </a:lnTo>
                  <a:lnTo>
                    <a:pt x="11182" y="227293"/>
                  </a:lnTo>
                  <a:lnTo>
                    <a:pt x="13158" y="232187"/>
                  </a:lnTo>
                  <a:lnTo>
                    <a:pt x="15288" y="237017"/>
                  </a:lnTo>
                  <a:lnTo>
                    <a:pt x="17570" y="241777"/>
                  </a:lnTo>
                  <a:lnTo>
                    <a:pt x="20000" y="246463"/>
                  </a:lnTo>
                  <a:lnTo>
                    <a:pt x="22578" y="251069"/>
                  </a:lnTo>
                  <a:lnTo>
                    <a:pt x="25299" y="255592"/>
                  </a:lnTo>
                  <a:lnTo>
                    <a:pt x="28162" y="260027"/>
                  </a:lnTo>
                  <a:lnTo>
                    <a:pt x="31164" y="264369"/>
                  </a:lnTo>
                  <a:lnTo>
                    <a:pt x="34301" y="268614"/>
                  </a:lnTo>
                  <a:lnTo>
                    <a:pt x="37570" y="272758"/>
                  </a:lnTo>
                  <a:lnTo>
                    <a:pt x="40969" y="276797"/>
                  </a:lnTo>
                  <a:lnTo>
                    <a:pt x="44494" y="280726"/>
                  </a:lnTo>
                  <a:lnTo>
                    <a:pt x="48140" y="284542"/>
                  </a:lnTo>
                  <a:lnTo>
                    <a:pt x="51906" y="288241"/>
                  </a:lnTo>
                  <a:lnTo>
                    <a:pt x="55786" y="291820"/>
                  </a:lnTo>
                  <a:lnTo>
                    <a:pt x="59778" y="295274"/>
                  </a:lnTo>
                  <a:lnTo>
                    <a:pt x="63876" y="298600"/>
                  </a:lnTo>
                  <a:lnTo>
                    <a:pt x="68078" y="301795"/>
                  </a:lnTo>
                  <a:lnTo>
                    <a:pt x="72378" y="304856"/>
                  </a:lnTo>
                  <a:lnTo>
                    <a:pt x="76773" y="307780"/>
                  </a:lnTo>
                  <a:lnTo>
                    <a:pt x="81258" y="310563"/>
                  </a:lnTo>
                  <a:lnTo>
                    <a:pt x="85829" y="313204"/>
                  </a:lnTo>
                  <a:lnTo>
                    <a:pt x="90480" y="315699"/>
                  </a:lnTo>
                  <a:lnTo>
                    <a:pt x="95208" y="318046"/>
                  </a:lnTo>
                  <a:lnTo>
                    <a:pt x="100008" y="320242"/>
                  </a:lnTo>
                  <a:lnTo>
                    <a:pt x="104875" y="322286"/>
                  </a:lnTo>
                  <a:lnTo>
                    <a:pt x="109804" y="324175"/>
                  </a:lnTo>
                  <a:lnTo>
                    <a:pt x="114790" y="325907"/>
                  </a:lnTo>
                  <a:lnTo>
                    <a:pt x="119828" y="327481"/>
                  </a:lnTo>
                  <a:lnTo>
                    <a:pt x="124914" y="328896"/>
                  </a:lnTo>
                  <a:lnTo>
                    <a:pt x="130041" y="330149"/>
                  </a:lnTo>
                  <a:lnTo>
                    <a:pt x="135206" y="331239"/>
                  </a:lnTo>
                  <a:lnTo>
                    <a:pt x="140403" y="332166"/>
                  </a:lnTo>
                  <a:lnTo>
                    <a:pt x="145626" y="332929"/>
                  </a:lnTo>
                  <a:lnTo>
                    <a:pt x="150870" y="333526"/>
                  </a:lnTo>
                  <a:lnTo>
                    <a:pt x="156131" y="333957"/>
                  </a:lnTo>
                  <a:lnTo>
                    <a:pt x="161403" y="334222"/>
                  </a:lnTo>
                  <a:lnTo>
                    <a:pt x="166681" y="334320"/>
                  </a:lnTo>
                  <a:lnTo>
                    <a:pt x="171959" y="334252"/>
                  </a:lnTo>
                  <a:lnTo>
                    <a:pt x="177232" y="334017"/>
                  </a:lnTo>
                  <a:lnTo>
                    <a:pt x="182495" y="333616"/>
                  </a:lnTo>
                  <a:lnTo>
                    <a:pt x="187743" y="333049"/>
                  </a:lnTo>
                  <a:lnTo>
                    <a:pt x="192970" y="332316"/>
                  </a:lnTo>
                  <a:lnTo>
                    <a:pt x="198172" y="331419"/>
                  </a:lnTo>
                  <a:lnTo>
                    <a:pt x="203343" y="330358"/>
                  </a:lnTo>
                  <a:lnTo>
                    <a:pt x="208478" y="329134"/>
                  </a:lnTo>
                  <a:lnTo>
                    <a:pt x="213571" y="327749"/>
                  </a:lnTo>
                  <a:lnTo>
                    <a:pt x="218618" y="326203"/>
                  </a:lnTo>
                  <a:lnTo>
                    <a:pt x="223614" y="324499"/>
                  </a:lnTo>
                  <a:lnTo>
                    <a:pt x="228554" y="322638"/>
                  </a:lnTo>
                  <a:lnTo>
                    <a:pt x="233432" y="320622"/>
                  </a:lnTo>
                  <a:lnTo>
                    <a:pt x="238244" y="318453"/>
                  </a:lnTo>
                  <a:lnTo>
                    <a:pt x="242986" y="316133"/>
                  </a:lnTo>
                  <a:lnTo>
                    <a:pt x="247652" y="313665"/>
                  </a:lnTo>
                  <a:lnTo>
                    <a:pt x="252237" y="311051"/>
                  </a:lnTo>
                  <a:lnTo>
                    <a:pt x="256738" y="308293"/>
                  </a:lnTo>
                  <a:lnTo>
                    <a:pt x="261149" y="305394"/>
                  </a:lnTo>
                  <a:lnTo>
                    <a:pt x="265467" y="302358"/>
                  </a:lnTo>
                  <a:lnTo>
                    <a:pt x="269687" y="299186"/>
                  </a:lnTo>
                  <a:lnTo>
                    <a:pt x="273804" y="295884"/>
                  </a:lnTo>
                  <a:lnTo>
                    <a:pt x="277815" y="292452"/>
                  </a:lnTo>
                  <a:lnTo>
                    <a:pt x="281716" y="288896"/>
                  </a:lnTo>
                  <a:lnTo>
                    <a:pt x="285502" y="285219"/>
                  </a:lnTo>
                  <a:lnTo>
                    <a:pt x="289171" y="281423"/>
                  </a:lnTo>
                  <a:lnTo>
                    <a:pt x="292718" y="277514"/>
                  </a:lnTo>
                  <a:lnTo>
                    <a:pt x="296140" y="273495"/>
                  </a:lnTo>
                  <a:lnTo>
                    <a:pt x="299433" y="269369"/>
                  </a:lnTo>
                  <a:lnTo>
                    <a:pt x="302594" y="265142"/>
                  </a:lnTo>
                  <a:lnTo>
                    <a:pt x="305620" y="260817"/>
                  </a:lnTo>
                  <a:lnTo>
                    <a:pt x="308508" y="256399"/>
                  </a:lnTo>
                  <a:lnTo>
                    <a:pt x="311256" y="251892"/>
                  </a:lnTo>
                  <a:lnTo>
                    <a:pt x="313859" y="247300"/>
                  </a:lnTo>
                  <a:lnTo>
                    <a:pt x="316316" y="242628"/>
                  </a:lnTo>
                  <a:lnTo>
                    <a:pt x="318625" y="237882"/>
                  </a:lnTo>
                  <a:lnTo>
                    <a:pt x="320782" y="233064"/>
                  </a:lnTo>
                  <a:lnTo>
                    <a:pt x="322787" y="228181"/>
                  </a:lnTo>
                  <a:lnTo>
                    <a:pt x="324636" y="223237"/>
                  </a:lnTo>
                  <a:lnTo>
                    <a:pt x="326328" y="218237"/>
                  </a:lnTo>
                  <a:lnTo>
                    <a:pt x="327862" y="213186"/>
                  </a:lnTo>
                  <a:lnTo>
                    <a:pt x="329235" y="208089"/>
                  </a:lnTo>
                  <a:lnTo>
                    <a:pt x="330446" y="202952"/>
                  </a:lnTo>
                  <a:lnTo>
                    <a:pt x="331495" y="197779"/>
                  </a:lnTo>
                  <a:lnTo>
                    <a:pt x="332380" y="192575"/>
                  </a:lnTo>
                  <a:lnTo>
                    <a:pt x="333100" y="187346"/>
                  </a:lnTo>
                  <a:lnTo>
                    <a:pt x="333655" y="182096"/>
                  </a:lnTo>
                  <a:lnTo>
                    <a:pt x="334044" y="176832"/>
                  </a:lnTo>
                  <a:lnTo>
                    <a:pt x="334266" y="171559"/>
                  </a:lnTo>
                  <a:lnTo>
                    <a:pt x="334322" y="166280"/>
                  </a:lnTo>
                  <a:lnTo>
                    <a:pt x="334211" y="161003"/>
                  </a:lnTo>
                  <a:lnTo>
                    <a:pt x="333934" y="155732"/>
                  </a:lnTo>
                  <a:lnTo>
                    <a:pt x="333490" y="150472"/>
                  </a:lnTo>
                  <a:lnTo>
                    <a:pt x="332880" y="145229"/>
                  </a:lnTo>
                  <a:lnTo>
                    <a:pt x="332106" y="140007"/>
                  </a:lnTo>
                  <a:lnTo>
                    <a:pt x="331166" y="134813"/>
                  </a:lnTo>
                  <a:lnTo>
                    <a:pt x="330063" y="129651"/>
                  </a:lnTo>
                  <a:lnTo>
                    <a:pt x="328798" y="124527"/>
                  </a:lnTo>
                  <a:lnTo>
                    <a:pt x="327372" y="119445"/>
                  </a:lnTo>
                  <a:lnTo>
                    <a:pt x="325786" y="114410"/>
                  </a:lnTo>
                  <a:lnTo>
                    <a:pt x="324041" y="109428"/>
                  </a:lnTo>
                  <a:lnTo>
                    <a:pt x="322141" y="104504"/>
                  </a:lnTo>
                  <a:lnTo>
                    <a:pt x="320085" y="99642"/>
                  </a:lnTo>
                  <a:lnTo>
                    <a:pt x="317878" y="94847"/>
                  </a:lnTo>
                  <a:lnTo>
                    <a:pt x="315520" y="90125"/>
                  </a:lnTo>
                  <a:lnTo>
                    <a:pt x="313014" y="85479"/>
                  </a:lnTo>
                  <a:lnTo>
                    <a:pt x="310362" y="80914"/>
                  </a:lnTo>
                  <a:lnTo>
                    <a:pt x="307568" y="76436"/>
                  </a:lnTo>
                  <a:lnTo>
                    <a:pt x="304634" y="72048"/>
                  </a:lnTo>
                  <a:lnTo>
                    <a:pt x="301563" y="67755"/>
                  </a:lnTo>
                  <a:lnTo>
                    <a:pt x="298357" y="63561"/>
                  </a:lnTo>
                  <a:lnTo>
                    <a:pt x="295021" y="59471"/>
                  </a:lnTo>
                  <a:lnTo>
                    <a:pt x="291558" y="55487"/>
                  </a:lnTo>
                  <a:lnTo>
                    <a:pt x="287970" y="51616"/>
                  </a:lnTo>
                  <a:lnTo>
                    <a:pt x="284262" y="47859"/>
                  </a:lnTo>
                  <a:lnTo>
                    <a:pt x="280438" y="44221"/>
                  </a:lnTo>
                  <a:lnTo>
                    <a:pt x="276500" y="40706"/>
                  </a:lnTo>
                  <a:lnTo>
                    <a:pt x="272453" y="37317"/>
                  </a:lnTo>
                  <a:lnTo>
                    <a:pt x="268301" y="34057"/>
                  </a:lnTo>
                  <a:lnTo>
                    <a:pt x="264049" y="30930"/>
                  </a:lnTo>
                  <a:lnTo>
                    <a:pt x="259700" y="27939"/>
                  </a:lnTo>
                  <a:lnTo>
                    <a:pt x="255258" y="25086"/>
                  </a:lnTo>
                  <a:lnTo>
                    <a:pt x="250729" y="22376"/>
                  </a:lnTo>
                  <a:lnTo>
                    <a:pt x="246116" y="19809"/>
                  </a:lnTo>
                  <a:lnTo>
                    <a:pt x="241425" y="17390"/>
                  </a:lnTo>
                  <a:lnTo>
                    <a:pt x="236659" y="15120"/>
                  </a:lnTo>
                  <a:lnTo>
                    <a:pt x="231825" y="13001"/>
                  </a:lnTo>
                  <a:lnTo>
                    <a:pt x="226926" y="11036"/>
                  </a:lnTo>
                  <a:lnTo>
                    <a:pt x="221967" y="9227"/>
                  </a:lnTo>
                  <a:lnTo>
                    <a:pt x="216953" y="7575"/>
                  </a:lnTo>
                  <a:lnTo>
                    <a:pt x="211890" y="6083"/>
                  </a:lnTo>
                  <a:lnTo>
                    <a:pt x="206783" y="4751"/>
                  </a:lnTo>
                  <a:lnTo>
                    <a:pt x="201636" y="3581"/>
                  </a:lnTo>
                  <a:lnTo>
                    <a:pt x="196454" y="2574"/>
                  </a:lnTo>
                  <a:lnTo>
                    <a:pt x="191243" y="1731"/>
                  </a:lnTo>
                  <a:lnTo>
                    <a:pt x="186008" y="1053"/>
                  </a:lnTo>
                  <a:lnTo>
                    <a:pt x="180755" y="540"/>
                  </a:lnTo>
                  <a:lnTo>
                    <a:pt x="175488" y="194"/>
                  </a:lnTo>
                  <a:lnTo>
                    <a:pt x="170212" y="14"/>
                  </a:lnTo>
                  <a:lnTo>
                    <a:pt x="167157" y="16715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3779" y="3170392"/>
              <a:ext cx="3055" cy="167167"/>
            </a:xfrm>
            <a:custGeom>
              <a:avLst/>
              <a:pathLst>
                <a:path w="3055" h="167167">
                  <a:moveTo>
                    <a:pt x="3055" y="2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887044" y="2633064"/>
              <a:ext cx="31967" cy="167167"/>
            </a:xfrm>
            <a:custGeom>
              <a:avLst/>
              <a:pathLst>
                <a:path w="31967" h="167167">
                  <a:moveTo>
                    <a:pt x="31967" y="0"/>
                  </a:moveTo>
                  <a:lnTo>
                    <a:pt x="25535" y="123"/>
                  </a:lnTo>
                  <a:lnTo>
                    <a:pt x="19113" y="494"/>
                  </a:lnTo>
                  <a:lnTo>
                    <a:pt x="12710" y="1112"/>
                  </a:lnTo>
                  <a:lnTo>
                    <a:pt x="6336" y="1976"/>
                  </a:lnTo>
                  <a:lnTo>
                    <a:pt x="0" y="3084"/>
                  </a:lnTo>
                  <a:lnTo>
                    <a:pt x="3196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887044" y="2636149"/>
              <a:ext cx="31967" cy="164082"/>
            </a:xfrm>
            <a:custGeom>
              <a:avLst/>
              <a:pathLst>
                <a:path w="31967" h="164082">
                  <a:moveTo>
                    <a:pt x="0" y="0"/>
                  </a:moveTo>
                  <a:lnTo>
                    <a:pt x="31967" y="16408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887044" y="2636149"/>
              <a:ext cx="31967" cy="164082"/>
            </a:xfrm>
            <a:custGeom>
              <a:avLst/>
              <a:pathLst>
                <a:path w="31967" h="164082">
                  <a:moveTo>
                    <a:pt x="0" y="0"/>
                  </a:moveTo>
                  <a:lnTo>
                    <a:pt x="31967" y="16408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87044" y="2636149"/>
              <a:ext cx="31967" cy="164082"/>
            </a:xfrm>
            <a:custGeom>
              <a:avLst/>
              <a:pathLst>
                <a:path w="31967" h="164082">
                  <a:moveTo>
                    <a:pt x="0" y="0"/>
                  </a:moveTo>
                  <a:lnTo>
                    <a:pt x="31967" y="164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87044" y="2636149"/>
              <a:ext cx="31967" cy="164082"/>
            </a:xfrm>
            <a:custGeom>
              <a:avLst/>
              <a:pathLst>
                <a:path w="31967" h="164082">
                  <a:moveTo>
                    <a:pt x="0" y="0"/>
                  </a:moveTo>
                  <a:lnTo>
                    <a:pt x="31967" y="164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87044" y="2636149"/>
              <a:ext cx="31967" cy="164082"/>
            </a:xfrm>
            <a:custGeom>
              <a:avLst/>
              <a:pathLst>
                <a:path w="31967" h="164082">
                  <a:moveTo>
                    <a:pt x="0" y="0"/>
                  </a:moveTo>
                  <a:lnTo>
                    <a:pt x="31967" y="164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87044" y="2636149"/>
              <a:ext cx="31967" cy="164082"/>
            </a:xfrm>
            <a:custGeom>
              <a:avLst/>
              <a:pathLst>
                <a:path w="31967" h="164082">
                  <a:moveTo>
                    <a:pt x="0" y="0"/>
                  </a:moveTo>
                  <a:lnTo>
                    <a:pt x="31967" y="164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87044" y="2636149"/>
              <a:ext cx="31967" cy="164082"/>
            </a:xfrm>
            <a:custGeom>
              <a:avLst/>
              <a:pathLst>
                <a:path w="31967" h="164082">
                  <a:moveTo>
                    <a:pt x="0" y="0"/>
                  </a:moveTo>
                  <a:lnTo>
                    <a:pt x="31967" y="16408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87044" y="2636149"/>
              <a:ext cx="31967" cy="164082"/>
            </a:xfrm>
            <a:custGeom>
              <a:avLst/>
              <a:pathLst>
                <a:path w="31967" h="164082">
                  <a:moveTo>
                    <a:pt x="0" y="0"/>
                  </a:moveTo>
                  <a:lnTo>
                    <a:pt x="31967" y="16408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7044" y="2636149"/>
              <a:ext cx="31967" cy="164082"/>
            </a:xfrm>
            <a:custGeom>
              <a:avLst/>
              <a:pathLst>
                <a:path w="31967" h="164082">
                  <a:moveTo>
                    <a:pt x="0" y="0"/>
                  </a:moveTo>
                  <a:lnTo>
                    <a:pt x="31967" y="1640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7044" y="2636149"/>
              <a:ext cx="31967" cy="164082"/>
            </a:xfrm>
            <a:custGeom>
              <a:avLst/>
              <a:pathLst>
                <a:path w="31967" h="164082">
                  <a:moveTo>
                    <a:pt x="0" y="0"/>
                  </a:moveTo>
                  <a:lnTo>
                    <a:pt x="31967" y="1640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7044" y="2636149"/>
              <a:ext cx="31967" cy="164082"/>
            </a:xfrm>
            <a:custGeom>
              <a:avLst/>
              <a:pathLst>
                <a:path w="31967" h="164082">
                  <a:moveTo>
                    <a:pt x="0" y="0"/>
                  </a:moveTo>
                  <a:lnTo>
                    <a:pt x="31967" y="164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7044" y="2636149"/>
              <a:ext cx="31967" cy="164082"/>
            </a:xfrm>
            <a:custGeom>
              <a:avLst/>
              <a:pathLst>
                <a:path w="31967" h="164082">
                  <a:moveTo>
                    <a:pt x="0" y="0"/>
                  </a:moveTo>
                  <a:lnTo>
                    <a:pt x="31967" y="164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7044" y="2636149"/>
              <a:ext cx="31967" cy="164082"/>
            </a:xfrm>
            <a:custGeom>
              <a:avLst/>
              <a:pathLst>
                <a:path w="31967" h="164082">
                  <a:moveTo>
                    <a:pt x="0" y="0"/>
                  </a:moveTo>
                  <a:lnTo>
                    <a:pt x="31967" y="164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7044" y="2636149"/>
              <a:ext cx="31967" cy="164082"/>
            </a:xfrm>
            <a:custGeom>
              <a:avLst/>
              <a:pathLst>
                <a:path w="31967" h="164082">
                  <a:moveTo>
                    <a:pt x="0" y="0"/>
                  </a:moveTo>
                  <a:lnTo>
                    <a:pt x="31967" y="164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7044" y="2636149"/>
              <a:ext cx="31967" cy="164082"/>
            </a:xfrm>
            <a:custGeom>
              <a:avLst/>
              <a:pathLst>
                <a:path w="31967" h="164082">
                  <a:moveTo>
                    <a:pt x="0" y="0"/>
                  </a:moveTo>
                  <a:lnTo>
                    <a:pt x="31967" y="16408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7044" y="2636149"/>
              <a:ext cx="31967" cy="164082"/>
            </a:xfrm>
            <a:custGeom>
              <a:avLst/>
              <a:pathLst>
                <a:path w="31967" h="164082">
                  <a:moveTo>
                    <a:pt x="0" y="0"/>
                  </a:moveTo>
                  <a:lnTo>
                    <a:pt x="31967" y="1640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7044" y="2636149"/>
              <a:ext cx="31967" cy="164082"/>
            </a:xfrm>
            <a:custGeom>
              <a:avLst/>
              <a:pathLst>
                <a:path w="31967" h="164082">
                  <a:moveTo>
                    <a:pt x="0" y="0"/>
                  </a:moveTo>
                  <a:lnTo>
                    <a:pt x="31967" y="1640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7044" y="2636149"/>
              <a:ext cx="31967" cy="164082"/>
            </a:xfrm>
            <a:custGeom>
              <a:avLst/>
              <a:pathLst>
                <a:path w="31967" h="164082">
                  <a:moveTo>
                    <a:pt x="0" y="0"/>
                  </a:moveTo>
                  <a:lnTo>
                    <a:pt x="31967" y="16408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7044" y="2636149"/>
              <a:ext cx="31967" cy="164082"/>
            </a:xfrm>
            <a:custGeom>
              <a:avLst/>
              <a:pathLst>
                <a:path w="31967" h="164082">
                  <a:moveTo>
                    <a:pt x="0" y="0"/>
                  </a:moveTo>
                  <a:lnTo>
                    <a:pt x="31967" y="164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7044" y="2636149"/>
              <a:ext cx="31967" cy="164082"/>
            </a:xfrm>
            <a:custGeom>
              <a:avLst/>
              <a:pathLst>
                <a:path w="31967" h="164082">
                  <a:moveTo>
                    <a:pt x="0" y="0"/>
                  </a:moveTo>
                  <a:lnTo>
                    <a:pt x="31967" y="164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7044" y="2636149"/>
              <a:ext cx="31967" cy="164082"/>
            </a:xfrm>
            <a:custGeom>
              <a:avLst/>
              <a:pathLst>
                <a:path w="31967" h="164082">
                  <a:moveTo>
                    <a:pt x="0" y="0"/>
                  </a:moveTo>
                  <a:lnTo>
                    <a:pt x="31967" y="164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87044" y="2636149"/>
              <a:ext cx="31967" cy="164082"/>
            </a:xfrm>
            <a:custGeom>
              <a:avLst/>
              <a:pathLst>
                <a:path w="31967" h="164082">
                  <a:moveTo>
                    <a:pt x="0" y="0"/>
                  </a:moveTo>
                  <a:lnTo>
                    <a:pt x="31967" y="164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87044" y="2636149"/>
              <a:ext cx="31967" cy="164082"/>
            </a:xfrm>
            <a:custGeom>
              <a:avLst/>
              <a:pathLst>
                <a:path w="31967" h="164082">
                  <a:moveTo>
                    <a:pt x="0" y="0"/>
                  </a:moveTo>
                  <a:lnTo>
                    <a:pt x="31967" y="16408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87044" y="2636149"/>
              <a:ext cx="31967" cy="164082"/>
            </a:xfrm>
            <a:custGeom>
              <a:avLst/>
              <a:pathLst>
                <a:path w="31967" h="164082">
                  <a:moveTo>
                    <a:pt x="0" y="0"/>
                  </a:moveTo>
                  <a:lnTo>
                    <a:pt x="31967" y="16408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751861" y="2636149"/>
              <a:ext cx="334297" cy="331249"/>
            </a:xfrm>
            <a:custGeom>
              <a:avLst/>
              <a:pathLst>
                <a:path w="334297" h="331249">
                  <a:moveTo>
                    <a:pt x="135183" y="0"/>
                  </a:moveTo>
                  <a:lnTo>
                    <a:pt x="129995" y="1096"/>
                  </a:lnTo>
                  <a:lnTo>
                    <a:pt x="124844" y="2356"/>
                  </a:lnTo>
                  <a:lnTo>
                    <a:pt x="119736" y="3779"/>
                  </a:lnTo>
                  <a:lnTo>
                    <a:pt x="114676" y="5364"/>
                  </a:lnTo>
                  <a:lnTo>
                    <a:pt x="109669" y="7108"/>
                  </a:lnTo>
                  <a:lnTo>
                    <a:pt x="104719" y="9010"/>
                  </a:lnTo>
                  <a:lnTo>
                    <a:pt x="99832" y="11068"/>
                  </a:lnTo>
                  <a:lnTo>
                    <a:pt x="95013" y="13280"/>
                  </a:lnTo>
                  <a:lnTo>
                    <a:pt x="90267" y="15643"/>
                  </a:lnTo>
                  <a:lnTo>
                    <a:pt x="85598" y="18156"/>
                  </a:lnTo>
                  <a:lnTo>
                    <a:pt x="81011" y="20816"/>
                  </a:lnTo>
                  <a:lnTo>
                    <a:pt x="76510" y="23620"/>
                  </a:lnTo>
                  <a:lnTo>
                    <a:pt x="72101" y="26566"/>
                  </a:lnTo>
                  <a:lnTo>
                    <a:pt x="67788" y="29649"/>
                  </a:lnTo>
                  <a:lnTo>
                    <a:pt x="63574" y="32868"/>
                  </a:lnTo>
                  <a:lnTo>
                    <a:pt x="59465" y="36219"/>
                  </a:lnTo>
                  <a:lnTo>
                    <a:pt x="55464" y="39699"/>
                  </a:lnTo>
                  <a:lnTo>
                    <a:pt x="51575" y="43304"/>
                  </a:lnTo>
                  <a:lnTo>
                    <a:pt x="47803" y="47030"/>
                  </a:lnTo>
                  <a:lnTo>
                    <a:pt x="44150" y="50874"/>
                  </a:lnTo>
                  <a:lnTo>
                    <a:pt x="40622" y="54832"/>
                  </a:lnTo>
                  <a:lnTo>
                    <a:pt x="37220" y="58900"/>
                  </a:lnTo>
                  <a:lnTo>
                    <a:pt x="33950" y="63073"/>
                  </a:lnTo>
                  <a:lnTo>
                    <a:pt x="30813" y="67349"/>
                  </a:lnTo>
                  <a:lnTo>
                    <a:pt x="27814" y="71721"/>
                  </a:lnTo>
                  <a:lnTo>
                    <a:pt x="24955" y="76187"/>
                  </a:lnTo>
                  <a:lnTo>
                    <a:pt x="22239" y="80741"/>
                  </a:lnTo>
                  <a:lnTo>
                    <a:pt x="19668" y="85378"/>
                  </a:lnTo>
                  <a:lnTo>
                    <a:pt x="17246" y="90095"/>
                  </a:lnTo>
                  <a:lnTo>
                    <a:pt x="14975" y="94887"/>
                  </a:lnTo>
                  <a:lnTo>
                    <a:pt x="12857" y="99748"/>
                  </a:lnTo>
                  <a:lnTo>
                    <a:pt x="10895" y="104674"/>
                  </a:lnTo>
                  <a:lnTo>
                    <a:pt x="9089" y="109659"/>
                  </a:lnTo>
                  <a:lnTo>
                    <a:pt x="7443" y="114700"/>
                  </a:lnTo>
                  <a:lnTo>
                    <a:pt x="5957" y="119790"/>
                  </a:lnTo>
                  <a:lnTo>
                    <a:pt x="4633" y="124924"/>
                  </a:lnTo>
                  <a:lnTo>
                    <a:pt x="3473" y="130098"/>
                  </a:lnTo>
                  <a:lnTo>
                    <a:pt x="2477" y="135306"/>
                  </a:lnTo>
                  <a:lnTo>
                    <a:pt x="1648" y="140544"/>
                  </a:lnTo>
                  <a:lnTo>
                    <a:pt x="984" y="145804"/>
                  </a:lnTo>
                  <a:lnTo>
                    <a:pt x="488" y="151084"/>
                  </a:lnTo>
                  <a:lnTo>
                    <a:pt x="160" y="156376"/>
                  </a:lnTo>
                  <a:lnTo>
                    <a:pt x="0" y="161676"/>
                  </a:lnTo>
                  <a:lnTo>
                    <a:pt x="7" y="166978"/>
                  </a:lnTo>
                  <a:lnTo>
                    <a:pt x="183" y="172278"/>
                  </a:lnTo>
                  <a:lnTo>
                    <a:pt x="527" y="177569"/>
                  </a:lnTo>
                  <a:lnTo>
                    <a:pt x="1039" y="182847"/>
                  </a:lnTo>
                  <a:lnTo>
                    <a:pt x="1717" y="188106"/>
                  </a:lnTo>
                  <a:lnTo>
                    <a:pt x="2563" y="193340"/>
                  </a:lnTo>
                  <a:lnTo>
                    <a:pt x="3573" y="198545"/>
                  </a:lnTo>
                  <a:lnTo>
                    <a:pt x="4749" y="203716"/>
                  </a:lnTo>
                  <a:lnTo>
                    <a:pt x="6087" y="208847"/>
                  </a:lnTo>
                  <a:lnTo>
                    <a:pt x="7588" y="213932"/>
                  </a:lnTo>
                  <a:lnTo>
                    <a:pt x="9249" y="218968"/>
                  </a:lnTo>
                  <a:lnTo>
                    <a:pt x="11069" y="223948"/>
                  </a:lnTo>
                  <a:lnTo>
                    <a:pt x="13047" y="228868"/>
                  </a:lnTo>
                  <a:lnTo>
                    <a:pt x="15179" y="233723"/>
                  </a:lnTo>
                  <a:lnTo>
                    <a:pt x="17464" y="238508"/>
                  </a:lnTo>
                  <a:lnTo>
                    <a:pt x="19900" y="243218"/>
                  </a:lnTo>
                  <a:lnTo>
                    <a:pt x="22484" y="247848"/>
                  </a:lnTo>
                  <a:lnTo>
                    <a:pt x="25213" y="252394"/>
                  </a:lnTo>
                  <a:lnTo>
                    <a:pt x="28085" y="256851"/>
                  </a:lnTo>
                  <a:lnTo>
                    <a:pt x="31098" y="261215"/>
                  </a:lnTo>
                  <a:lnTo>
                    <a:pt x="34247" y="265481"/>
                  </a:lnTo>
                  <a:lnTo>
                    <a:pt x="37529" y="269645"/>
                  </a:lnTo>
                  <a:lnTo>
                    <a:pt x="40942" y="273703"/>
                  </a:lnTo>
                  <a:lnTo>
                    <a:pt x="44483" y="277650"/>
                  </a:lnTo>
                  <a:lnTo>
                    <a:pt x="48146" y="281484"/>
                  </a:lnTo>
                  <a:lnTo>
                    <a:pt x="51930" y="285199"/>
                  </a:lnTo>
                  <a:lnTo>
                    <a:pt x="55829" y="288792"/>
                  </a:lnTo>
                  <a:lnTo>
                    <a:pt x="59840" y="292260"/>
                  </a:lnTo>
                  <a:lnTo>
                    <a:pt x="63959" y="295599"/>
                  </a:lnTo>
                  <a:lnTo>
                    <a:pt x="68182" y="298805"/>
                  </a:lnTo>
                  <a:lnTo>
                    <a:pt x="72505" y="301876"/>
                  </a:lnTo>
                  <a:lnTo>
                    <a:pt x="76923" y="304809"/>
                  </a:lnTo>
                  <a:lnTo>
                    <a:pt x="81431" y="307600"/>
                  </a:lnTo>
                  <a:lnTo>
                    <a:pt x="86026" y="310246"/>
                  </a:lnTo>
                  <a:lnTo>
                    <a:pt x="90702" y="312745"/>
                  </a:lnTo>
                  <a:lnTo>
                    <a:pt x="95456" y="315095"/>
                  </a:lnTo>
                  <a:lnTo>
                    <a:pt x="100281" y="317293"/>
                  </a:lnTo>
                  <a:lnTo>
                    <a:pt x="105174" y="319337"/>
                  </a:lnTo>
                  <a:lnTo>
                    <a:pt x="110129" y="321224"/>
                  </a:lnTo>
                  <a:lnTo>
                    <a:pt x="115142" y="322953"/>
                  </a:lnTo>
                  <a:lnTo>
                    <a:pt x="120207" y="324523"/>
                  </a:lnTo>
                  <a:lnTo>
                    <a:pt x="125319" y="325931"/>
                  </a:lnTo>
                  <a:lnTo>
                    <a:pt x="130473" y="327176"/>
                  </a:lnTo>
                  <a:lnTo>
                    <a:pt x="135664" y="328257"/>
                  </a:lnTo>
                  <a:lnTo>
                    <a:pt x="140887" y="329173"/>
                  </a:lnTo>
                  <a:lnTo>
                    <a:pt x="146136" y="329923"/>
                  </a:lnTo>
                  <a:lnTo>
                    <a:pt x="151406" y="330506"/>
                  </a:lnTo>
                  <a:lnTo>
                    <a:pt x="156692" y="330922"/>
                  </a:lnTo>
                  <a:lnTo>
                    <a:pt x="161989" y="331170"/>
                  </a:lnTo>
                  <a:lnTo>
                    <a:pt x="167291" y="331249"/>
                  </a:lnTo>
                  <a:lnTo>
                    <a:pt x="172592" y="331161"/>
                  </a:lnTo>
                  <a:lnTo>
                    <a:pt x="177889" y="330904"/>
                  </a:lnTo>
                  <a:lnTo>
                    <a:pt x="183174" y="330480"/>
                  </a:lnTo>
                  <a:lnTo>
                    <a:pt x="188443" y="329888"/>
                  </a:lnTo>
                  <a:lnTo>
                    <a:pt x="193691" y="329129"/>
                  </a:lnTo>
                  <a:lnTo>
                    <a:pt x="198912" y="328204"/>
                  </a:lnTo>
                  <a:lnTo>
                    <a:pt x="204102" y="327114"/>
                  </a:lnTo>
                  <a:lnTo>
                    <a:pt x="209254" y="325860"/>
                  </a:lnTo>
                  <a:lnTo>
                    <a:pt x="214363" y="324444"/>
                  </a:lnTo>
                  <a:lnTo>
                    <a:pt x="219425" y="322865"/>
                  </a:lnTo>
                  <a:lnTo>
                    <a:pt x="224435" y="321128"/>
                  </a:lnTo>
                  <a:lnTo>
                    <a:pt x="229387" y="319232"/>
                  </a:lnTo>
                  <a:lnTo>
                    <a:pt x="234276" y="317180"/>
                  </a:lnTo>
                  <a:lnTo>
                    <a:pt x="239098" y="314974"/>
                  </a:lnTo>
                  <a:lnTo>
                    <a:pt x="243847" y="312616"/>
                  </a:lnTo>
                  <a:lnTo>
                    <a:pt x="248520" y="310109"/>
                  </a:lnTo>
                  <a:lnTo>
                    <a:pt x="253110" y="307455"/>
                  </a:lnTo>
                  <a:lnTo>
                    <a:pt x="257614" y="304656"/>
                  </a:lnTo>
                  <a:lnTo>
                    <a:pt x="262027" y="301717"/>
                  </a:lnTo>
                  <a:lnTo>
                    <a:pt x="266344" y="298638"/>
                  </a:lnTo>
                  <a:lnTo>
                    <a:pt x="270562" y="295425"/>
                  </a:lnTo>
                  <a:lnTo>
                    <a:pt x="274675" y="292079"/>
                  </a:lnTo>
                  <a:lnTo>
                    <a:pt x="278681" y="288604"/>
                  </a:lnTo>
                  <a:lnTo>
                    <a:pt x="282574" y="285004"/>
                  </a:lnTo>
                  <a:lnTo>
                    <a:pt x="286351" y="281283"/>
                  </a:lnTo>
                  <a:lnTo>
                    <a:pt x="290008" y="277443"/>
                  </a:lnTo>
                  <a:lnTo>
                    <a:pt x="293541" y="273490"/>
                  </a:lnTo>
                  <a:lnTo>
                    <a:pt x="296948" y="269426"/>
                  </a:lnTo>
                  <a:lnTo>
                    <a:pt x="300224" y="265257"/>
                  </a:lnTo>
                  <a:lnTo>
                    <a:pt x="303365" y="260985"/>
                  </a:lnTo>
                  <a:lnTo>
                    <a:pt x="306370" y="256616"/>
                  </a:lnTo>
                  <a:lnTo>
                    <a:pt x="309235" y="252154"/>
                  </a:lnTo>
                  <a:lnTo>
                    <a:pt x="311957" y="247604"/>
                  </a:lnTo>
                  <a:lnTo>
                    <a:pt x="314533" y="242969"/>
                  </a:lnTo>
                  <a:lnTo>
                    <a:pt x="316961" y="238255"/>
                  </a:lnTo>
                  <a:lnTo>
                    <a:pt x="319238" y="233466"/>
                  </a:lnTo>
                  <a:lnTo>
                    <a:pt x="321362" y="228608"/>
                  </a:lnTo>
                  <a:lnTo>
                    <a:pt x="323331" y="223685"/>
                  </a:lnTo>
                  <a:lnTo>
                    <a:pt x="325142" y="218701"/>
                  </a:lnTo>
                  <a:lnTo>
                    <a:pt x="326795" y="213663"/>
                  </a:lnTo>
                  <a:lnTo>
                    <a:pt x="328287" y="208575"/>
                  </a:lnTo>
                  <a:lnTo>
                    <a:pt x="329617" y="203442"/>
                  </a:lnTo>
                  <a:lnTo>
                    <a:pt x="330784" y="198269"/>
                  </a:lnTo>
                  <a:lnTo>
                    <a:pt x="331786" y="193063"/>
                  </a:lnTo>
                  <a:lnTo>
                    <a:pt x="332622" y="187826"/>
                  </a:lnTo>
                  <a:lnTo>
                    <a:pt x="333292" y="182567"/>
                  </a:lnTo>
                  <a:lnTo>
                    <a:pt x="333795" y="177288"/>
                  </a:lnTo>
                  <a:lnTo>
                    <a:pt x="334130" y="171996"/>
                  </a:lnTo>
                  <a:lnTo>
                    <a:pt x="334297" y="166696"/>
                  </a:lnTo>
                  <a:lnTo>
                    <a:pt x="334295" y="161394"/>
                  </a:lnTo>
                  <a:lnTo>
                    <a:pt x="334126" y="156094"/>
                  </a:lnTo>
                  <a:lnTo>
                    <a:pt x="333789" y="150802"/>
                  </a:lnTo>
                  <a:lnTo>
                    <a:pt x="333284" y="145524"/>
                  </a:lnTo>
                  <a:lnTo>
                    <a:pt x="332612" y="140264"/>
                  </a:lnTo>
                  <a:lnTo>
                    <a:pt x="331773" y="135029"/>
                  </a:lnTo>
                  <a:lnTo>
                    <a:pt x="330769" y="129822"/>
                  </a:lnTo>
                  <a:lnTo>
                    <a:pt x="329600" y="124650"/>
                  </a:lnTo>
                  <a:lnTo>
                    <a:pt x="328268" y="119518"/>
                  </a:lnTo>
                  <a:lnTo>
                    <a:pt x="326773" y="114430"/>
                  </a:lnTo>
                  <a:lnTo>
                    <a:pt x="325118" y="109393"/>
                  </a:lnTo>
                  <a:lnTo>
                    <a:pt x="323304" y="104410"/>
                  </a:lnTo>
                  <a:lnTo>
                    <a:pt x="321333" y="99488"/>
                  </a:lnTo>
                  <a:lnTo>
                    <a:pt x="319207" y="94630"/>
                  </a:lnTo>
                  <a:lnTo>
                    <a:pt x="316928" y="89843"/>
                  </a:lnTo>
                  <a:lnTo>
                    <a:pt x="314498" y="85130"/>
                  </a:lnTo>
                  <a:lnTo>
                    <a:pt x="311920" y="80496"/>
                  </a:lnTo>
                  <a:lnTo>
                    <a:pt x="309196" y="75947"/>
                  </a:lnTo>
                  <a:lnTo>
                    <a:pt x="306329" y="71486"/>
                  </a:lnTo>
                  <a:lnTo>
                    <a:pt x="303323" y="67119"/>
                  </a:lnTo>
                  <a:lnTo>
                    <a:pt x="300179" y="62849"/>
                  </a:lnTo>
                  <a:lnTo>
                    <a:pt x="296901" y="58681"/>
                  </a:lnTo>
                  <a:lnTo>
                    <a:pt x="293493" y="54618"/>
                  </a:lnTo>
                  <a:lnTo>
                    <a:pt x="289958" y="50666"/>
                  </a:lnTo>
                  <a:lnTo>
                    <a:pt x="286299" y="46829"/>
                  </a:lnTo>
                  <a:lnTo>
                    <a:pt x="282520" y="43109"/>
                  </a:lnTo>
                  <a:lnTo>
                    <a:pt x="278626" y="39511"/>
                  </a:lnTo>
                  <a:lnTo>
                    <a:pt x="274619" y="36038"/>
                  </a:lnTo>
                  <a:lnTo>
                    <a:pt x="270504" y="32694"/>
                  </a:lnTo>
                  <a:lnTo>
                    <a:pt x="266285" y="29482"/>
                  </a:lnTo>
                  <a:lnTo>
                    <a:pt x="261966" y="26406"/>
                  </a:lnTo>
                  <a:lnTo>
                    <a:pt x="257552" y="23468"/>
                  </a:lnTo>
                  <a:lnTo>
                    <a:pt x="253047" y="20671"/>
                  </a:lnTo>
                  <a:lnTo>
                    <a:pt x="248455" y="18019"/>
                  </a:lnTo>
                  <a:lnTo>
                    <a:pt x="243782" y="15514"/>
                  </a:lnTo>
                  <a:lnTo>
                    <a:pt x="239031" y="13158"/>
                  </a:lnTo>
                  <a:lnTo>
                    <a:pt x="234209" y="10954"/>
                  </a:lnTo>
                  <a:lnTo>
                    <a:pt x="229318" y="8905"/>
                  </a:lnTo>
                  <a:lnTo>
                    <a:pt x="224366" y="7011"/>
                  </a:lnTo>
                  <a:lnTo>
                    <a:pt x="219355" y="5275"/>
                  </a:lnTo>
                  <a:lnTo>
                    <a:pt x="167150" y="16408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19011" y="2633064"/>
              <a:ext cx="52205" cy="167167"/>
            </a:xfrm>
            <a:custGeom>
              <a:avLst/>
              <a:pathLst>
                <a:path w="52205" h="167167">
                  <a:moveTo>
                    <a:pt x="52205" y="8360"/>
                  </a:moveTo>
                  <a:lnTo>
                    <a:pt x="46570" y="6617"/>
                  </a:lnTo>
                  <a:lnTo>
                    <a:pt x="40876" y="5074"/>
                  </a:lnTo>
                  <a:lnTo>
                    <a:pt x="35131" y="3733"/>
                  </a:lnTo>
                  <a:lnTo>
                    <a:pt x="29343" y="2595"/>
                  </a:lnTo>
                  <a:lnTo>
                    <a:pt x="23518" y="1662"/>
                  </a:lnTo>
                  <a:lnTo>
                    <a:pt x="17664" y="935"/>
                  </a:lnTo>
                  <a:lnTo>
                    <a:pt x="11788" y="416"/>
                  </a:lnTo>
                  <a:lnTo>
                    <a:pt x="5898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723807" y="2126963"/>
              <a:ext cx="4664" cy="167167"/>
            </a:xfrm>
            <a:custGeom>
              <a:avLst/>
              <a:pathLst>
                <a:path w="4664" h="167167">
                  <a:moveTo>
                    <a:pt x="4664" y="0"/>
                  </a:moveTo>
                  <a:lnTo>
                    <a:pt x="0" y="65"/>
                  </a:lnTo>
                  <a:lnTo>
                    <a:pt x="466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23807" y="2127028"/>
              <a:ext cx="4664" cy="167102"/>
            </a:xfrm>
            <a:custGeom>
              <a:avLst/>
              <a:pathLst>
                <a:path w="4664" h="167102">
                  <a:moveTo>
                    <a:pt x="0" y="0"/>
                  </a:moveTo>
                  <a:lnTo>
                    <a:pt x="4664" y="16710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23807" y="2127028"/>
              <a:ext cx="4664" cy="167102"/>
            </a:xfrm>
            <a:custGeom>
              <a:avLst/>
              <a:pathLst>
                <a:path w="4664" h="167102">
                  <a:moveTo>
                    <a:pt x="0" y="0"/>
                  </a:moveTo>
                  <a:lnTo>
                    <a:pt x="4664" y="16710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23807" y="2127028"/>
              <a:ext cx="4664" cy="167102"/>
            </a:xfrm>
            <a:custGeom>
              <a:avLst/>
              <a:pathLst>
                <a:path w="4664" h="167102">
                  <a:moveTo>
                    <a:pt x="0" y="0"/>
                  </a:moveTo>
                  <a:lnTo>
                    <a:pt x="4664" y="16710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3807" y="2127028"/>
              <a:ext cx="4664" cy="167102"/>
            </a:xfrm>
            <a:custGeom>
              <a:avLst/>
              <a:pathLst>
                <a:path w="4664" h="167102">
                  <a:moveTo>
                    <a:pt x="0" y="0"/>
                  </a:moveTo>
                  <a:lnTo>
                    <a:pt x="4664" y="16710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3807" y="2127028"/>
              <a:ext cx="4664" cy="167102"/>
            </a:xfrm>
            <a:custGeom>
              <a:avLst/>
              <a:pathLst>
                <a:path w="4664" h="167102">
                  <a:moveTo>
                    <a:pt x="0" y="0"/>
                  </a:moveTo>
                  <a:lnTo>
                    <a:pt x="4664" y="16710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3807" y="2127028"/>
              <a:ext cx="4664" cy="167102"/>
            </a:xfrm>
            <a:custGeom>
              <a:avLst/>
              <a:pathLst>
                <a:path w="4664" h="167102">
                  <a:moveTo>
                    <a:pt x="0" y="0"/>
                  </a:moveTo>
                  <a:lnTo>
                    <a:pt x="4664" y="16710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3807" y="2127028"/>
              <a:ext cx="4664" cy="167102"/>
            </a:xfrm>
            <a:custGeom>
              <a:avLst/>
              <a:pathLst>
                <a:path w="4664" h="167102">
                  <a:moveTo>
                    <a:pt x="0" y="0"/>
                  </a:moveTo>
                  <a:lnTo>
                    <a:pt x="4664" y="16710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3807" y="2127028"/>
              <a:ext cx="4664" cy="167102"/>
            </a:xfrm>
            <a:custGeom>
              <a:avLst/>
              <a:pathLst>
                <a:path w="4664" h="167102">
                  <a:moveTo>
                    <a:pt x="0" y="0"/>
                  </a:moveTo>
                  <a:lnTo>
                    <a:pt x="4664" y="16710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3807" y="2127028"/>
              <a:ext cx="4664" cy="167102"/>
            </a:xfrm>
            <a:custGeom>
              <a:avLst/>
              <a:pathLst>
                <a:path w="4664" h="167102">
                  <a:moveTo>
                    <a:pt x="0" y="0"/>
                  </a:moveTo>
                  <a:lnTo>
                    <a:pt x="4664" y="16710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3807" y="2127028"/>
              <a:ext cx="4664" cy="167102"/>
            </a:xfrm>
            <a:custGeom>
              <a:avLst/>
              <a:pathLst>
                <a:path w="4664" h="167102">
                  <a:moveTo>
                    <a:pt x="0" y="0"/>
                  </a:moveTo>
                  <a:lnTo>
                    <a:pt x="4664" y="1671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3807" y="2127028"/>
              <a:ext cx="4664" cy="167102"/>
            </a:xfrm>
            <a:custGeom>
              <a:avLst/>
              <a:pathLst>
                <a:path w="4664" h="167102">
                  <a:moveTo>
                    <a:pt x="0" y="0"/>
                  </a:moveTo>
                  <a:lnTo>
                    <a:pt x="4664" y="1671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3807" y="2127028"/>
              <a:ext cx="4664" cy="167102"/>
            </a:xfrm>
            <a:custGeom>
              <a:avLst/>
              <a:pathLst>
                <a:path w="4664" h="167102">
                  <a:moveTo>
                    <a:pt x="0" y="0"/>
                  </a:moveTo>
                  <a:lnTo>
                    <a:pt x="4664" y="1671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3807" y="2127028"/>
              <a:ext cx="4664" cy="167102"/>
            </a:xfrm>
            <a:custGeom>
              <a:avLst/>
              <a:pathLst>
                <a:path w="4664" h="167102">
                  <a:moveTo>
                    <a:pt x="0" y="0"/>
                  </a:moveTo>
                  <a:lnTo>
                    <a:pt x="4664" y="1671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3807" y="2127028"/>
              <a:ext cx="4664" cy="167102"/>
            </a:xfrm>
            <a:custGeom>
              <a:avLst/>
              <a:pathLst>
                <a:path w="4664" h="167102">
                  <a:moveTo>
                    <a:pt x="0" y="0"/>
                  </a:moveTo>
                  <a:lnTo>
                    <a:pt x="4664" y="16710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3807" y="2127028"/>
              <a:ext cx="4664" cy="167102"/>
            </a:xfrm>
            <a:custGeom>
              <a:avLst/>
              <a:pathLst>
                <a:path w="4664" h="167102">
                  <a:moveTo>
                    <a:pt x="0" y="0"/>
                  </a:moveTo>
                  <a:lnTo>
                    <a:pt x="4664" y="16710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3807" y="2127028"/>
              <a:ext cx="4664" cy="167102"/>
            </a:xfrm>
            <a:custGeom>
              <a:avLst/>
              <a:pathLst>
                <a:path w="4664" h="167102">
                  <a:moveTo>
                    <a:pt x="0" y="0"/>
                  </a:moveTo>
                  <a:lnTo>
                    <a:pt x="4664" y="16710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3807" y="2127028"/>
              <a:ext cx="4664" cy="167102"/>
            </a:xfrm>
            <a:custGeom>
              <a:avLst/>
              <a:pathLst>
                <a:path w="4664" h="167102">
                  <a:moveTo>
                    <a:pt x="0" y="0"/>
                  </a:moveTo>
                  <a:lnTo>
                    <a:pt x="4664" y="16710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3807" y="2127028"/>
              <a:ext cx="4664" cy="167102"/>
            </a:xfrm>
            <a:custGeom>
              <a:avLst/>
              <a:pathLst>
                <a:path w="4664" h="167102">
                  <a:moveTo>
                    <a:pt x="0" y="0"/>
                  </a:moveTo>
                  <a:lnTo>
                    <a:pt x="4664" y="1671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3807" y="2127028"/>
              <a:ext cx="4664" cy="167102"/>
            </a:xfrm>
            <a:custGeom>
              <a:avLst/>
              <a:pathLst>
                <a:path w="4664" h="167102">
                  <a:moveTo>
                    <a:pt x="0" y="0"/>
                  </a:moveTo>
                  <a:lnTo>
                    <a:pt x="4664" y="1671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3807" y="2127028"/>
              <a:ext cx="4664" cy="167102"/>
            </a:xfrm>
            <a:custGeom>
              <a:avLst/>
              <a:pathLst>
                <a:path w="4664" h="167102">
                  <a:moveTo>
                    <a:pt x="0" y="0"/>
                  </a:moveTo>
                  <a:lnTo>
                    <a:pt x="4664" y="1671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3807" y="2127028"/>
              <a:ext cx="4664" cy="167102"/>
            </a:xfrm>
            <a:custGeom>
              <a:avLst/>
              <a:pathLst>
                <a:path w="4664" h="167102">
                  <a:moveTo>
                    <a:pt x="0" y="0"/>
                  </a:moveTo>
                  <a:lnTo>
                    <a:pt x="4664" y="1671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3807" y="2127028"/>
              <a:ext cx="4664" cy="167102"/>
            </a:xfrm>
            <a:custGeom>
              <a:avLst/>
              <a:pathLst>
                <a:path w="4664" h="167102">
                  <a:moveTo>
                    <a:pt x="0" y="0"/>
                  </a:moveTo>
                  <a:lnTo>
                    <a:pt x="4664" y="16710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23807" y="2127028"/>
              <a:ext cx="4664" cy="167102"/>
            </a:xfrm>
            <a:custGeom>
              <a:avLst/>
              <a:pathLst>
                <a:path w="4664" h="167102">
                  <a:moveTo>
                    <a:pt x="0" y="0"/>
                  </a:moveTo>
                  <a:lnTo>
                    <a:pt x="4664" y="16710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561320" y="2127028"/>
              <a:ext cx="334301" cy="334269"/>
            </a:xfrm>
            <a:custGeom>
              <a:avLst/>
              <a:pathLst>
                <a:path w="334301" h="334269">
                  <a:moveTo>
                    <a:pt x="162486" y="0"/>
                  </a:moveTo>
                  <a:lnTo>
                    <a:pt x="157181" y="232"/>
                  </a:lnTo>
                  <a:lnTo>
                    <a:pt x="151886" y="633"/>
                  </a:lnTo>
                  <a:lnTo>
                    <a:pt x="146607" y="1202"/>
                  </a:lnTo>
                  <a:lnTo>
                    <a:pt x="141348" y="1938"/>
                  </a:lnTo>
                  <a:lnTo>
                    <a:pt x="136115" y="2841"/>
                  </a:lnTo>
                  <a:lnTo>
                    <a:pt x="130913" y="3909"/>
                  </a:lnTo>
                  <a:lnTo>
                    <a:pt x="125748" y="5143"/>
                  </a:lnTo>
                  <a:lnTo>
                    <a:pt x="120625" y="6540"/>
                  </a:lnTo>
                  <a:lnTo>
                    <a:pt x="115549" y="8098"/>
                  </a:lnTo>
                  <a:lnTo>
                    <a:pt x="110524" y="9818"/>
                  </a:lnTo>
                  <a:lnTo>
                    <a:pt x="105557" y="11695"/>
                  </a:lnTo>
                  <a:lnTo>
                    <a:pt x="100652" y="13730"/>
                  </a:lnTo>
                  <a:lnTo>
                    <a:pt x="95814" y="15920"/>
                  </a:lnTo>
                  <a:lnTo>
                    <a:pt x="91049" y="18262"/>
                  </a:lnTo>
                  <a:lnTo>
                    <a:pt x="86360" y="20754"/>
                  </a:lnTo>
                  <a:lnTo>
                    <a:pt x="81752" y="23394"/>
                  </a:lnTo>
                  <a:lnTo>
                    <a:pt x="77231" y="26179"/>
                  </a:lnTo>
                  <a:lnTo>
                    <a:pt x="72800" y="29106"/>
                  </a:lnTo>
                  <a:lnTo>
                    <a:pt x="68465" y="32173"/>
                  </a:lnTo>
                  <a:lnTo>
                    <a:pt x="64229" y="35375"/>
                  </a:lnTo>
                  <a:lnTo>
                    <a:pt x="60097" y="38711"/>
                  </a:lnTo>
                  <a:lnTo>
                    <a:pt x="56073" y="42176"/>
                  </a:lnTo>
                  <a:lnTo>
                    <a:pt x="52161" y="45767"/>
                  </a:lnTo>
                  <a:lnTo>
                    <a:pt x="48365" y="49480"/>
                  </a:lnTo>
                  <a:lnTo>
                    <a:pt x="44689" y="53312"/>
                  </a:lnTo>
                  <a:lnTo>
                    <a:pt x="41137" y="57259"/>
                  </a:lnTo>
                  <a:lnTo>
                    <a:pt x="37712" y="61317"/>
                  </a:lnTo>
                  <a:lnTo>
                    <a:pt x="34417" y="65482"/>
                  </a:lnTo>
                  <a:lnTo>
                    <a:pt x="31256" y="69749"/>
                  </a:lnTo>
                  <a:lnTo>
                    <a:pt x="28233" y="74115"/>
                  </a:lnTo>
                  <a:lnTo>
                    <a:pt x="25350" y="78574"/>
                  </a:lnTo>
                  <a:lnTo>
                    <a:pt x="22609" y="83122"/>
                  </a:lnTo>
                  <a:lnTo>
                    <a:pt x="20015" y="87756"/>
                  </a:lnTo>
                  <a:lnTo>
                    <a:pt x="17569" y="92469"/>
                  </a:lnTo>
                  <a:lnTo>
                    <a:pt x="15274" y="97258"/>
                  </a:lnTo>
                  <a:lnTo>
                    <a:pt x="13132" y="102117"/>
                  </a:lnTo>
                  <a:lnTo>
                    <a:pt x="11146" y="107042"/>
                  </a:lnTo>
                  <a:lnTo>
                    <a:pt x="9317" y="112027"/>
                  </a:lnTo>
                  <a:lnTo>
                    <a:pt x="7647" y="117068"/>
                  </a:lnTo>
                  <a:lnTo>
                    <a:pt x="6138" y="122159"/>
                  </a:lnTo>
                  <a:lnTo>
                    <a:pt x="4792" y="127296"/>
                  </a:lnTo>
                  <a:lnTo>
                    <a:pt x="3610" y="132473"/>
                  </a:lnTo>
                  <a:lnTo>
                    <a:pt x="2592" y="137685"/>
                  </a:lnTo>
                  <a:lnTo>
                    <a:pt x="1741" y="142926"/>
                  </a:lnTo>
                  <a:lnTo>
                    <a:pt x="1057" y="148192"/>
                  </a:lnTo>
                  <a:lnTo>
                    <a:pt x="540" y="153477"/>
                  </a:lnTo>
                  <a:lnTo>
                    <a:pt x="191" y="158776"/>
                  </a:lnTo>
                  <a:lnTo>
                    <a:pt x="11" y="164083"/>
                  </a:lnTo>
                  <a:lnTo>
                    <a:pt x="0" y="169393"/>
                  </a:lnTo>
                  <a:lnTo>
                    <a:pt x="157" y="174701"/>
                  </a:lnTo>
                  <a:lnTo>
                    <a:pt x="482" y="180002"/>
                  </a:lnTo>
                  <a:lnTo>
                    <a:pt x="976" y="185289"/>
                  </a:lnTo>
                  <a:lnTo>
                    <a:pt x="1638" y="190558"/>
                  </a:lnTo>
                  <a:lnTo>
                    <a:pt x="2466" y="195803"/>
                  </a:lnTo>
                  <a:lnTo>
                    <a:pt x="3461" y="201019"/>
                  </a:lnTo>
                  <a:lnTo>
                    <a:pt x="4621" y="206201"/>
                  </a:lnTo>
                  <a:lnTo>
                    <a:pt x="5944" y="211344"/>
                  </a:lnTo>
                  <a:lnTo>
                    <a:pt x="7431" y="216442"/>
                  </a:lnTo>
                  <a:lnTo>
                    <a:pt x="9079" y="221490"/>
                  </a:lnTo>
                  <a:lnTo>
                    <a:pt x="10886" y="226483"/>
                  </a:lnTo>
                  <a:lnTo>
                    <a:pt x="12851" y="231416"/>
                  </a:lnTo>
                  <a:lnTo>
                    <a:pt x="14971" y="236285"/>
                  </a:lnTo>
                  <a:lnTo>
                    <a:pt x="17246" y="241083"/>
                  </a:lnTo>
                  <a:lnTo>
                    <a:pt x="19671" y="245807"/>
                  </a:lnTo>
                  <a:lnTo>
                    <a:pt x="22245" y="250452"/>
                  </a:lnTo>
                  <a:lnTo>
                    <a:pt x="24966" y="255012"/>
                  </a:lnTo>
                  <a:lnTo>
                    <a:pt x="27830" y="259484"/>
                  </a:lnTo>
                  <a:lnTo>
                    <a:pt x="30834" y="263863"/>
                  </a:lnTo>
                  <a:lnTo>
                    <a:pt x="33976" y="268143"/>
                  </a:lnTo>
                  <a:lnTo>
                    <a:pt x="37253" y="272322"/>
                  </a:lnTo>
                  <a:lnTo>
                    <a:pt x="40660" y="276395"/>
                  </a:lnTo>
                  <a:lnTo>
                    <a:pt x="44195" y="280357"/>
                  </a:lnTo>
                  <a:lnTo>
                    <a:pt x="47855" y="284206"/>
                  </a:lnTo>
                  <a:lnTo>
                    <a:pt x="51634" y="287936"/>
                  </a:lnTo>
                  <a:lnTo>
                    <a:pt x="55531" y="291544"/>
                  </a:lnTo>
                  <a:lnTo>
                    <a:pt x="59539" y="295026"/>
                  </a:lnTo>
                  <a:lnTo>
                    <a:pt x="63657" y="298380"/>
                  </a:lnTo>
                  <a:lnTo>
                    <a:pt x="67879" y="301601"/>
                  </a:lnTo>
                  <a:lnTo>
                    <a:pt x="72201" y="304686"/>
                  </a:lnTo>
                  <a:lnTo>
                    <a:pt x="76619" y="307632"/>
                  </a:lnTo>
                  <a:lnTo>
                    <a:pt x="81128" y="310437"/>
                  </a:lnTo>
                  <a:lnTo>
                    <a:pt x="85724" y="313097"/>
                  </a:lnTo>
                  <a:lnTo>
                    <a:pt x="90402" y="315609"/>
                  </a:lnTo>
                  <a:lnTo>
                    <a:pt x="95158" y="317972"/>
                  </a:lnTo>
                  <a:lnTo>
                    <a:pt x="99986" y="320183"/>
                  </a:lnTo>
                  <a:lnTo>
                    <a:pt x="104882" y="322239"/>
                  </a:lnTo>
                  <a:lnTo>
                    <a:pt x="109841" y="324138"/>
                  </a:lnTo>
                  <a:lnTo>
                    <a:pt x="114857" y="325879"/>
                  </a:lnTo>
                  <a:lnTo>
                    <a:pt x="119927" y="327460"/>
                  </a:lnTo>
                  <a:lnTo>
                    <a:pt x="125044" y="328879"/>
                  </a:lnTo>
                  <a:lnTo>
                    <a:pt x="130204" y="330135"/>
                  </a:lnTo>
                  <a:lnTo>
                    <a:pt x="135400" y="331226"/>
                  </a:lnTo>
                  <a:lnTo>
                    <a:pt x="140629" y="332152"/>
                  </a:lnTo>
                  <a:lnTo>
                    <a:pt x="145885" y="332911"/>
                  </a:lnTo>
                  <a:lnTo>
                    <a:pt x="151162" y="333503"/>
                  </a:lnTo>
                  <a:lnTo>
                    <a:pt x="156456" y="333927"/>
                  </a:lnTo>
                  <a:lnTo>
                    <a:pt x="161760" y="334182"/>
                  </a:lnTo>
                  <a:lnTo>
                    <a:pt x="167069" y="334269"/>
                  </a:lnTo>
                  <a:lnTo>
                    <a:pt x="172379" y="334188"/>
                  </a:lnTo>
                  <a:lnTo>
                    <a:pt x="177683" y="333937"/>
                  </a:lnTo>
                  <a:lnTo>
                    <a:pt x="182977" y="333519"/>
                  </a:lnTo>
                  <a:lnTo>
                    <a:pt x="188254" y="332932"/>
                  </a:lnTo>
                  <a:lnTo>
                    <a:pt x="193511" y="332178"/>
                  </a:lnTo>
                  <a:lnTo>
                    <a:pt x="198741" y="331257"/>
                  </a:lnTo>
                  <a:lnTo>
                    <a:pt x="203939" y="330171"/>
                  </a:lnTo>
                  <a:lnTo>
                    <a:pt x="209100" y="328921"/>
                  </a:lnTo>
                  <a:lnTo>
                    <a:pt x="214218" y="327507"/>
                  </a:lnTo>
                  <a:lnTo>
                    <a:pt x="219289" y="325931"/>
                  </a:lnTo>
                  <a:lnTo>
                    <a:pt x="224307" y="324195"/>
                  </a:lnTo>
                  <a:lnTo>
                    <a:pt x="229268" y="322300"/>
                  </a:lnTo>
                  <a:lnTo>
                    <a:pt x="234166" y="320249"/>
                  </a:lnTo>
                  <a:lnTo>
                    <a:pt x="238997" y="318043"/>
                  </a:lnTo>
                  <a:lnTo>
                    <a:pt x="243755" y="315685"/>
                  </a:lnTo>
                  <a:lnTo>
                    <a:pt x="248435" y="313177"/>
                  </a:lnTo>
                  <a:lnTo>
                    <a:pt x="253034" y="310521"/>
                  </a:lnTo>
                  <a:lnTo>
                    <a:pt x="257546" y="307721"/>
                  </a:lnTo>
                  <a:lnTo>
                    <a:pt x="261967" y="304779"/>
                  </a:lnTo>
                  <a:lnTo>
                    <a:pt x="266292" y="301698"/>
                  </a:lnTo>
                  <a:lnTo>
                    <a:pt x="270517" y="298481"/>
                  </a:lnTo>
                  <a:lnTo>
                    <a:pt x="274637" y="295132"/>
                  </a:lnTo>
                  <a:lnTo>
                    <a:pt x="278650" y="291653"/>
                  </a:lnTo>
                  <a:lnTo>
                    <a:pt x="282549" y="288049"/>
                  </a:lnTo>
                  <a:lnTo>
                    <a:pt x="286333" y="284323"/>
                  </a:lnTo>
                  <a:lnTo>
                    <a:pt x="289996" y="280478"/>
                  </a:lnTo>
                  <a:lnTo>
                    <a:pt x="293535" y="276519"/>
                  </a:lnTo>
                  <a:lnTo>
                    <a:pt x="296946" y="272450"/>
                  </a:lnTo>
                  <a:lnTo>
                    <a:pt x="300227" y="268274"/>
                  </a:lnTo>
                  <a:lnTo>
                    <a:pt x="303373" y="263996"/>
                  </a:lnTo>
                  <a:lnTo>
                    <a:pt x="306382" y="259621"/>
                  </a:lnTo>
                  <a:lnTo>
                    <a:pt x="309250" y="255152"/>
                  </a:lnTo>
                  <a:lnTo>
                    <a:pt x="311975" y="250594"/>
                  </a:lnTo>
                  <a:lnTo>
                    <a:pt x="314554" y="245952"/>
                  </a:lnTo>
                  <a:lnTo>
                    <a:pt x="316984" y="241231"/>
                  </a:lnTo>
                  <a:lnTo>
                    <a:pt x="319263" y="236434"/>
                  </a:lnTo>
                  <a:lnTo>
                    <a:pt x="321388" y="231568"/>
                  </a:lnTo>
                  <a:lnTo>
                    <a:pt x="323358" y="226636"/>
                  </a:lnTo>
                  <a:lnTo>
                    <a:pt x="325170" y="221645"/>
                  </a:lnTo>
                  <a:lnTo>
                    <a:pt x="326823" y="216599"/>
                  </a:lnTo>
                  <a:lnTo>
                    <a:pt x="328314" y="211502"/>
                  </a:lnTo>
                  <a:lnTo>
                    <a:pt x="329643" y="206361"/>
                  </a:lnTo>
                  <a:lnTo>
                    <a:pt x="330808" y="201180"/>
                  </a:lnTo>
                  <a:lnTo>
                    <a:pt x="331808" y="195965"/>
                  </a:lnTo>
                  <a:lnTo>
                    <a:pt x="332642" y="190720"/>
                  </a:lnTo>
                  <a:lnTo>
                    <a:pt x="333308" y="185452"/>
                  </a:lnTo>
                  <a:lnTo>
                    <a:pt x="333807" y="180165"/>
                  </a:lnTo>
                  <a:lnTo>
                    <a:pt x="334138" y="174865"/>
                  </a:lnTo>
                  <a:lnTo>
                    <a:pt x="334301" y="169558"/>
                  </a:lnTo>
                  <a:lnTo>
                    <a:pt x="167151" y="1671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28472" y="2126963"/>
              <a:ext cx="167149" cy="169623"/>
            </a:xfrm>
            <a:custGeom>
              <a:avLst/>
              <a:pathLst>
                <a:path w="167149" h="169623">
                  <a:moveTo>
                    <a:pt x="167149" y="169623"/>
                  </a:moveTo>
                  <a:lnTo>
                    <a:pt x="167141" y="164214"/>
                  </a:lnTo>
                  <a:lnTo>
                    <a:pt x="166958" y="158808"/>
                  </a:lnTo>
                  <a:lnTo>
                    <a:pt x="166600" y="153411"/>
                  </a:lnTo>
                  <a:lnTo>
                    <a:pt x="166068" y="148029"/>
                  </a:lnTo>
                  <a:lnTo>
                    <a:pt x="165362" y="142666"/>
                  </a:lnTo>
                  <a:lnTo>
                    <a:pt x="164483" y="137329"/>
                  </a:lnTo>
                  <a:lnTo>
                    <a:pt x="163431" y="132024"/>
                  </a:lnTo>
                  <a:lnTo>
                    <a:pt x="162209" y="126755"/>
                  </a:lnTo>
                  <a:lnTo>
                    <a:pt x="160816" y="121529"/>
                  </a:lnTo>
                  <a:lnTo>
                    <a:pt x="159256" y="116350"/>
                  </a:lnTo>
                  <a:lnTo>
                    <a:pt x="157528" y="111224"/>
                  </a:lnTo>
                  <a:lnTo>
                    <a:pt x="155636" y="106157"/>
                  </a:lnTo>
                  <a:lnTo>
                    <a:pt x="153581" y="101154"/>
                  </a:lnTo>
                  <a:lnTo>
                    <a:pt x="151365" y="96220"/>
                  </a:lnTo>
                  <a:lnTo>
                    <a:pt x="148991" y="91360"/>
                  </a:lnTo>
                  <a:lnTo>
                    <a:pt x="146460" y="86580"/>
                  </a:lnTo>
                  <a:lnTo>
                    <a:pt x="143776" y="81884"/>
                  </a:lnTo>
                  <a:lnTo>
                    <a:pt x="140942" y="77277"/>
                  </a:lnTo>
                  <a:lnTo>
                    <a:pt x="137960" y="72765"/>
                  </a:lnTo>
                  <a:lnTo>
                    <a:pt x="134834" y="68351"/>
                  </a:lnTo>
                  <a:lnTo>
                    <a:pt x="131567" y="64041"/>
                  </a:lnTo>
                  <a:lnTo>
                    <a:pt x="128162" y="59838"/>
                  </a:lnTo>
                  <a:lnTo>
                    <a:pt x="124622" y="55748"/>
                  </a:lnTo>
                  <a:lnTo>
                    <a:pt x="120952" y="51775"/>
                  </a:lnTo>
                  <a:lnTo>
                    <a:pt x="117156" y="47922"/>
                  </a:lnTo>
                  <a:lnTo>
                    <a:pt x="113237" y="44195"/>
                  </a:lnTo>
                  <a:lnTo>
                    <a:pt x="109199" y="40596"/>
                  </a:lnTo>
                  <a:lnTo>
                    <a:pt x="105048" y="37129"/>
                  </a:lnTo>
                  <a:lnTo>
                    <a:pt x="100786" y="33799"/>
                  </a:lnTo>
                  <a:lnTo>
                    <a:pt x="96418" y="30608"/>
                  </a:lnTo>
                  <a:lnTo>
                    <a:pt x="91950" y="27560"/>
                  </a:lnTo>
                  <a:lnTo>
                    <a:pt x="87385" y="24658"/>
                  </a:lnTo>
                  <a:lnTo>
                    <a:pt x="82729" y="21906"/>
                  </a:lnTo>
                  <a:lnTo>
                    <a:pt x="77987" y="19306"/>
                  </a:lnTo>
                  <a:lnTo>
                    <a:pt x="73162" y="16860"/>
                  </a:lnTo>
                  <a:lnTo>
                    <a:pt x="68261" y="14572"/>
                  </a:lnTo>
                  <a:lnTo>
                    <a:pt x="63289" y="12443"/>
                  </a:lnTo>
                  <a:lnTo>
                    <a:pt x="58250" y="10477"/>
                  </a:lnTo>
                  <a:lnTo>
                    <a:pt x="53151" y="8674"/>
                  </a:lnTo>
                  <a:lnTo>
                    <a:pt x="47996" y="7038"/>
                  </a:lnTo>
                  <a:lnTo>
                    <a:pt x="42790" y="5569"/>
                  </a:lnTo>
                  <a:lnTo>
                    <a:pt x="37540" y="4269"/>
                  </a:lnTo>
                  <a:lnTo>
                    <a:pt x="32250" y="3140"/>
                  </a:lnTo>
                  <a:lnTo>
                    <a:pt x="26927" y="2182"/>
                  </a:lnTo>
                  <a:lnTo>
                    <a:pt x="21575" y="1398"/>
                  </a:lnTo>
                  <a:lnTo>
                    <a:pt x="16201" y="786"/>
                  </a:lnTo>
                  <a:lnTo>
                    <a:pt x="10810" y="349"/>
                  </a:lnTo>
                  <a:lnTo>
                    <a:pt x="5408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410139" y="1681503"/>
              <a:ext cx="13095" cy="167167"/>
            </a:xfrm>
            <a:custGeom>
              <a:avLst/>
              <a:pathLst>
                <a:path w="13095" h="167167">
                  <a:moveTo>
                    <a:pt x="13095" y="0"/>
                  </a:moveTo>
                  <a:lnTo>
                    <a:pt x="0" y="513"/>
                  </a:lnTo>
                  <a:lnTo>
                    <a:pt x="13095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410139" y="1682017"/>
              <a:ext cx="13095" cy="166653"/>
            </a:xfrm>
            <a:custGeom>
              <a:avLst/>
              <a:pathLst>
                <a:path w="13095" h="166653">
                  <a:moveTo>
                    <a:pt x="0" y="0"/>
                  </a:moveTo>
                  <a:lnTo>
                    <a:pt x="13095" y="16665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10139" y="1682017"/>
              <a:ext cx="13095" cy="166653"/>
            </a:xfrm>
            <a:custGeom>
              <a:avLst/>
              <a:pathLst>
                <a:path w="13095" h="166653">
                  <a:moveTo>
                    <a:pt x="0" y="0"/>
                  </a:moveTo>
                  <a:lnTo>
                    <a:pt x="13095" y="16665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10139" y="1682017"/>
              <a:ext cx="13095" cy="166653"/>
            </a:xfrm>
            <a:custGeom>
              <a:avLst/>
              <a:pathLst>
                <a:path w="13095" h="166653">
                  <a:moveTo>
                    <a:pt x="0" y="0"/>
                  </a:moveTo>
                  <a:lnTo>
                    <a:pt x="13095" y="16665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10139" y="1682017"/>
              <a:ext cx="13095" cy="166653"/>
            </a:xfrm>
            <a:custGeom>
              <a:avLst/>
              <a:pathLst>
                <a:path w="13095" h="166653">
                  <a:moveTo>
                    <a:pt x="0" y="0"/>
                  </a:moveTo>
                  <a:lnTo>
                    <a:pt x="13095" y="16665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10139" y="1682017"/>
              <a:ext cx="13095" cy="166653"/>
            </a:xfrm>
            <a:custGeom>
              <a:avLst/>
              <a:pathLst>
                <a:path w="13095" h="166653">
                  <a:moveTo>
                    <a:pt x="0" y="0"/>
                  </a:moveTo>
                  <a:lnTo>
                    <a:pt x="13095" y="16665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10139" y="1682017"/>
              <a:ext cx="13095" cy="166653"/>
            </a:xfrm>
            <a:custGeom>
              <a:avLst/>
              <a:pathLst>
                <a:path w="13095" h="166653">
                  <a:moveTo>
                    <a:pt x="0" y="0"/>
                  </a:moveTo>
                  <a:lnTo>
                    <a:pt x="13095" y="16665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10139" y="1682017"/>
              <a:ext cx="13095" cy="166653"/>
            </a:xfrm>
            <a:custGeom>
              <a:avLst/>
              <a:pathLst>
                <a:path w="13095" h="166653">
                  <a:moveTo>
                    <a:pt x="0" y="0"/>
                  </a:moveTo>
                  <a:lnTo>
                    <a:pt x="13095" y="16665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10139" y="1682017"/>
              <a:ext cx="13095" cy="166653"/>
            </a:xfrm>
            <a:custGeom>
              <a:avLst/>
              <a:pathLst>
                <a:path w="13095" h="166653">
                  <a:moveTo>
                    <a:pt x="0" y="0"/>
                  </a:moveTo>
                  <a:lnTo>
                    <a:pt x="13095" y="16665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10139" y="1682017"/>
              <a:ext cx="13095" cy="166653"/>
            </a:xfrm>
            <a:custGeom>
              <a:avLst/>
              <a:pathLst>
                <a:path w="13095" h="166653">
                  <a:moveTo>
                    <a:pt x="0" y="0"/>
                  </a:moveTo>
                  <a:lnTo>
                    <a:pt x="13095" y="1666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10139" y="1682017"/>
              <a:ext cx="13095" cy="166653"/>
            </a:xfrm>
            <a:custGeom>
              <a:avLst/>
              <a:pathLst>
                <a:path w="13095" h="166653">
                  <a:moveTo>
                    <a:pt x="0" y="0"/>
                  </a:moveTo>
                  <a:lnTo>
                    <a:pt x="13095" y="1666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10139" y="1682017"/>
              <a:ext cx="13095" cy="166653"/>
            </a:xfrm>
            <a:custGeom>
              <a:avLst/>
              <a:pathLst>
                <a:path w="13095" h="166653">
                  <a:moveTo>
                    <a:pt x="0" y="0"/>
                  </a:moveTo>
                  <a:lnTo>
                    <a:pt x="13095" y="1666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10139" y="1682017"/>
              <a:ext cx="13095" cy="166653"/>
            </a:xfrm>
            <a:custGeom>
              <a:avLst/>
              <a:pathLst>
                <a:path w="13095" h="166653">
                  <a:moveTo>
                    <a:pt x="0" y="0"/>
                  </a:moveTo>
                  <a:lnTo>
                    <a:pt x="13095" y="1666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10139" y="1682017"/>
              <a:ext cx="13095" cy="166653"/>
            </a:xfrm>
            <a:custGeom>
              <a:avLst/>
              <a:pathLst>
                <a:path w="13095" h="166653">
                  <a:moveTo>
                    <a:pt x="0" y="0"/>
                  </a:moveTo>
                  <a:lnTo>
                    <a:pt x="13095" y="16665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10139" y="1682017"/>
              <a:ext cx="13095" cy="166653"/>
            </a:xfrm>
            <a:custGeom>
              <a:avLst/>
              <a:pathLst>
                <a:path w="13095" h="166653">
                  <a:moveTo>
                    <a:pt x="0" y="0"/>
                  </a:moveTo>
                  <a:lnTo>
                    <a:pt x="13095" y="16665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10139" y="1682017"/>
              <a:ext cx="13095" cy="166653"/>
            </a:xfrm>
            <a:custGeom>
              <a:avLst/>
              <a:pathLst>
                <a:path w="13095" h="166653">
                  <a:moveTo>
                    <a:pt x="0" y="0"/>
                  </a:moveTo>
                  <a:lnTo>
                    <a:pt x="13095" y="16665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10139" y="1682017"/>
              <a:ext cx="13095" cy="166653"/>
            </a:xfrm>
            <a:custGeom>
              <a:avLst/>
              <a:pathLst>
                <a:path w="13095" h="166653">
                  <a:moveTo>
                    <a:pt x="0" y="0"/>
                  </a:moveTo>
                  <a:lnTo>
                    <a:pt x="13095" y="16665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10139" y="1682017"/>
              <a:ext cx="13095" cy="166653"/>
            </a:xfrm>
            <a:custGeom>
              <a:avLst/>
              <a:pathLst>
                <a:path w="13095" h="166653">
                  <a:moveTo>
                    <a:pt x="0" y="0"/>
                  </a:moveTo>
                  <a:lnTo>
                    <a:pt x="13095" y="1666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10139" y="1682017"/>
              <a:ext cx="13095" cy="166653"/>
            </a:xfrm>
            <a:custGeom>
              <a:avLst/>
              <a:pathLst>
                <a:path w="13095" h="166653">
                  <a:moveTo>
                    <a:pt x="0" y="0"/>
                  </a:moveTo>
                  <a:lnTo>
                    <a:pt x="13095" y="1666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10139" y="1682017"/>
              <a:ext cx="13095" cy="166653"/>
            </a:xfrm>
            <a:custGeom>
              <a:avLst/>
              <a:pathLst>
                <a:path w="13095" h="166653">
                  <a:moveTo>
                    <a:pt x="0" y="0"/>
                  </a:moveTo>
                  <a:lnTo>
                    <a:pt x="13095" y="1666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10139" y="1682017"/>
              <a:ext cx="13095" cy="166653"/>
            </a:xfrm>
            <a:custGeom>
              <a:avLst/>
              <a:pathLst>
                <a:path w="13095" h="166653">
                  <a:moveTo>
                    <a:pt x="0" y="0"/>
                  </a:moveTo>
                  <a:lnTo>
                    <a:pt x="13095" y="1666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10139" y="1682017"/>
              <a:ext cx="13095" cy="166653"/>
            </a:xfrm>
            <a:custGeom>
              <a:avLst/>
              <a:pathLst>
                <a:path w="13095" h="166653">
                  <a:moveTo>
                    <a:pt x="0" y="0"/>
                  </a:moveTo>
                  <a:lnTo>
                    <a:pt x="13095" y="16665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10139" y="1682017"/>
              <a:ext cx="13095" cy="166653"/>
            </a:xfrm>
            <a:custGeom>
              <a:avLst/>
              <a:pathLst>
                <a:path w="13095" h="166653">
                  <a:moveTo>
                    <a:pt x="0" y="0"/>
                  </a:moveTo>
                  <a:lnTo>
                    <a:pt x="13095" y="16665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256067" y="1682017"/>
              <a:ext cx="334334" cy="333800"/>
            </a:xfrm>
            <a:custGeom>
              <a:avLst/>
              <a:pathLst>
                <a:path w="334334" h="333800">
                  <a:moveTo>
                    <a:pt x="154071" y="0"/>
                  </a:moveTo>
                  <a:lnTo>
                    <a:pt x="148788" y="499"/>
                  </a:lnTo>
                  <a:lnTo>
                    <a:pt x="143524" y="1166"/>
                  </a:lnTo>
                  <a:lnTo>
                    <a:pt x="138283" y="2000"/>
                  </a:lnTo>
                  <a:lnTo>
                    <a:pt x="133072" y="3000"/>
                  </a:lnTo>
                  <a:lnTo>
                    <a:pt x="127895" y="4164"/>
                  </a:lnTo>
                  <a:lnTo>
                    <a:pt x="122757" y="5493"/>
                  </a:lnTo>
                  <a:lnTo>
                    <a:pt x="117664" y="6983"/>
                  </a:lnTo>
                  <a:lnTo>
                    <a:pt x="112622" y="8635"/>
                  </a:lnTo>
                  <a:lnTo>
                    <a:pt x="107634" y="10446"/>
                  </a:lnTo>
                  <a:lnTo>
                    <a:pt x="102706" y="12414"/>
                  </a:lnTo>
                  <a:lnTo>
                    <a:pt x="97843" y="14538"/>
                  </a:lnTo>
                  <a:lnTo>
                    <a:pt x="93050" y="16815"/>
                  </a:lnTo>
                  <a:lnTo>
                    <a:pt x="88331" y="19243"/>
                  </a:lnTo>
                  <a:lnTo>
                    <a:pt x="83692" y="21819"/>
                  </a:lnTo>
                  <a:lnTo>
                    <a:pt x="79137" y="24542"/>
                  </a:lnTo>
                  <a:lnTo>
                    <a:pt x="74671" y="27407"/>
                  </a:lnTo>
                  <a:lnTo>
                    <a:pt x="70298" y="30413"/>
                  </a:lnTo>
                  <a:lnTo>
                    <a:pt x="66023" y="33556"/>
                  </a:lnTo>
                  <a:lnTo>
                    <a:pt x="61849" y="36834"/>
                  </a:lnTo>
                  <a:lnTo>
                    <a:pt x="57782" y="40242"/>
                  </a:lnTo>
                  <a:lnTo>
                    <a:pt x="53825" y="43777"/>
                  </a:lnTo>
                  <a:lnTo>
                    <a:pt x="49982" y="47437"/>
                  </a:lnTo>
                  <a:lnTo>
                    <a:pt x="46257" y="51216"/>
                  </a:lnTo>
                  <a:lnTo>
                    <a:pt x="42654" y="55112"/>
                  </a:lnTo>
                  <a:lnTo>
                    <a:pt x="39176" y="59120"/>
                  </a:lnTo>
                  <a:lnTo>
                    <a:pt x="35828" y="63237"/>
                  </a:lnTo>
                  <a:lnTo>
                    <a:pt x="32612" y="67457"/>
                  </a:lnTo>
                  <a:lnTo>
                    <a:pt x="29531" y="71778"/>
                  </a:lnTo>
                  <a:lnTo>
                    <a:pt x="26589" y="76194"/>
                  </a:lnTo>
                  <a:lnTo>
                    <a:pt x="23789" y="80702"/>
                  </a:lnTo>
                  <a:lnTo>
                    <a:pt x="21133" y="85296"/>
                  </a:lnTo>
                  <a:lnTo>
                    <a:pt x="18624" y="89972"/>
                  </a:lnTo>
                  <a:lnTo>
                    <a:pt x="16265" y="94725"/>
                  </a:lnTo>
                  <a:lnTo>
                    <a:pt x="14058" y="99551"/>
                  </a:lnTo>
                  <a:lnTo>
                    <a:pt x="12006" y="104444"/>
                  </a:lnTo>
                  <a:lnTo>
                    <a:pt x="10109" y="109400"/>
                  </a:lnTo>
                  <a:lnTo>
                    <a:pt x="8371" y="114414"/>
                  </a:lnTo>
                  <a:lnTo>
                    <a:pt x="6793" y="119480"/>
                  </a:lnTo>
                  <a:lnTo>
                    <a:pt x="5377" y="124594"/>
                  </a:lnTo>
                  <a:lnTo>
                    <a:pt x="4123" y="129751"/>
                  </a:lnTo>
                  <a:lnTo>
                    <a:pt x="3034" y="134944"/>
                  </a:lnTo>
                  <a:lnTo>
                    <a:pt x="2111" y="140170"/>
                  </a:lnTo>
                  <a:lnTo>
                    <a:pt x="1353" y="145422"/>
                  </a:lnTo>
                  <a:lnTo>
                    <a:pt x="763" y="150695"/>
                  </a:lnTo>
                  <a:lnTo>
                    <a:pt x="340" y="155985"/>
                  </a:lnTo>
                  <a:lnTo>
                    <a:pt x="86" y="161285"/>
                  </a:lnTo>
                  <a:lnTo>
                    <a:pt x="0" y="166591"/>
                  </a:lnTo>
                  <a:lnTo>
                    <a:pt x="82" y="171897"/>
                  </a:lnTo>
                  <a:lnTo>
                    <a:pt x="332" y="177198"/>
                  </a:lnTo>
                  <a:lnTo>
                    <a:pt x="751" y="182487"/>
                  </a:lnTo>
                  <a:lnTo>
                    <a:pt x="1338" y="187761"/>
                  </a:lnTo>
                  <a:lnTo>
                    <a:pt x="2091" y="193014"/>
                  </a:lnTo>
                  <a:lnTo>
                    <a:pt x="3011" y="198240"/>
                  </a:lnTo>
                  <a:lnTo>
                    <a:pt x="4096" y="203435"/>
                  </a:lnTo>
                  <a:lnTo>
                    <a:pt x="5346" y="208592"/>
                  </a:lnTo>
                  <a:lnTo>
                    <a:pt x="6758" y="213707"/>
                  </a:lnTo>
                  <a:lnTo>
                    <a:pt x="8333" y="218774"/>
                  </a:lnTo>
                  <a:lnTo>
                    <a:pt x="10067" y="223789"/>
                  </a:lnTo>
                  <a:lnTo>
                    <a:pt x="11960" y="228747"/>
                  </a:lnTo>
                  <a:lnTo>
                    <a:pt x="14009" y="233642"/>
                  </a:lnTo>
                  <a:lnTo>
                    <a:pt x="16212" y="238469"/>
                  </a:lnTo>
                  <a:lnTo>
                    <a:pt x="18567" y="243224"/>
                  </a:lnTo>
                  <a:lnTo>
                    <a:pt x="21073" y="247902"/>
                  </a:lnTo>
                  <a:lnTo>
                    <a:pt x="23725" y="252498"/>
                  </a:lnTo>
                  <a:lnTo>
                    <a:pt x="26522" y="257008"/>
                  </a:lnTo>
                  <a:lnTo>
                    <a:pt x="29461" y="261426"/>
                  </a:lnTo>
                  <a:lnTo>
                    <a:pt x="32538" y="265749"/>
                  </a:lnTo>
                  <a:lnTo>
                    <a:pt x="35751" y="269972"/>
                  </a:lnTo>
                  <a:lnTo>
                    <a:pt x="39097" y="274091"/>
                  </a:lnTo>
                  <a:lnTo>
                    <a:pt x="42571" y="278102"/>
                  </a:lnTo>
                  <a:lnTo>
                    <a:pt x="46171" y="282001"/>
                  </a:lnTo>
                  <a:lnTo>
                    <a:pt x="49893" y="285783"/>
                  </a:lnTo>
                  <a:lnTo>
                    <a:pt x="53734" y="289445"/>
                  </a:lnTo>
                  <a:lnTo>
                    <a:pt x="57688" y="292983"/>
                  </a:lnTo>
                  <a:lnTo>
                    <a:pt x="61753" y="296395"/>
                  </a:lnTo>
                  <a:lnTo>
                    <a:pt x="65924" y="299675"/>
                  </a:lnTo>
                  <a:lnTo>
                    <a:pt x="70197" y="302821"/>
                  </a:lnTo>
                  <a:lnTo>
                    <a:pt x="74568" y="305831"/>
                  </a:lnTo>
                  <a:lnTo>
                    <a:pt x="79032" y="308699"/>
                  </a:lnTo>
                  <a:lnTo>
                    <a:pt x="83585" y="311425"/>
                  </a:lnTo>
                  <a:lnTo>
                    <a:pt x="88222" y="314005"/>
                  </a:lnTo>
                  <a:lnTo>
                    <a:pt x="92938" y="316437"/>
                  </a:lnTo>
                  <a:lnTo>
                    <a:pt x="97730" y="318717"/>
                  </a:lnTo>
                  <a:lnTo>
                    <a:pt x="102591" y="320844"/>
                  </a:lnTo>
                  <a:lnTo>
                    <a:pt x="107518" y="322816"/>
                  </a:lnTo>
                  <a:lnTo>
                    <a:pt x="112504" y="324631"/>
                  </a:lnTo>
                  <a:lnTo>
                    <a:pt x="117546" y="326286"/>
                  </a:lnTo>
                  <a:lnTo>
                    <a:pt x="122638" y="327781"/>
                  </a:lnTo>
                  <a:lnTo>
                    <a:pt x="127774" y="329113"/>
                  </a:lnTo>
                  <a:lnTo>
                    <a:pt x="132950" y="330281"/>
                  </a:lnTo>
                  <a:lnTo>
                    <a:pt x="138161" y="331285"/>
                  </a:lnTo>
                  <a:lnTo>
                    <a:pt x="143401" y="332123"/>
                  </a:lnTo>
                  <a:lnTo>
                    <a:pt x="148665" y="332794"/>
                  </a:lnTo>
                  <a:lnTo>
                    <a:pt x="153947" y="333297"/>
                  </a:lnTo>
                  <a:lnTo>
                    <a:pt x="159243" y="333633"/>
                  </a:lnTo>
                  <a:lnTo>
                    <a:pt x="164547" y="333800"/>
                  </a:lnTo>
                  <a:lnTo>
                    <a:pt x="169854" y="333799"/>
                  </a:lnTo>
                  <a:lnTo>
                    <a:pt x="175157" y="333630"/>
                  </a:lnTo>
                  <a:lnTo>
                    <a:pt x="180453" y="333292"/>
                  </a:lnTo>
                  <a:lnTo>
                    <a:pt x="185735" y="332786"/>
                  </a:lnTo>
                  <a:lnTo>
                    <a:pt x="190999" y="332113"/>
                  </a:lnTo>
                  <a:lnTo>
                    <a:pt x="196239" y="331273"/>
                  </a:lnTo>
                  <a:lnTo>
                    <a:pt x="201449" y="330268"/>
                  </a:lnTo>
                  <a:lnTo>
                    <a:pt x="206625" y="329097"/>
                  </a:lnTo>
                  <a:lnTo>
                    <a:pt x="211761" y="327763"/>
                  </a:lnTo>
                  <a:lnTo>
                    <a:pt x="216852" y="326266"/>
                  </a:lnTo>
                  <a:lnTo>
                    <a:pt x="221893" y="324609"/>
                  </a:lnTo>
                  <a:lnTo>
                    <a:pt x="226879" y="322792"/>
                  </a:lnTo>
                  <a:lnTo>
                    <a:pt x="231804" y="320819"/>
                  </a:lnTo>
                  <a:lnTo>
                    <a:pt x="236665" y="318689"/>
                  </a:lnTo>
                  <a:lnTo>
                    <a:pt x="241455" y="316407"/>
                  </a:lnTo>
                  <a:lnTo>
                    <a:pt x="246171" y="313974"/>
                  </a:lnTo>
                  <a:lnTo>
                    <a:pt x="250807" y="311392"/>
                  </a:lnTo>
                  <a:lnTo>
                    <a:pt x="255359" y="308664"/>
                  </a:lnTo>
                  <a:lnTo>
                    <a:pt x="259822" y="305793"/>
                  </a:lnTo>
                  <a:lnTo>
                    <a:pt x="264191" y="302783"/>
                  </a:lnTo>
                  <a:lnTo>
                    <a:pt x="268463" y="299634"/>
                  </a:lnTo>
                  <a:lnTo>
                    <a:pt x="272633" y="296352"/>
                  </a:lnTo>
                  <a:lnTo>
                    <a:pt x="276696" y="292940"/>
                  </a:lnTo>
                  <a:lnTo>
                    <a:pt x="280649" y="289400"/>
                  </a:lnTo>
                  <a:lnTo>
                    <a:pt x="284488" y="285736"/>
                  </a:lnTo>
                  <a:lnTo>
                    <a:pt x="288209" y="281952"/>
                  </a:lnTo>
                  <a:lnTo>
                    <a:pt x="291807" y="278052"/>
                  </a:lnTo>
                  <a:lnTo>
                    <a:pt x="295280" y="274040"/>
                  </a:lnTo>
                  <a:lnTo>
                    <a:pt x="298624" y="269920"/>
                  </a:lnTo>
                  <a:lnTo>
                    <a:pt x="301835" y="265695"/>
                  </a:lnTo>
                  <a:lnTo>
                    <a:pt x="304911" y="261371"/>
                  </a:lnTo>
                  <a:lnTo>
                    <a:pt x="307848" y="256951"/>
                  </a:lnTo>
                  <a:lnTo>
                    <a:pt x="310643" y="252441"/>
                  </a:lnTo>
                  <a:lnTo>
                    <a:pt x="313294" y="247844"/>
                  </a:lnTo>
                  <a:lnTo>
                    <a:pt x="315797" y="243165"/>
                  </a:lnTo>
                  <a:lnTo>
                    <a:pt x="318151" y="238409"/>
                  </a:lnTo>
                  <a:lnTo>
                    <a:pt x="320352" y="233581"/>
                  </a:lnTo>
                  <a:lnTo>
                    <a:pt x="322399" y="228685"/>
                  </a:lnTo>
                  <a:lnTo>
                    <a:pt x="324290" y="223727"/>
                  </a:lnTo>
                  <a:lnTo>
                    <a:pt x="326022" y="218711"/>
                  </a:lnTo>
                  <a:lnTo>
                    <a:pt x="327594" y="213643"/>
                  </a:lnTo>
                  <a:lnTo>
                    <a:pt x="329005" y="208527"/>
                  </a:lnTo>
                  <a:lnTo>
                    <a:pt x="330252" y="203369"/>
                  </a:lnTo>
                  <a:lnTo>
                    <a:pt x="331336" y="198175"/>
                  </a:lnTo>
                  <a:lnTo>
                    <a:pt x="332253" y="192948"/>
                  </a:lnTo>
                  <a:lnTo>
                    <a:pt x="333005" y="187695"/>
                  </a:lnTo>
                  <a:lnTo>
                    <a:pt x="333589" y="182421"/>
                  </a:lnTo>
                  <a:lnTo>
                    <a:pt x="334006" y="177131"/>
                  </a:lnTo>
                  <a:lnTo>
                    <a:pt x="334254" y="171830"/>
                  </a:lnTo>
                  <a:lnTo>
                    <a:pt x="334334" y="166524"/>
                  </a:lnTo>
                  <a:lnTo>
                    <a:pt x="334246" y="161218"/>
                  </a:lnTo>
                  <a:lnTo>
                    <a:pt x="333989" y="155918"/>
                  </a:lnTo>
                  <a:lnTo>
                    <a:pt x="333565" y="150629"/>
                  </a:lnTo>
                  <a:lnTo>
                    <a:pt x="332972" y="145355"/>
                  </a:lnTo>
                  <a:lnTo>
                    <a:pt x="332213" y="140104"/>
                  </a:lnTo>
                  <a:lnTo>
                    <a:pt x="331287" y="134879"/>
                  </a:lnTo>
                  <a:lnTo>
                    <a:pt x="330196" y="129685"/>
                  </a:lnTo>
                  <a:lnTo>
                    <a:pt x="328940" y="124530"/>
                  </a:lnTo>
                  <a:lnTo>
                    <a:pt x="327522" y="119416"/>
                  </a:lnTo>
                  <a:lnTo>
                    <a:pt x="325942" y="114351"/>
                  </a:lnTo>
                  <a:lnTo>
                    <a:pt x="324202" y="109337"/>
                  </a:lnTo>
                  <a:lnTo>
                    <a:pt x="322303" y="104382"/>
                  </a:lnTo>
                  <a:lnTo>
                    <a:pt x="320249" y="99490"/>
                  </a:lnTo>
                  <a:lnTo>
                    <a:pt x="318040" y="94665"/>
                  </a:lnTo>
                  <a:lnTo>
                    <a:pt x="315679" y="89912"/>
                  </a:lnTo>
                  <a:lnTo>
                    <a:pt x="313168" y="85237"/>
                  </a:lnTo>
                  <a:lnTo>
                    <a:pt x="310511" y="80644"/>
                  </a:lnTo>
                  <a:lnTo>
                    <a:pt x="307709" y="76138"/>
                  </a:lnTo>
                  <a:lnTo>
                    <a:pt x="304765" y="71723"/>
                  </a:lnTo>
                  <a:lnTo>
                    <a:pt x="301682" y="67403"/>
                  </a:lnTo>
                  <a:lnTo>
                    <a:pt x="298465" y="63184"/>
                  </a:lnTo>
                  <a:lnTo>
                    <a:pt x="295114" y="59069"/>
                  </a:lnTo>
                  <a:lnTo>
                    <a:pt x="291635" y="55062"/>
                  </a:lnTo>
                  <a:lnTo>
                    <a:pt x="288031" y="51168"/>
                  </a:lnTo>
                  <a:lnTo>
                    <a:pt x="284304" y="47390"/>
                  </a:lnTo>
                  <a:lnTo>
                    <a:pt x="280460" y="43732"/>
                  </a:lnTo>
                  <a:lnTo>
                    <a:pt x="276501" y="40198"/>
                  </a:lnTo>
                  <a:lnTo>
                    <a:pt x="272433" y="36791"/>
                  </a:lnTo>
                  <a:lnTo>
                    <a:pt x="268258" y="33516"/>
                  </a:lnTo>
                  <a:lnTo>
                    <a:pt x="263981" y="30374"/>
                  </a:lnTo>
                  <a:lnTo>
                    <a:pt x="259607" y="27370"/>
                  </a:lnTo>
                  <a:lnTo>
                    <a:pt x="255140" y="24506"/>
                  </a:lnTo>
                  <a:lnTo>
                    <a:pt x="250584" y="21786"/>
                  </a:lnTo>
                  <a:lnTo>
                    <a:pt x="245944" y="19211"/>
                  </a:lnTo>
                  <a:lnTo>
                    <a:pt x="241224" y="16785"/>
                  </a:lnTo>
                  <a:lnTo>
                    <a:pt x="236430" y="14510"/>
                  </a:lnTo>
                  <a:lnTo>
                    <a:pt x="231566" y="12388"/>
                  </a:lnTo>
                  <a:lnTo>
                    <a:pt x="226638" y="10422"/>
                  </a:lnTo>
                  <a:lnTo>
                    <a:pt x="221649" y="8613"/>
                  </a:lnTo>
                  <a:lnTo>
                    <a:pt x="216605" y="6964"/>
                  </a:lnTo>
                  <a:lnTo>
                    <a:pt x="211512" y="5475"/>
                  </a:lnTo>
                  <a:lnTo>
                    <a:pt x="206374" y="4149"/>
                  </a:lnTo>
                  <a:lnTo>
                    <a:pt x="201196" y="2986"/>
                  </a:lnTo>
                  <a:lnTo>
                    <a:pt x="195985" y="1988"/>
                  </a:lnTo>
                  <a:lnTo>
                    <a:pt x="190744" y="1157"/>
                  </a:lnTo>
                  <a:lnTo>
                    <a:pt x="167167" y="16665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23235" y="1681503"/>
              <a:ext cx="23576" cy="167167"/>
            </a:xfrm>
            <a:custGeom>
              <a:avLst/>
              <a:pathLst>
                <a:path w="23576" h="167167">
                  <a:moveTo>
                    <a:pt x="23576" y="1670"/>
                  </a:moveTo>
                  <a:lnTo>
                    <a:pt x="15747" y="743"/>
                  </a:lnTo>
                  <a:lnTo>
                    <a:pt x="7882" y="1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5853871" y="1322571"/>
              <a:ext cx="167167" cy="312714"/>
            </a:xfrm>
            <a:custGeom>
              <a:avLst/>
              <a:pathLst>
                <a:path w="167167" h="312714">
                  <a:moveTo>
                    <a:pt x="167167" y="0"/>
                  </a:moveTo>
                  <a:lnTo>
                    <a:pt x="161812" y="85"/>
                  </a:lnTo>
                  <a:lnTo>
                    <a:pt x="156462" y="343"/>
                  </a:lnTo>
                  <a:lnTo>
                    <a:pt x="151123" y="771"/>
                  </a:lnTo>
                  <a:lnTo>
                    <a:pt x="145801" y="1371"/>
                  </a:lnTo>
                  <a:lnTo>
                    <a:pt x="140500" y="2140"/>
                  </a:lnTo>
                  <a:lnTo>
                    <a:pt x="135227" y="3079"/>
                  </a:lnTo>
                  <a:lnTo>
                    <a:pt x="129987" y="4187"/>
                  </a:lnTo>
                  <a:lnTo>
                    <a:pt x="124785" y="5461"/>
                  </a:lnTo>
                  <a:lnTo>
                    <a:pt x="119627" y="6902"/>
                  </a:lnTo>
                  <a:lnTo>
                    <a:pt x="114517" y="8507"/>
                  </a:lnTo>
                  <a:lnTo>
                    <a:pt x="109461" y="10275"/>
                  </a:lnTo>
                  <a:lnTo>
                    <a:pt x="104465" y="12204"/>
                  </a:lnTo>
                  <a:lnTo>
                    <a:pt x="99533" y="14293"/>
                  </a:lnTo>
                  <a:lnTo>
                    <a:pt x="94670" y="16538"/>
                  </a:lnTo>
                  <a:lnTo>
                    <a:pt x="89882" y="18938"/>
                  </a:lnTo>
                  <a:lnTo>
                    <a:pt x="85173" y="21489"/>
                  </a:lnTo>
                  <a:lnTo>
                    <a:pt x="80548" y="24191"/>
                  </a:lnTo>
                  <a:lnTo>
                    <a:pt x="76012" y="27039"/>
                  </a:lnTo>
                  <a:lnTo>
                    <a:pt x="71570" y="30031"/>
                  </a:lnTo>
                  <a:lnTo>
                    <a:pt x="67226" y="33164"/>
                  </a:lnTo>
                  <a:lnTo>
                    <a:pt x="62984" y="36435"/>
                  </a:lnTo>
                  <a:lnTo>
                    <a:pt x="58850" y="39839"/>
                  </a:lnTo>
                  <a:lnTo>
                    <a:pt x="54826" y="43375"/>
                  </a:lnTo>
                  <a:lnTo>
                    <a:pt x="50918" y="47037"/>
                  </a:lnTo>
                  <a:lnTo>
                    <a:pt x="47130" y="50823"/>
                  </a:lnTo>
                  <a:lnTo>
                    <a:pt x="43464" y="54728"/>
                  </a:lnTo>
                  <a:lnTo>
                    <a:pt x="39926" y="58748"/>
                  </a:lnTo>
                  <a:lnTo>
                    <a:pt x="36518" y="62880"/>
                  </a:lnTo>
                  <a:lnTo>
                    <a:pt x="33244" y="67119"/>
                  </a:lnTo>
                  <a:lnTo>
                    <a:pt x="30107" y="71461"/>
                  </a:lnTo>
                  <a:lnTo>
                    <a:pt x="27112" y="75901"/>
                  </a:lnTo>
                  <a:lnTo>
                    <a:pt x="24260" y="80434"/>
                  </a:lnTo>
                  <a:lnTo>
                    <a:pt x="21555" y="85057"/>
                  </a:lnTo>
                  <a:lnTo>
                    <a:pt x="18999" y="89764"/>
                  </a:lnTo>
                  <a:lnTo>
                    <a:pt x="16596" y="94550"/>
                  </a:lnTo>
                  <a:lnTo>
                    <a:pt x="14347" y="99411"/>
                  </a:lnTo>
                  <a:lnTo>
                    <a:pt x="12254" y="104341"/>
                  </a:lnTo>
                  <a:lnTo>
                    <a:pt x="10321" y="109336"/>
                  </a:lnTo>
                  <a:lnTo>
                    <a:pt x="8549" y="114390"/>
                  </a:lnTo>
                  <a:lnTo>
                    <a:pt x="6940" y="119499"/>
                  </a:lnTo>
                  <a:lnTo>
                    <a:pt x="5495" y="124656"/>
                  </a:lnTo>
                  <a:lnTo>
                    <a:pt x="4216" y="129857"/>
                  </a:lnTo>
                  <a:lnTo>
                    <a:pt x="3105" y="135097"/>
                  </a:lnTo>
                  <a:lnTo>
                    <a:pt x="2161" y="140369"/>
                  </a:lnTo>
                  <a:lnTo>
                    <a:pt x="1388" y="145669"/>
                  </a:lnTo>
                  <a:lnTo>
                    <a:pt x="784" y="150991"/>
                  </a:lnTo>
                  <a:lnTo>
                    <a:pt x="351" y="156329"/>
                  </a:lnTo>
                  <a:lnTo>
                    <a:pt x="90" y="161679"/>
                  </a:lnTo>
                  <a:lnTo>
                    <a:pt x="0" y="167034"/>
                  </a:lnTo>
                  <a:lnTo>
                    <a:pt x="81" y="172389"/>
                  </a:lnTo>
                  <a:lnTo>
                    <a:pt x="334" y="177739"/>
                  </a:lnTo>
                  <a:lnTo>
                    <a:pt x="758" y="183078"/>
                  </a:lnTo>
                  <a:lnTo>
                    <a:pt x="1354" y="188401"/>
                  </a:lnTo>
                  <a:lnTo>
                    <a:pt x="2119" y="193702"/>
                  </a:lnTo>
                  <a:lnTo>
                    <a:pt x="3054" y="198976"/>
                  </a:lnTo>
                  <a:lnTo>
                    <a:pt x="4157" y="204217"/>
                  </a:lnTo>
                  <a:lnTo>
                    <a:pt x="5427" y="209420"/>
                  </a:lnTo>
                  <a:lnTo>
                    <a:pt x="6864" y="214579"/>
                  </a:lnTo>
                  <a:lnTo>
                    <a:pt x="8465" y="219691"/>
                  </a:lnTo>
                  <a:lnTo>
                    <a:pt x="10229" y="224748"/>
                  </a:lnTo>
                  <a:lnTo>
                    <a:pt x="12154" y="229746"/>
                  </a:lnTo>
                  <a:lnTo>
                    <a:pt x="14239" y="234679"/>
                  </a:lnTo>
                  <a:lnTo>
                    <a:pt x="16480" y="239544"/>
                  </a:lnTo>
                  <a:lnTo>
                    <a:pt x="18876" y="244334"/>
                  </a:lnTo>
                  <a:lnTo>
                    <a:pt x="21424" y="249045"/>
                  </a:lnTo>
                  <a:lnTo>
                    <a:pt x="24122" y="253672"/>
                  </a:lnTo>
                  <a:lnTo>
                    <a:pt x="26967" y="258210"/>
                  </a:lnTo>
                  <a:lnTo>
                    <a:pt x="29955" y="262655"/>
                  </a:lnTo>
                  <a:lnTo>
                    <a:pt x="33085" y="267001"/>
                  </a:lnTo>
                  <a:lnTo>
                    <a:pt x="36352" y="271245"/>
                  </a:lnTo>
                  <a:lnTo>
                    <a:pt x="39753" y="275383"/>
                  </a:lnTo>
                  <a:lnTo>
                    <a:pt x="43285" y="279409"/>
                  </a:lnTo>
                  <a:lnTo>
                    <a:pt x="46944" y="283320"/>
                  </a:lnTo>
                  <a:lnTo>
                    <a:pt x="50727" y="287112"/>
                  </a:lnTo>
                  <a:lnTo>
                    <a:pt x="54629" y="290780"/>
                  </a:lnTo>
                  <a:lnTo>
                    <a:pt x="58647" y="294322"/>
                  </a:lnTo>
                  <a:lnTo>
                    <a:pt x="62776" y="297733"/>
                  </a:lnTo>
                  <a:lnTo>
                    <a:pt x="67012" y="301010"/>
                  </a:lnTo>
                  <a:lnTo>
                    <a:pt x="71352" y="304150"/>
                  </a:lnTo>
                  <a:lnTo>
                    <a:pt x="75789" y="307149"/>
                  </a:lnTo>
                  <a:lnTo>
                    <a:pt x="80320" y="310005"/>
                  </a:lnTo>
                  <a:lnTo>
                    <a:pt x="84941" y="312714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5938812" y="1489739"/>
              <a:ext cx="82226" cy="145546"/>
            </a:xfrm>
            <a:custGeom>
              <a:avLst/>
              <a:pathLst>
                <a:path w="82226" h="145546">
                  <a:moveTo>
                    <a:pt x="0" y="145546"/>
                  </a:moveTo>
                  <a:lnTo>
                    <a:pt x="8222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5938812" y="1489739"/>
              <a:ext cx="82226" cy="145546"/>
            </a:xfrm>
            <a:custGeom>
              <a:avLst/>
              <a:pathLst>
                <a:path w="82226" h="145546">
                  <a:moveTo>
                    <a:pt x="0" y="145546"/>
                  </a:moveTo>
                  <a:lnTo>
                    <a:pt x="8222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5938812" y="1489739"/>
              <a:ext cx="82226" cy="145546"/>
            </a:xfrm>
            <a:custGeom>
              <a:avLst/>
              <a:pathLst>
                <a:path w="82226" h="145546">
                  <a:moveTo>
                    <a:pt x="0" y="145546"/>
                  </a:moveTo>
                  <a:lnTo>
                    <a:pt x="8222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5938812" y="1489739"/>
              <a:ext cx="82226" cy="145546"/>
            </a:xfrm>
            <a:custGeom>
              <a:avLst/>
              <a:pathLst>
                <a:path w="82226" h="145546">
                  <a:moveTo>
                    <a:pt x="0" y="145546"/>
                  </a:moveTo>
                  <a:lnTo>
                    <a:pt x="8222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5938812" y="1489739"/>
              <a:ext cx="82226" cy="145546"/>
            </a:xfrm>
            <a:custGeom>
              <a:avLst/>
              <a:pathLst>
                <a:path w="82226" h="145546">
                  <a:moveTo>
                    <a:pt x="0" y="145546"/>
                  </a:moveTo>
                  <a:lnTo>
                    <a:pt x="8222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938812" y="1489739"/>
              <a:ext cx="82226" cy="145546"/>
            </a:xfrm>
            <a:custGeom>
              <a:avLst/>
              <a:pathLst>
                <a:path w="82226" h="145546">
                  <a:moveTo>
                    <a:pt x="0" y="145546"/>
                  </a:moveTo>
                  <a:lnTo>
                    <a:pt x="8222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38812" y="1489739"/>
              <a:ext cx="82226" cy="145546"/>
            </a:xfrm>
            <a:custGeom>
              <a:avLst/>
              <a:pathLst>
                <a:path w="82226" h="145546">
                  <a:moveTo>
                    <a:pt x="0" y="145546"/>
                  </a:moveTo>
                  <a:lnTo>
                    <a:pt x="8222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38812" y="1489739"/>
              <a:ext cx="82226" cy="145546"/>
            </a:xfrm>
            <a:custGeom>
              <a:avLst/>
              <a:pathLst>
                <a:path w="82226" h="145546">
                  <a:moveTo>
                    <a:pt x="0" y="145546"/>
                  </a:moveTo>
                  <a:lnTo>
                    <a:pt x="8222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38812" y="1489739"/>
              <a:ext cx="82226" cy="145546"/>
            </a:xfrm>
            <a:custGeom>
              <a:avLst/>
              <a:pathLst>
                <a:path w="82226" h="145546">
                  <a:moveTo>
                    <a:pt x="0" y="145546"/>
                  </a:moveTo>
                  <a:lnTo>
                    <a:pt x="8222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38812" y="1489739"/>
              <a:ext cx="82226" cy="145546"/>
            </a:xfrm>
            <a:custGeom>
              <a:avLst/>
              <a:pathLst>
                <a:path w="82226" h="145546">
                  <a:moveTo>
                    <a:pt x="0" y="145546"/>
                  </a:moveTo>
                  <a:lnTo>
                    <a:pt x="8222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38812" y="1489739"/>
              <a:ext cx="82226" cy="145546"/>
            </a:xfrm>
            <a:custGeom>
              <a:avLst/>
              <a:pathLst>
                <a:path w="82226" h="145546">
                  <a:moveTo>
                    <a:pt x="0" y="145546"/>
                  </a:moveTo>
                  <a:lnTo>
                    <a:pt x="8222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38812" y="1489739"/>
              <a:ext cx="82226" cy="145546"/>
            </a:xfrm>
            <a:custGeom>
              <a:avLst/>
              <a:pathLst>
                <a:path w="82226" h="145546">
                  <a:moveTo>
                    <a:pt x="0" y="145546"/>
                  </a:moveTo>
                  <a:lnTo>
                    <a:pt x="82226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38812" y="1489739"/>
              <a:ext cx="82226" cy="145546"/>
            </a:xfrm>
            <a:custGeom>
              <a:avLst/>
              <a:pathLst>
                <a:path w="82226" h="145546">
                  <a:moveTo>
                    <a:pt x="0" y="145546"/>
                  </a:moveTo>
                  <a:lnTo>
                    <a:pt x="8222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38812" y="1489739"/>
              <a:ext cx="82226" cy="145546"/>
            </a:xfrm>
            <a:custGeom>
              <a:avLst/>
              <a:pathLst>
                <a:path w="82226" h="145546">
                  <a:moveTo>
                    <a:pt x="0" y="145546"/>
                  </a:moveTo>
                  <a:lnTo>
                    <a:pt x="8222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38812" y="1489739"/>
              <a:ext cx="82226" cy="145546"/>
            </a:xfrm>
            <a:custGeom>
              <a:avLst/>
              <a:pathLst>
                <a:path w="82226" h="145546">
                  <a:moveTo>
                    <a:pt x="0" y="145546"/>
                  </a:moveTo>
                  <a:lnTo>
                    <a:pt x="82226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38812" y="1489739"/>
              <a:ext cx="82226" cy="145546"/>
            </a:xfrm>
            <a:custGeom>
              <a:avLst/>
              <a:pathLst>
                <a:path w="82226" h="145546">
                  <a:moveTo>
                    <a:pt x="0" y="145546"/>
                  </a:moveTo>
                  <a:lnTo>
                    <a:pt x="8222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38812" y="1489739"/>
              <a:ext cx="82226" cy="145546"/>
            </a:xfrm>
            <a:custGeom>
              <a:avLst/>
              <a:pathLst>
                <a:path w="82226" h="145546">
                  <a:moveTo>
                    <a:pt x="0" y="145546"/>
                  </a:moveTo>
                  <a:lnTo>
                    <a:pt x="8222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38812" y="1489739"/>
              <a:ext cx="82226" cy="145546"/>
            </a:xfrm>
            <a:custGeom>
              <a:avLst/>
              <a:pathLst>
                <a:path w="82226" h="145546">
                  <a:moveTo>
                    <a:pt x="0" y="145546"/>
                  </a:moveTo>
                  <a:lnTo>
                    <a:pt x="8222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38812" y="1489739"/>
              <a:ext cx="82226" cy="145546"/>
            </a:xfrm>
            <a:custGeom>
              <a:avLst/>
              <a:pathLst>
                <a:path w="82226" h="145546">
                  <a:moveTo>
                    <a:pt x="0" y="145546"/>
                  </a:moveTo>
                  <a:lnTo>
                    <a:pt x="8222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38812" y="1489739"/>
              <a:ext cx="82226" cy="145546"/>
            </a:xfrm>
            <a:custGeom>
              <a:avLst/>
              <a:pathLst>
                <a:path w="82226" h="145546">
                  <a:moveTo>
                    <a:pt x="0" y="145546"/>
                  </a:moveTo>
                  <a:lnTo>
                    <a:pt x="8222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38812" y="1489739"/>
              <a:ext cx="82226" cy="145546"/>
            </a:xfrm>
            <a:custGeom>
              <a:avLst/>
              <a:pathLst>
                <a:path w="82226" h="145546">
                  <a:moveTo>
                    <a:pt x="0" y="145546"/>
                  </a:moveTo>
                  <a:lnTo>
                    <a:pt x="8222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38812" y="1340931"/>
              <a:ext cx="249373" cy="315973"/>
            </a:xfrm>
            <a:custGeom>
              <a:avLst/>
              <a:pathLst>
                <a:path w="249373" h="315973">
                  <a:moveTo>
                    <a:pt x="0" y="294354"/>
                  </a:moveTo>
                  <a:lnTo>
                    <a:pt x="4673" y="296897"/>
                  </a:lnTo>
                  <a:lnTo>
                    <a:pt x="9425" y="299290"/>
                  </a:lnTo>
                  <a:lnTo>
                    <a:pt x="14250" y="301530"/>
                  </a:lnTo>
                  <a:lnTo>
                    <a:pt x="19145" y="303616"/>
                  </a:lnTo>
                  <a:lnTo>
                    <a:pt x="24103" y="305545"/>
                  </a:lnTo>
                  <a:lnTo>
                    <a:pt x="29120" y="307315"/>
                  </a:lnTo>
                  <a:lnTo>
                    <a:pt x="34191" y="308925"/>
                  </a:lnTo>
                  <a:lnTo>
                    <a:pt x="39311" y="310372"/>
                  </a:lnTo>
                  <a:lnTo>
                    <a:pt x="44474" y="311656"/>
                  </a:lnTo>
                  <a:lnTo>
                    <a:pt x="49675" y="312775"/>
                  </a:lnTo>
                  <a:lnTo>
                    <a:pt x="54909" y="313728"/>
                  </a:lnTo>
                  <a:lnTo>
                    <a:pt x="60171" y="314514"/>
                  </a:lnTo>
                  <a:lnTo>
                    <a:pt x="65456" y="315132"/>
                  </a:lnTo>
                  <a:lnTo>
                    <a:pt x="70757" y="315581"/>
                  </a:lnTo>
                  <a:lnTo>
                    <a:pt x="76070" y="315862"/>
                  </a:lnTo>
                  <a:lnTo>
                    <a:pt x="81389" y="315973"/>
                  </a:lnTo>
                  <a:lnTo>
                    <a:pt x="86709" y="315915"/>
                  </a:lnTo>
                  <a:lnTo>
                    <a:pt x="92025" y="315687"/>
                  </a:lnTo>
                  <a:lnTo>
                    <a:pt x="97330" y="315291"/>
                  </a:lnTo>
                  <a:lnTo>
                    <a:pt x="102620" y="314726"/>
                  </a:lnTo>
                  <a:lnTo>
                    <a:pt x="107890" y="313993"/>
                  </a:lnTo>
                  <a:lnTo>
                    <a:pt x="113134" y="313093"/>
                  </a:lnTo>
                  <a:lnTo>
                    <a:pt x="118346" y="312026"/>
                  </a:lnTo>
                  <a:lnTo>
                    <a:pt x="123522" y="310794"/>
                  </a:lnTo>
                  <a:lnTo>
                    <a:pt x="128655" y="309398"/>
                  </a:lnTo>
                  <a:lnTo>
                    <a:pt x="133742" y="307839"/>
                  </a:lnTo>
                  <a:lnTo>
                    <a:pt x="138777" y="306119"/>
                  </a:lnTo>
                  <a:lnTo>
                    <a:pt x="143754" y="304240"/>
                  </a:lnTo>
                  <a:lnTo>
                    <a:pt x="148669" y="302203"/>
                  </a:lnTo>
                  <a:lnTo>
                    <a:pt x="153517" y="300011"/>
                  </a:lnTo>
                  <a:lnTo>
                    <a:pt x="158293" y="297666"/>
                  </a:lnTo>
                  <a:lnTo>
                    <a:pt x="162991" y="295170"/>
                  </a:lnTo>
                  <a:lnTo>
                    <a:pt x="167608" y="292525"/>
                  </a:lnTo>
                  <a:lnTo>
                    <a:pt x="172138" y="289736"/>
                  </a:lnTo>
                  <a:lnTo>
                    <a:pt x="176577" y="286803"/>
                  </a:lnTo>
                  <a:lnTo>
                    <a:pt x="180921" y="283731"/>
                  </a:lnTo>
                  <a:lnTo>
                    <a:pt x="185164" y="280522"/>
                  </a:lnTo>
                  <a:lnTo>
                    <a:pt x="189304" y="277179"/>
                  </a:lnTo>
                  <a:lnTo>
                    <a:pt x="193334" y="273707"/>
                  </a:lnTo>
                  <a:lnTo>
                    <a:pt x="197253" y="270108"/>
                  </a:lnTo>
                  <a:lnTo>
                    <a:pt x="201055" y="266386"/>
                  </a:lnTo>
                  <a:lnTo>
                    <a:pt x="204736" y="262545"/>
                  </a:lnTo>
                  <a:lnTo>
                    <a:pt x="208293" y="258589"/>
                  </a:lnTo>
                  <a:lnTo>
                    <a:pt x="211723" y="254521"/>
                  </a:lnTo>
                  <a:lnTo>
                    <a:pt x="215021" y="250347"/>
                  </a:lnTo>
                  <a:lnTo>
                    <a:pt x="218185" y="246070"/>
                  </a:lnTo>
                  <a:lnTo>
                    <a:pt x="221212" y="241694"/>
                  </a:lnTo>
                  <a:lnTo>
                    <a:pt x="224097" y="237224"/>
                  </a:lnTo>
                  <a:lnTo>
                    <a:pt x="226839" y="232664"/>
                  </a:lnTo>
                  <a:lnTo>
                    <a:pt x="229434" y="228020"/>
                  </a:lnTo>
                  <a:lnTo>
                    <a:pt x="231880" y="223295"/>
                  </a:lnTo>
                  <a:lnTo>
                    <a:pt x="234175" y="218495"/>
                  </a:lnTo>
                  <a:lnTo>
                    <a:pt x="236316" y="213625"/>
                  </a:lnTo>
                  <a:lnTo>
                    <a:pt x="238300" y="208688"/>
                  </a:lnTo>
                  <a:lnTo>
                    <a:pt x="240127" y="203691"/>
                  </a:lnTo>
                  <a:lnTo>
                    <a:pt x="241793" y="198639"/>
                  </a:lnTo>
                  <a:lnTo>
                    <a:pt x="243298" y="193536"/>
                  </a:lnTo>
                  <a:lnTo>
                    <a:pt x="244640" y="188387"/>
                  </a:lnTo>
                  <a:lnTo>
                    <a:pt x="245817" y="183199"/>
                  </a:lnTo>
                  <a:lnTo>
                    <a:pt x="246829" y="177976"/>
                  </a:lnTo>
                  <a:lnTo>
                    <a:pt x="247674" y="172723"/>
                  </a:lnTo>
                  <a:lnTo>
                    <a:pt x="248351" y="167446"/>
                  </a:lnTo>
                  <a:lnTo>
                    <a:pt x="248860" y="162150"/>
                  </a:lnTo>
                  <a:lnTo>
                    <a:pt x="249200" y="156840"/>
                  </a:lnTo>
                  <a:lnTo>
                    <a:pt x="249371" y="151523"/>
                  </a:lnTo>
                  <a:lnTo>
                    <a:pt x="249373" y="146202"/>
                  </a:lnTo>
                  <a:lnTo>
                    <a:pt x="249205" y="140885"/>
                  </a:lnTo>
                  <a:lnTo>
                    <a:pt x="248869" y="135575"/>
                  </a:lnTo>
                  <a:lnTo>
                    <a:pt x="248363" y="130279"/>
                  </a:lnTo>
                  <a:lnTo>
                    <a:pt x="247689" y="125001"/>
                  </a:lnTo>
                  <a:lnTo>
                    <a:pt x="246848" y="119748"/>
                  </a:lnTo>
                  <a:lnTo>
                    <a:pt x="245840" y="114524"/>
                  </a:lnTo>
                  <a:lnTo>
                    <a:pt x="244666" y="109335"/>
                  </a:lnTo>
                  <a:lnTo>
                    <a:pt x="243328" y="104186"/>
                  </a:lnTo>
                  <a:lnTo>
                    <a:pt x="241826" y="99082"/>
                  </a:lnTo>
                  <a:lnTo>
                    <a:pt x="240163" y="94028"/>
                  </a:lnTo>
                  <a:lnTo>
                    <a:pt x="238340" y="89030"/>
                  </a:lnTo>
                  <a:lnTo>
                    <a:pt x="236358" y="84092"/>
                  </a:lnTo>
                  <a:lnTo>
                    <a:pt x="234221" y="79220"/>
                  </a:lnTo>
                  <a:lnTo>
                    <a:pt x="231929" y="74418"/>
                  </a:lnTo>
                  <a:lnTo>
                    <a:pt x="229486" y="69692"/>
                  </a:lnTo>
                  <a:lnTo>
                    <a:pt x="226894" y="65046"/>
                  </a:lnTo>
                  <a:lnTo>
                    <a:pt x="224155" y="60485"/>
                  </a:lnTo>
                  <a:lnTo>
                    <a:pt x="221273" y="56013"/>
                  </a:lnTo>
                  <a:lnTo>
                    <a:pt x="218250" y="51635"/>
                  </a:lnTo>
                  <a:lnTo>
                    <a:pt x="215088" y="47356"/>
                  </a:lnTo>
                  <a:lnTo>
                    <a:pt x="211793" y="43179"/>
                  </a:lnTo>
                  <a:lnTo>
                    <a:pt x="208366" y="39110"/>
                  </a:lnTo>
                  <a:lnTo>
                    <a:pt x="204811" y="35151"/>
                  </a:lnTo>
                  <a:lnTo>
                    <a:pt x="201132" y="31308"/>
                  </a:lnTo>
                  <a:lnTo>
                    <a:pt x="197333" y="27583"/>
                  </a:lnTo>
                  <a:lnTo>
                    <a:pt x="193417" y="23982"/>
                  </a:lnTo>
                  <a:lnTo>
                    <a:pt x="189388" y="20507"/>
                  </a:lnTo>
                  <a:lnTo>
                    <a:pt x="185251" y="17161"/>
                  </a:lnTo>
                  <a:lnTo>
                    <a:pt x="181010" y="13950"/>
                  </a:lnTo>
                  <a:lnTo>
                    <a:pt x="176668" y="10874"/>
                  </a:lnTo>
                  <a:lnTo>
                    <a:pt x="172231" y="7939"/>
                  </a:lnTo>
                  <a:lnTo>
                    <a:pt x="167703" y="5146"/>
                  </a:lnTo>
                  <a:lnTo>
                    <a:pt x="163088" y="2499"/>
                  </a:lnTo>
                  <a:lnTo>
                    <a:pt x="158391" y="0"/>
                  </a:lnTo>
                  <a:lnTo>
                    <a:pt x="82226" y="14880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021039" y="1322571"/>
              <a:ext cx="76165" cy="167167"/>
            </a:xfrm>
            <a:custGeom>
              <a:avLst/>
              <a:pathLst>
                <a:path w="76165" h="167167">
                  <a:moveTo>
                    <a:pt x="76165" y="18359"/>
                  </a:moveTo>
                  <a:lnTo>
                    <a:pt x="71094" y="15871"/>
                  </a:lnTo>
                  <a:lnTo>
                    <a:pt x="65942" y="13555"/>
                  </a:lnTo>
                  <a:lnTo>
                    <a:pt x="60715" y="11415"/>
                  </a:lnTo>
                  <a:lnTo>
                    <a:pt x="55418" y="9453"/>
                  </a:lnTo>
                  <a:lnTo>
                    <a:pt x="50058" y="7671"/>
                  </a:lnTo>
                  <a:lnTo>
                    <a:pt x="44641" y="6070"/>
                  </a:lnTo>
                  <a:lnTo>
                    <a:pt x="39173" y="4654"/>
                  </a:lnTo>
                  <a:lnTo>
                    <a:pt x="33660" y="3424"/>
                  </a:lnTo>
                  <a:lnTo>
                    <a:pt x="28109" y="2380"/>
                  </a:lnTo>
                  <a:lnTo>
                    <a:pt x="22526" y="1524"/>
                  </a:lnTo>
                  <a:lnTo>
                    <a:pt x="16917" y="858"/>
                  </a:lnTo>
                  <a:lnTo>
                    <a:pt x="11288" y="381"/>
                  </a:lnTo>
                  <a:lnTo>
                    <a:pt x="5647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378097" y="1071028"/>
              <a:ext cx="167160" cy="265475"/>
            </a:xfrm>
            <a:custGeom>
              <a:avLst/>
              <a:pathLst>
                <a:path w="167160" h="265475">
                  <a:moveTo>
                    <a:pt x="167160" y="0"/>
                  </a:moveTo>
                  <a:lnTo>
                    <a:pt x="161833" y="84"/>
                  </a:lnTo>
                  <a:lnTo>
                    <a:pt x="156510" y="339"/>
                  </a:lnTo>
                  <a:lnTo>
                    <a:pt x="151199" y="763"/>
                  </a:lnTo>
                  <a:lnTo>
                    <a:pt x="145903" y="1357"/>
                  </a:lnTo>
                  <a:lnTo>
                    <a:pt x="140629" y="2118"/>
                  </a:lnTo>
                  <a:lnTo>
                    <a:pt x="135383" y="3048"/>
                  </a:lnTo>
                  <a:lnTo>
                    <a:pt x="130168" y="4144"/>
                  </a:lnTo>
                  <a:lnTo>
                    <a:pt x="124991" y="5406"/>
                  </a:lnTo>
                  <a:lnTo>
                    <a:pt x="119857" y="6832"/>
                  </a:lnTo>
                  <a:lnTo>
                    <a:pt x="114771" y="8421"/>
                  </a:lnTo>
                  <a:lnTo>
                    <a:pt x="109738" y="10171"/>
                  </a:lnTo>
                  <a:lnTo>
                    <a:pt x="104764" y="12081"/>
                  </a:lnTo>
                  <a:lnTo>
                    <a:pt x="99853" y="14149"/>
                  </a:lnTo>
                  <a:lnTo>
                    <a:pt x="95010" y="16371"/>
                  </a:lnTo>
                  <a:lnTo>
                    <a:pt x="90241" y="18748"/>
                  </a:lnTo>
                  <a:lnTo>
                    <a:pt x="85550" y="21274"/>
                  </a:lnTo>
                  <a:lnTo>
                    <a:pt x="80941" y="23950"/>
                  </a:lnTo>
                  <a:lnTo>
                    <a:pt x="76421" y="26770"/>
                  </a:lnTo>
                  <a:lnTo>
                    <a:pt x="71992" y="29734"/>
                  </a:lnTo>
                  <a:lnTo>
                    <a:pt x="67660" y="32836"/>
                  </a:lnTo>
                  <a:lnTo>
                    <a:pt x="63430" y="36076"/>
                  </a:lnTo>
                  <a:lnTo>
                    <a:pt x="59304" y="39449"/>
                  </a:lnTo>
                  <a:lnTo>
                    <a:pt x="55288" y="42951"/>
                  </a:lnTo>
                  <a:lnTo>
                    <a:pt x="51386" y="46579"/>
                  </a:lnTo>
                  <a:lnTo>
                    <a:pt x="47602" y="50331"/>
                  </a:lnTo>
                  <a:lnTo>
                    <a:pt x="43939" y="54200"/>
                  </a:lnTo>
                  <a:lnTo>
                    <a:pt x="40401" y="58185"/>
                  </a:lnTo>
                  <a:lnTo>
                    <a:pt x="36992" y="62280"/>
                  </a:lnTo>
                  <a:lnTo>
                    <a:pt x="33716" y="66482"/>
                  </a:lnTo>
                  <a:lnTo>
                    <a:pt x="30574" y="70786"/>
                  </a:lnTo>
                  <a:lnTo>
                    <a:pt x="27572" y="75188"/>
                  </a:lnTo>
                  <a:lnTo>
                    <a:pt x="24711" y="79684"/>
                  </a:lnTo>
                  <a:lnTo>
                    <a:pt x="21996" y="84268"/>
                  </a:lnTo>
                  <a:lnTo>
                    <a:pt x="19427" y="88937"/>
                  </a:lnTo>
                  <a:lnTo>
                    <a:pt x="17009" y="93685"/>
                  </a:lnTo>
                  <a:lnTo>
                    <a:pt x="14743" y="98508"/>
                  </a:lnTo>
                  <a:lnTo>
                    <a:pt x="12633" y="103401"/>
                  </a:lnTo>
                  <a:lnTo>
                    <a:pt x="10679" y="108358"/>
                  </a:lnTo>
                  <a:lnTo>
                    <a:pt x="8884" y="113375"/>
                  </a:lnTo>
                  <a:lnTo>
                    <a:pt x="7250" y="118447"/>
                  </a:lnTo>
                  <a:lnTo>
                    <a:pt x="5779" y="123568"/>
                  </a:lnTo>
                  <a:lnTo>
                    <a:pt x="4471" y="128734"/>
                  </a:lnTo>
                  <a:lnTo>
                    <a:pt x="3329" y="133938"/>
                  </a:lnTo>
                  <a:lnTo>
                    <a:pt x="2353" y="139177"/>
                  </a:lnTo>
                  <a:lnTo>
                    <a:pt x="1545" y="144444"/>
                  </a:lnTo>
                  <a:lnTo>
                    <a:pt x="904" y="149733"/>
                  </a:lnTo>
                  <a:lnTo>
                    <a:pt x="433" y="155041"/>
                  </a:lnTo>
                  <a:lnTo>
                    <a:pt x="132" y="160361"/>
                  </a:lnTo>
                  <a:lnTo>
                    <a:pt x="0" y="165688"/>
                  </a:lnTo>
                  <a:lnTo>
                    <a:pt x="37" y="171016"/>
                  </a:lnTo>
                  <a:lnTo>
                    <a:pt x="245" y="176341"/>
                  </a:lnTo>
                  <a:lnTo>
                    <a:pt x="622" y="181656"/>
                  </a:lnTo>
                  <a:lnTo>
                    <a:pt x="1168" y="186956"/>
                  </a:lnTo>
                  <a:lnTo>
                    <a:pt x="1883" y="192236"/>
                  </a:lnTo>
                  <a:lnTo>
                    <a:pt x="2766" y="197491"/>
                  </a:lnTo>
                  <a:lnTo>
                    <a:pt x="3816" y="202715"/>
                  </a:lnTo>
                  <a:lnTo>
                    <a:pt x="5032" y="207903"/>
                  </a:lnTo>
                  <a:lnTo>
                    <a:pt x="6413" y="213050"/>
                  </a:lnTo>
                  <a:lnTo>
                    <a:pt x="7957" y="218150"/>
                  </a:lnTo>
                  <a:lnTo>
                    <a:pt x="9663" y="223198"/>
                  </a:lnTo>
                  <a:lnTo>
                    <a:pt x="11529" y="228189"/>
                  </a:lnTo>
                  <a:lnTo>
                    <a:pt x="13552" y="233118"/>
                  </a:lnTo>
                  <a:lnTo>
                    <a:pt x="15732" y="237980"/>
                  </a:lnTo>
                  <a:lnTo>
                    <a:pt x="18066" y="242770"/>
                  </a:lnTo>
                  <a:lnTo>
                    <a:pt x="20552" y="247484"/>
                  </a:lnTo>
                  <a:lnTo>
                    <a:pt x="23186" y="252116"/>
                  </a:lnTo>
                  <a:lnTo>
                    <a:pt x="25966" y="256661"/>
                  </a:lnTo>
                  <a:lnTo>
                    <a:pt x="28890" y="261116"/>
                  </a:lnTo>
                  <a:lnTo>
                    <a:pt x="31955" y="265475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410052" y="1238196"/>
              <a:ext cx="135205" cy="98307"/>
            </a:xfrm>
            <a:custGeom>
              <a:avLst/>
              <a:pathLst>
                <a:path w="135205" h="98307">
                  <a:moveTo>
                    <a:pt x="0" y="98307"/>
                  </a:moveTo>
                  <a:lnTo>
                    <a:pt x="13520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410052" y="1238196"/>
              <a:ext cx="135205" cy="98307"/>
            </a:xfrm>
            <a:custGeom>
              <a:avLst/>
              <a:pathLst>
                <a:path w="135205" h="98307">
                  <a:moveTo>
                    <a:pt x="0" y="98307"/>
                  </a:moveTo>
                  <a:lnTo>
                    <a:pt x="13520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410052" y="1238196"/>
              <a:ext cx="135205" cy="98307"/>
            </a:xfrm>
            <a:custGeom>
              <a:avLst/>
              <a:pathLst>
                <a:path w="135205" h="98307">
                  <a:moveTo>
                    <a:pt x="0" y="98307"/>
                  </a:moveTo>
                  <a:lnTo>
                    <a:pt x="13520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410052" y="1238196"/>
              <a:ext cx="135205" cy="98307"/>
            </a:xfrm>
            <a:custGeom>
              <a:avLst/>
              <a:pathLst>
                <a:path w="135205" h="98307">
                  <a:moveTo>
                    <a:pt x="0" y="98307"/>
                  </a:moveTo>
                  <a:lnTo>
                    <a:pt x="13520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410052" y="1238196"/>
              <a:ext cx="135205" cy="98307"/>
            </a:xfrm>
            <a:custGeom>
              <a:avLst/>
              <a:pathLst>
                <a:path w="135205" h="98307">
                  <a:moveTo>
                    <a:pt x="0" y="98307"/>
                  </a:moveTo>
                  <a:lnTo>
                    <a:pt x="13520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410052" y="1238196"/>
              <a:ext cx="135205" cy="98307"/>
            </a:xfrm>
            <a:custGeom>
              <a:avLst/>
              <a:pathLst>
                <a:path w="135205" h="98307">
                  <a:moveTo>
                    <a:pt x="0" y="98307"/>
                  </a:moveTo>
                  <a:lnTo>
                    <a:pt x="13520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10052" y="1238196"/>
              <a:ext cx="135205" cy="98307"/>
            </a:xfrm>
            <a:custGeom>
              <a:avLst/>
              <a:pathLst>
                <a:path w="135205" h="98307">
                  <a:moveTo>
                    <a:pt x="0" y="98307"/>
                  </a:moveTo>
                  <a:lnTo>
                    <a:pt x="13520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10052" y="1238196"/>
              <a:ext cx="135205" cy="98307"/>
            </a:xfrm>
            <a:custGeom>
              <a:avLst/>
              <a:pathLst>
                <a:path w="135205" h="98307">
                  <a:moveTo>
                    <a:pt x="0" y="98307"/>
                  </a:moveTo>
                  <a:lnTo>
                    <a:pt x="13520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10052" y="1238196"/>
              <a:ext cx="135205" cy="98307"/>
            </a:xfrm>
            <a:custGeom>
              <a:avLst/>
              <a:pathLst>
                <a:path w="135205" h="98307">
                  <a:moveTo>
                    <a:pt x="0" y="98307"/>
                  </a:moveTo>
                  <a:lnTo>
                    <a:pt x="13520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10052" y="1238196"/>
              <a:ext cx="135205" cy="98307"/>
            </a:xfrm>
            <a:custGeom>
              <a:avLst/>
              <a:pathLst>
                <a:path w="135205" h="98307">
                  <a:moveTo>
                    <a:pt x="0" y="98307"/>
                  </a:moveTo>
                  <a:lnTo>
                    <a:pt x="13520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10052" y="1238196"/>
              <a:ext cx="135205" cy="98307"/>
            </a:xfrm>
            <a:custGeom>
              <a:avLst/>
              <a:pathLst>
                <a:path w="135205" h="98307">
                  <a:moveTo>
                    <a:pt x="0" y="98307"/>
                  </a:moveTo>
                  <a:lnTo>
                    <a:pt x="135205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10052" y="1238196"/>
              <a:ext cx="135205" cy="98307"/>
            </a:xfrm>
            <a:custGeom>
              <a:avLst/>
              <a:pathLst>
                <a:path w="135205" h="98307">
                  <a:moveTo>
                    <a:pt x="0" y="98307"/>
                  </a:moveTo>
                  <a:lnTo>
                    <a:pt x="13520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10052" y="1238196"/>
              <a:ext cx="135205" cy="98307"/>
            </a:xfrm>
            <a:custGeom>
              <a:avLst/>
              <a:pathLst>
                <a:path w="135205" h="98307">
                  <a:moveTo>
                    <a:pt x="0" y="98307"/>
                  </a:moveTo>
                  <a:lnTo>
                    <a:pt x="13520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10052" y="1238196"/>
              <a:ext cx="135205" cy="98307"/>
            </a:xfrm>
            <a:custGeom>
              <a:avLst/>
              <a:pathLst>
                <a:path w="135205" h="98307">
                  <a:moveTo>
                    <a:pt x="0" y="98307"/>
                  </a:moveTo>
                  <a:lnTo>
                    <a:pt x="135205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10052" y="1238196"/>
              <a:ext cx="135205" cy="98307"/>
            </a:xfrm>
            <a:custGeom>
              <a:avLst/>
              <a:pathLst>
                <a:path w="135205" h="98307">
                  <a:moveTo>
                    <a:pt x="0" y="98307"/>
                  </a:moveTo>
                  <a:lnTo>
                    <a:pt x="13520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10052" y="1238196"/>
              <a:ext cx="135205" cy="98307"/>
            </a:xfrm>
            <a:custGeom>
              <a:avLst/>
              <a:pathLst>
                <a:path w="135205" h="98307">
                  <a:moveTo>
                    <a:pt x="0" y="98307"/>
                  </a:moveTo>
                  <a:lnTo>
                    <a:pt x="13520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10052" y="1238196"/>
              <a:ext cx="135205" cy="98307"/>
            </a:xfrm>
            <a:custGeom>
              <a:avLst/>
              <a:pathLst>
                <a:path w="135205" h="98307">
                  <a:moveTo>
                    <a:pt x="0" y="98307"/>
                  </a:moveTo>
                  <a:lnTo>
                    <a:pt x="13520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10052" y="1238196"/>
              <a:ext cx="135205" cy="98307"/>
            </a:xfrm>
            <a:custGeom>
              <a:avLst/>
              <a:pathLst>
                <a:path w="135205" h="98307">
                  <a:moveTo>
                    <a:pt x="0" y="98307"/>
                  </a:moveTo>
                  <a:lnTo>
                    <a:pt x="13520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10052" y="1238196"/>
              <a:ext cx="135205" cy="98307"/>
            </a:xfrm>
            <a:custGeom>
              <a:avLst/>
              <a:pathLst>
                <a:path w="135205" h="98307">
                  <a:moveTo>
                    <a:pt x="0" y="98307"/>
                  </a:moveTo>
                  <a:lnTo>
                    <a:pt x="13520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410052" y="1238196"/>
              <a:ext cx="135205" cy="98307"/>
            </a:xfrm>
            <a:custGeom>
              <a:avLst/>
              <a:pathLst>
                <a:path w="135205" h="98307">
                  <a:moveTo>
                    <a:pt x="0" y="98307"/>
                  </a:moveTo>
                  <a:lnTo>
                    <a:pt x="13520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410052" y="1172673"/>
              <a:ext cx="302357" cy="232676"/>
            </a:xfrm>
            <a:custGeom>
              <a:avLst/>
              <a:pathLst>
                <a:path w="302357" h="232676">
                  <a:moveTo>
                    <a:pt x="0" y="163830"/>
                  </a:moveTo>
                  <a:lnTo>
                    <a:pt x="3218" y="168111"/>
                  </a:lnTo>
                  <a:lnTo>
                    <a:pt x="6572" y="172286"/>
                  </a:lnTo>
                  <a:lnTo>
                    <a:pt x="10059" y="176352"/>
                  </a:lnTo>
                  <a:lnTo>
                    <a:pt x="13673" y="180304"/>
                  </a:lnTo>
                  <a:lnTo>
                    <a:pt x="17413" y="184139"/>
                  </a:lnTo>
                  <a:lnTo>
                    <a:pt x="21273" y="187851"/>
                  </a:lnTo>
                  <a:lnTo>
                    <a:pt x="25250" y="191438"/>
                  </a:lnTo>
                  <a:lnTo>
                    <a:pt x="29340" y="194896"/>
                  </a:lnTo>
                  <a:lnTo>
                    <a:pt x="33539" y="198221"/>
                  </a:lnTo>
                  <a:lnTo>
                    <a:pt x="37842" y="201410"/>
                  </a:lnTo>
                  <a:lnTo>
                    <a:pt x="42245" y="204459"/>
                  </a:lnTo>
                  <a:lnTo>
                    <a:pt x="46744" y="207366"/>
                  </a:lnTo>
                  <a:lnTo>
                    <a:pt x="51333" y="210127"/>
                  </a:lnTo>
                  <a:lnTo>
                    <a:pt x="56009" y="212739"/>
                  </a:lnTo>
                  <a:lnTo>
                    <a:pt x="60765" y="215201"/>
                  </a:lnTo>
                  <a:lnTo>
                    <a:pt x="65599" y="217509"/>
                  </a:lnTo>
                  <a:lnTo>
                    <a:pt x="70503" y="219660"/>
                  </a:lnTo>
                  <a:lnTo>
                    <a:pt x="75474" y="221654"/>
                  </a:lnTo>
                  <a:lnTo>
                    <a:pt x="80506" y="223487"/>
                  </a:lnTo>
                  <a:lnTo>
                    <a:pt x="85595" y="225159"/>
                  </a:lnTo>
                  <a:lnTo>
                    <a:pt x="90734" y="226666"/>
                  </a:lnTo>
                  <a:lnTo>
                    <a:pt x="95919" y="228008"/>
                  </a:lnTo>
                  <a:lnTo>
                    <a:pt x="101145" y="229183"/>
                  </a:lnTo>
                  <a:lnTo>
                    <a:pt x="106405" y="230190"/>
                  </a:lnTo>
                  <a:lnTo>
                    <a:pt x="111695" y="231028"/>
                  </a:lnTo>
                  <a:lnTo>
                    <a:pt x="117009" y="231696"/>
                  </a:lnTo>
                  <a:lnTo>
                    <a:pt x="122342" y="232194"/>
                  </a:lnTo>
                  <a:lnTo>
                    <a:pt x="127688" y="232521"/>
                  </a:lnTo>
                  <a:lnTo>
                    <a:pt x="133041" y="232676"/>
                  </a:lnTo>
                  <a:lnTo>
                    <a:pt x="138397" y="232659"/>
                  </a:lnTo>
                  <a:lnTo>
                    <a:pt x="143750" y="232471"/>
                  </a:lnTo>
                  <a:lnTo>
                    <a:pt x="149093" y="232112"/>
                  </a:lnTo>
                  <a:lnTo>
                    <a:pt x="154423" y="231581"/>
                  </a:lnTo>
                  <a:lnTo>
                    <a:pt x="159733" y="230880"/>
                  </a:lnTo>
                  <a:lnTo>
                    <a:pt x="165017" y="230010"/>
                  </a:lnTo>
                  <a:lnTo>
                    <a:pt x="170271" y="228970"/>
                  </a:lnTo>
                  <a:lnTo>
                    <a:pt x="175489" y="227763"/>
                  </a:lnTo>
                  <a:lnTo>
                    <a:pt x="180666" y="226389"/>
                  </a:lnTo>
                  <a:lnTo>
                    <a:pt x="185796" y="224850"/>
                  </a:lnTo>
                  <a:lnTo>
                    <a:pt x="190874" y="223148"/>
                  </a:lnTo>
                  <a:lnTo>
                    <a:pt x="195895" y="221284"/>
                  </a:lnTo>
                  <a:lnTo>
                    <a:pt x="200854" y="219260"/>
                  </a:lnTo>
                  <a:lnTo>
                    <a:pt x="205745" y="217078"/>
                  </a:lnTo>
                  <a:lnTo>
                    <a:pt x="210564" y="214740"/>
                  </a:lnTo>
                  <a:lnTo>
                    <a:pt x="215305" y="212249"/>
                  </a:lnTo>
                  <a:lnTo>
                    <a:pt x="219965" y="209608"/>
                  </a:lnTo>
                  <a:lnTo>
                    <a:pt x="224537" y="206819"/>
                  </a:lnTo>
                  <a:lnTo>
                    <a:pt x="229018" y="203885"/>
                  </a:lnTo>
                  <a:lnTo>
                    <a:pt x="233402" y="200808"/>
                  </a:lnTo>
                  <a:lnTo>
                    <a:pt x="237685" y="197593"/>
                  </a:lnTo>
                  <a:lnTo>
                    <a:pt x="241864" y="194242"/>
                  </a:lnTo>
                  <a:lnTo>
                    <a:pt x="245932" y="190760"/>
                  </a:lnTo>
                  <a:lnTo>
                    <a:pt x="249888" y="187148"/>
                  </a:lnTo>
                  <a:lnTo>
                    <a:pt x="253725" y="183412"/>
                  </a:lnTo>
                  <a:lnTo>
                    <a:pt x="257441" y="179555"/>
                  </a:lnTo>
                  <a:lnTo>
                    <a:pt x="261031" y="175580"/>
                  </a:lnTo>
                  <a:lnTo>
                    <a:pt x="264492" y="171493"/>
                  </a:lnTo>
                  <a:lnTo>
                    <a:pt x="267820" y="167297"/>
                  </a:lnTo>
                  <a:lnTo>
                    <a:pt x="271013" y="162996"/>
                  </a:lnTo>
                  <a:lnTo>
                    <a:pt x="274066" y="158596"/>
                  </a:lnTo>
                  <a:lnTo>
                    <a:pt x="276976" y="154100"/>
                  </a:lnTo>
                  <a:lnTo>
                    <a:pt x="279741" y="149513"/>
                  </a:lnTo>
                  <a:lnTo>
                    <a:pt x="282357" y="144839"/>
                  </a:lnTo>
                  <a:lnTo>
                    <a:pt x="284823" y="140085"/>
                  </a:lnTo>
                  <a:lnTo>
                    <a:pt x="287134" y="135253"/>
                  </a:lnTo>
                  <a:lnTo>
                    <a:pt x="289290" y="130351"/>
                  </a:lnTo>
                  <a:lnTo>
                    <a:pt x="291288" y="125381"/>
                  </a:lnTo>
                  <a:lnTo>
                    <a:pt x="293125" y="120350"/>
                  </a:lnTo>
                  <a:lnTo>
                    <a:pt x="294801" y="115263"/>
                  </a:lnTo>
                  <a:lnTo>
                    <a:pt x="296312" y="110125"/>
                  </a:lnTo>
                  <a:lnTo>
                    <a:pt x="297658" y="104941"/>
                  </a:lnTo>
                  <a:lnTo>
                    <a:pt x="298838" y="99717"/>
                  </a:lnTo>
                  <a:lnTo>
                    <a:pt x="299849" y="94457"/>
                  </a:lnTo>
                  <a:lnTo>
                    <a:pt x="300692" y="89168"/>
                  </a:lnTo>
                  <a:lnTo>
                    <a:pt x="301364" y="83855"/>
                  </a:lnTo>
                  <a:lnTo>
                    <a:pt x="301866" y="78522"/>
                  </a:lnTo>
                  <a:lnTo>
                    <a:pt x="302197" y="73177"/>
                  </a:lnTo>
                  <a:lnTo>
                    <a:pt x="302357" y="67823"/>
                  </a:lnTo>
                  <a:lnTo>
                    <a:pt x="302345" y="62467"/>
                  </a:lnTo>
                  <a:lnTo>
                    <a:pt x="302161" y="57115"/>
                  </a:lnTo>
                  <a:lnTo>
                    <a:pt x="301806" y="51770"/>
                  </a:lnTo>
                  <a:lnTo>
                    <a:pt x="301280" y="46441"/>
                  </a:lnTo>
                  <a:lnTo>
                    <a:pt x="300583" y="41130"/>
                  </a:lnTo>
                  <a:lnTo>
                    <a:pt x="299717" y="35845"/>
                  </a:lnTo>
                  <a:lnTo>
                    <a:pt x="298682" y="30590"/>
                  </a:lnTo>
                  <a:lnTo>
                    <a:pt x="297479" y="25371"/>
                  </a:lnTo>
                  <a:lnTo>
                    <a:pt x="296109" y="20193"/>
                  </a:lnTo>
                  <a:lnTo>
                    <a:pt x="294575" y="15062"/>
                  </a:lnTo>
                  <a:lnTo>
                    <a:pt x="292876" y="9982"/>
                  </a:lnTo>
                  <a:lnTo>
                    <a:pt x="291016" y="4960"/>
                  </a:lnTo>
                  <a:lnTo>
                    <a:pt x="288996" y="0"/>
                  </a:lnTo>
                  <a:lnTo>
                    <a:pt x="135205" y="655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545258" y="1071028"/>
              <a:ext cx="153791" cy="167167"/>
            </a:xfrm>
            <a:custGeom>
              <a:avLst/>
              <a:pathLst>
                <a:path w="153791" h="167167">
                  <a:moveTo>
                    <a:pt x="153791" y="101644"/>
                  </a:moveTo>
                  <a:lnTo>
                    <a:pt x="151584" y="96690"/>
                  </a:lnTo>
                  <a:lnTo>
                    <a:pt x="149218" y="91809"/>
                  </a:lnTo>
                  <a:lnTo>
                    <a:pt x="146695" y="87009"/>
                  </a:lnTo>
                  <a:lnTo>
                    <a:pt x="144018" y="82292"/>
                  </a:lnTo>
                  <a:lnTo>
                    <a:pt x="141188" y="77665"/>
                  </a:lnTo>
                  <a:lnTo>
                    <a:pt x="138211" y="73132"/>
                  </a:lnTo>
                  <a:lnTo>
                    <a:pt x="135087" y="68698"/>
                  </a:lnTo>
                  <a:lnTo>
                    <a:pt x="131822" y="64367"/>
                  </a:lnTo>
                  <a:lnTo>
                    <a:pt x="128418" y="60145"/>
                  </a:lnTo>
                  <a:lnTo>
                    <a:pt x="124878" y="56036"/>
                  </a:lnTo>
                  <a:lnTo>
                    <a:pt x="121208" y="52043"/>
                  </a:lnTo>
                  <a:lnTo>
                    <a:pt x="117409" y="48172"/>
                  </a:lnTo>
                  <a:lnTo>
                    <a:pt x="113487" y="44425"/>
                  </a:lnTo>
                  <a:lnTo>
                    <a:pt x="109446" y="40809"/>
                  </a:lnTo>
                  <a:lnTo>
                    <a:pt x="105289" y="37325"/>
                  </a:lnTo>
                  <a:lnTo>
                    <a:pt x="101022" y="33977"/>
                  </a:lnTo>
                  <a:lnTo>
                    <a:pt x="96648" y="30770"/>
                  </a:lnTo>
                  <a:lnTo>
                    <a:pt x="92172" y="27707"/>
                  </a:lnTo>
                  <a:lnTo>
                    <a:pt x="87600" y="24790"/>
                  </a:lnTo>
                  <a:lnTo>
                    <a:pt x="82935" y="22023"/>
                  </a:lnTo>
                  <a:lnTo>
                    <a:pt x="78183" y="19409"/>
                  </a:lnTo>
                  <a:lnTo>
                    <a:pt x="73349" y="16951"/>
                  </a:lnTo>
                  <a:lnTo>
                    <a:pt x="68437" y="14651"/>
                  </a:lnTo>
                  <a:lnTo>
                    <a:pt x="63453" y="12511"/>
                  </a:lnTo>
                  <a:lnTo>
                    <a:pt x="58403" y="10534"/>
                  </a:lnTo>
                  <a:lnTo>
                    <a:pt x="53291" y="8722"/>
                  </a:lnTo>
                  <a:lnTo>
                    <a:pt x="48123" y="7076"/>
                  </a:lnTo>
                  <a:lnTo>
                    <a:pt x="42905" y="5599"/>
                  </a:lnTo>
                  <a:lnTo>
                    <a:pt x="37641" y="4292"/>
                  </a:lnTo>
                  <a:lnTo>
                    <a:pt x="32337" y="3157"/>
                  </a:lnTo>
                  <a:lnTo>
                    <a:pt x="27000" y="2194"/>
                  </a:lnTo>
                  <a:lnTo>
                    <a:pt x="21634" y="1405"/>
                  </a:lnTo>
                  <a:lnTo>
                    <a:pt x="16245" y="791"/>
                  </a:lnTo>
                  <a:lnTo>
                    <a:pt x="10840" y="351"/>
                  </a:lnTo>
                  <a:lnTo>
                    <a:pt x="5422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4938289" y="941493"/>
              <a:ext cx="85254" cy="167167"/>
            </a:xfrm>
            <a:custGeom>
              <a:avLst/>
              <a:pathLst>
                <a:path w="85254" h="167167">
                  <a:moveTo>
                    <a:pt x="85254" y="0"/>
                  </a:moveTo>
                  <a:lnTo>
                    <a:pt x="79663" y="93"/>
                  </a:lnTo>
                  <a:lnTo>
                    <a:pt x="74079" y="373"/>
                  </a:lnTo>
                  <a:lnTo>
                    <a:pt x="68508" y="840"/>
                  </a:lnTo>
                  <a:lnTo>
                    <a:pt x="62955" y="1494"/>
                  </a:lnTo>
                  <a:lnTo>
                    <a:pt x="57426" y="2332"/>
                  </a:lnTo>
                  <a:lnTo>
                    <a:pt x="51930" y="3355"/>
                  </a:lnTo>
                  <a:lnTo>
                    <a:pt x="46470" y="4561"/>
                  </a:lnTo>
                  <a:lnTo>
                    <a:pt x="41054" y="5949"/>
                  </a:lnTo>
                  <a:lnTo>
                    <a:pt x="35687" y="7517"/>
                  </a:lnTo>
                  <a:lnTo>
                    <a:pt x="30376" y="9264"/>
                  </a:lnTo>
                  <a:lnTo>
                    <a:pt x="25126" y="11188"/>
                  </a:lnTo>
                  <a:lnTo>
                    <a:pt x="19943" y="13286"/>
                  </a:lnTo>
                  <a:lnTo>
                    <a:pt x="14833" y="15556"/>
                  </a:lnTo>
                  <a:lnTo>
                    <a:pt x="9802" y="17996"/>
                  </a:lnTo>
                  <a:lnTo>
                    <a:pt x="4856" y="20603"/>
                  </a:lnTo>
                  <a:lnTo>
                    <a:pt x="0" y="23373"/>
                  </a:lnTo>
                  <a:lnTo>
                    <a:pt x="8525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4938289" y="964867"/>
              <a:ext cx="85254" cy="143793"/>
            </a:xfrm>
            <a:custGeom>
              <a:avLst/>
              <a:pathLst>
                <a:path w="85254" h="143793">
                  <a:moveTo>
                    <a:pt x="0" y="0"/>
                  </a:moveTo>
                  <a:lnTo>
                    <a:pt x="85254" y="14379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4938289" y="964867"/>
              <a:ext cx="85254" cy="143793"/>
            </a:xfrm>
            <a:custGeom>
              <a:avLst/>
              <a:pathLst>
                <a:path w="85254" h="143793">
                  <a:moveTo>
                    <a:pt x="0" y="0"/>
                  </a:moveTo>
                  <a:lnTo>
                    <a:pt x="85254" y="14379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4938289" y="964867"/>
              <a:ext cx="85254" cy="143793"/>
            </a:xfrm>
            <a:custGeom>
              <a:avLst/>
              <a:pathLst>
                <a:path w="85254" h="143793">
                  <a:moveTo>
                    <a:pt x="0" y="0"/>
                  </a:moveTo>
                  <a:lnTo>
                    <a:pt x="85254" y="14379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4938289" y="964867"/>
              <a:ext cx="85254" cy="143793"/>
            </a:xfrm>
            <a:custGeom>
              <a:avLst/>
              <a:pathLst>
                <a:path w="85254" h="143793">
                  <a:moveTo>
                    <a:pt x="0" y="0"/>
                  </a:moveTo>
                  <a:lnTo>
                    <a:pt x="85254" y="14379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4938289" y="964867"/>
              <a:ext cx="85254" cy="143793"/>
            </a:xfrm>
            <a:custGeom>
              <a:avLst/>
              <a:pathLst>
                <a:path w="85254" h="143793">
                  <a:moveTo>
                    <a:pt x="0" y="0"/>
                  </a:moveTo>
                  <a:lnTo>
                    <a:pt x="85254" y="14379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38289" y="964867"/>
              <a:ext cx="85254" cy="143793"/>
            </a:xfrm>
            <a:custGeom>
              <a:avLst/>
              <a:pathLst>
                <a:path w="85254" h="143793">
                  <a:moveTo>
                    <a:pt x="0" y="0"/>
                  </a:moveTo>
                  <a:lnTo>
                    <a:pt x="85254" y="1437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38289" y="964867"/>
              <a:ext cx="85254" cy="143793"/>
            </a:xfrm>
            <a:custGeom>
              <a:avLst/>
              <a:pathLst>
                <a:path w="85254" h="143793">
                  <a:moveTo>
                    <a:pt x="0" y="0"/>
                  </a:moveTo>
                  <a:lnTo>
                    <a:pt x="85254" y="1437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38289" y="964867"/>
              <a:ext cx="85254" cy="143793"/>
            </a:xfrm>
            <a:custGeom>
              <a:avLst/>
              <a:pathLst>
                <a:path w="85254" h="143793">
                  <a:moveTo>
                    <a:pt x="0" y="0"/>
                  </a:moveTo>
                  <a:lnTo>
                    <a:pt x="85254" y="1437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38289" y="964867"/>
              <a:ext cx="85254" cy="143793"/>
            </a:xfrm>
            <a:custGeom>
              <a:avLst/>
              <a:pathLst>
                <a:path w="85254" h="143793">
                  <a:moveTo>
                    <a:pt x="0" y="0"/>
                  </a:moveTo>
                  <a:lnTo>
                    <a:pt x="85254" y="1437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38289" y="964867"/>
              <a:ext cx="85254" cy="143793"/>
            </a:xfrm>
            <a:custGeom>
              <a:avLst/>
              <a:pathLst>
                <a:path w="85254" h="143793">
                  <a:moveTo>
                    <a:pt x="0" y="0"/>
                  </a:moveTo>
                  <a:lnTo>
                    <a:pt x="85254" y="14379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38289" y="964867"/>
              <a:ext cx="85254" cy="143793"/>
            </a:xfrm>
            <a:custGeom>
              <a:avLst/>
              <a:pathLst>
                <a:path w="85254" h="143793">
                  <a:moveTo>
                    <a:pt x="0" y="0"/>
                  </a:moveTo>
                  <a:lnTo>
                    <a:pt x="85254" y="14379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38289" y="964867"/>
              <a:ext cx="85254" cy="143793"/>
            </a:xfrm>
            <a:custGeom>
              <a:avLst/>
              <a:pathLst>
                <a:path w="85254" h="143793">
                  <a:moveTo>
                    <a:pt x="0" y="0"/>
                  </a:moveTo>
                  <a:lnTo>
                    <a:pt x="85254" y="14379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38289" y="964867"/>
              <a:ext cx="85254" cy="143793"/>
            </a:xfrm>
            <a:custGeom>
              <a:avLst/>
              <a:pathLst>
                <a:path w="85254" h="143793">
                  <a:moveTo>
                    <a:pt x="0" y="0"/>
                  </a:moveTo>
                  <a:lnTo>
                    <a:pt x="85254" y="14379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38289" y="964867"/>
              <a:ext cx="85254" cy="143793"/>
            </a:xfrm>
            <a:custGeom>
              <a:avLst/>
              <a:pathLst>
                <a:path w="85254" h="143793">
                  <a:moveTo>
                    <a:pt x="0" y="0"/>
                  </a:moveTo>
                  <a:lnTo>
                    <a:pt x="85254" y="1437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38289" y="964867"/>
              <a:ext cx="85254" cy="143793"/>
            </a:xfrm>
            <a:custGeom>
              <a:avLst/>
              <a:pathLst>
                <a:path w="85254" h="143793">
                  <a:moveTo>
                    <a:pt x="0" y="0"/>
                  </a:moveTo>
                  <a:lnTo>
                    <a:pt x="85254" y="1437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38289" y="964867"/>
              <a:ext cx="85254" cy="143793"/>
            </a:xfrm>
            <a:custGeom>
              <a:avLst/>
              <a:pathLst>
                <a:path w="85254" h="143793">
                  <a:moveTo>
                    <a:pt x="0" y="0"/>
                  </a:moveTo>
                  <a:lnTo>
                    <a:pt x="85254" y="1437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38289" y="964867"/>
              <a:ext cx="85254" cy="143793"/>
            </a:xfrm>
            <a:custGeom>
              <a:avLst/>
              <a:pathLst>
                <a:path w="85254" h="143793">
                  <a:moveTo>
                    <a:pt x="0" y="0"/>
                  </a:moveTo>
                  <a:lnTo>
                    <a:pt x="85254" y="1437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38289" y="964867"/>
              <a:ext cx="85254" cy="143793"/>
            </a:xfrm>
            <a:custGeom>
              <a:avLst/>
              <a:pathLst>
                <a:path w="85254" h="143793">
                  <a:moveTo>
                    <a:pt x="0" y="0"/>
                  </a:moveTo>
                  <a:lnTo>
                    <a:pt x="85254" y="14379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38289" y="964867"/>
              <a:ext cx="85254" cy="143793"/>
            </a:xfrm>
            <a:custGeom>
              <a:avLst/>
              <a:pathLst>
                <a:path w="85254" h="143793">
                  <a:moveTo>
                    <a:pt x="0" y="0"/>
                  </a:moveTo>
                  <a:lnTo>
                    <a:pt x="85254" y="14379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856382" y="946354"/>
              <a:ext cx="334328" cy="329462"/>
            </a:xfrm>
            <a:custGeom>
              <a:avLst/>
              <a:pathLst>
                <a:path w="334328" h="329462">
                  <a:moveTo>
                    <a:pt x="81906" y="18512"/>
                  </a:moveTo>
                  <a:lnTo>
                    <a:pt x="77399" y="21282"/>
                  </a:lnTo>
                  <a:lnTo>
                    <a:pt x="72982" y="24192"/>
                  </a:lnTo>
                  <a:lnTo>
                    <a:pt x="68659" y="27241"/>
                  </a:lnTo>
                  <a:lnTo>
                    <a:pt x="64435" y="30426"/>
                  </a:lnTo>
                  <a:lnTo>
                    <a:pt x="60314" y="33742"/>
                  </a:lnTo>
                  <a:lnTo>
                    <a:pt x="56300" y="37187"/>
                  </a:lnTo>
                  <a:lnTo>
                    <a:pt x="52397" y="40757"/>
                  </a:lnTo>
                  <a:lnTo>
                    <a:pt x="48608" y="44449"/>
                  </a:lnTo>
                  <a:lnTo>
                    <a:pt x="44939" y="48259"/>
                  </a:lnTo>
                  <a:lnTo>
                    <a:pt x="41391" y="52183"/>
                  </a:lnTo>
                  <a:lnTo>
                    <a:pt x="37970" y="56218"/>
                  </a:lnTo>
                  <a:lnTo>
                    <a:pt x="34678" y="60358"/>
                  </a:lnTo>
                  <a:lnTo>
                    <a:pt x="31519" y="64601"/>
                  </a:lnTo>
                  <a:lnTo>
                    <a:pt x="28495" y="68942"/>
                  </a:lnTo>
                  <a:lnTo>
                    <a:pt x="25611" y="73376"/>
                  </a:lnTo>
                  <a:lnTo>
                    <a:pt x="22868" y="77899"/>
                  </a:lnTo>
                  <a:lnTo>
                    <a:pt x="20269" y="82507"/>
                  </a:lnTo>
                  <a:lnTo>
                    <a:pt x="17818" y="87194"/>
                  </a:lnTo>
                  <a:lnTo>
                    <a:pt x="15516" y="91957"/>
                  </a:lnTo>
                  <a:lnTo>
                    <a:pt x="13367" y="96790"/>
                  </a:lnTo>
                  <a:lnTo>
                    <a:pt x="11371" y="101689"/>
                  </a:lnTo>
                  <a:lnTo>
                    <a:pt x="9531" y="106649"/>
                  </a:lnTo>
                  <a:lnTo>
                    <a:pt x="7849" y="111664"/>
                  </a:lnTo>
                  <a:lnTo>
                    <a:pt x="6326" y="116730"/>
                  </a:lnTo>
                  <a:lnTo>
                    <a:pt x="4965" y="121841"/>
                  </a:lnTo>
                  <a:lnTo>
                    <a:pt x="3765" y="126994"/>
                  </a:lnTo>
                  <a:lnTo>
                    <a:pt x="2730" y="132181"/>
                  </a:lnTo>
                  <a:lnTo>
                    <a:pt x="1859" y="137399"/>
                  </a:lnTo>
                  <a:lnTo>
                    <a:pt x="1154" y="142641"/>
                  </a:lnTo>
                  <a:lnTo>
                    <a:pt x="615" y="147904"/>
                  </a:lnTo>
                  <a:lnTo>
                    <a:pt x="242" y="153180"/>
                  </a:lnTo>
                  <a:lnTo>
                    <a:pt x="37" y="158466"/>
                  </a:lnTo>
                  <a:lnTo>
                    <a:pt x="0" y="163756"/>
                  </a:lnTo>
                  <a:lnTo>
                    <a:pt x="129" y="169044"/>
                  </a:lnTo>
                  <a:lnTo>
                    <a:pt x="426" y="174326"/>
                  </a:lnTo>
                  <a:lnTo>
                    <a:pt x="890" y="179595"/>
                  </a:lnTo>
                  <a:lnTo>
                    <a:pt x="1520" y="184847"/>
                  </a:lnTo>
                  <a:lnTo>
                    <a:pt x="2316" y="190077"/>
                  </a:lnTo>
                  <a:lnTo>
                    <a:pt x="3277" y="195279"/>
                  </a:lnTo>
                  <a:lnTo>
                    <a:pt x="4403" y="200447"/>
                  </a:lnTo>
                  <a:lnTo>
                    <a:pt x="5691" y="205578"/>
                  </a:lnTo>
                  <a:lnTo>
                    <a:pt x="7141" y="210665"/>
                  </a:lnTo>
                  <a:lnTo>
                    <a:pt x="8751" y="215704"/>
                  </a:lnTo>
                  <a:lnTo>
                    <a:pt x="10520" y="220689"/>
                  </a:lnTo>
                  <a:lnTo>
                    <a:pt x="12445" y="225616"/>
                  </a:lnTo>
                  <a:lnTo>
                    <a:pt x="14526" y="230480"/>
                  </a:lnTo>
                  <a:lnTo>
                    <a:pt x="16759" y="235275"/>
                  </a:lnTo>
                  <a:lnTo>
                    <a:pt x="19143" y="239997"/>
                  </a:lnTo>
                  <a:lnTo>
                    <a:pt x="21676" y="244641"/>
                  </a:lnTo>
                  <a:lnTo>
                    <a:pt x="24354" y="249203"/>
                  </a:lnTo>
                  <a:lnTo>
                    <a:pt x="27175" y="253678"/>
                  </a:lnTo>
                  <a:lnTo>
                    <a:pt x="30136" y="258061"/>
                  </a:lnTo>
                  <a:lnTo>
                    <a:pt x="33234" y="262349"/>
                  </a:lnTo>
                  <a:lnTo>
                    <a:pt x="36466" y="266536"/>
                  </a:lnTo>
                  <a:lnTo>
                    <a:pt x="39830" y="270619"/>
                  </a:lnTo>
                  <a:lnTo>
                    <a:pt x="43320" y="274594"/>
                  </a:lnTo>
                  <a:lnTo>
                    <a:pt x="46935" y="278456"/>
                  </a:lnTo>
                  <a:lnTo>
                    <a:pt x="50670" y="282202"/>
                  </a:lnTo>
                  <a:lnTo>
                    <a:pt x="54522" y="285827"/>
                  </a:lnTo>
                  <a:lnTo>
                    <a:pt x="58487" y="289329"/>
                  </a:lnTo>
                  <a:lnTo>
                    <a:pt x="62560" y="292704"/>
                  </a:lnTo>
                  <a:lnTo>
                    <a:pt x="66738" y="295949"/>
                  </a:lnTo>
                  <a:lnTo>
                    <a:pt x="71017" y="299059"/>
                  </a:lnTo>
                  <a:lnTo>
                    <a:pt x="75392" y="302032"/>
                  </a:lnTo>
                  <a:lnTo>
                    <a:pt x="79859" y="304866"/>
                  </a:lnTo>
                  <a:lnTo>
                    <a:pt x="84413" y="307557"/>
                  </a:lnTo>
                  <a:lnTo>
                    <a:pt x="89050" y="310102"/>
                  </a:lnTo>
                  <a:lnTo>
                    <a:pt x="93766" y="312500"/>
                  </a:lnTo>
                  <a:lnTo>
                    <a:pt x="98555" y="314747"/>
                  </a:lnTo>
                  <a:lnTo>
                    <a:pt x="103412" y="316841"/>
                  </a:lnTo>
                  <a:lnTo>
                    <a:pt x="108334" y="318781"/>
                  </a:lnTo>
                  <a:lnTo>
                    <a:pt x="113314" y="320564"/>
                  </a:lnTo>
                  <a:lnTo>
                    <a:pt x="118348" y="322188"/>
                  </a:lnTo>
                  <a:lnTo>
                    <a:pt x="123431" y="323652"/>
                  </a:lnTo>
                  <a:lnTo>
                    <a:pt x="128558" y="324955"/>
                  </a:lnTo>
                  <a:lnTo>
                    <a:pt x="133724" y="326095"/>
                  </a:lnTo>
                  <a:lnTo>
                    <a:pt x="138923" y="327071"/>
                  </a:lnTo>
                  <a:lnTo>
                    <a:pt x="144150" y="327882"/>
                  </a:lnTo>
                  <a:lnTo>
                    <a:pt x="149400" y="328527"/>
                  </a:lnTo>
                  <a:lnTo>
                    <a:pt x="154668" y="329006"/>
                  </a:lnTo>
                  <a:lnTo>
                    <a:pt x="159949" y="329318"/>
                  </a:lnTo>
                  <a:lnTo>
                    <a:pt x="165237" y="329462"/>
                  </a:lnTo>
                  <a:lnTo>
                    <a:pt x="170527" y="329440"/>
                  </a:lnTo>
                  <a:lnTo>
                    <a:pt x="175813" y="329249"/>
                  </a:lnTo>
                  <a:lnTo>
                    <a:pt x="181091" y="328892"/>
                  </a:lnTo>
                  <a:lnTo>
                    <a:pt x="186355" y="328368"/>
                  </a:lnTo>
                  <a:lnTo>
                    <a:pt x="191599" y="327677"/>
                  </a:lnTo>
                  <a:lnTo>
                    <a:pt x="196819" y="326821"/>
                  </a:lnTo>
                  <a:lnTo>
                    <a:pt x="202010" y="325801"/>
                  </a:lnTo>
                  <a:lnTo>
                    <a:pt x="207165" y="324616"/>
                  </a:lnTo>
                  <a:lnTo>
                    <a:pt x="212281" y="323269"/>
                  </a:lnTo>
                  <a:lnTo>
                    <a:pt x="217351" y="321761"/>
                  </a:lnTo>
                  <a:lnTo>
                    <a:pt x="222371" y="320093"/>
                  </a:lnTo>
                  <a:lnTo>
                    <a:pt x="227336" y="318267"/>
                  </a:lnTo>
                  <a:lnTo>
                    <a:pt x="232240" y="316285"/>
                  </a:lnTo>
                  <a:lnTo>
                    <a:pt x="237079" y="314149"/>
                  </a:lnTo>
                  <a:lnTo>
                    <a:pt x="241849" y="311861"/>
                  </a:lnTo>
                  <a:lnTo>
                    <a:pt x="246543" y="309423"/>
                  </a:lnTo>
                  <a:lnTo>
                    <a:pt x="251158" y="306838"/>
                  </a:lnTo>
                  <a:lnTo>
                    <a:pt x="255689" y="304108"/>
                  </a:lnTo>
                  <a:lnTo>
                    <a:pt x="260131" y="301236"/>
                  </a:lnTo>
                  <a:lnTo>
                    <a:pt x="264481" y="298224"/>
                  </a:lnTo>
                  <a:lnTo>
                    <a:pt x="268732" y="295077"/>
                  </a:lnTo>
                  <a:lnTo>
                    <a:pt x="272882" y="291797"/>
                  </a:lnTo>
                  <a:lnTo>
                    <a:pt x="276926" y="288387"/>
                  </a:lnTo>
                  <a:lnTo>
                    <a:pt x="280861" y="284851"/>
                  </a:lnTo>
                  <a:lnTo>
                    <a:pt x="284681" y="281192"/>
                  </a:lnTo>
                  <a:lnTo>
                    <a:pt x="288384" y="277414"/>
                  </a:lnTo>
                  <a:lnTo>
                    <a:pt x="291965" y="273521"/>
                  </a:lnTo>
                  <a:lnTo>
                    <a:pt x="295421" y="269517"/>
                  </a:lnTo>
                  <a:lnTo>
                    <a:pt x="298749" y="265405"/>
                  </a:lnTo>
                  <a:lnTo>
                    <a:pt x="301945" y="261190"/>
                  </a:lnTo>
                  <a:lnTo>
                    <a:pt x="305007" y="256876"/>
                  </a:lnTo>
                  <a:lnTo>
                    <a:pt x="307930" y="252467"/>
                  </a:lnTo>
                  <a:lnTo>
                    <a:pt x="310712" y="247968"/>
                  </a:lnTo>
                  <a:lnTo>
                    <a:pt x="313350" y="243383"/>
                  </a:lnTo>
                  <a:lnTo>
                    <a:pt x="315843" y="238717"/>
                  </a:lnTo>
                  <a:lnTo>
                    <a:pt x="318186" y="233974"/>
                  </a:lnTo>
                  <a:lnTo>
                    <a:pt x="320378" y="229160"/>
                  </a:lnTo>
                  <a:lnTo>
                    <a:pt x="322416" y="224279"/>
                  </a:lnTo>
                  <a:lnTo>
                    <a:pt x="324299" y="219336"/>
                  </a:lnTo>
                  <a:lnTo>
                    <a:pt x="326025" y="214335"/>
                  </a:lnTo>
                  <a:lnTo>
                    <a:pt x="327592" y="209283"/>
                  </a:lnTo>
                  <a:lnTo>
                    <a:pt x="328998" y="204183"/>
                  </a:lnTo>
                  <a:lnTo>
                    <a:pt x="330242" y="199042"/>
                  </a:lnTo>
                  <a:lnTo>
                    <a:pt x="331322" y="193863"/>
                  </a:lnTo>
                  <a:lnTo>
                    <a:pt x="332239" y="188654"/>
                  </a:lnTo>
                  <a:lnTo>
                    <a:pt x="332990" y="183417"/>
                  </a:lnTo>
                  <a:lnTo>
                    <a:pt x="333575" y="178160"/>
                  </a:lnTo>
                  <a:lnTo>
                    <a:pt x="333993" y="172887"/>
                  </a:lnTo>
                  <a:lnTo>
                    <a:pt x="334244" y="167603"/>
                  </a:lnTo>
                  <a:lnTo>
                    <a:pt x="334328" y="162314"/>
                  </a:lnTo>
                  <a:lnTo>
                    <a:pt x="334245" y="157025"/>
                  </a:lnTo>
                  <a:lnTo>
                    <a:pt x="333994" y="151741"/>
                  </a:lnTo>
                  <a:lnTo>
                    <a:pt x="333576" y="146467"/>
                  </a:lnTo>
                  <a:lnTo>
                    <a:pt x="332992" y="141210"/>
                  </a:lnTo>
                  <a:lnTo>
                    <a:pt x="332241" y="135974"/>
                  </a:lnTo>
                  <a:lnTo>
                    <a:pt x="331325" y="130764"/>
                  </a:lnTo>
                  <a:lnTo>
                    <a:pt x="330245" y="125585"/>
                  </a:lnTo>
                  <a:lnTo>
                    <a:pt x="329002" y="120444"/>
                  </a:lnTo>
                  <a:lnTo>
                    <a:pt x="327596" y="115344"/>
                  </a:lnTo>
                  <a:lnTo>
                    <a:pt x="326030" y="110291"/>
                  </a:lnTo>
                  <a:lnTo>
                    <a:pt x="324305" y="105291"/>
                  </a:lnTo>
                  <a:lnTo>
                    <a:pt x="322422" y="100347"/>
                  </a:lnTo>
                  <a:lnTo>
                    <a:pt x="320384" y="95466"/>
                  </a:lnTo>
                  <a:lnTo>
                    <a:pt x="318192" y="90651"/>
                  </a:lnTo>
                  <a:lnTo>
                    <a:pt x="315850" y="85909"/>
                  </a:lnTo>
                  <a:lnTo>
                    <a:pt x="313358" y="81242"/>
                  </a:lnTo>
                  <a:lnTo>
                    <a:pt x="310720" y="76657"/>
                  </a:lnTo>
                  <a:lnTo>
                    <a:pt x="307938" y="72158"/>
                  </a:lnTo>
                  <a:lnTo>
                    <a:pt x="305015" y="67749"/>
                  </a:lnTo>
                  <a:lnTo>
                    <a:pt x="301955" y="63435"/>
                  </a:lnTo>
                  <a:lnTo>
                    <a:pt x="298759" y="59219"/>
                  </a:lnTo>
                  <a:lnTo>
                    <a:pt x="295431" y="55107"/>
                  </a:lnTo>
                  <a:lnTo>
                    <a:pt x="291975" y="51102"/>
                  </a:lnTo>
                  <a:lnTo>
                    <a:pt x="288394" y="47209"/>
                  </a:lnTo>
                  <a:lnTo>
                    <a:pt x="284692" y="43431"/>
                  </a:lnTo>
                  <a:lnTo>
                    <a:pt x="280872" y="39771"/>
                  </a:lnTo>
                  <a:lnTo>
                    <a:pt x="276938" y="36235"/>
                  </a:lnTo>
                  <a:lnTo>
                    <a:pt x="272894" y="32825"/>
                  </a:lnTo>
                  <a:lnTo>
                    <a:pt x="268744" y="29544"/>
                  </a:lnTo>
                  <a:lnTo>
                    <a:pt x="264493" y="26397"/>
                  </a:lnTo>
                  <a:lnTo>
                    <a:pt x="260144" y="23385"/>
                  </a:lnTo>
                  <a:lnTo>
                    <a:pt x="255702" y="20513"/>
                  </a:lnTo>
                  <a:lnTo>
                    <a:pt x="251171" y="17782"/>
                  </a:lnTo>
                  <a:lnTo>
                    <a:pt x="246557" y="15196"/>
                  </a:lnTo>
                  <a:lnTo>
                    <a:pt x="241862" y="12758"/>
                  </a:lnTo>
                  <a:lnTo>
                    <a:pt x="237093" y="10469"/>
                  </a:lnTo>
                  <a:lnTo>
                    <a:pt x="232254" y="8333"/>
                  </a:lnTo>
                  <a:lnTo>
                    <a:pt x="227350" y="6350"/>
                  </a:lnTo>
                  <a:lnTo>
                    <a:pt x="222385" y="4524"/>
                  </a:lnTo>
                  <a:lnTo>
                    <a:pt x="217365" y="2856"/>
                  </a:lnTo>
                  <a:lnTo>
                    <a:pt x="212295" y="1347"/>
                  </a:lnTo>
                  <a:lnTo>
                    <a:pt x="207180" y="0"/>
                  </a:lnTo>
                  <a:lnTo>
                    <a:pt x="167161" y="16230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023544" y="941493"/>
              <a:ext cx="40019" cy="167167"/>
            </a:xfrm>
            <a:custGeom>
              <a:avLst/>
              <a:pathLst>
                <a:path w="40019" h="167167">
                  <a:moveTo>
                    <a:pt x="40019" y="4860"/>
                  </a:moveTo>
                  <a:lnTo>
                    <a:pt x="33449" y="3380"/>
                  </a:lnTo>
                  <a:lnTo>
                    <a:pt x="26824" y="2166"/>
                  </a:lnTo>
                  <a:lnTo>
                    <a:pt x="20156" y="1219"/>
                  </a:lnTo>
                  <a:lnTo>
                    <a:pt x="13456" y="542"/>
                  </a:lnTo>
                  <a:lnTo>
                    <a:pt x="6733" y="13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53056" y="941493"/>
              <a:ext cx="33159" cy="167167"/>
            </a:xfrm>
            <a:custGeom>
              <a:avLst/>
              <a:pathLst>
                <a:path w="33159" h="167167">
                  <a:moveTo>
                    <a:pt x="33159" y="0"/>
                  </a:moveTo>
                  <a:lnTo>
                    <a:pt x="26484" y="133"/>
                  </a:lnTo>
                  <a:lnTo>
                    <a:pt x="19821" y="532"/>
                  </a:lnTo>
                  <a:lnTo>
                    <a:pt x="13178" y="1198"/>
                  </a:lnTo>
                  <a:lnTo>
                    <a:pt x="6568" y="2128"/>
                  </a:lnTo>
                  <a:lnTo>
                    <a:pt x="0" y="3321"/>
                  </a:lnTo>
                  <a:lnTo>
                    <a:pt x="3315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53056" y="944815"/>
              <a:ext cx="33159" cy="163845"/>
            </a:xfrm>
            <a:custGeom>
              <a:avLst/>
              <a:pathLst>
                <a:path w="33159" h="163845">
                  <a:moveTo>
                    <a:pt x="0" y="0"/>
                  </a:moveTo>
                  <a:lnTo>
                    <a:pt x="33159" y="16384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53056" y="944815"/>
              <a:ext cx="33159" cy="163845"/>
            </a:xfrm>
            <a:custGeom>
              <a:avLst/>
              <a:pathLst>
                <a:path w="33159" h="163845">
                  <a:moveTo>
                    <a:pt x="0" y="0"/>
                  </a:moveTo>
                  <a:lnTo>
                    <a:pt x="33159" y="16384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53056" y="944815"/>
              <a:ext cx="33159" cy="163845"/>
            </a:xfrm>
            <a:custGeom>
              <a:avLst/>
              <a:pathLst>
                <a:path w="33159" h="163845">
                  <a:moveTo>
                    <a:pt x="0" y="0"/>
                  </a:moveTo>
                  <a:lnTo>
                    <a:pt x="33159" y="16384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53056" y="944815"/>
              <a:ext cx="33159" cy="163845"/>
            </a:xfrm>
            <a:custGeom>
              <a:avLst/>
              <a:pathLst>
                <a:path w="33159" h="163845">
                  <a:moveTo>
                    <a:pt x="0" y="0"/>
                  </a:moveTo>
                  <a:lnTo>
                    <a:pt x="33159" y="16384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53056" y="944815"/>
              <a:ext cx="33159" cy="163845"/>
            </a:xfrm>
            <a:custGeom>
              <a:avLst/>
              <a:pathLst>
                <a:path w="33159" h="163845">
                  <a:moveTo>
                    <a:pt x="0" y="0"/>
                  </a:moveTo>
                  <a:lnTo>
                    <a:pt x="33159" y="1638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53056" y="944815"/>
              <a:ext cx="33159" cy="163845"/>
            </a:xfrm>
            <a:custGeom>
              <a:avLst/>
              <a:pathLst>
                <a:path w="33159" h="163845">
                  <a:moveTo>
                    <a:pt x="0" y="0"/>
                  </a:moveTo>
                  <a:lnTo>
                    <a:pt x="33159" y="1638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53056" y="944815"/>
              <a:ext cx="33159" cy="163845"/>
            </a:xfrm>
            <a:custGeom>
              <a:avLst/>
              <a:pathLst>
                <a:path w="33159" h="163845">
                  <a:moveTo>
                    <a:pt x="0" y="0"/>
                  </a:moveTo>
                  <a:lnTo>
                    <a:pt x="33159" y="1638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53056" y="944815"/>
              <a:ext cx="33159" cy="163845"/>
            </a:xfrm>
            <a:custGeom>
              <a:avLst/>
              <a:pathLst>
                <a:path w="33159" h="163845">
                  <a:moveTo>
                    <a:pt x="0" y="0"/>
                  </a:moveTo>
                  <a:lnTo>
                    <a:pt x="33159" y="1638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53056" y="944815"/>
              <a:ext cx="33159" cy="163845"/>
            </a:xfrm>
            <a:custGeom>
              <a:avLst/>
              <a:pathLst>
                <a:path w="33159" h="163845">
                  <a:moveTo>
                    <a:pt x="0" y="0"/>
                  </a:moveTo>
                  <a:lnTo>
                    <a:pt x="33159" y="16384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53056" y="944815"/>
              <a:ext cx="33159" cy="163845"/>
            </a:xfrm>
            <a:custGeom>
              <a:avLst/>
              <a:pathLst>
                <a:path w="33159" h="163845">
                  <a:moveTo>
                    <a:pt x="0" y="0"/>
                  </a:moveTo>
                  <a:lnTo>
                    <a:pt x="33159" y="16384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53056" y="944815"/>
              <a:ext cx="33159" cy="163845"/>
            </a:xfrm>
            <a:custGeom>
              <a:avLst/>
              <a:pathLst>
                <a:path w="33159" h="163845">
                  <a:moveTo>
                    <a:pt x="0" y="0"/>
                  </a:moveTo>
                  <a:lnTo>
                    <a:pt x="33159" y="16384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53056" y="944815"/>
              <a:ext cx="33159" cy="163845"/>
            </a:xfrm>
            <a:custGeom>
              <a:avLst/>
              <a:pathLst>
                <a:path w="33159" h="163845">
                  <a:moveTo>
                    <a:pt x="0" y="0"/>
                  </a:moveTo>
                  <a:lnTo>
                    <a:pt x="33159" y="16384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53056" y="944815"/>
              <a:ext cx="33159" cy="163845"/>
            </a:xfrm>
            <a:custGeom>
              <a:avLst/>
              <a:pathLst>
                <a:path w="33159" h="163845">
                  <a:moveTo>
                    <a:pt x="0" y="0"/>
                  </a:moveTo>
                  <a:lnTo>
                    <a:pt x="33159" y="1638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53056" y="944815"/>
              <a:ext cx="33159" cy="163845"/>
            </a:xfrm>
            <a:custGeom>
              <a:avLst/>
              <a:pathLst>
                <a:path w="33159" h="163845">
                  <a:moveTo>
                    <a:pt x="0" y="0"/>
                  </a:moveTo>
                  <a:lnTo>
                    <a:pt x="33159" y="1638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53056" y="944815"/>
              <a:ext cx="33159" cy="163845"/>
            </a:xfrm>
            <a:custGeom>
              <a:avLst/>
              <a:pathLst>
                <a:path w="33159" h="163845">
                  <a:moveTo>
                    <a:pt x="0" y="0"/>
                  </a:moveTo>
                  <a:lnTo>
                    <a:pt x="33159" y="1638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53056" y="944815"/>
              <a:ext cx="33159" cy="163845"/>
            </a:xfrm>
            <a:custGeom>
              <a:avLst/>
              <a:pathLst>
                <a:path w="33159" h="163845">
                  <a:moveTo>
                    <a:pt x="0" y="0"/>
                  </a:moveTo>
                  <a:lnTo>
                    <a:pt x="33159" y="1638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453056" y="944815"/>
              <a:ext cx="33159" cy="163845"/>
            </a:xfrm>
            <a:custGeom>
              <a:avLst/>
              <a:pathLst>
                <a:path w="33159" h="163845">
                  <a:moveTo>
                    <a:pt x="0" y="0"/>
                  </a:moveTo>
                  <a:lnTo>
                    <a:pt x="33159" y="16384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453056" y="944815"/>
              <a:ext cx="33159" cy="163845"/>
            </a:xfrm>
            <a:custGeom>
              <a:avLst/>
              <a:pathLst>
                <a:path w="33159" h="163845">
                  <a:moveTo>
                    <a:pt x="0" y="0"/>
                  </a:moveTo>
                  <a:lnTo>
                    <a:pt x="33159" y="16384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319048" y="944815"/>
              <a:ext cx="176804" cy="331009"/>
            </a:xfrm>
            <a:custGeom>
              <a:avLst/>
              <a:pathLst>
                <a:path w="176804" h="331009">
                  <a:moveTo>
                    <a:pt x="134007" y="0"/>
                  </a:moveTo>
                  <a:lnTo>
                    <a:pt x="128797" y="1141"/>
                  </a:lnTo>
                  <a:lnTo>
                    <a:pt x="123625" y="2448"/>
                  </a:lnTo>
                  <a:lnTo>
                    <a:pt x="118498" y="3919"/>
                  </a:lnTo>
                  <a:lnTo>
                    <a:pt x="113420" y="5553"/>
                  </a:lnTo>
                  <a:lnTo>
                    <a:pt x="108397" y="7349"/>
                  </a:lnTo>
                  <a:lnTo>
                    <a:pt x="103434" y="9304"/>
                  </a:lnTo>
                  <a:lnTo>
                    <a:pt x="98536" y="11416"/>
                  </a:lnTo>
                  <a:lnTo>
                    <a:pt x="93708" y="13683"/>
                  </a:lnTo>
                  <a:lnTo>
                    <a:pt x="88954" y="16103"/>
                  </a:lnTo>
                  <a:lnTo>
                    <a:pt x="84280" y="18674"/>
                  </a:lnTo>
                  <a:lnTo>
                    <a:pt x="79691" y="21392"/>
                  </a:lnTo>
                  <a:lnTo>
                    <a:pt x="75190" y="24256"/>
                  </a:lnTo>
                  <a:lnTo>
                    <a:pt x="70783" y="27261"/>
                  </a:lnTo>
                  <a:lnTo>
                    <a:pt x="66475" y="30406"/>
                  </a:lnTo>
                  <a:lnTo>
                    <a:pt x="62269" y="33686"/>
                  </a:lnTo>
                  <a:lnTo>
                    <a:pt x="58169" y="37099"/>
                  </a:lnTo>
                  <a:lnTo>
                    <a:pt x="54181" y="40642"/>
                  </a:lnTo>
                  <a:lnTo>
                    <a:pt x="50308" y="44309"/>
                  </a:lnTo>
                  <a:lnTo>
                    <a:pt x="46553" y="48098"/>
                  </a:lnTo>
                  <a:lnTo>
                    <a:pt x="42922" y="52005"/>
                  </a:lnTo>
                  <a:lnTo>
                    <a:pt x="39417" y="56026"/>
                  </a:lnTo>
                  <a:lnTo>
                    <a:pt x="36042" y="60157"/>
                  </a:lnTo>
                  <a:lnTo>
                    <a:pt x="32800" y="64394"/>
                  </a:lnTo>
                  <a:lnTo>
                    <a:pt x="29696" y="68731"/>
                  </a:lnTo>
                  <a:lnTo>
                    <a:pt x="26731" y="73166"/>
                  </a:lnTo>
                  <a:lnTo>
                    <a:pt x="23910" y="77692"/>
                  </a:lnTo>
                  <a:lnTo>
                    <a:pt x="21234" y="82307"/>
                  </a:lnTo>
                  <a:lnTo>
                    <a:pt x="18707" y="87004"/>
                  </a:lnTo>
                  <a:lnTo>
                    <a:pt x="16331" y="91780"/>
                  </a:lnTo>
                  <a:lnTo>
                    <a:pt x="14108" y="96629"/>
                  </a:lnTo>
                  <a:lnTo>
                    <a:pt x="12041" y="101547"/>
                  </a:lnTo>
                  <a:lnTo>
                    <a:pt x="10133" y="106528"/>
                  </a:lnTo>
                  <a:lnTo>
                    <a:pt x="8384" y="111567"/>
                  </a:lnTo>
                  <a:lnTo>
                    <a:pt x="6797" y="116660"/>
                  </a:lnTo>
                  <a:lnTo>
                    <a:pt x="5373" y="121801"/>
                  </a:lnTo>
                  <a:lnTo>
                    <a:pt x="4114" y="126984"/>
                  </a:lnTo>
                  <a:lnTo>
                    <a:pt x="3021" y="132205"/>
                  </a:lnTo>
                  <a:lnTo>
                    <a:pt x="2095" y="137458"/>
                  </a:lnTo>
                  <a:lnTo>
                    <a:pt x="1337" y="142738"/>
                  </a:lnTo>
                  <a:lnTo>
                    <a:pt x="748" y="148040"/>
                  </a:lnTo>
                  <a:lnTo>
                    <a:pt x="329" y="153358"/>
                  </a:lnTo>
                  <a:lnTo>
                    <a:pt x="79" y="158686"/>
                  </a:lnTo>
                  <a:lnTo>
                    <a:pt x="0" y="164019"/>
                  </a:lnTo>
                  <a:lnTo>
                    <a:pt x="90" y="169353"/>
                  </a:lnTo>
                  <a:lnTo>
                    <a:pt x="351" y="174681"/>
                  </a:lnTo>
                  <a:lnTo>
                    <a:pt x="782" y="179997"/>
                  </a:lnTo>
                  <a:lnTo>
                    <a:pt x="1382" y="185298"/>
                  </a:lnTo>
                  <a:lnTo>
                    <a:pt x="2150" y="190576"/>
                  </a:lnTo>
                  <a:lnTo>
                    <a:pt x="3087" y="195827"/>
                  </a:lnTo>
                  <a:lnTo>
                    <a:pt x="4191" y="201046"/>
                  </a:lnTo>
                  <a:lnTo>
                    <a:pt x="5461" y="206227"/>
                  </a:lnTo>
                  <a:lnTo>
                    <a:pt x="6896" y="211365"/>
                  </a:lnTo>
                  <a:lnTo>
                    <a:pt x="8493" y="216454"/>
                  </a:lnTo>
                  <a:lnTo>
                    <a:pt x="10253" y="221490"/>
                  </a:lnTo>
                  <a:lnTo>
                    <a:pt x="12172" y="226467"/>
                  </a:lnTo>
                  <a:lnTo>
                    <a:pt x="14249" y="231380"/>
                  </a:lnTo>
                  <a:lnTo>
                    <a:pt x="16481" y="236224"/>
                  </a:lnTo>
                  <a:lnTo>
                    <a:pt x="18867" y="240995"/>
                  </a:lnTo>
                  <a:lnTo>
                    <a:pt x="21404" y="245687"/>
                  </a:lnTo>
                  <a:lnTo>
                    <a:pt x="24089" y="250296"/>
                  </a:lnTo>
                  <a:lnTo>
                    <a:pt x="26921" y="254817"/>
                  </a:lnTo>
                  <a:lnTo>
                    <a:pt x="29894" y="259246"/>
                  </a:lnTo>
                  <a:lnTo>
                    <a:pt x="33008" y="263577"/>
                  </a:lnTo>
                  <a:lnTo>
                    <a:pt x="36258" y="267806"/>
                  </a:lnTo>
                  <a:lnTo>
                    <a:pt x="39642" y="271930"/>
                  </a:lnTo>
                  <a:lnTo>
                    <a:pt x="43155" y="275944"/>
                  </a:lnTo>
                  <a:lnTo>
                    <a:pt x="46795" y="279843"/>
                  </a:lnTo>
                  <a:lnTo>
                    <a:pt x="50557" y="283625"/>
                  </a:lnTo>
                  <a:lnTo>
                    <a:pt x="54438" y="287284"/>
                  </a:lnTo>
                  <a:lnTo>
                    <a:pt x="58434" y="290818"/>
                  </a:lnTo>
                  <a:lnTo>
                    <a:pt x="62540" y="294222"/>
                  </a:lnTo>
                  <a:lnTo>
                    <a:pt x="66753" y="297494"/>
                  </a:lnTo>
                  <a:lnTo>
                    <a:pt x="71068" y="300630"/>
                  </a:lnTo>
                  <a:lnTo>
                    <a:pt x="75481" y="303626"/>
                  </a:lnTo>
                  <a:lnTo>
                    <a:pt x="79988" y="306480"/>
                  </a:lnTo>
                  <a:lnTo>
                    <a:pt x="84583" y="309189"/>
                  </a:lnTo>
                  <a:lnTo>
                    <a:pt x="89262" y="311750"/>
                  </a:lnTo>
                  <a:lnTo>
                    <a:pt x="94021" y="314160"/>
                  </a:lnTo>
                  <a:lnTo>
                    <a:pt x="98854" y="316417"/>
                  </a:lnTo>
                  <a:lnTo>
                    <a:pt x="103757" y="318519"/>
                  </a:lnTo>
                  <a:lnTo>
                    <a:pt x="108724" y="320464"/>
                  </a:lnTo>
                  <a:lnTo>
                    <a:pt x="113750" y="322249"/>
                  </a:lnTo>
                  <a:lnTo>
                    <a:pt x="118832" y="323872"/>
                  </a:lnTo>
                  <a:lnTo>
                    <a:pt x="123962" y="325333"/>
                  </a:lnTo>
                  <a:lnTo>
                    <a:pt x="129136" y="326629"/>
                  </a:lnTo>
                  <a:lnTo>
                    <a:pt x="134349" y="327760"/>
                  </a:lnTo>
                  <a:lnTo>
                    <a:pt x="139596" y="328723"/>
                  </a:lnTo>
                  <a:lnTo>
                    <a:pt x="144870" y="329519"/>
                  </a:lnTo>
                  <a:lnTo>
                    <a:pt x="150167" y="330146"/>
                  </a:lnTo>
                  <a:lnTo>
                    <a:pt x="155482" y="330604"/>
                  </a:lnTo>
                  <a:lnTo>
                    <a:pt x="160808" y="330892"/>
                  </a:lnTo>
                  <a:lnTo>
                    <a:pt x="166141" y="331009"/>
                  </a:lnTo>
                  <a:lnTo>
                    <a:pt x="171475" y="330957"/>
                  </a:lnTo>
                  <a:lnTo>
                    <a:pt x="176804" y="330735"/>
                  </a:lnTo>
                  <a:lnTo>
                    <a:pt x="167167" y="16384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486215" y="941493"/>
              <a:ext cx="167153" cy="334056"/>
            </a:xfrm>
            <a:custGeom>
              <a:avLst/>
              <a:pathLst>
                <a:path w="167153" h="334056">
                  <a:moveTo>
                    <a:pt x="9637" y="334056"/>
                  </a:moveTo>
                  <a:lnTo>
                    <a:pt x="14937" y="333666"/>
                  </a:lnTo>
                  <a:lnTo>
                    <a:pt x="20222" y="333107"/>
                  </a:lnTo>
                  <a:lnTo>
                    <a:pt x="25487" y="332380"/>
                  </a:lnTo>
                  <a:lnTo>
                    <a:pt x="30726" y="331486"/>
                  </a:lnTo>
                  <a:lnTo>
                    <a:pt x="35933" y="330427"/>
                  </a:lnTo>
                  <a:lnTo>
                    <a:pt x="41105" y="329202"/>
                  </a:lnTo>
                  <a:lnTo>
                    <a:pt x="46235" y="327813"/>
                  </a:lnTo>
                  <a:lnTo>
                    <a:pt x="51318" y="326262"/>
                  </a:lnTo>
                  <a:lnTo>
                    <a:pt x="56349" y="324551"/>
                  </a:lnTo>
                  <a:lnTo>
                    <a:pt x="61324" y="322680"/>
                  </a:lnTo>
                  <a:lnTo>
                    <a:pt x="66236" y="320652"/>
                  </a:lnTo>
                  <a:lnTo>
                    <a:pt x="71082" y="318469"/>
                  </a:lnTo>
                  <a:lnTo>
                    <a:pt x="75855" y="316133"/>
                  </a:lnTo>
                  <a:lnTo>
                    <a:pt x="80552" y="313646"/>
                  </a:lnTo>
                  <a:lnTo>
                    <a:pt x="85168" y="311012"/>
                  </a:lnTo>
                  <a:lnTo>
                    <a:pt x="89697" y="308232"/>
                  </a:lnTo>
                  <a:lnTo>
                    <a:pt x="94136" y="305309"/>
                  </a:lnTo>
                  <a:lnTo>
                    <a:pt x="98479" y="302247"/>
                  </a:lnTo>
                  <a:lnTo>
                    <a:pt x="102723" y="299048"/>
                  </a:lnTo>
                  <a:lnTo>
                    <a:pt x="106864" y="295716"/>
                  </a:lnTo>
                  <a:lnTo>
                    <a:pt x="110896" y="292255"/>
                  </a:lnTo>
                  <a:lnTo>
                    <a:pt x="114816" y="288666"/>
                  </a:lnTo>
                  <a:lnTo>
                    <a:pt x="118620" y="284955"/>
                  </a:lnTo>
                  <a:lnTo>
                    <a:pt x="122305" y="281125"/>
                  </a:lnTo>
                  <a:lnTo>
                    <a:pt x="125865" y="277180"/>
                  </a:lnTo>
                  <a:lnTo>
                    <a:pt x="129299" y="273123"/>
                  </a:lnTo>
                  <a:lnTo>
                    <a:pt x="132601" y="268959"/>
                  </a:lnTo>
                  <a:lnTo>
                    <a:pt x="135770" y="264693"/>
                  </a:lnTo>
                  <a:lnTo>
                    <a:pt x="138802" y="260328"/>
                  </a:lnTo>
                  <a:lnTo>
                    <a:pt x="141693" y="255868"/>
                  </a:lnTo>
                  <a:lnTo>
                    <a:pt x="144441" y="251320"/>
                  </a:lnTo>
                  <a:lnTo>
                    <a:pt x="147043" y="246686"/>
                  </a:lnTo>
                  <a:lnTo>
                    <a:pt x="149496" y="241971"/>
                  </a:lnTo>
                  <a:lnTo>
                    <a:pt x="151798" y="237181"/>
                  </a:lnTo>
                  <a:lnTo>
                    <a:pt x="153947" y="232321"/>
                  </a:lnTo>
                  <a:lnTo>
                    <a:pt x="155941" y="227394"/>
                  </a:lnTo>
                  <a:lnTo>
                    <a:pt x="157776" y="222407"/>
                  </a:lnTo>
                  <a:lnTo>
                    <a:pt x="159453" y="217363"/>
                  </a:lnTo>
                  <a:lnTo>
                    <a:pt x="160968" y="212269"/>
                  </a:lnTo>
                  <a:lnTo>
                    <a:pt x="162320" y="207130"/>
                  </a:lnTo>
                  <a:lnTo>
                    <a:pt x="163508" y="201950"/>
                  </a:lnTo>
                  <a:lnTo>
                    <a:pt x="164531" y="196735"/>
                  </a:lnTo>
                  <a:lnTo>
                    <a:pt x="165388" y="191490"/>
                  </a:lnTo>
                  <a:lnTo>
                    <a:pt x="166078" y="186220"/>
                  </a:lnTo>
                  <a:lnTo>
                    <a:pt x="166599" y="180931"/>
                  </a:lnTo>
                  <a:lnTo>
                    <a:pt x="166953" y="175629"/>
                  </a:lnTo>
                  <a:lnTo>
                    <a:pt x="167137" y="170317"/>
                  </a:lnTo>
                  <a:lnTo>
                    <a:pt x="167153" y="165003"/>
                  </a:lnTo>
                  <a:lnTo>
                    <a:pt x="167000" y="159691"/>
                  </a:lnTo>
                  <a:lnTo>
                    <a:pt x="166678" y="154386"/>
                  </a:lnTo>
                  <a:lnTo>
                    <a:pt x="166187" y="149094"/>
                  </a:lnTo>
                  <a:lnTo>
                    <a:pt x="165529" y="143820"/>
                  </a:lnTo>
                  <a:lnTo>
                    <a:pt x="164703" y="138571"/>
                  </a:lnTo>
                  <a:lnTo>
                    <a:pt x="163711" y="133349"/>
                  </a:lnTo>
                  <a:lnTo>
                    <a:pt x="162553" y="128163"/>
                  </a:lnTo>
                  <a:lnTo>
                    <a:pt x="161231" y="123015"/>
                  </a:lnTo>
                  <a:lnTo>
                    <a:pt x="159746" y="117912"/>
                  </a:lnTo>
                  <a:lnTo>
                    <a:pt x="158100" y="112859"/>
                  </a:lnTo>
                  <a:lnTo>
                    <a:pt x="156293" y="107861"/>
                  </a:lnTo>
                  <a:lnTo>
                    <a:pt x="154329" y="102923"/>
                  </a:lnTo>
                  <a:lnTo>
                    <a:pt x="152209" y="98050"/>
                  </a:lnTo>
                  <a:lnTo>
                    <a:pt x="149935" y="93246"/>
                  </a:lnTo>
                  <a:lnTo>
                    <a:pt x="147510" y="88517"/>
                  </a:lnTo>
                  <a:lnTo>
                    <a:pt x="144935" y="83868"/>
                  </a:lnTo>
                  <a:lnTo>
                    <a:pt x="142214" y="79303"/>
                  </a:lnTo>
                  <a:lnTo>
                    <a:pt x="139349" y="74827"/>
                  </a:lnTo>
                  <a:lnTo>
                    <a:pt x="136343" y="70444"/>
                  </a:lnTo>
                  <a:lnTo>
                    <a:pt x="133200" y="66159"/>
                  </a:lnTo>
                  <a:lnTo>
                    <a:pt x="129922" y="61976"/>
                  </a:lnTo>
                  <a:lnTo>
                    <a:pt x="126512" y="57899"/>
                  </a:lnTo>
                  <a:lnTo>
                    <a:pt x="122975" y="53933"/>
                  </a:lnTo>
                  <a:lnTo>
                    <a:pt x="119313" y="50081"/>
                  </a:lnTo>
                  <a:lnTo>
                    <a:pt x="115531" y="46347"/>
                  </a:lnTo>
                  <a:lnTo>
                    <a:pt x="111632" y="42736"/>
                  </a:lnTo>
                  <a:lnTo>
                    <a:pt x="107621" y="39250"/>
                  </a:lnTo>
                  <a:lnTo>
                    <a:pt x="103500" y="35894"/>
                  </a:lnTo>
                  <a:lnTo>
                    <a:pt x="99275" y="32670"/>
                  </a:lnTo>
                  <a:lnTo>
                    <a:pt x="94949" y="29582"/>
                  </a:lnTo>
                  <a:lnTo>
                    <a:pt x="90528" y="26634"/>
                  </a:lnTo>
                  <a:lnTo>
                    <a:pt x="86015" y="23827"/>
                  </a:lnTo>
                  <a:lnTo>
                    <a:pt x="81415" y="21165"/>
                  </a:lnTo>
                  <a:lnTo>
                    <a:pt x="76733" y="18651"/>
                  </a:lnTo>
                  <a:lnTo>
                    <a:pt x="71973" y="16287"/>
                  </a:lnTo>
                  <a:lnTo>
                    <a:pt x="67141" y="14075"/>
                  </a:lnTo>
                  <a:lnTo>
                    <a:pt x="62240" y="12019"/>
                  </a:lnTo>
                  <a:lnTo>
                    <a:pt x="57277" y="10118"/>
                  </a:lnTo>
                  <a:lnTo>
                    <a:pt x="52256" y="8377"/>
                  </a:lnTo>
                  <a:lnTo>
                    <a:pt x="47182" y="6796"/>
                  </a:lnTo>
                  <a:lnTo>
                    <a:pt x="42060" y="5377"/>
                  </a:lnTo>
                  <a:lnTo>
                    <a:pt x="36896" y="4122"/>
                  </a:lnTo>
                  <a:lnTo>
                    <a:pt x="31695" y="3032"/>
                  </a:lnTo>
                  <a:lnTo>
                    <a:pt x="26461" y="2107"/>
                  </a:lnTo>
                  <a:lnTo>
                    <a:pt x="21201" y="1349"/>
                  </a:lnTo>
                  <a:lnTo>
                    <a:pt x="15920" y="759"/>
                  </a:lnTo>
                  <a:lnTo>
                    <a:pt x="10622" y="337"/>
                  </a:lnTo>
                  <a:lnTo>
                    <a:pt x="5313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797580" y="1071028"/>
              <a:ext cx="166921" cy="167167"/>
            </a:xfrm>
            <a:custGeom>
              <a:avLst/>
              <a:pathLst>
                <a:path w="166921" h="167167">
                  <a:moveTo>
                    <a:pt x="166921" y="0"/>
                  </a:moveTo>
                  <a:lnTo>
                    <a:pt x="161528" y="87"/>
                  </a:lnTo>
                  <a:lnTo>
                    <a:pt x="156140" y="347"/>
                  </a:lnTo>
                  <a:lnTo>
                    <a:pt x="150764" y="782"/>
                  </a:lnTo>
                  <a:lnTo>
                    <a:pt x="145405" y="1390"/>
                  </a:lnTo>
                  <a:lnTo>
                    <a:pt x="140068" y="2170"/>
                  </a:lnTo>
                  <a:lnTo>
                    <a:pt x="134759" y="3122"/>
                  </a:lnTo>
                  <a:lnTo>
                    <a:pt x="129484" y="4245"/>
                  </a:lnTo>
                  <a:lnTo>
                    <a:pt x="124248" y="5538"/>
                  </a:lnTo>
                  <a:lnTo>
                    <a:pt x="119056" y="6999"/>
                  </a:lnTo>
                  <a:lnTo>
                    <a:pt x="113913" y="8626"/>
                  </a:lnTo>
                  <a:lnTo>
                    <a:pt x="108826" y="10419"/>
                  </a:lnTo>
                  <a:lnTo>
                    <a:pt x="103800" y="12374"/>
                  </a:lnTo>
                  <a:lnTo>
                    <a:pt x="98839" y="14491"/>
                  </a:lnTo>
                  <a:lnTo>
                    <a:pt x="93949" y="16767"/>
                  </a:lnTo>
                  <a:lnTo>
                    <a:pt x="89135" y="19199"/>
                  </a:lnTo>
                  <a:lnTo>
                    <a:pt x="84402" y="21786"/>
                  </a:lnTo>
                  <a:lnTo>
                    <a:pt x="79755" y="24524"/>
                  </a:lnTo>
                  <a:lnTo>
                    <a:pt x="75199" y="27410"/>
                  </a:lnTo>
                  <a:lnTo>
                    <a:pt x="70738" y="30442"/>
                  </a:lnTo>
                  <a:lnTo>
                    <a:pt x="66377" y="33616"/>
                  </a:lnTo>
                  <a:lnTo>
                    <a:pt x="62121" y="36929"/>
                  </a:lnTo>
                  <a:lnTo>
                    <a:pt x="57974" y="40377"/>
                  </a:lnTo>
                  <a:lnTo>
                    <a:pt x="53940" y="43958"/>
                  </a:lnTo>
                  <a:lnTo>
                    <a:pt x="50024" y="47667"/>
                  </a:lnTo>
                  <a:lnTo>
                    <a:pt x="46230" y="51500"/>
                  </a:lnTo>
                  <a:lnTo>
                    <a:pt x="42562" y="55454"/>
                  </a:lnTo>
                  <a:lnTo>
                    <a:pt x="39022" y="59524"/>
                  </a:lnTo>
                  <a:lnTo>
                    <a:pt x="35616" y="63706"/>
                  </a:lnTo>
                  <a:lnTo>
                    <a:pt x="32347" y="67996"/>
                  </a:lnTo>
                  <a:lnTo>
                    <a:pt x="29218" y="72389"/>
                  </a:lnTo>
                  <a:lnTo>
                    <a:pt x="26232" y="76881"/>
                  </a:lnTo>
                  <a:lnTo>
                    <a:pt x="23392" y="81466"/>
                  </a:lnTo>
                  <a:lnTo>
                    <a:pt x="20702" y="86141"/>
                  </a:lnTo>
                  <a:lnTo>
                    <a:pt x="18165" y="90900"/>
                  </a:lnTo>
                  <a:lnTo>
                    <a:pt x="15782" y="95739"/>
                  </a:lnTo>
                  <a:lnTo>
                    <a:pt x="13556" y="100652"/>
                  </a:lnTo>
                  <a:lnTo>
                    <a:pt x="11490" y="105634"/>
                  </a:lnTo>
                  <a:lnTo>
                    <a:pt x="9586" y="110681"/>
                  </a:lnTo>
                  <a:lnTo>
                    <a:pt x="7845" y="115786"/>
                  </a:lnTo>
                  <a:lnTo>
                    <a:pt x="6271" y="120944"/>
                  </a:lnTo>
                  <a:lnTo>
                    <a:pt x="4863" y="126151"/>
                  </a:lnTo>
                  <a:lnTo>
                    <a:pt x="3624" y="131400"/>
                  </a:lnTo>
                  <a:lnTo>
                    <a:pt x="2555" y="136687"/>
                  </a:lnTo>
                  <a:lnTo>
                    <a:pt x="1658" y="142005"/>
                  </a:lnTo>
                  <a:lnTo>
                    <a:pt x="932" y="147350"/>
                  </a:lnTo>
                  <a:lnTo>
                    <a:pt x="379" y="152715"/>
                  </a:lnTo>
                  <a:lnTo>
                    <a:pt x="0" y="158095"/>
                  </a:lnTo>
                  <a:lnTo>
                    <a:pt x="166921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797580" y="1229124"/>
              <a:ext cx="166921" cy="9071"/>
            </a:xfrm>
            <a:custGeom>
              <a:avLst/>
              <a:pathLst>
                <a:path w="166921" h="9071">
                  <a:moveTo>
                    <a:pt x="0" y="0"/>
                  </a:moveTo>
                  <a:lnTo>
                    <a:pt x="166921" y="907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797580" y="1229124"/>
              <a:ext cx="166921" cy="9071"/>
            </a:xfrm>
            <a:custGeom>
              <a:avLst/>
              <a:pathLst>
                <a:path w="166921" h="9071">
                  <a:moveTo>
                    <a:pt x="0" y="0"/>
                  </a:moveTo>
                  <a:lnTo>
                    <a:pt x="166921" y="907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797580" y="1229124"/>
              <a:ext cx="166921" cy="9071"/>
            </a:xfrm>
            <a:custGeom>
              <a:avLst/>
              <a:pathLst>
                <a:path w="166921" h="9071">
                  <a:moveTo>
                    <a:pt x="0" y="0"/>
                  </a:moveTo>
                  <a:lnTo>
                    <a:pt x="166921" y="907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797580" y="1229124"/>
              <a:ext cx="166921" cy="9071"/>
            </a:xfrm>
            <a:custGeom>
              <a:avLst/>
              <a:pathLst>
                <a:path w="166921" h="9071">
                  <a:moveTo>
                    <a:pt x="0" y="0"/>
                  </a:moveTo>
                  <a:lnTo>
                    <a:pt x="166921" y="90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797580" y="1229124"/>
              <a:ext cx="166921" cy="9071"/>
            </a:xfrm>
            <a:custGeom>
              <a:avLst/>
              <a:pathLst>
                <a:path w="166921" h="9071">
                  <a:moveTo>
                    <a:pt x="0" y="0"/>
                  </a:moveTo>
                  <a:lnTo>
                    <a:pt x="166921" y="90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7580" y="1229124"/>
              <a:ext cx="166921" cy="9071"/>
            </a:xfrm>
            <a:custGeom>
              <a:avLst/>
              <a:pathLst>
                <a:path w="166921" h="9071">
                  <a:moveTo>
                    <a:pt x="0" y="0"/>
                  </a:moveTo>
                  <a:lnTo>
                    <a:pt x="166921" y="90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7580" y="1229124"/>
              <a:ext cx="166921" cy="9071"/>
            </a:xfrm>
            <a:custGeom>
              <a:avLst/>
              <a:pathLst>
                <a:path w="166921" h="9071">
                  <a:moveTo>
                    <a:pt x="0" y="0"/>
                  </a:moveTo>
                  <a:lnTo>
                    <a:pt x="166921" y="90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7580" y="1229124"/>
              <a:ext cx="166921" cy="9071"/>
            </a:xfrm>
            <a:custGeom>
              <a:avLst/>
              <a:pathLst>
                <a:path w="166921" h="9071">
                  <a:moveTo>
                    <a:pt x="0" y="0"/>
                  </a:moveTo>
                  <a:lnTo>
                    <a:pt x="166921" y="907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7580" y="1229124"/>
              <a:ext cx="166921" cy="9071"/>
            </a:xfrm>
            <a:custGeom>
              <a:avLst/>
              <a:pathLst>
                <a:path w="166921" h="9071">
                  <a:moveTo>
                    <a:pt x="0" y="0"/>
                  </a:moveTo>
                  <a:lnTo>
                    <a:pt x="166921" y="907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7580" y="1229124"/>
              <a:ext cx="166921" cy="9071"/>
            </a:xfrm>
            <a:custGeom>
              <a:avLst/>
              <a:pathLst>
                <a:path w="166921" h="9071">
                  <a:moveTo>
                    <a:pt x="0" y="0"/>
                  </a:moveTo>
                  <a:lnTo>
                    <a:pt x="166921" y="907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7580" y="1229124"/>
              <a:ext cx="166921" cy="9071"/>
            </a:xfrm>
            <a:custGeom>
              <a:avLst/>
              <a:pathLst>
                <a:path w="166921" h="9071">
                  <a:moveTo>
                    <a:pt x="0" y="0"/>
                  </a:moveTo>
                  <a:lnTo>
                    <a:pt x="166921" y="907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7580" y="1229124"/>
              <a:ext cx="166921" cy="9071"/>
            </a:xfrm>
            <a:custGeom>
              <a:avLst/>
              <a:pathLst>
                <a:path w="166921" h="9071">
                  <a:moveTo>
                    <a:pt x="0" y="0"/>
                  </a:moveTo>
                  <a:lnTo>
                    <a:pt x="166921" y="90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7580" y="1229124"/>
              <a:ext cx="166921" cy="9071"/>
            </a:xfrm>
            <a:custGeom>
              <a:avLst/>
              <a:pathLst>
                <a:path w="166921" h="9071">
                  <a:moveTo>
                    <a:pt x="0" y="0"/>
                  </a:moveTo>
                  <a:lnTo>
                    <a:pt x="166921" y="90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7580" y="1229124"/>
              <a:ext cx="166921" cy="9071"/>
            </a:xfrm>
            <a:custGeom>
              <a:avLst/>
              <a:pathLst>
                <a:path w="166921" h="9071">
                  <a:moveTo>
                    <a:pt x="0" y="0"/>
                  </a:moveTo>
                  <a:lnTo>
                    <a:pt x="166921" y="90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7580" y="1229124"/>
              <a:ext cx="166921" cy="9071"/>
            </a:xfrm>
            <a:custGeom>
              <a:avLst/>
              <a:pathLst>
                <a:path w="166921" h="9071">
                  <a:moveTo>
                    <a:pt x="0" y="0"/>
                  </a:moveTo>
                  <a:lnTo>
                    <a:pt x="166921" y="90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7580" y="1229124"/>
              <a:ext cx="166921" cy="9071"/>
            </a:xfrm>
            <a:custGeom>
              <a:avLst/>
              <a:pathLst>
                <a:path w="166921" h="9071">
                  <a:moveTo>
                    <a:pt x="0" y="0"/>
                  </a:moveTo>
                  <a:lnTo>
                    <a:pt x="166921" y="907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797580" y="1229124"/>
              <a:ext cx="166921" cy="9071"/>
            </a:xfrm>
            <a:custGeom>
              <a:avLst/>
              <a:pathLst>
                <a:path w="166921" h="9071">
                  <a:moveTo>
                    <a:pt x="0" y="0"/>
                  </a:moveTo>
                  <a:lnTo>
                    <a:pt x="166921" y="907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797341" y="1073765"/>
              <a:ext cx="334316" cy="331597"/>
            </a:xfrm>
            <a:custGeom>
              <a:avLst/>
              <a:pathLst>
                <a:path w="334316" h="331597">
                  <a:moveTo>
                    <a:pt x="238" y="155358"/>
                  </a:moveTo>
                  <a:lnTo>
                    <a:pt x="34" y="160677"/>
                  </a:lnTo>
                  <a:lnTo>
                    <a:pt x="0" y="166000"/>
                  </a:lnTo>
                  <a:lnTo>
                    <a:pt x="134" y="171321"/>
                  </a:lnTo>
                  <a:lnTo>
                    <a:pt x="438" y="176636"/>
                  </a:lnTo>
                  <a:lnTo>
                    <a:pt x="911" y="181937"/>
                  </a:lnTo>
                  <a:lnTo>
                    <a:pt x="1553" y="187222"/>
                  </a:lnTo>
                  <a:lnTo>
                    <a:pt x="2363" y="192483"/>
                  </a:lnTo>
                  <a:lnTo>
                    <a:pt x="3339" y="197715"/>
                  </a:lnTo>
                  <a:lnTo>
                    <a:pt x="4482" y="202914"/>
                  </a:lnTo>
                  <a:lnTo>
                    <a:pt x="5790" y="208074"/>
                  </a:lnTo>
                  <a:lnTo>
                    <a:pt x="7261" y="213190"/>
                  </a:lnTo>
                  <a:lnTo>
                    <a:pt x="8895" y="218256"/>
                  </a:lnTo>
                  <a:lnTo>
                    <a:pt x="10689" y="223267"/>
                  </a:lnTo>
                  <a:lnTo>
                    <a:pt x="12641" y="228219"/>
                  </a:lnTo>
                  <a:lnTo>
                    <a:pt x="14751" y="233106"/>
                  </a:lnTo>
                  <a:lnTo>
                    <a:pt x="17014" y="237924"/>
                  </a:lnTo>
                  <a:lnTo>
                    <a:pt x="19431" y="242667"/>
                  </a:lnTo>
                  <a:lnTo>
                    <a:pt x="21996" y="247331"/>
                  </a:lnTo>
                  <a:lnTo>
                    <a:pt x="24709" y="251911"/>
                  </a:lnTo>
                  <a:lnTo>
                    <a:pt x="27567" y="256402"/>
                  </a:lnTo>
                  <a:lnTo>
                    <a:pt x="30566" y="260799"/>
                  </a:lnTo>
                  <a:lnTo>
                    <a:pt x="33703" y="265099"/>
                  </a:lnTo>
                  <a:lnTo>
                    <a:pt x="36976" y="269297"/>
                  </a:lnTo>
                  <a:lnTo>
                    <a:pt x="40381" y="273389"/>
                  </a:lnTo>
                  <a:lnTo>
                    <a:pt x="43914" y="277370"/>
                  </a:lnTo>
                  <a:lnTo>
                    <a:pt x="47572" y="281237"/>
                  </a:lnTo>
                  <a:lnTo>
                    <a:pt x="51352" y="284985"/>
                  </a:lnTo>
                  <a:lnTo>
                    <a:pt x="55249" y="288611"/>
                  </a:lnTo>
                  <a:lnTo>
                    <a:pt x="59259" y="292111"/>
                  </a:lnTo>
                  <a:lnTo>
                    <a:pt x="63379" y="295482"/>
                  </a:lnTo>
                  <a:lnTo>
                    <a:pt x="67604" y="298719"/>
                  </a:lnTo>
                  <a:lnTo>
                    <a:pt x="71930" y="301821"/>
                  </a:lnTo>
                  <a:lnTo>
                    <a:pt x="76353" y="304783"/>
                  </a:lnTo>
                  <a:lnTo>
                    <a:pt x="80868" y="307603"/>
                  </a:lnTo>
                  <a:lnTo>
                    <a:pt x="85470" y="310278"/>
                  </a:lnTo>
                  <a:lnTo>
                    <a:pt x="90155" y="312805"/>
                  </a:lnTo>
                  <a:lnTo>
                    <a:pt x="94918" y="315181"/>
                  </a:lnTo>
                  <a:lnTo>
                    <a:pt x="99754" y="317405"/>
                  </a:lnTo>
                  <a:lnTo>
                    <a:pt x="104659" y="319474"/>
                  </a:lnTo>
                  <a:lnTo>
                    <a:pt x="109627" y="321385"/>
                  </a:lnTo>
                  <a:lnTo>
                    <a:pt x="114653" y="323137"/>
                  </a:lnTo>
                  <a:lnTo>
                    <a:pt x="119733" y="324728"/>
                  </a:lnTo>
                  <a:lnTo>
                    <a:pt x="124860" y="326157"/>
                  </a:lnTo>
                  <a:lnTo>
                    <a:pt x="130031" y="327422"/>
                  </a:lnTo>
                  <a:lnTo>
                    <a:pt x="135239" y="328521"/>
                  </a:lnTo>
                  <a:lnTo>
                    <a:pt x="140479" y="329454"/>
                  </a:lnTo>
                  <a:lnTo>
                    <a:pt x="145747" y="330220"/>
                  </a:lnTo>
                  <a:lnTo>
                    <a:pt x="151036" y="330818"/>
                  </a:lnTo>
                  <a:lnTo>
                    <a:pt x="156342" y="331247"/>
                  </a:lnTo>
                  <a:lnTo>
                    <a:pt x="161659" y="331507"/>
                  </a:lnTo>
                  <a:lnTo>
                    <a:pt x="166981" y="331597"/>
                  </a:lnTo>
                  <a:lnTo>
                    <a:pt x="172303" y="331518"/>
                  </a:lnTo>
                  <a:lnTo>
                    <a:pt x="177620" y="331270"/>
                  </a:lnTo>
                  <a:lnTo>
                    <a:pt x="182927" y="330852"/>
                  </a:lnTo>
                  <a:lnTo>
                    <a:pt x="188218" y="330266"/>
                  </a:lnTo>
                  <a:lnTo>
                    <a:pt x="193487" y="329511"/>
                  </a:lnTo>
                  <a:lnTo>
                    <a:pt x="198729" y="328589"/>
                  </a:lnTo>
                  <a:lnTo>
                    <a:pt x="203940" y="327501"/>
                  </a:lnTo>
                  <a:lnTo>
                    <a:pt x="209113" y="326247"/>
                  </a:lnTo>
                  <a:lnTo>
                    <a:pt x="214244" y="324829"/>
                  </a:lnTo>
                  <a:lnTo>
                    <a:pt x="219327" y="323249"/>
                  </a:lnTo>
                  <a:lnTo>
                    <a:pt x="224357" y="321508"/>
                  </a:lnTo>
                  <a:lnTo>
                    <a:pt x="229329" y="319607"/>
                  </a:lnTo>
                  <a:lnTo>
                    <a:pt x="234238" y="317549"/>
                  </a:lnTo>
                  <a:lnTo>
                    <a:pt x="239079" y="315336"/>
                  </a:lnTo>
                  <a:lnTo>
                    <a:pt x="243847" y="312969"/>
                  </a:lnTo>
                  <a:lnTo>
                    <a:pt x="248538" y="310452"/>
                  </a:lnTo>
                  <a:lnTo>
                    <a:pt x="253145" y="307787"/>
                  </a:lnTo>
                  <a:lnTo>
                    <a:pt x="257666" y="304977"/>
                  </a:lnTo>
                  <a:lnTo>
                    <a:pt x="262095" y="302024"/>
                  </a:lnTo>
                  <a:lnTo>
                    <a:pt x="266428" y="298932"/>
                  </a:lnTo>
                  <a:lnTo>
                    <a:pt x="270659" y="295703"/>
                  </a:lnTo>
                  <a:lnTo>
                    <a:pt x="274787" y="292341"/>
                  </a:lnTo>
                  <a:lnTo>
                    <a:pt x="278804" y="288850"/>
                  </a:lnTo>
                  <a:lnTo>
                    <a:pt x="282709" y="285232"/>
                  </a:lnTo>
                  <a:lnTo>
                    <a:pt x="286497" y="281492"/>
                  </a:lnTo>
                  <a:lnTo>
                    <a:pt x="290163" y="277633"/>
                  </a:lnTo>
                  <a:lnTo>
                    <a:pt x="293705" y="273660"/>
                  </a:lnTo>
                  <a:lnTo>
                    <a:pt x="297119" y="269575"/>
                  </a:lnTo>
                  <a:lnTo>
                    <a:pt x="300400" y="265384"/>
                  </a:lnTo>
                  <a:lnTo>
                    <a:pt x="303547" y="261091"/>
                  </a:lnTo>
                  <a:lnTo>
                    <a:pt x="306555" y="256700"/>
                  </a:lnTo>
                  <a:lnTo>
                    <a:pt x="309422" y="252215"/>
                  </a:lnTo>
                  <a:lnTo>
                    <a:pt x="312145" y="247641"/>
                  </a:lnTo>
                  <a:lnTo>
                    <a:pt x="314721" y="242983"/>
                  </a:lnTo>
                  <a:lnTo>
                    <a:pt x="317147" y="238245"/>
                  </a:lnTo>
                  <a:lnTo>
                    <a:pt x="319421" y="233432"/>
                  </a:lnTo>
                  <a:lnTo>
                    <a:pt x="321541" y="228549"/>
                  </a:lnTo>
                  <a:lnTo>
                    <a:pt x="323504" y="223602"/>
                  </a:lnTo>
                  <a:lnTo>
                    <a:pt x="325309" y="218594"/>
                  </a:lnTo>
                  <a:lnTo>
                    <a:pt x="326953" y="213531"/>
                  </a:lnTo>
                  <a:lnTo>
                    <a:pt x="328435" y="208419"/>
                  </a:lnTo>
                  <a:lnTo>
                    <a:pt x="329754" y="203262"/>
                  </a:lnTo>
                  <a:lnTo>
                    <a:pt x="330908" y="198065"/>
                  </a:lnTo>
                  <a:lnTo>
                    <a:pt x="331896" y="192835"/>
                  </a:lnTo>
                  <a:lnTo>
                    <a:pt x="332717" y="187576"/>
                  </a:lnTo>
                  <a:lnTo>
                    <a:pt x="333370" y="182293"/>
                  </a:lnTo>
                  <a:lnTo>
                    <a:pt x="333854" y="176992"/>
                  </a:lnTo>
                  <a:lnTo>
                    <a:pt x="334170" y="171678"/>
                  </a:lnTo>
                  <a:lnTo>
                    <a:pt x="334316" y="166357"/>
                  </a:lnTo>
                  <a:lnTo>
                    <a:pt x="334293" y="161034"/>
                  </a:lnTo>
                  <a:lnTo>
                    <a:pt x="334100" y="155715"/>
                  </a:lnTo>
                  <a:lnTo>
                    <a:pt x="333738" y="150404"/>
                  </a:lnTo>
                  <a:lnTo>
                    <a:pt x="333207" y="145108"/>
                  </a:lnTo>
                  <a:lnTo>
                    <a:pt x="332507" y="139831"/>
                  </a:lnTo>
                  <a:lnTo>
                    <a:pt x="331640" y="134579"/>
                  </a:lnTo>
                  <a:lnTo>
                    <a:pt x="330606" y="129357"/>
                  </a:lnTo>
                  <a:lnTo>
                    <a:pt x="329407" y="124171"/>
                  </a:lnTo>
                  <a:lnTo>
                    <a:pt x="328043" y="119026"/>
                  </a:lnTo>
                  <a:lnTo>
                    <a:pt x="326516" y="113927"/>
                  </a:lnTo>
                  <a:lnTo>
                    <a:pt x="324827" y="108879"/>
                  </a:lnTo>
                  <a:lnTo>
                    <a:pt x="322979" y="103887"/>
                  </a:lnTo>
                  <a:lnTo>
                    <a:pt x="320972" y="98957"/>
                  </a:lnTo>
                  <a:lnTo>
                    <a:pt x="318809" y="94093"/>
                  </a:lnTo>
                  <a:lnTo>
                    <a:pt x="316493" y="89300"/>
                  </a:lnTo>
                  <a:lnTo>
                    <a:pt x="314025" y="84584"/>
                  </a:lnTo>
                  <a:lnTo>
                    <a:pt x="311409" y="79948"/>
                  </a:lnTo>
                  <a:lnTo>
                    <a:pt x="308646" y="75399"/>
                  </a:lnTo>
                  <a:lnTo>
                    <a:pt x="305740" y="70939"/>
                  </a:lnTo>
                  <a:lnTo>
                    <a:pt x="302693" y="66574"/>
                  </a:lnTo>
                  <a:lnTo>
                    <a:pt x="299509" y="62309"/>
                  </a:lnTo>
                  <a:lnTo>
                    <a:pt x="296190" y="58147"/>
                  </a:lnTo>
                  <a:lnTo>
                    <a:pt x="292741" y="54093"/>
                  </a:lnTo>
                  <a:lnTo>
                    <a:pt x="289164" y="50150"/>
                  </a:lnTo>
                  <a:lnTo>
                    <a:pt x="285464" y="46324"/>
                  </a:lnTo>
                  <a:lnTo>
                    <a:pt x="281644" y="42617"/>
                  </a:lnTo>
                  <a:lnTo>
                    <a:pt x="277707" y="39034"/>
                  </a:lnTo>
                  <a:lnTo>
                    <a:pt x="273659" y="35578"/>
                  </a:lnTo>
                  <a:lnTo>
                    <a:pt x="269503" y="32252"/>
                  </a:lnTo>
                  <a:lnTo>
                    <a:pt x="265242" y="29061"/>
                  </a:lnTo>
                  <a:lnTo>
                    <a:pt x="260883" y="26007"/>
                  </a:lnTo>
                  <a:lnTo>
                    <a:pt x="256428" y="23093"/>
                  </a:lnTo>
                  <a:lnTo>
                    <a:pt x="251883" y="20323"/>
                  </a:lnTo>
                  <a:lnTo>
                    <a:pt x="247252" y="17698"/>
                  </a:lnTo>
                  <a:lnTo>
                    <a:pt x="242540" y="15223"/>
                  </a:lnTo>
                  <a:lnTo>
                    <a:pt x="237751" y="12898"/>
                  </a:lnTo>
                  <a:lnTo>
                    <a:pt x="232891" y="10728"/>
                  </a:lnTo>
                  <a:lnTo>
                    <a:pt x="227964" y="8713"/>
                  </a:lnTo>
                  <a:lnTo>
                    <a:pt x="222975" y="6856"/>
                  </a:lnTo>
                  <a:lnTo>
                    <a:pt x="217930" y="5159"/>
                  </a:lnTo>
                  <a:lnTo>
                    <a:pt x="212833" y="3623"/>
                  </a:lnTo>
                  <a:lnTo>
                    <a:pt x="207690" y="2250"/>
                  </a:lnTo>
                  <a:lnTo>
                    <a:pt x="202506" y="1042"/>
                  </a:lnTo>
                  <a:lnTo>
                    <a:pt x="197286" y="0"/>
                  </a:lnTo>
                  <a:lnTo>
                    <a:pt x="167160" y="1644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964501" y="1071028"/>
              <a:ext cx="30126" cy="167167"/>
            </a:xfrm>
            <a:custGeom>
              <a:avLst/>
              <a:pathLst>
                <a:path w="30126" h="167167">
                  <a:moveTo>
                    <a:pt x="30126" y="2737"/>
                  </a:moveTo>
                  <a:lnTo>
                    <a:pt x="22649" y="1541"/>
                  </a:lnTo>
                  <a:lnTo>
                    <a:pt x="15125" y="685"/>
                  </a:lnTo>
                  <a:lnTo>
                    <a:pt x="7570" y="17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41061" y="1322571"/>
              <a:ext cx="47659" cy="167167"/>
            </a:xfrm>
            <a:custGeom>
              <a:avLst/>
              <a:pathLst>
                <a:path w="47659" h="167167">
                  <a:moveTo>
                    <a:pt x="47659" y="0"/>
                  </a:moveTo>
                  <a:lnTo>
                    <a:pt x="41619" y="109"/>
                  </a:lnTo>
                  <a:lnTo>
                    <a:pt x="35587" y="436"/>
                  </a:lnTo>
                  <a:lnTo>
                    <a:pt x="29571" y="981"/>
                  </a:lnTo>
                  <a:lnTo>
                    <a:pt x="23578" y="1743"/>
                  </a:lnTo>
                  <a:lnTo>
                    <a:pt x="17617" y="2721"/>
                  </a:lnTo>
                  <a:lnTo>
                    <a:pt x="11695" y="3914"/>
                  </a:lnTo>
                  <a:lnTo>
                    <a:pt x="5820" y="5320"/>
                  </a:lnTo>
                  <a:lnTo>
                    <a:pt x="0" y="6937"/>
                  </a:lnTo>
                  <a:lnTo>
                    <a:pt x="47659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41061" y="1329509"/>
              <a:ext cx="47659" cy="160229"/>
            </a:xfrm>
            <a:custGeom>
              <a:avLst/>
              <a:pathLst>
                <a:path w="47659" h="160229">
                  <a:moveTo>
                    <a:pt x="0" y="0"/>
                  </a:moveTo>
                  <a:lnTo>
                    <a:pt x="47659" y="16022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41061" y="1329509"/>
              <a:ext cx="47659" cy="160229"/>
            </a:xfrm>
            <a:custGeom>
              <a:avLst/>
              <a:pathLst>
                <a:path w="47659" h="160229">
                  <a:moveTo>
                    <a:pt x="0" y="0"/>
                  </a:moveTo>
                  <a:lnTo>
                    <a:pt x="47659" y="16022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41061" y="1329509"/>
              <a:ext cx="47659" cy="160229"/>
            </a:xfrm>
            <a:custGeom>
              <a:avLst/>
              <a:pathLst>
                <a:path w="47659" h="160229">
                  <a:moveTo>
                    <a:pt x="0" y="0"/>
                  </a:moveTo>
                  <a:lnTo>
                    <a:pt x="47659" y="1602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41061" y="1329509"/>
              <a:ext cx="47659" cy="160229"/>
            </a:xfrm>
            <a:custGeom>
              <a:avLst/>
              <a:pathLst>
                <a:path w="47659" h="160229">
                  <a:moveTo>
                    <a:pt x="0" y="0"/>
                  </a:moveTo>
                  <a:lnTo>
                    <a:pt x="47659" y="1602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41061" y="1329509"/>
              <a:ext cx="47659" cy="160229"/>
            </a:xfrm>
            <a:custGeom>
              <a:avLst/>
              <a:pathLst>
                <a:path w="47659" h="160229">
                  <a:moveTo>
                    <a:pt x="0" y="0"/>
                  </a:moveTo>
                  <a:lnTo>
                    <a:pt x="47659" y="1602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41061" y="1329509"/>
              <a:ext cx="47659" cy="160229"/>
            </a:xfrm>
            <a:custGeom>
              <a:avLst/>
              <a:pathLst>
                <a:path w="47659" h="160229">
                  <a:moveTo>
                    <a:pt x="0" y="0"/>
                  </a:moveTo>
                  <a:lnTo>
                    <a:pt x="47659" y="1602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41061" y="1329509"/>
              <a:ext cx="47659" cy="160229"/>
            </a:xfrm>
            <a:custGeom>
              <a:avLst/>
              <a:pathLst>
                <a:path w="47659" h="160229">
                  <a:moveTo>
                    <a:pt x="0" y="0"/>
                  </a:moveTo>
                  <a:lnTo>
                    <a:pt x="47659" y="16022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41061" y="1329509"/>
              <a:ext cx="47659" cy="160229"/>
            </a:xfrm>
            <a:custGeom>
              <a:avLst/>
              <a:pathLst>
                <a:path w="47659" h="160229">
                  <a:moveTo>
                    <a:pt x="0" y="0"/>
                  </a:moveTo>
                  <a:lnTo>
                    <a:pt x="47659" y="1602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41061" y="1329509"/>
              <a:ext cx="47659" cy="160229"/>
            </a:xfrm>
            <a:custGeom>
              <a:avLst/>
              <a:pathLst>
                <a:path w="47659" h="160229">
                  <a:moveTo>
                    <a:pt x="0" y="0"/>
                  </a:moveTo>
                  <a:lnTo>
                    <a:pt x="47659" y="1602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41061" y="1329509"/>
              <a:ext cx="47659" cy="160229"/>
            </a:xfrm>
            <a:custGeom>
              <a:avLst/>
              <a:pathLst>
                <a:path w="47659" h="160229">
                  <a:moveTo>
                    <a:pt x="0" y="0"/>
                  </a:moveTo>
                  <a:lnTo>
                    <a:pt x="47659" y="16022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41061" y="1329509"/>
              <a:ext cx="47659" cy="160229"/>
            </a:xfrm>
            <a:custGeom>
              <a:avLst/>
              <a:pathLst>
                <a:path w="47659" h="160229">
                  <a:moveTo>
                    <a:pt x="0" y="0"/>
                  </a:moveTo>
                  <a:lnTo>
                    <a:pt x="47659" y="1602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41061" y="1329509"/>
              <a:ext cx="47659" cy="160229"/>
            </a:xfrm>
            <a:custGeom>
              <a:avLst/>
              <a:pathLst>
                <a:path w="47659" h="160229">
                  <a:moveTo>
                    <a:pt x="0" y="0"/>
                  </a:moveTo>
                  <a:lnTo>
                    <a:pt x="47659" y="1602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41061" y="1329509"/>
              <a:ext cx="47659" cy="160229"/>
            </a:xfrm>
            <a:custGeom>
              <a:avLst/>
              <a:pathLst>
                <a:path w="47659" h="160229">
                  <a:moveTo>
                    <a:pt x="0" y="0"/>
                  </a:moveTo>
                  <a:lnTo>
                    <a:pt x="47659" y="1602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41061" y="1329509"/>
              <a:ext cx="47659" cy="160229"/>
            </a:xfrm>
            <a:custGeom>
              <a:avLst/>
              <a:pathLst>
                <a:path w="47659" h="160229">
                  <a:moveTo>
                    <a:pt x="0" y="0"/>
                  </a:moveTo>
                  <a:lnTo>
                    <a:pt x="47659" y="1602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41061" y="1329509"/>
              <a:ext cx="47659" cy="160229"/>
            </a:xfrm>
            <a:custGeom>
              <a:avLst/>
              <a:pathLst>
                <a:path w="47659" h="160229">
                  <a:moveTo>
                    <a:pt x="0" y="0"/>
                  </a:moveTo>
                  <a:lnTo>
                    <a:pt x="47659" y="16022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41061" y="1329509"/>
              <a:ext cx="47659" cy="160229"/>
            </a:xfrm>
            <a:custGeom>
              <a:avLst/>
              <a:pathLst>
                <a:path w="47659" h="160229">
                  <a:moveTo>
                    <a:pt x="0" y="0"/>
                  </a:moveTo>
                  <a:lnTo>
                    <a:pt x="47659" y="16022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321565" y="1329509"/>
              <a:ext cx="334314" cy="327395"/>
            </a:xfrm>
            <a:custGeom>
              <a:avLst/>
              <a:pathLst>
                <a:path w="334314" h="327395">
                  <a:moveTo>
                    <a:pt x="119496" y="0"/>
                  </a:moveTo>
                  <a:lnTo>
                    <a:pt x="114434" y="1593"/>
                  </a:lnTo>
                  <a:lnTo>
                    <a:pt x="109425" y="3347"/>
                  </a:lnTo>
                  <a:lnTo>
                    <a:pt x="104474" y="5258"/>
                  </a:lnTo>
                  <a:lnTo>
                    <a:pt x="99587" y="7326"/>
                  </a:lnTo>
                  <a:lnTo>
                    <a:pt x="94767" y="9548"/>
                  </a:lnTo>
                  <a:lnTo>
                    <a:pt x="90020" y="11921"/>
                  </a:lnTo>
                  <a:lnTo>
                    <a:pt x="85352" y="14445"/>
                  </a:lnTo>
                  <a:lnTo>
                    <a:pt x="80765" y="17115"/>
                  </a:lnTo>
                  <a:lnTo>
                    <a:pt x="76266" y="19929"/>
                  </a:lnTo>
                  <a:lnTo>
                    <a:pt x="71858" y="22885"/>
                  </a:lnTo>
                  <a:lnTo>
                    <a:pt x="67547" y="25979"/>
                  </a:lnTo>
                  <a:lnTo>
                    <a:pt x="63335" y="29209"/>
                  </a:lnTo>
                  <a:lnTo>
                    <a:pt x="59229" y="32570"/>
                  </a:lnTo>
                  <a:lnTo>
                    <a:pt x="55231" y="36060"/>
                  </a:lnTo>
                  <a:lnTo>
                    <a:pt x="51346" y="39676"/>
                  </a:lnTo>
                  <a:lnTo>
                    <a:pt x="47577" y="43413"/>
                  </a:lnTo>
                  <a:lnTo>
                    <a:pt x="43930" y="47267"/>
                  </a:lnTo>
                  <a:lnTo>
                    <a:pt x="40406" y="51236"/>
                  </a:lnTo>
                  <a:lnTo>
                    <a:pt x="37010" y="55314"/>
                  </a:lnTo>
                  <a:lnTo>
                    <a:pt x="33745" y="59498"/>
                  </a:lnTo>
                  <a:lnTo>
                    <a:pt x="30615" y="63784"/>
                  </a:lnTo>
                  <a:lnTo>
                    <a:pt x="27623" y="68166"/>
                  </a:lnTo>
                  <a:lnTo>
                    <a:pt x="24771" y="72642"/>
                  </a:lnTo>
                  <a:lnTo>
                    <a:pt x="22062" y="77206"/>
                  </a:lnTo>
                  <a:lnTo>
                    <a:pt x="19500" y="81853"/>
                  </a:lnTo>
                  <a:lnTo>
                    <a:pt x="17086" y="86580"/>
                  </a:lnTo>
                  <a:lnTo>
                    <a:pt x="14824" y="91380"/>
                  </a:lnTo>
                  <a:lnTo>
                    <a:pt x="12715" y="96251"/>
                  </a:lnTo>
                  <a:lnTo>
                    <a:pt x="10762" y="101185"/>
                  </a:lnTo>
                  <a:lnTo>
                    <a:pt x="8967" y="106179"/>
                  </a:lnTo>
                  <a:lnTo>
                    <a:pt x="7331" y="111228"/>
                  </a:lnTo>
                  <a:lnTo>
                    <a:pt x="5856" y="116326"/>
                  </a:lnTo>
                  <a:lnTo>
                    <a:pt x="4544" y="121468"/>
                  </a:lnTo>
                  <a:lnTo>
                    <a:pt x="3395" y="126649"/>
                  </a:lnTo>
                  <a:lnTo>
                    <a:pt x="2412" y="131864"/>
                  </a:lnTo>
                  <a:lnTo>
                    <a:pt x="1595" y="137108"/>
                  </a:lnTo>
                  <a:lnTo>
                    <a:pt x="944" y="142375"/>
                  </a:lnTo>
                  <a:lnTo>
                    <a:pt x="461" y="147660"/>
                  </a:lnTo>
                  <a:lnTo>
                    <a:pt x="146" y="152958"/>
                  </a:lnTo>
                  <a:lnTo>
                    <a:pt x="0" y="158263"/>
                  </a:lnTo>
                  <a:lnTo>
                    <a:pt x="21" y="163570"/>
                  </a:lnTo>
                  <a:lnTo>
                    <a:pt x="212" y="168873"/>
                  </a:lnTo>
                  <a:lnTo>
                    <a:pt x="570" y="174168"/>
                  </a:lnTo>
                  <a:lnTo>
                    <a:pt x="1096" y="179449"/>
                  </a:lnTo>
                  <a:lnTo>
                    <a:pt x="1790" y="184710"/>
                  </a:lnTo>
                  <a:lnTo>
                    <a:pt x="2651" y="189947"/>
                  </a:lnTo>
                  <a:lnTo>
                    <a:pt x="3677" y="195154"/>
                  </a:lnTo>
                  <a:lnTo>
                    <a:pt x="4868" y="200326"/>
                  </a:lnTo>
                  <a:lnTo>
                    <a:pt x="6222" y="205457"/>
                  </a:lnTo>
                  <a:lnTo>
                    <a:pt x="7739" y="210543"/>
                  </a:lnTo>
                  <a:lnTo>
                    <a:pt x="9417" y="215578"/>
                  </a:lnTo>
                  <a:lnTo>
                    <a:pt x="11253" y="220557"/>
                  </a:lnTo>
                  <a:lnTo>
                    <a:pt x="13247" y="225475"/>
                  </a:lnTo>
                  <a:lnTo>
                    <a:pt x="15395" y="230328"/>
                  </a:lnTo>
                  <a:lnTo>
                    <a:pt x="17697" y="235110"/>
                  </a:lnTo>
                  <a:lnTo>
                    <a:pt x="20149" y="239816"/>
                  </a:lnTo>
                  <a:lnTo>
                    <a:pt x="22749" y="244442"/>
                  </a:lnTo>
                  <a:lnTo>
                    <a:pt x="25495" y="248984"/>
                  </a:lnTo>
                  <a:lnTo>
                    <a:pt x="28384" y="253436"/>
                  </a:lnTo>
                  <a:lnTo>
                    <a:pt x="31413" y="257794"/>
                  </a:lnTo>
                  <a:lnTo>
                    <a:pt x="34578" y="262053"/>
                  </a:lnTo>
                  <a:lnTo>
                    <a:pt x="37877" y="266211"/>
                  </a:lnTo>
                  <a:lnTo>
                    <a:pt x="41306" y="270261"/>
                  </a:lnTo>
                  <a:lnTo>
                    <a:pt x="44862" y="274200"/>
                  </a:lnTo>
                  <a:lnTo>
                    <a:pt x="48542" y="278025"/>
                  </a:lnTo>
                  <a:lnTo>
                    <a:pt x="52341" y="281730"/>
                  </a:lnTo>
                  <a:lnTo>
                    <a:pt x="56255" y="285314"/>
                  </a:lnTo>
                  <a:lnTo>
                    <a:pt x="60282" y="288771"/>
                  </a:lnTo>
                  <a:lnTo>
                    <a:pt x="64416" y="292099"/>
                  </a:lnTo>
                  <a:lnTo>
                    <a:pt x="68654" y="295293"/>
                  </a:lnTo>
                  <a:lnTo>
                    <a:pt x="72990" y="298352"/>
                  </a:lnTo>
                  <a:lnTo>
                    <a:pt x="77422" y="301271"/>
                  </a:lnTo>
                  <a:lnTo>
                    <a:pt x="81945" y="304049"/>
                  </a:lnTo>
                  <a:lnTo>
                    <a:pt x="86553" y="306681"/>
                  </a:lnTo>
                  <a:lnTo>
                    <a:pt x="91242" y="309166"/>
                  </a:lnTo>
                  <a:lnTo>
                    <a:pt x="96008" y="311500"/>
                  </a:lnTo>
                  <a:lnTo>
                    <a:pt x="100846" y="313683"/>
                  </a:lnTo>
                  <a:lnTo>
                    <a:pt x="105750" y="315710"/>
                  </a:lnTo>
                  <a:lnTo>
                    <a:pt x="110717" y="317581"/>
                  </a:lnTo>
                  <a:lnTo>
                    <a:pt x="115740" y="319293"/>
                  </a:lnTo>
                  <a:lnTo>
                    <a:pt x="120815" y="320845"/>
                  </a:lnTo>
                  <a:lnTo>
                    <a:pt x="125937" y="322235"/>
                  </a:lnTo>
                  <a:lnTo>
                    <a:pt x="131100" y="323462"/>
                  </a:lnTo>
                  <a:lnTo>
                    <a:pt x="136299" y="324524"/>
                  </a:lnTo>
                  <a:lnTo>
                    <a:pt x="141530" y="325421"/>
                  </a:lnTo>
                  <a:lnTo>
                    <a:pt x="146787" y="326151"/>
                  </a:lnTo>
                  <a:lnTo>
                    <a:pt x="152064" y="326714"/>
                  </a:lnTo>
                  <a:lnTo>
                    <a:pt x="157356" y="327109"/>
                  </a:lnTo>
                  <a:lnTo>
                    <a:pt x="162658" y="327336"/>
                  </a:lnTo>
                  <a:lnTo>
                    <a:pt x="167965" y="327395"/>
                  </a:lnTo>
                  <a:lnTo>
                    <a:pt x="173271" y="327285"/>
                  </a:lnTo>
                  <a:lnTo>
                    <a:pt x="178571" y="327006"/>
                  </a:lnTo>
                  <a:lnTo>
                    <a:pt x="183859" y="326560"/>
                  </a:lnTo>
                  <a:lnTo>
                    <a:pt x="189130" y="325946"/>
                  </a:lnTo>
                  <a:lnTo>
                    <a:pt x="194379" y="325165"/>
                  </a:lnTo>
                  <a:lnTo>
                    <a:pt x="199601" y="324218"/>
                  </a:lnTo>
                  <a:lnTo>
                    <a:pt x="204790" y="323105"/>
                  </a:lnTo>
                  <a:lnTo>
                    <a:pt x="209941" y="321828"/>
                  </a:lnTo>
                  <a:lnTo>
                    <a:pt x="215049" y="320389"/>
                  </a:lnTo>
                  <a:lnTo>
                    <a:pt x="220109" y="318788"/>
                  </a:lnTo>
                  <a:lnTo>
                    <a:pt x="225116" y="317027"/>
                  </a:lnTo>
                  <a:lnTo>
                    <a:pt x="230064" y="315108"/>
                  </a:lnTo>
                  <a:lnTo>
                    <a:pt x="234948" y="313033"/>
                  </a:lnTo>
                  <a:lnTo>
                    <a:pt x="239764" y="310804"/>
                  </a:lnTo>
                  <a:lnTo>
                    <a:pt x="244507" y="308424"/>
                  </a:lnTo>
                  <a:lnTo>
                    <a:pt x="249173" y="305894"/>
                  </a:lnTo>
                  <a:lnTo>
                    <a:pt x="253755" y="303217"/>
                  </a:lnTo>
                  <a:lnTo>
                    <a:pt x="258250" y="300396"/>
                  </a:lnTo>
                  <a:lnTo>
                    <a:pt x="262654" y="297434"/>
                  </a:lnTo>
                  <a:lnTo>
                    <a:pt x="266961" y="294333"/>
                  </a:lnTo>
                  <a:lnTo>
                    <a:pt x="271167" y="291097"/>
                  </a:lnTo>
                  <a:lnTo>
                    <a:pt x="275269" y="287730"/>
                  </a:lnTo>
                  <a:lnTo>
                    <a:pt x="279262" y="284234"/>
                  </a:lnTo>
                  <a:lnTo>
                    <a:pt x="283141" y="280613"/>
                  </a:lnTo>
                  <a:lnTo>
                    <a:pt x="286904" y="276870"/>
                  </a:lnTo>
                  <a:lnTo>
                    <a:pt x="290546" y="273010"/>
                  </a:lnTo>
                  <a:lnTo>
                    <a:pt x="294064" y="269037"/>
                  </a:lnTo>
                  <a:lnTo>
                    <a:pt x="297454" y="264953"/>
                  </a:lnTo>
                  <a:lnTo>
                    <a:pt x="300713" y="260765"/>
                  </a:lnTo>
                  <a:lnTo>
                    <a:pt x="303837" y="256475"/>
                  </a:lnTo>
                  <a:lnTo>
                    <a:pt x="306823" y="252087"/>
                  </a:lnTo>
                  <a:lnTo>
                    <a:pt x="309668" y="247608"/>
                  </a:lnTo>
                  <a:lnTo>
                    <a:pt x="312370" y="243040"/>
                  </a:lnTo>
                  <a:lnTo>
                    <a:pt x="314926" y="238389"/>
                  </a:lnTo>
                  <a:lnTo>
                    <a:pt x="317332" y="233659"/>
                  </a:lnTo>
                  <a:lnTo>
                    <a:pt x="319587" y="228855"/>
                  </a:lnTo>
                  <a:lnTo>
                    <a:pt x="321689" y="223981"/>
                  </a:lnTo>
                  <a:lnTo>
                    <a:pt x="323635" y="219044"/>
                  </a:lnTo>
                  <a:lnTo>
                    <a:pt x="325423" y="214047"/>
                  </a:lnTo>
                  <a:lnTo>
                    <a:pt x="327051" y="208996"/>
                  </a:lnTo>
                  <a:lnTo>
                    <a:pt x="328519" y="203896"/>
                  </a:lnTo>
                  <a:lnTo>
                    <a:pt x="329824" y="198752"/>
                  </a:lnTo>
                  <a:lnTo>
                    <a:pt x="330964" y="193569"/>
                  </a:lnTo>
                  <a:lnTo>
                    <a:pt x="331940" y="188353"/>
                  </a:lnTo>
                  <a:lnTo>
                    <a:pt x="332750" y="183108"/>
                  </a:lnTo>
                  <a:lnTo>
                    <a:pt x="333393" y="177840"/>
                  </a:lnTo>
                  <a:lnTo>
                    <a:pt x="333868" y="172554"/>
                  </a:lnTo>
                  <a:lnTo>
                    <a:pt x="334175" y="167256"/>
                  </a:lnTo>
                  <a:lnTo>
                    <a:pt x="334314" y="161951"/>
                  </a:lnTo>
                  <a:lnTo>
                    <a:pt x="334284" y="156644"/>
                  </a:lnTo>
                  <a:lnTo>
                    <a:pt x="334086" y="151341"/>
                  </a:lnTo>
                  <a:lnTo>
                    <a:pt x="333720" y="146046"/>
                  </a:lnTo>
                  <a:lnTo>
                    <a:pt x="333186" y="140766"/>
                  </a:lnTo>
                  <a:lnTo>
                    <a:pt x="332484" y="135506"/>
                  </a:lnTo>
                  <a:lnTo>
                    <a:pt x="331616" y="130270"/>
                  </a:lnTo>
                  <a:lnTo>
                    <a:pt x="330582" y="125065"/>
                  </a:lnTo>
                  <a:lnTo>
                    <a:pt x="329384" y="119895"/>
                  </a:lnTo>
                  <a:lnTo>
                    <a:pt x="328022" y="114766"/>
                  </a:lnTo>
                  <a:lnTo>
                    <a:pt x="326498" y="109682"/>
                  </a:lnTo>
                  <a:lnTo>
                    <a:pt x="324813" y="104650"/>
                  </a:lnTo>
                  <a:lnTo>
                    <a:pt x="322969" y="99673"/>
                  </a:lnTo>
                  <a:lnTo>
                    <a:pt x="320968" y="94758"/>
                  </a:lnTo>
                  <a:lnTo>
                    <a:pt x="318813" y="89908"/>
                  </a:lnTo>
                  <a:lnTo>
                    <a:pt x="316504" y="85130"/>
                  </a:lnTo>
                  <a:lnTo>
                    <a:pt x="314045" y="80427"/>
                  </a:lnTo>
                  <a:lnTo>
                    <a:pt x="311438" y="75804"/>
                  </a:lnTo>
                  <a:lnTo>
                    <a:pt x="308685" y="71267"/>
                  </a:lnTo>
                  <a:lnTo>
                    <a:pt x="305790" y="66819"/>
                  </a:lnTo>
                  <a:lnTo>
                    <a:pt x="302755" y="62466"/>
                  </a:lnTo>
                  <a:lnTo>
                    <a:pt x="299583" y="58211"/>
                  </a:lnTo>
                  <a:lnTo>
                    <a:pt x="296278" y="54058"/>
                  </a:lnTo>
                  <a:lnTo>
                    <a:pt x="292843" y="50013"/>
                  </a:lnTo>
                  <a:lnTo>
                    <a:pt x="289281" y="46079"/>
                  </a:lnTo>
                  <a:lnTo>
                    <a:pt x="285596" y="42260"/>
                  </a:lnTo>
                  <a:lnTo>
                    <a:pt x="281792" y="38560"/>
                  </a:lnTo>
                  <a:lnTo>
                    <a:pt x="277872" y="34982"/>
                  </a:lnTo>
                  <a:lnTo>
                    <a:pt x="273841" y="31531"/>
                  </a:lnTo>
                  <a:lnTo>
                    <a:pt x="269702" y="28209"/>
                  </a:lnTo>
                  <a:lnTo>
                    <a:pt x="265459" y="25021"/>
                  </a:lnTo>
                  <a:lnTo>
                    <a:pt x="261118" y="21968"/>
                  </a:lnTo>
                  <a:lnTo>
                    <a:pt x="256682" y="19056"/>
                  </a:lnTo>
                  <a:lnTo>
                    <a:pt x="252155" y="16285"/>
                  </a:lnTo>
                  <a:lnTo>
                    <a:pt x="167155" y="16022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88720" y="1322571"/>
              <a:ext cx="84999" cy="167167"/>
            </a:xfrm>
            <a:custGeom>
              <a:avLst/>
              <a:pathLst>
                <a:path w="84999" h="167167">
                  <a:moveTo>
                    <a:pt x="84999" y="23223"/>
                  </a:moveTo>
                  <a:lnTo>
                    <a:pt x="79828" y="20292"/>
                  </a:lnTo>
                  <a:lnTo>
                    <a:pt x="74556" y="17546"/>
                  </a:lnTo>
                  <a:lnTo>
                    <a:pt x="69189" y="14990"/>
                  </a:lnTo>
                  <a:lnTo>
                    <a:pt x="63735" y="12627"/>
                  </a:lnTo>
                  <a:lnTo>
                    <a:pt x="58200" y="10458"/>
                  </a:lnTo>
                  <a:lnTo>
                    <a:pt x="52592" y="8488"/>
                  </a:lnTo>
                  <a:lnTo>
                    <a:pt x="46917" y="6719"/>
                  </a:lnTo>
                  <a:lnTo>
                    <a:pt x="41183" y="5152"/>
                  </a:lnTo>
                  <a:lnTo>
                    <a:pt x="35397" y="3790"/>
                  </a:lnTo>
                  <a:lnTo>
                    <a:pt x="29566" y="2635"/>
                  </a:lnTo>
                  <a:lnTo>
                    <a:pt x="23698" y="1688"/>
                  </a:lnTo>
                  <a:lnTo>
                    <a:pt x="17799" y="950"/>
                  </a:lnTo>
                  <a:lnTo>
                    <a:pt x="11879" y="422"/>
                  </a:lnTo>
                  <a:lnTo>
                    <a:pt x="5943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73298" y="1681503"/>
              <a:ext cx="13226" cy="167167"/>
            </a:xfrm>
            <a:custGeom>
              <a:avLst/>
              <a:pathLst>
                <a:path w="13226" h="167167">
                  <a:moveTo>
                    <a:pt x="13226" y="0"/>
                  </a:moveTo>
                  <a:lnTo>
                    <a:pt x="0" y="524"/>
                  </a:lnTo>
                  <a:lnTo>
                    <a:pt x="13226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73298" y="1682027"/>
              <a:ext cx="13226" cy="166643"/>
            </a:xfrm>
            <a:custGeom>
              <a:avLst/>
              <a:pathLst>
                <a:path w="13226" h="166643">
                  <a:moveTo>
                    <a:pt x="0" y="0"/>
                  </a:moveTo>
                  <a:lnTo>
                    <a:pt x="13226" y="16664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73298" y="1682027"/>
              <a:ext cx="13226" cy="166643"/>
            </a:xfrm>
            <a:custGeom>
              <a:avLst/>
              <a:pathLst>
                <a:path w="13226" h="166643">
                  <a:moveTo>
                    <a:pt x="0" y="0"/>
                  </a:moveTo>
                  <a:lnTo>
                    <a:pt x="13226" y="1666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73298" y="1682027"/>
              <a:ext cx="13226" cy="166643"/>
            </a:xfrm>
            <a:custGeom>
              <a:avLst/>
              <a:pathLst>
                <a:path w="13226" h="166643">
                  <a:moveTo>
                    <a:pt x="0" y="0"/>
                  </a:moveTo>
                  <a:lnTo>
                    <a:pt x="13226" y="1666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73298" y="1682027"/>
              <a:ext cx="13226" cy="166643"/>
            </a:xfrm>
            <a:custGeom>
              <a:avLst/>
              <a:pathLst>
                <a:path w="13226" h="166643">
                  <a:moveTo>
                    <a:pt x="0" y="0"/>
                  </a:moveTo>
                  <a:lnTo>
                    <a:pt x="13226" y="1666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73298" y="1682027"/>
              <a:ext cx="13226" cy="166643"/>
            </a:xfrm>
            <a:custGeom>
              <a:avLst/>
              <a:pathLst>
                <a:path w="13226" h="166643">
                  <a:moveTo>
                    <a:pt x="0" y="0"/>
                  </a:moveTo>
                  <a:lnTo>
                    <a:pt x="13226" y="1666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73298" y="1682027"/>
              <a:ext cx="13226" cy="166643"/>
            </a:xfrm>
            <a:custGeom>
              <a:avLst/>
              <a:pathLst>
                <a:path w="13226" h="166643">
                  <a:moveTo>
                    <a:pt x="0" y="0"/>
                  </a:moveTo>
                  <a:lnTo>
                    <a:pt x="13226" y="16664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73298" y="1682027"/>
              <a:ext cx="13226" cy="166643"/>
            </a:xfrm>
            <a:custGeom>
              <a:avLst/>
              <a:pathLst>
                <a:path w="13226" h="166643">
                  <a:moveTo>
                    <a:pt x="0" y="0"/>
                  </a:moveTo>
                  <a:lnTo>
                    <a:pt x="13226" y="16664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73298" y="1682027"/>
              <a:ext cx="13226" cy="166643"/>
            </a:xfrm>
            <a:custGeom>
              <a:avLst/>
              <a:pathLst>
                <a:path w="13226" h="166643">
                  <a:moveTo>
                    <a:pt x="0" y="0"/>
                  </a:moveTo>
                  <a:lnTo>
                    <a:pt x="13226" y="16664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73298" y="1682027"/>
              <a:ext cx="13226" cy="166643"/>
            </a:xfrm>
            <a:custGeom>
              <a:avLst/>
              <a:pathLst>
                <a:path w="13226" h="166643">
                  <a:moveTo>
                    <a:pt x="0" y="0"/>
                  </a:moveTo>
                  <a:lnTo>
                    <a:pt x="13226" y="16664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73298" y="1682027"/>
              <a:ext cx="13226" cy="166643"/>
            </a:xfrm>
            <a:custGeom>
              <a:avLst/>
              <a:pathLst>
                <a:path w="13226" h="166643">
                  <a:moveTo>
                    <a:pt x="0" y="0"/>
                  </a:moveTo>
                  <a:lnTo>
                    <a:pt x="13226" y="1666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73298" y="1682027"/>
              <a:ext cx="13226" cy="166643"/>
            </a:xfrm>
            <a:custGeom>
              <a:avLst/>
              <a:pathLst>
                <a:path w="13226" h="166643">
                  <a:moveTo>
                    <a:pt x="0" y="0"/>
                  </a:moveTo>
                  <a:lnTo>
                    <a:pt x="13226" y="1666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73298" y="1682027"/>
              <a:ext cx="13226" cy="166643"/>
            </a:xfrm>
            <a:custGeom>
              <a:avLst/>
              <a:pathLst>
                <a:path w="13226" h="166643">
                  <a:moveTo>
                    <a:pt x="0" y="0"/>
                  </a:moveTo>
                  <a:lnTo>
                    <a:pt x="13226" y="1666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73298" y="1682027"/>
              <a:ext cx="13226" cy="166643"/>
            </a:xfrm>
            <a:custGeom>
              <a:avLst/>
              <a:pathLst>
                <a:path w="13226" h="166643">
                  <a:moveTo>
                    <a:pt x="0" y="0"/>
                  </a:moveTo>
                  <a:lnTo>
                    <a:pt x="13226" y="1666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73298" y="1682027"/>
              <a:ext cx="13226" cy="166643"/>
            </a:xfrm>
            <a:custGeom>
              <a:avLst/>
              <a:pathLst>
                <a:path w="13226" h="166643">
                  <a:moveTo>
                    <a:pt x="0" y="0"/>
                  </a:moveTo>
                  <a:lnTo>
                    <a:pt x="13226" y="16664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073298" y="1682027"/>
              <a:ext cx="13226" cy="166643"/>
            </a:xfrm>
            <a:custGeom>
              <a:avLst/>
              <a:pathLst>
                <a:path w="13226" h="166643">
                  <a:moveTo>
                    <a:pt x="0" y="0"/>
                  </a:moveTo>
                  <a:lnTo>
                    <a:pt x="13226" y="16664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2990294" y="1682027"/>
              <a:ext cx="96230" cy="166643"/>
            </a:xfrm>
            <a:custGeom>
              <a:avLst/>
              <a:pathLst>
                <a:path w="96230" h="166643">
                  <a:moveTo>
                    <a:pt x="83003" y="0"/>
                  </a:moveTo>
                  <a:lnTo>
                    <a:pt x="77448" y="534"/>
                  </a:lnTo>
                  <a:lnTo>
                    <a:pt x="71913" y="1253"/>
                  </a:lnTo>
                  <a:lnTo>
                    <a:pt x="66406" y="2157"/>
                  </a:lnTo>
                  <a:lnTo>
                    <a:pt x="60932" y="3245"/>
                  </a:lnTo>
                  <a:lnTo>
                    <a:pt x="55497" y="4514"/>
                  </a:lnTo>
                  <a:lnTo>
                    <a:pt x="50108" y="5964"/>
                  </a:lnTo>
                  <a:lnTo>
                    <a:pt x="44770" y="7593"/>
                  </a:lnTo>
                  <a:lnTo>
                    <a:pt x="39489" y="9399"/>
                  </a:lnTo>
                  <a:lnTo>
                    <a:pt x="34272" y="11381"/>
                  </a:lnTo>
                  <a:lnTo>
                    <a:pt x="29124" y="13536"/>
                  </a:lnTo>
                  <a:lnTo>
                    <a:pt x="24050" y="15861"/>
                  </a:lnTo>
                  <a:lnTo>
                    <a:pt x="19057" y="18355"/>
                  </a:lnTo>
                  <a:lnTo>
                    <a:pt x="14150" y="21014"/>
                  </a:lnTo>
                  <a:lnTo>
                    <a:pt x="9335" y="23835"/>
                  </a:lnTo>
                  <a:lnTo>
                    <a:pt x="4616" y="26815"/>
                  </a:lnTo>
                  <a:lnTo>
                    <a:pt x="0" y="29951"/>
                  </a:lnTo>
                  <a:lnTo>
                    <a:pt x="96230" y="16664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2919361" y="1681503"/>
              <a:ext cx="334316" cy="334332"/>
            </a:xfrm>
            <a:custGeom>
              <a:avLst/>
              <a:pathLst>
                <a:path w="334316" h="334332">
                  <a:moveTo>
                    <a:pt x="70932" y="30475"/>
                  </a:moveTo>
                  <a:lnTo>
                    <a:pt x="66652" y="33591"/>
                  </a:lnTo>
                  <a:lnTo>
                    <a:pt x="62472" y="36841"/>
                  </a:lnTo>
                  <a:lnTo>
                    <a:pt x="58397" y="40222"/>
                  </a:lnTo>
                  <a:lnTo>
                    <a:pt x="54431" y="43730"/>
                  </a:lnTo>
                  <a:lnTo>
                    <a:pt x="50579" y="47362"/>
                  </a:lnTo>
                  <a:lnTo>
                    <a:pt x="46843" y="51115"/>
                  </a:lnTo>
                  <a:lnTo>
                    <a:pt x="43228" y="54983"/>
                  </a:lnTo>
                  <a:lnTo>
                    <a:pt x="39737" y="58965"/>
                  </a:lnTo>
                  <a:lnTo>
                    <a:pt x="36375" y="63054"/>
                  </a:lnTo>
                  <a:lnTo>
                    <a:pt x="33143" y="67249"/>
                  </a:lnTo>
                  <a:lnTo>
                    <a:pt x="30046" y="71543"/>
                  </a:lnTo>
                  <a:lnTo>
                    <a:pt x="27086" y="75933"/>
                  </a:lnTo>
                  <a:lnTo>
                    <a:pt x="24267" y="80415"/>
                  </a:lnTo>
                  <a:lnTo>
                    <a:pt x="21592" y="84984"/>
                  </a:lnTo>
                  <a:lnTo>
                    <a:pt x="19062" y="89636"/>
                  </a:lnTo>
                  <a:lnTo>
                    <a:pt x="16681" y="94365"/>
                  </a:lnTo>
                  <a:lnTo>
                    <a:pt x="14451" y="99167"/>
                  </a:lnTo>
                  <a:lnTo>
                    <a:pt x="12374" y="104037"/>
                  </a:lnTo>
                  <a:lnTo>
                    <a:pt x="10452" y="108971"/>
                  </a:lnTo>
                  <a:lnTo>
                    <a:pt x="8688" y="113963"/>
                  </a:lnTo>
                  <a:lnTo>
                    <a:pt x="7082" y="119009"/>
                  </a:lnTo>
                  <a:lnTo>
                    <a:pt x="5637" y="124103"/>
                  </a:lnTo>
                  <a:lnTo>
                    <a:pt x="4355" y="129240"/>
                  </a:lnTo>
                  <a:lnTo>
                    <a:pt x="3235" y="134415"/>
                  </a:lnTo>
                  <a:lnTo>
                    <a:pt x="2280" y="139623"/>
                  </a:lnTo>
                  <a:lnTo>
                    <a:pt x="1490" y="144858"/>
                  </a:lnTo>
                  <a:lnTo>
                    <a:pt x="867" y="150116"/>
                  </a:lnTo>
                  <a:lnTo>
                    <a:pt x="411" y="155391"/>
                  </a:lnTo>
                  <a:lnTo>
                    <a:pt x="121" y="160678"/>
                  </a:lnTo>
                  <a:lnTo>
                    <a:pt x="0" y="165971"/>
                  </a:lnTo>
                  <a:lnTo>
                    <a:pt x="45" y="171266"/>
                  </a:lnTo>
                  <a:lnTo>
                    <a:pt x="259" y="176556"/>
                  </a:lnTo>
                  <a:lnTo>
                    <a:pt x="640" y="181837"/>
                  </a:lnTo>
                  <a:lnTo>
                    <a:pt x="1188" y="187104"/>
                  </a:lnTo>
                  <a:lnTo>
                    <a:pt x="1903" y="192350"/>
                  </a:lnTo>
                  <a:lnTo>
                    <a:pt x="2783" y="197571"/>
                  </a:lnTo>
                  <a:lnTo>
                    <a:pt x="3829" y="202762"/>
                  </a:lnTo>
                  <a:lnTo>
                    <a:pt x="5038" y="207917"/>
                  </a:lnTo>
                  <a:lnTo>
                    <a:pt x="6410" y="213030"/>
                  </a:lnTo>
                  <a:lnTo>
                    <a:pt x="7943" y="218098"/>
                  </a:lnTo>
                  <a:lnTo>
                    <a:pt x="9636" y="223115"/>
                  </a:lnTo>
                  <a:lnTo>
                    <a:pt x="11487" y="228076"/>
                  </a:lnTo>
                  <a:lnTo>
                    <a:pt x="13494" y="232976"/>
                  </a:lnTo>
                  <a:lnTo>
                    <a:pt x="15655" y="237809"/>
                  </a:lnTo>
                  <a:lnTo>
                    <a:pt x="17968" y="242572"/>
                  </a:lnTo>
                  <a:lnTo>
                    <a:pt x="20431" y="247259"/>
                  </a:lnTo>
                  <a:lnTo>
                    <a:pt x="23041" y="251866"/>
                  </a:lnTo>
                  <a:lnTo>
                    <a:pt x="25796" y="256388"/>
                  </a:lnTo>
                  <a:lnTo>
                    <a:pt x="28692" y="260820"/>
                  </a:lnTo>
                  <a:lnTo>
                    <a:pt x="31728" y="265158"/>
                  </a:lnTo>
                  <a:lnTo>
                    <a:pt x="34899" y="269398"/>
                  </a:lnTo>
                  <a:lnTo>
                    <a:pt x="38203" y="273536"/>
                  </a:lnTo>
                  <a:lnTo>
                    <a:pt x="41636" y="277566"/>
                  </a:lnTo>
                  <a:lnTo>
                    <a:pt x="45195" y="281486"/>
                  </a:lnTo>
                  <a:lnTo>
                    <a:pt x="48877" y="285292"/>
                  </a:lnTo>
                  <a:lnTo>
                    <a:pt x="52677" y="288978"/>
                  </a:lnTo>
                  <a:lnTo>
                    <a:pt x="56592" y="292543"/>
                  </a:lnTo>
                  <a:lnTo>
                    <a:pt x="60618" y="295982"/>
                  </a:lnTo>
                  <a:lnTo>
                    <a:pt x="64751" y="299291"/>
                  </a:lnTo>
                  <a:lnTo>
                    <a:pt x="68987" y="302468"/>
                  </a:lnTo>
                  <a:lnTo>
                    <a:pt x="73321" y="305510"/>
                  </a:lnTo>
                  <a:lnTo>
                    <a:pt x="77750" y="308412"/>
                  </a:lnTo>
                  <a:lnTo>
                    <a:pt x="82268" y="311173"/>
                  </a:lnTo>
                  <a:lnTo>
                    <a:pt x="86871" y="313789"/>
                  </a:lnTo>
                  <a:lnTo>
                    <a:pt x="91555" y="316259"/>
                  </a:lnTo>
                  <a:lnTo>
                    <a:pt x="96314" y="318578"/>
                  </a:lnTo>
                  <a:lnTo>
                    <a:pt x="101145" y="320746"/>
                  </a:lnTo>
                  <a:lnTo>
                    <a:pt x="106042" y="322760"/>
                  </a:lnTo>
                  <a:lnTo>
                    <a:pt x="111000" y="324618"/>
                  </a:lnTo>
                  <a:lnTo>
                    <a:pt x="116014" y="326317"/>
                  </a:lnTo>
                  <a:lnTo>
                    <a:pt x="121080" y="327857"/>
                  </a:lnTo>
                  <a:lnTo>
                    <a:pt x="126192" y="329236"/>
                  </a:lnTo>
                  <a:lnTo>
                    <a:pt x="131346" y="330452"/>
                  </a:lnTo>
                  <a:lnTo>
                    <a:pt x="136535" y="331505"/>
                  </a:lnTo>
                  <a:lnTo>
                    <a:pt x="141755" y="332392"/>
                  </a:lnTo>
                  <a:lnTo>
                    <a:pt x="147000" y="333114"/>
                  </a:lnTo>
                  <a:lnTo>
                    <a:pt x="152265" y="333669"/>
                  </a:lnTo>
                  <a:lnTo>
                    <a:pt x="157546" y="334058"/>
                  </a:lnTo>
                  <a:lnTo>
                    <a:pt x="162836" y="334278"/>
                  </a:lnTo>
                  <a:lnTo>
                    <a:pt x="168131" y="334332"/>
                  </a:lnTo>
                  <a:lnTo>
                    <a:pt x="173424" y="334217"/>
                  </a:lnTo>
                  <a:lnTo>
                    <a:pt x="178711" y="333935"/>
                  </a:lnTo>
                  <a:lnTo>
                    <a:pt x="183987" y="333486"/>
                  </a:lnTo>
                  <a:lnTo>
                    <a:pt x="189246" y="332869"/>
                  </a:lnTo>
                  <a:lnTo>
                    <a:pt x="194482" y="332087"/>
                  </a:lnTo>
                  <a:lnTo>
                    <a:pt x="199692" y="331139"/>
                  </a:lnTo>
                  <a:lnTo>
                    <a:pt x="204868" y="330027"/>
                  </a:lnTo>
                  <a:lnTo>
                    <a:pt x="210007" y="328751"/>
                  </a:lnTo>
                  <a:lnTo>
                    <a:pt x="215103" y="327313"/>
                  </a:lnTo>
                  <a:lnTo>
                    <a:pt x="220151" y="325714"/>
                  </a:lnTo>
                  <a:lnTo>
                    <a:pt x="225145" y="323957"/>
                  </a:lnTo>
                  <a:lnTo>
                    <a:pt x="230081" y="322042"/>
                  </a:lnTo>
                  <a:lnTo>
                    <a:pt x="234955" y="319971"/>
                  </a:lnTo>
                  <a:lnTo>
                    <a:pt x="239760" y="317748"/>
                  </a:lnTo>
                  <a:lnTo>
                    <a:pt x="244492" y="315373"/>
                  </a:lnTo>
                  <a:lnTo>
                    <a:pt x="249147" y="312850"/>
                  </a:lnTo>
                  <a:lnTo>
                    <a:pt x="253720" y="310180"/>
                  </a:lnTo>
                  <a:lnTo>
                    <a:pt x="258205" y="307367"/>
                  </a:lnTo>
                  <a:lnTo>
                    <a:pt x="262600" y="304414"/>
                  </a:lnTo>
                  <a:lnTo>
                    <a:pt x="266898" y="301323"/>
                  </a:lnTo>
                  <a:lnTo>
                    <a:pt x="271097" y="298097"/>
                  </a:lnTo>
                  <a:lnTo>
                    <a:pt x="275191" y="294739"/>
                  </a:lnTo>
                  <a:lnTo>
                    <a:pt x="279177" y="291254"/>
                  </a:lnTo>
                  <a:lnTo>
                    <a:pt x="283051" y="287645"/>
                  </a:lnTo>
                  <a:lnTo>
                    <a:pt x="286808" y="283914"/>
                  </a:lnTo>
                  <a:lnTo>
                    <a:pt x="290446" y="280066"/>
                  </a:lnTo>
                  <a:lnTo>
                    <a:pt x="293959" y="276105"/>
                  </a:lnTo>
                  <a:lnTo>
                    <a:pt x="297346" y="272035"/>
                  </a:lnTo>
                  <a:lnTo>
                    <a:pt x="300602" y="267860"/>
                  </a:lnTo>
                  <a:lnTo>
                    <a:pt x="303723" y="263583"/>
                  </a:lnTo>
                  <a:lnTo>
                    <a:pt x="306708" y="259210"/>
                  </a:lnTo>
                  <a:lnTo>
                    <a:pt x="309553" y="254745"/>
                  </a:lnTo>
                  <a:lnTo>
                    <a:pt x="312255" y="250191"/>
                  </a:lnTo>
                  <a:lnTo>
                    <a:pt x="314812" y="245555"/>
                  </a:lnTo>
                  <a:lnTo>
                    <a:pt x="317220" y="240839"/>
                  </a:lnTo>
                  <a:lnTo>
                    <a:pt x="319478" y="236050"/>
                  </a:lnTo>
                  <a:lnTo>
                    <a:pt x="321583" y="231192"/>
                  </a:lnTo>
                  <a:lnTo>
                    <a:pt x="323534" y="226269"/>
                  </a:lnTo>
                  <a:lnTo>
                    <a:pt x="325327" y="221287"/>
                  </a:lnTo>
                  <a:lnTo>
                    <a:pt x="326962" y="216251"/>
                  </a:lnTo>
                  <a:lnTo>
                    <a:pt x="328436" y="211166"/>
                  </a:lnTo>
                  <a:lnTo>
                    <a:pt x="329748" y="206036"/>
                  </a:lnTo>
                  <a:lnTo>
                    <a:pt x="330898" y="200868"/>
                  </a:lnTo>
                  <a:lnTo>
                    <a:pt x="331883" y="195666"/>
                  </a:lnTo>
                  <a:lnTo>
                    <a:pt x="332703" y="190435"/>
                  </a:lnTo>
                  <a:lnTo>
                    <a:pt x="333357" y="185180"/>
                  </a:lnTo>
                  <a:lnTo>
                    <a:pt x="333844" y="179908"/>
                  </a:lnTo>
                  <a:lnTo>
                    <a:pt x="334164" y="174623"/>
                  </a:lnTo>
                  <a:lnTo>
                    <a:pt x="334316" y="169330"/>
                  </a:lnTo>
                  <a:lnTo>
                    <a:pt x="334301" y="164036"/>
                  </a:lnTo>
                  <a:lnTo>
                    <a:pt x="334118" y="158744"/>
                  </a:lnTo>
                  <a:lnTo>
                    <a:pt x="333767" y="153461"/>
                  </a:lnTo>
                  <a:lnTo>
                    <a:pt x="333250" y="148191"/>
                  </a:lnTo>
                  <a:lnTo>
                    <a:pt x="332565" y="142941"/>
                  </a:lnTo>
                  <a:lnTo>
                    <a:pt x="331715" y="137715"/>
                  </a:lnTo>
                  <a:lnTo>
                    <a:pt x="330700" y="132519"/>
                  </a:lnTo>
                  <a:lnTo>
                    <a:pt x="329521" y="127357"/>
                  </a:lnTo>
                  <a:lnTo>
                    <a:pt x="328178" y="122235"/>
                  </a:lnTo>
                  <a:lnTo>
                    <a:pt x="326675" y="117158"/>
                  </a:lnTo>
                  <a:lnTo>
                    <a:pt x="325011" y="112132"/>
                  </a:lnTo>
                  <a:lnTo>
                    <a:pt x="323189" y="107160"/>
                  </a:lnTo>
                  <a:lnTo>
                    <a:pt x="321210" y="102249"/>
                  </a:lnTo>
                  <a:lnTo>
                    <a:pt x="319077" y="97403"/>
                  </a:lnTo>
                  <a:lnTo>
                    <a:pt x="316791" y="92627"/>
                  </a:lnTo>
                  <a:lnTo>
                    <a:pt x="314356" y="87926"/>
                  </a:lnTo>
                  <a:lnTo>
                    <a:pt x="311772" y="83304"/>
                  </a:lnTo>
                  <a:lnTo>
                    <a:pt x="309044" y="78766"/>
                  </a:lnTo>
                  <a:lnTo>
                    <a:pt x="306173" y="74317"/>
                  </a:lnTo>
                  <a:lnTo>
                    <a:pt x="303163" y="69962"/>
                  </a:lnTo>
                  <a:lnTo>
                    <a:pt x="300016" y="65703"/>
                  </a:lnTo>
                  <a:lnTo>
                    <a:pt x="296736" y="61547"/>
                  </a:lnTo>
                  <a:lnTo>
                    <a:pt x="293326" y="57496"/>
                  </a:lnTo>
                  <a:lnTo>
                    <a:pt x="289790" y="53556"/>
                  </a:lnTo>
                  <a:lnTo>
                    <a:pt x="286130" y="49729"/>
                  </a:lnTo>
                  <a:lnTo>
                    <a:pt x="282351" y="46020"/>
                  </a:lnTo>
                  <a:lnTo>
                    <a:pt x="278457" y="42433"/>
                  </a:lnTo>
                  <a:lnTo>
                    <a:pt x="274451" y="38971"/>
                  </a:lnTo>
                  <a:lnTo>
                    <a:pt x="270337" y="35638"/>
                  </a:lnTo>
                  <a:lnTo>
                    <a:pt x="266120" y="32436"/>
                  </a:lnTo>
                  <a:lnTo>
                    <a:pt x="261804" y="29370"/>
                  </a:lnTo>
                  <a:lnTo>
                    <a:pt x="257392" y="26442"/>
                  </a:lnTo>
                  <a:lnTo>
                    <a:pt x="252890" y="23655"/>
                  </a:lnTo>
                  <a:lnTo>
                    <a:pt x="248302" y="21012"/>
                  </a:lnTo>
                  <a:lnTo>
                    <a:pt x="243633" y="18515"/>
                  </a:lnTo>
                  <a:lnTo>
                    <a:pt x="238887" y="16168"/>
                  </a:lnTo>
                  <a:lnTo>
                    <a:pt x="234069" y="13973"/>
                  </a:lnTo>
                  <a:lnTo>
                    <a:pt x="229184" y="11930"/>
                  </a:lnTo>
                  <a:lnTo>
                    <a:pt x="224236" y="10044"/>
                  </a:lnTo>
                  <a:lnTo>
                    <a:pt x="219232" y="8316"/>
                  </a:lnTo>
                  <a:lnTo>
                    <a:pt x="214175" y="6746"/>
                  </a:lnTo>
                  <a:lnTo>
                    <a:pt x="209071" y="5338"/>
                  </a:lnTo>
                  <a:lnTo>
                    <a:pt x="203925" y="4092"/>
                  </a:lnTo>
                  <a:lnTo>
                    <a:pt x="198742" y="3009"/>
                  </a:lnTo>
                  <a:lnTo>
                    <a:pt x="193527" y="2092"/>
                  </a:lnTo>
                  <a:lnTo>
                    <a:pt x="188286" y="1339"/>
                  </a:lnTo>
                  <a:lnTo>
                    <a:pt x="183024" y="754"/>
                  </a:lnTo>
                  <a:lnTo>
                    <a:pt x="177746" y="335"/>
                  </a:lnTo>
                  <a:lnTo>
                    <a:pt x="172457" y="83"/>
                  </a:lnTo>
                  <a:lnTo>
                    <a:pt x="167163" y="0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59468" y="2126963"/>
              <a:ext cx="21819" cy="167167"/>
            </a:xfrm>
            <a:custGeom>
              <a:avLst/>
              <a:pathLst>
                <a:path w="21819" h="167167">
                  <a:moveTo>
                    <a:pt x="21819" y="0"/>
                  </a:moveTo>
                  <a:lnTo>
                    <a:pt x="14527" y="159"/>
                  </a:lnTo>
                  <a:lnTo>
                    <a:pt x="7249" y="636"/>
                  </a:lnTo>
                  <a:lnTo>
                    <a:pt x="0" y="1430"/>
                  </a:lnTo>
                  <a:lnTo>
                    <a:pt x="21819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59468" y="2128393"/>
              <a:ext cx="21819" cy="165737"/>
            </a:xfrm>
            <a:custGeom>
              <a:avLst/>
              <a:pathLst>
                <a:path w="21819" h="165737">
                  <a:moveTo>
                    <a:pt x="0" y="0"/>
                  </a:moveTo>
                  <a:lnTo>
                    <a:pt x="21819" y="1657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59468" y="2128393"/>
              <a:ext cx="21819" cy="165737"/>
            </a:xfrm>
            <a:custGeom>
              <a:avLst/>
              <a:pathLst>
                <a:path w="21819" h="165737">
                  <a:moveTo>
                    <a:pt x="0" y="0"/>
                  </a:moveTo>
                  <a:lnTo>
                    <a:pt x="21819" y="1657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59468" y="2128393"/>
              <a:ext cx="21819" cy="165737"/>
            </a:xfrm>
            <a:custGeom>
              <a:avLst/>
              <a:pathLst>
                <a:path w="21819" h="165737">
                  <a:moveTo>
                    <a:pt x="0" y="0"/>
                  </a:moveTo>
                  <a:lnTo>
                    <a:pt x="21819" y="1657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59468" y="2128393"/>
              <a:ext cx="21819" cy="165737"/>
            </a:xfrm>
            <a:custGeom>
              <a:avLst/>
              <a:pathLst>
                <a:path w="21819" h="165737">
                  <a:moveTo>
                    <a:pt x="0" y="0"/>
                  </a:moveTo>
                  <a:lnTo>
                    <a:pt x="21819" y="1657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59468" y="2128393"/>
              <a:ext cx="21819" cy="165737"/>
            </a:xfrm>
            <a:custGeom>
              <a:avLst/>
              <a:pathLst>
                <a:path w="21819" h="165737">
                  <a:moveTo>
                    <a:pt x="0" y="0"/>
                  </a:moveTo>
                  <a:lnTo>
                    <a:pt x="21819" y="16573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59468" y="2128393"/>
              <a:ext cx="21819" cy="165737"/>
            </a:xfrm>
            <a:custGeom>
              <a:avLst/>
              <a:pathLst>
                <a:path w="21819" h="165737">
                  <a:moveTo>
                    <a:pt x="0" y="0"/>
                  </a:moveTo>
                  <a:lnTo>
                    <a:pt x="21819" y="1657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59468" y="2128393"/>
              <a:ext cx="21819" cy="165737"/>
            </a:xfrm>
            <a:custGeom>
              <a:avLst/>
              <a:pathLst>
                <a:path w="21819" h="165737">
                  <a:moveTo>
                    <a:pt x="0" y="0"/>
                  </a:moveTo>
                  <a:lnTo>
                    <a:pt x="21819" y="1657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59468" y="2128393"/>
              <a:ext cx="21819" cy="165737"/>
            </a:xfrm>
            <a:custGeom>
              <a:avLst/>
              <a:pathLst>
                <a:path w="21819" h="165737">
                  <a:moveTo>
                    <a:pt x="0" y="0"/>
                  </a:moveTo>
                  <a:lnTo>
                    <a:pt x="21819" y="16573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59468" y="2128393"/>
              <a:ext cx="21819" cy="165737"/>
            </a:xfrm>
            <a:custGeom>
              <a:avLst/>
              <a:pathLst>
                <a:path w="21819" h="165737">
                  <a:moveTo>
                    <a:pt x="0" y="0"/>
                  </a:moveTo>
                  <a:lnTo>
                    <a:pt x="21819" y="1657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59468" y="2128393"/>
              <a:ext cx="21819" cy="165737"/>
            </a:xfrm>
            <a:custGeom>
              <a:avLst/>
              <a:pathLst>
                <a:path w="21819" h="165737">
                  <a:moveTo>
                    <a:pt x="0" y="0"/>
                  </a:moveTo>
                  <a:lnTo>
                    <a:pt x="21819" y="1657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59468" y="2128393"/>
              <a:ext cx="21819" cy="165737"/>
            </a:xfrm>
            <a:custGeom>
              <a:avLst/>
              <a:pathLst>
                <a:path w="21819" h="165737">
                  <a:moveTo>
                    <a:pt x="0" y="0"/>
                  </a:moveTo>
                  <a:lnTo>
                    <a:pt x="21819" y="1657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59468" y="2128393"/>
              <a:ext cx="21819" cy="165737"/>
            </a:xfrm>
            <a:custGeom>
              <a:avLst/>
              <a:pathLst>
                <a:path w="21819" h="165737">
                  <a:moveTo>
                    <a:pt x="0" y="0"/>
                  </a:moveTo>
                  <a:lnTo>
                    <a:pt x="21819" y="1657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59468" y="2128393"/>
              <a:ext cx="21819" cy="165737"/>
            </a:xfrm>
            <a:custGeom>
              <a:avLst/>
              <a:pathLst>
                <a:path w="21819" h="165737">
                  <a:moveTo>
                    <a:pt x="0" y="0"/>
                  </a:moveTo>
                  <a:lnTo>
                    <a:pt x="21819" y="16573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759468" y="2128393"/>
              <a:ext cx="21819" cy="165737"/>
            </a:xfrm>
            <a:custGeom>
              <a:avLst/>
              <a:pathLst>
                <a:path w="21819" h="165737">
                  <a:moveTo>
                    <a:pt x="0" y="0"/>
                  </a:moveTo>
                  <a:lnTo>
                    <a:pt x="21819" y="16573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614132" y="2127664"/>
              <a:ext cx="334310" cy="333633"/>
            </a:xfrm>
            <a:custGeom>
              <a:avLst/>
              <a:pathLst>
                <a:path w="334310" h="333633">
                  <a:moveTo>
                    <a:pt x="145336" y="729"/>
                  </a:moveTo>
                  <a:lnTo>
                    <a:pt x="140089" y="1505"/>
                  </a:lnTo>
                  <a:lnTo>
                    <a:pt x="134869" y="2446"/>
                  </a:lnTo>
                  <a:lnTo>
                    <a:pt x="129681" y="3553"/>
                  </a:lnTo>
                  <a:lnTo>
                    <a:pt x="124532" y="4824"/>
                  </a:lnTo>
                  <a:lnTo>
                    <a:pt x="119425" y="6258"/>
                  </a:lnTo>
                  <a:lnTo>
                    <a:pt x="114366" y="7853"/>
                  </a:lnTo>
                  <a:lnTo>
                    <a:pt x="109360" y="9607"/>
                  </a:lnTo>
                  <a:lnTo>
                    <a:pt x="104413" y="11520"/>
                  </a:lnTo>
                  <a:lnTo>
                    <a:pt x="99529" y="13588"/>
                  </a:lnTo>
                  <a:lnTo>
                    <a:pt x="94712" y="15811"/>
                  </a:lnTo>
                  <a:lnTo>
                    <a:pt x="89969" y="18185"/>
                  </a:lnTo>
                  <a:lnTo>
                    <a:pt x="85304" y="20709"/>
                  </a:lnTo>
                  <a:lnTo>
                    <a:pt x="80721" y="23379"/>
                  </a:lnTo>
                  <a:lnTo>
                    <a:pt x="76224" y="26193"/>
                  </a:lnTo>
                  <a:lnTo>
                    <a:pt x="71820" y="29148"/>
                  </a:lnTo>
                  <a:lnTo>
                    <a:pt x="67511" y="32242"/>
                  </a:lnTo>
                  <a:lnTo>
                    <a:pt x="63303" y="35471"/>
                  </a:lnTo>
                  <a:lnTo>
                    <a:pt x="59199" y="38832"/>
                  </a:lnTo>
                  <a:lnTo>
                    <a:pt x="55204" y="42321"/>
                  </a:lnTo>
                  <a:lnTo>
                    <a:pt x="51322" y="45935"/>
                  </a:lnTo>
                  <a:lnTo>
                    <a:pt x="47556" y="49671"/>
                  </a:lnTo>
                  <a:lnTo>
                    <a:pt x="43911" y="53524"/>
                  </a:lnTo>
                  <a:lnTo>
                    <a:pt x="40390" y="57491"/>
                  </a:lnTo>
                  <a:lnTo>
                    <a:pt x="36996" y="61568"/>
                  </a:lnTo>
                  <a:lnTo>
                    <a:pt x="33734" y="65750"/>
                  </a:lnTo>
                  <a:lnTo>
                    <a:pt x="30606" y="70034"/>
                  </a:lnTo>
                  <a:lnTo>
                    <a:pt x="27615" y="74414"/>
                  </a:lnTo>
                  <a:lnTo>
                    <a:pt x="24765" y="78888"/>
                  </a:lnTo>
                  <a:lnTo>
                    <a:pt x="22058" y="83449"/>
                  </a:lnTo>
                  <a:lnTo>
                    <a:pt x="19497" y="88094"/>
                  </a:lnTo>
                  <a:lnTo>
                    <a:pt x="17085" y="92818"/>
                  </a:lnTo>
                  <a:lnTo>
                    <a:pt x="14824" y="97617"/>
                  </a:lnTo>
                  <a:lnTo>
                    <a:pt x="12716" y="102484"/>
                  </a:lnTo>
                  <a:lnTo>
                    <a:pt x="10764" y="107416"/>
                  </a:lnTo>
                  <a:lnTo>
                    <a:pt x="8970" y="112407"/>
                  </a:lnTo>
                  <a:lnTo>
                    <a:pt x="7334" y="117453"/>
                  </a:lnTo>
                  <a:lnTo>
                    <a:pt x="5860" y="122548"/>
                  </a:lnTo>
                  <a:lnTo>
                    <a:pt x="4547" y="127688"/>
                  </a:lnTo>
                  <a:lnTo>
                    <a:pt x="3399" y="132866"/>
                  </a:lnTo>
                  <a:lnTo>
                    <a:pt x="2415" y="138078"/>
                  </a:lnTo>
                  <a:lnTo>
                    <a:pt x="1598" y="143319"/>
                  </a:lnTo>
                  <a:lnTo>
                    <a:pt x="947" y="148583"/>
                  </a:lnTo>
                  <a:lnTo>
                    <a:pt x="463" y="153866"/>
                  </a:lnTo>
                  <a:lnTo>
                    <a:pt x="147" y="159160"/>
                  </a:lnTo>
                  <a:lnTo>
                    <a:pt x="0" y="164463"/>
                  </a:lnTo>
                  <a:lnTo>
                    <a:pt x="20" y="169767"/>
                  </a:lnTo>
                  <a:lnTo>
                    <a:pt x="209" y="175068"/>
                  </a:lnTo>
                  <a:lnTo>
                    <a:pt x="566" y="180360"/>
                  </a:lnTo>
                  <a:lnTo>
                    <a:pt x="1090" y="185638"/>
                  </a:lnTo>
                  <a:lnTo>
                    <a:pt x="1782" y="190897"/>
                  </a:lnTo>
                  <a:lnTo>
                    <a:pt x="2641" y="196131"/>
                  </a:lnTo>
                  <a:lnTo>
                    <a:pt x="3665" y="201336"/>
                  </a:lnTo>
                  <a:lnTo>
                    <a:pt x="4853" y="206505"/>
                  </a:lnTo>
                  <a:lnTo>
                    <a:pt x="6205" y="211634"/>
                  </a:lnTo>
                  <a:lnTo>
                    <a:pt x="7719" y="216718"/>
                  </a:lnTo>
                  <a:lnTo>
                    <a:pt x="9394" y="221751"/>
                  </a:lnTo>
                  <a:lnTo>
                    <a:pt x="11227" y="226728"/>
                  </a:lnTo>
                  <a:lnTo>
                    <a:pt x="13218" y="231645"/>
                  </a:lnTo>
                  <a:lnTo>
                    <a:pt x="15363" y="236496"/>
                  </a:lnTo>
                  <a:lnTo>
                    <a:pt x="17661" y="241276"/>
                  </a:lnTo>
                  <a:lnTo>
                    <a:pt x="20110" y="245981"/>
                  </a:lnTo>
                  <a:lnTo>
                    <a:pt x="22706" y="250607"/>
                  </a:lnTo>
                  <a:lnTo>
                    <a:pt x="25449" y="255147"/>
                  </a:lnTo>
                  <a:lnTo>
                    <a:pt x="28333" y="259598"/>
                  </a:lnTo>
                  <a:lnTo>
                    <a:pt x="31358" y="263956"/>
                  </a:lnTo>
                  <a:lnTo>
                    <a:pt x="34519" y="268215"/>
                  </a:lnTo>
                  <a:lnTo>
                    <a:pt x="37814" y="272372"/>
                  </a:lnTo>
                  <a:lnTo>
                    <a:pt x="41239" y="276422"/>
                  </a:lnTo>
                  <a:lnTo>
                    <a:pt x="44791" y="280361"/>
                  </a:lnTo>
                  <a:lnTo>
                    <a:pt x="48466" y="284186"/>
                  </a:lnTo>
                  <a:lnTo>
                    <a:pt x="52261" y="287892"/>
                  </a:lnTo>
                  <a:lnTo>
                    <a:pt x="56171" y="291476"/>
                  </a:lnTo>
                  <a:lnTo>
                    <a:pt x="60193" y="294934"/>
                  </a:lnTo>
                  <a:lnTo>
                    <a:pt x="64322" y="298263"/>
                  </a:lnTo>
                  <a:lnTo>
                    <a:pt x="68556" y="301459"/>
                  </a:lnTo>
                  <a:lnTo>
                    <a:pt x="72888" y="304520"/>
                  </a:lnTo>
                  <a:lnTo>
                    <a:pt x="77315" y="307441"/>
                  </a:lnTo>
                  <a:lnTo>
                    <a:pt x="81833" y="310220"/>
                  </a:lnTo>
                  <a:lnTo>
                    <a:pt x="86437" y="312855"/>
                  </a:lnTo>
                  <a:lnTo>
                    <a:pt x="91122" y="315342"/>
                  </a:lnTo>
                  <a:lnTo>
                    <a:pt x="95883" y="317679"/>
                  </a:lnTo>
                  <a:lnTo>
                    <a:pt x="100717" y="319864"/>
                  </a:lnTo>
                  <a:lnTo>
                    <a:pt x="105617" y="321895"/>
                  </a:lnTo>
                  <a:lnTo>
                    <a:pt x="110579" y="323769"/>
                  </a:lnTo>
                  <a:lnTo>
                    <a:pt x="115598" y="325485"/>
                  </a:lnTo>
                  <a:lnTo>
                    <a:pt x="120669" y="327040"/>
                  </a:lnTo>
                  <a:lnTo>
                    <a:pt x="125787" y="328434"/>
                  </a:lnTo>
                  <a:lnTo>
                    <a:pt x="130946" y="329665"/>
                  </a:lnTo>
                  <a:lnTo>
                    <a:pt x="136142" y="330732"/>
                  </a:lnTo>
                  <a:lnTo>
                    <a:pt x="141369" y="331633"/>
                  </a:lnTo>
                  <a:lnTo>
                    <a:pt x="146622" y="332368"/>
                  </a:lnTo>
                  <a:lnTo>
                    <a:pt x="151896" y="332936"/>
                  </a:lnTo>
                  <a:lnTo>
                    <a:pt x="157185" y="333336"/>
                  </a:lnTo>
                  <a:lnTo>
                    <a:pt x="162484" y="333568"/>
                  </a:lnTo>
                  <a:lnTo>
                    <a:pt x="167788" y="333633"/>
                  </a:lnTo>
                  <a:lnTo>
                    <a:pt x="173091" y="333528"/>
                  </a:lnTo>
                  <a:lnTo>
                    <a:pt x="178389" y="333256"/>
                  </a:lnTo>
                  <a:lnTo>
                    <a:pt x="183675" y="332816"/>
                  </a:lnTo>
                  <a:lnTo>
                    <a:pt x="188944" y="332208"/>
                  </a:lnTo>
                  <a:lnTo>
                    <a:pt x="194191" y="331433"/>
                  </a:lnTo>
                  <a:lnTo>
                    <a:pt x="199411" y="330492"/>
                  </a:lnTo>
                  <a:lnTo>
                    <a:pt x="204599" y="329386"/>
                  </a:lnTo>
                  <a:lnTo>
                    <a:pt x="209749" y="328116"/>
                  </a:lnTo>
                  <a:lnTo>
                    <a:pt x="214856" y="326684"/>
                  </a:lnTo>
                  <a:lnTo>
                    <a:pt x="219915" y="325089"/>
                  </a:lnTo>
                  <a:lnTo>
                    <a:pt x="224921" y="323336"/>
                  </a:lnTo>
                  <a:lnTo>
                    <a:pt x="229869" y="321424"/>
                  </a:lnTo>
                  <a:lnTo>
                    <a:pt x="234753" y="319356"/>
                  </a:lnTo>
                  <a:lnTo>
                    <a:pt x="239570" y="317135"/>
                  </a:lnTo>
                  <a:lnTo>
                    <a:pt x="244314" y="314762"/>
                  </a:lnTo>
                  <a:lnTo>
                    <a:pt x="248980" y="312239"/>
                  </a:lnTo>
                  <a:lnTo>
                    <a:pt x="253563" y="309570"/>
                  </a:lnTo>
                  <a:lnTo>
                    <a:pt x="258060" y="306756"/>
                  </a:lnTo>
                  <a:lnTo>
                    <a:pt x="262465" y="303801"/>
                  </a:lnTo>
                  <a:lnTo>
                    <a:pt x="266774" y="300708"/>
                  </a:lnTo>
                  <a:lnTo>
                    <a:pt x="270983" y="297480"/>
                  </a:lnTo>
                  <a:lnTo>
                    <a:pt x="275087" y="294120"/>
                  </a:lnTo>
                  <a:lnTo>
                    <a:pt x="279083" y="290632"/>
                  </a:lnTo>
                  <a:lnTo>
                    <a:pt x="282966" y="287018"/>
                  </a:lnTo>
                  <a:lnTo>
                    <a:pt x="286732" y="283283"/>
                  </a:lnTo>
                  <a:lnTo>
                    <a:pt x="290378" y="279431"/>
                  </a:lnTo>
                  <a:lnTo>
                    <a:pt x="293900" y="275465"/>
                  </a:lnTo>
                  <a:lnTo>
                    <a:pt x="297294" y="271389"/>
                  </a:lnTo>
                  <a:lnTo>
                    <a:pt x="300558" y="267207"/>
                  </a:lnTo>
                  <a:lnTo>
                    <a:pt x="303687" y="262924"/>
                  </a:lnTo>
                  <a:lnTo>
                    <a:pt x="306678" y="258544"/>
                  </a:lnTo>
                  <a:lnTo>
                    <a:pt x="309529" y="254071"/>
                  </a:lnTo>
                  <a:lnTo>
                    <a:pt x="312237" y="249510"/>
                  </a:lnTo>
                  <a:lnTo>
                    <a:pt x="314798" y="244865"/>
                  </a:lnTo>
                  <a:lnTo>
                    <a:pt x="317211" y="240141"/>
                  </a:lnTo>
                  <a:lnTo>
                    <a:pt x="319473" y="235344"/>
                  </a:lnTo>
                  <a:lnTo>
                    <a:pt x="321582" y="230477"/>
                  </a:lnTo>
                  <a:lnTo>
                    <a:pt x="323535" y="225545"/>
                  </a:lnTo>
                  <a:lnTo>
                    <a:pt x="325330" y="220554"/>
                  </a:lnTo>
                  <a:lnTo>
                    <a:pt x="326967" y="215508"/>
                  </a:lnTo>
                  <a:lnTo>
                    <a:pt x="328442" y="210413"/>
                  </a:lnTo>
                  <a:lnTo>
                    <a:pt x="329755" y="205274"/>
                  </a:lnTo>
                  <a:lnTo>
                    <a:pt x="330905" y="200096"/>
                  </a:lnTo>
                  <a:lnTo>
                    <a:pt x="331889" y="194884"/>
                  </a:lnTo>
                  <a:lnTo>
                    <a:pt x="332708" y="189643"/>
                  </a:lnTo>
                  <a:lnTo>
                    <a:pt x="333360" y="184379"/>
                  </a:lnTo>
                  <a:lnTo>
                    <a:pt x="333844" y="179097"/>
                  </a:lnTo>
                  <a:lnTo>
                    <a:pt x="334161" y="173803"/>
                  </a:lnTo>
                  <a:lnTo>
                    <a:pt x="334310" y="168500"/>
                  </a:lnTo>
                  <a:lnTo>
                    <a:pt x="334290" y="163196"/>
                  </a:lnTo>
                  <a:lnTo>
                    <a:pt x="334103" y="157895"/>
                  </a:lnTo>
                  <a:lnTo>
                    <a:pt x="333747" y="152603"/>
                  </a:lnTo>
                  <a:lnTo>
                    <a:pt x="333223" y="147325"/>
                  </a:lnTo>
                  <a:lnTo>
                    <a:pt x="332532" y="142066"/>
                  </a:lnTo>
                  <a:lnTo>
                    <a:pt x="331675" y="136831"/>
                  </a:lnTo>
                  <a:lnTo>
                    <a:pt x="330652" y="131626"/>
                  </a:lnTo>
                  <a:lnTo>
                    <a:pt x="329464" y="126457"/>
                  </a:lnTo>
                  <a:lnTo>
                    <a:pt x="328113" y="121328"/>
                  </a:lnTo>
                  <a:lnTo>
                    <a:pt x="326600" y="116244"/>
                  </a:lnTo>
                  <a:lnTo>
                    <a:pt x="324926" y="111211"/>
                  </a:lnTo>
                  <a:lnTo>
                    <a:pt x="323094" y="106233"/>
                  </a:lnTo>
                  <a:lnTo>
                    <a:pt x="321104" y="101316"/>
                  </a:lnTo>
                  <a:lnTo>
                    <a:pt x="318960" y="96464"/>
                  </a:lnTo>
                  <a:lnTo>
                    <a:pt x="316662" y="91684"/>
                  </a:lnTo>
                  <a:lnTo>
                    <a:pt x="314215" y="86978"/>
                  </a:lnTo>
                  <a:lnTo>
                    <a:pt x="311619" y="82352"/>
                  </a:lnTo>
                  <a:lnTo>
                    <a:pt x="308877" y="77811"/>
                  </a:lnTo>
                  <a:lnTo>
                    <a:pt x="305993" y="73360"/>
                  </a:lnTo>
                  <a:lnTo>
                    <a:pt x="302970" y="69002"/>
                  </a:lnTo>
                  <a:lnTo>
                    <a:pt x="299809" y="64742"/>
                  </a:lnTo>
                  <a:lnTo>
                    <a:pt x="296515" y="60585"/>
                  </a:lnTo>
                  <a:lnTo>
                    <a:pt x="293091" y="56534"/>
                  </a:lnTo>
                  <a:lnTo>
                    <a:pt x="289539" y="52594"/>
                  </a:lnTo>
                  <a:lnTo>
                    <a:pt x="285865" y="48768"/>
                  </a:lnTo>
                  <a:lnTo>
                    <a:pt x="282071" y="45061"/>
                  </a:lnTo>
                  <a:lnTo>
                    <a:pt x="278162" y="41476"/>
                  </a:lnTo>
                  <a:lnTo>
                    <a:pt x="274140" y="38018"/>
                  </a:lnTo>
                  <a:lnTo>
                    <a:pt x="270011" y="34688"/>
                  </a:lnTo>
                  <a:lnTo>
                    <a:pt x="265779" y="31491"/>
                  </a:lnTo>
                  <a:lnTo>
                    <a:pt x="261447" y="28430"/>
                  </a:lnTo>
                  <a:lnTo>
                    <a:pt x="257020" y="25508"/>
                  </a:lnTo>
                  <a:lnTo>
                    <a:pt x="252503" y="22728"/>
                  </a:lnTo>
                  <a:lnTo>
                    <a:pt x="247900" y="20093"/>
                  </a:lnTo>
                  <a:lnTo>
                    <a:pt x="243215" y="17605"/>
                  </a:lnTo>
                  <a:lnTo>
                    <a:pt x="238454" y="15266"/>
                  </a:lnTo>
                  <a:lnTo>
                    <a:pt x="233621" y="13080"/>
                  </a:lnTo>
                  <a:lnTo>
                    <a:pt x="228721" y="11049"/>
                  </a:lnTo>
                  <a:lnTo>
                    <a:pt x="223759" y="9174"/>
                  </a:lnTo>
                  <a:lnTo>
                    <a:pt x="218741" y="7457"/>
                  </a:lnTo>
                  <a:lnTo>
                    <a:pt x="213670" y="5901"/>
                  </a:lnTo>
                  <a:lnTo>
                    <a:pt x="208552" y="4506"/>
                  </a:lnTo>
                  <a:lnTo>
                    <a:pt x="203393" y="3274"/>
                  </a:lnTo>
                  <a:lnTo>
                    <a:pt x="198198" y="2206"/>
                  </a:lnTo>
                  <a:lnTo>
                    <a:pt x="192971" y="1304"/>
                  </a:lnTo>
                  <a:lnTo>
                    <a:pt x="187718" y="568"/>
                  </a:lnTo>
                  <a:lnTo>
                    <a:pt x="182444" y="0"/>
                  </a:lnTo>
                  <a:lnTo>
                    <a:pt x="167155" y="1664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781287" y="2126963"/>
              <a:ext cx="15289" cy="167167"/>
            </a:xfrm>
            <a:custGeom>
              <a:avLst/>
              <a:pathLst>
                <a:path w="15289" h="167167">
                  <a:moveTo>
                    <a:pt x="15289" y="70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86182" y="2633064"/>
              <a:ext cx="4566" cy="167167"/>
            </a:xfrm>
            <a:custGeom>
              <a:avLst/>
              <a:pathLst>
                <a:path w="4566" h="167167">
                  <a:moveTo>
                    <a:pt x="4566" y="0"/>
                  </a:moveTo>
                  <a:lnTo>
                    <a:pt x="0" y="62"/>
                  </a:lnTo>
                  <a:lnTo>
                    <a:pt x="456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86182" y="2633126"/>
              <a:ext cx="4566" cy="167105"/>
            </a:xfrm>
            <a:custGeom>
              <a:avLst/>
              <a:pathLst>
                <a:path w="4566" h="167105">
                  <a:moveTo>
                    <a:pt x="0" y="0"/>
                  </a:moveTo>
                  <a:lnTo>
                    <a:pt x="4566" y="1671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86182" y="2633126"/>
              <a:ext cx="4566" cy="167105"/>
            </a:xfrm>
            <a:custGeom>
              <a:avLst/>
              <a:pathLst>
                <a:path w="4566" h="167105">
                  <a:moveTo>
                    <a:pt x="0" y="0"/>
                  </a:moveTo>
                  <a:lnTo>
                    <a:pt x="4566" y="1671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86182" y="2633126"/>
              <a:ext cx="4566" cy="167105"/>
            </a:xfrm>
            <a:custGeom>
              <a:avLst/>
              <a:pathLst>
                <a:path w="4566" h="167105">
                  <a:moveTo>
                    <a:pt x="0" y="0"/>
                  </a:moveTo>
                  <a:lnTo>
                    <a:pt x="4566" y="1671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86182" y="2633126"/>
              <a:ext cx="4566" cy="167105"/>
            </a:xfrm>
            <a:custGeom>
              <a:avLst/>
              <a:pathLst>
                <a:path w="4566" h="167105">
                  <a:moveTo>
                    <a:pt x="0" y="0"/>
                  </a:moveTo>
                  <a:lnTo>
                    <a:pt x="4566" y="16710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86182" y="2633126"/>
              <a:ext cx="4566" cy="167105"/>
            </a:xfrm>
            <a:custGeom>
              <a:avLst/>
              <a:pathLst>
                <a:path w="4566" h="167105">
                  <a:moveTo>
                    <a:pt x="0" y="0"/>
                  </a:moveTo>
                  <a:lnTo>
                    <a:pt x="4566" y="1671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6182" y="2633126"/>
              <a:ext cx="4566" cy="167105"/>
            </a:xfrm>
            <a:custGeom>
              <a:avLst/>
              <a:pathLst>
                <a:path w="4566" h="167105">
                  <a:moveTo>
                    <a:pt x="0" y="0"/>
                  </a:moveTo>
                  <a:lnTo>
                    <a:pt x="4566" y="1671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6182" y="2633126"/>
              <a:ext cx="4566" cy="167105"/>
            </a:xfrm>
            <a:custGeom>
              <a:avLst/>
              <a:pathLst>
                <a:path w="4566" h="167105">
                  <a:moveTo>
                    <a:pt x="0" y="0"/>
                  </a:moveTo>
                  <a:lnTo>
                    <a:pt x="4566" y="16710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6182" y="2633126"/>
              <a:ext cx="4566" cy="167105"/>
            </a:xfrm>
            <a:custGeom>
              <a:avLst/>
              <a:pathLst>
                <a:path w="4566" h="167105">
                  <a:moveTo>
                    <a:pt x="0" y="0"/>
                  </a:moveTo>
                  <a:lnTo>
                    <a:pt x="4566" y="1671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6182" y="2633126"/>
              <a:ext cx="4566" cy="167105"/>
            </a:xfrm>
            <a:custGeom>
              <a:avLst/>
              <a:pathLst>
                <a:path w="4566" h="167105">
                  <a:moveTo>
                    <a:pt x="0" y="0"/>
                  </a:moveTo>
                  <a:lnTo>
                    <a:pt x="4566" y="1671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6182" y="2633126"/>
              <a:ext cx="4566" cy="167105"/>
            </a:xfrm>
            <a:custGeom>
              <a:avLst/>
              <a:pathLst>
                <a:path w="4566" h="167105">
                  <a:moveTo>
                    <a:pt x="0" y="0"/>
                  </a:moveTo>
                  <a:lnTo>
                    <a:pt x="4566" y="1671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6182" y="2633126"/>
              <a:ext cx="4566" cy="167105"/>
            </a:xfrm>
            <a:custGeom>
              <a:avLst/>
              <a:pathLst>
                <a:path w="4566" h="167105">
                  <a:moveTo>
                    <a:pt x="0" y="0"/>
                  </a:moveTo>
                  <a:lnTo>
                    <a:pt x="4566" y="1671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86182" y="2633126"/>
              <a:ext cx="4566" cy="167105"/>
            </a:xfrm>
            <a:custGeom>
              <a:avLst/>
              <a:pathLst>
                <a:path w="4566" h="167105">
                  <a:moveTo>
                    <a:pt x="0" y="0"/>
                  </a:moveTo>
                  <a:lnTo>
                    <a:pt x="4566" y="16710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86182" y="2633126"/>
              <a:ext cx="4566" cy="167105"/>
            </a:xfrm>
            <a:custGeom>
              <a:avLst/>
              <a:pathLst>
                <a:path w="4566" h="167105">
                  <a:moveTo>
                    <a:pt x="0" y="0"/>
                  </a:moveTo>
                  <a:lnTo>
                    <a:pt x="4566" y="16710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423593" y="2633126"/>
              <a:ext cx="334308" cy="334271"/>
            </a:xfrm>
            <a:custGeom>
              <a:avLst/>
              <a:pathLst>
                <a:path w="334308" h="334271">
                  <a:moveTo>
                    <a:pt x="162589" y="0"/>
                  </a:moveTo>
                  <a:lnTo>
                    <a:pt x="157287" y="229"/>
                  </a:lnTo>
                  <a:lnTo>
                    <a:pt x="151996" y="626"/>
                  </a:lnTo>
                  <a:lnTo>
                    <a:pt x="146719" y="1191"/>
                  </a:lnTo>
                  <a:lnTo>
                    <a:pt x="141464" y="1923"/>
                  </a:lnTo>
                  <a:lnTo>
                    <a:pt x="136234" y="2822"/>
                  </a:lnTo>
                  <a:lnTo>
                    <a:pt x="131035" y="3886"/>
                  </a:lnTo>
                  <a:lnTo>
                    <a:pt x="125873" y="5115"/>
                  </a:lnTo>
                  <a:lnTo>
                    <a:pt x="120753" y="6506"/>
                  </a:lnTo>
                  <a:lnTo>
                    <a:pt x="115679" y="8060"/>
                  </a:lnTo>
                  <a:lnTo>
                    <a:pt x="110657" y="9774"/>
                  </a:lnTo>
                  <a:lnTo>
                    <a:pt x="105692" y="11646"/>
                  </a:lnTo>
                  <a:lnTo>
                    <a:pt x="100789" y="13676"/>
                  </a:lnTo>
                  <a:lnTo>
                    <a:pt x="95952" y="15859"/>
                  </a:lnTo>
                  <a:lnTo>
                    <a:pt x="91188" y="18195"/>
                  </a:lnTo>
                  <a:lnTo>
                    <a:pt x="86500" y="20681"/>
                  </a:lnTo>
                  <a:lnTo>
                    <a:pt x="81893" y="23315"/>
                  </a:lnTo>
                  <a:lnTo>
                    <a:pt x="77372" y="26094"/>
                  </a:lnTo>
                  <a:lnTo>
                    <a:pt x="72942" y="29014"/>
                  </a:lnTo>
                  <a:lnTo>
                    <a:pt x="68607" y="32074"/>
                  </a:lnTo>
                  <a:lnTo>
                    <a:pt x="64371" y="35270"/>
                  </a:lnTo>
                  <a:lnTo>
                    <a:pt x="60238" y="38599"/>
                  </a:lnTo>
                  <a:lnTo>
                    <a:pt x="56213" y="42057"/>
                  </a:lnTo>
                  <a:lnTo>
                    <a:pt x="52300" y="45641"/>
                  </a:lnTo>
                  <a:lnTo>
                    <a:pt x="48503" y="49348"/>
                  </a:lnTo>
                  <a:lnTo>
                    <a:pt x="44825" y="53173"/>
                  </a:lnTo>
                  <a:lnTo>
                    <a:pt x="41271" y="57113"/>
                  </a:lnTo>
                  <a:lnTo>
                    <a:pt x="37843" y="61164"/>
                  </a:lnTo>
                  <a:lnTo>
                    <a:pt x="34546" y="65321"/>
                  </a:lnTo>
                  <a:lnTo>
                    <a:pt x="31382" y="69582"/>
                  </a:lnTo>
                  <a:lnTo>
                    <a:pt x="28355" y="73940"/>
                  </a:lnTo>
                  <a:lnTo>
                    <a:pt x="25468" y="78392"/>
                  </a:lnTo>
                  <a:lnTo>
                    <a:pt x="22724" y="82934"/>
                  </a:lnTo>
                  <a:lnTo>
                    <a:pt x="20125" y="87560"/>
                  </a:lnTo>
                  <a:lnTo>
                    <a:pt x="17675" y="92267"/>
                  </a:lnTo>
                  <a:lnTo>
                    <a:pt x="15375" y="97049"/>
                  </a:lnTo>
                  <a:lnTo>
                    <a:pt x="13228" y="101902"/>
                  </a:lnTo>
                  <a:lnTo>
                    <a:pt x="11236" y="106820"/>
                  </a:lnTo>
                  <a:lnTo>
                    <a:pt x="9401" y="111799"/>
                  </a:lnTo>
                  <a:lnTo>
                    <a:pt x="7725" y="116834"/>
                  </a:lnTo>
                  <a:lnTo>
                    <a:pt x="6210" y="121920"/>
                  </a:lnTo>
                  <a:lnTo>
                    <a:pt x="4857" y="127051"/>
                  </a:lnTo>
                  <a:lnTo>
                    <a:pt x="3667" y="132222"/>
                  </a:lnTo>
                  <a:lnTo>
                    <a:pt x="2643" y="137428"/>
                  </a:lnTo>
                  <a:lnTo>
                    <a:pt x="1784" y="142665"/>
                  </a:lnTo>
                  <a:lnTo>
                    <a:pt x="1091" y="147926"/>
                  </a:lnTo>
                  <a:lnTo>
                    <a:pt x="566" y="153206"/>
                  </a:lnTo>
                  <a:lnTo>
                    <a:pt x="209" y="158501"/>
                  </a:lnTo>
                  <a:lnTo>
                    <a:pt x="20" y="163804"/>
                  </a:lnTo>
                  <a:lnTo>
                    <a:pt x="0" y="169110"/>
                  </a:lnTo>
                  <a:lnTo>
                    <a:pt x="147" y="174414"/>
                  </a:lnTo>
                  <a:lnTo>
                    <a:pt x="464" y="179711"/>
                  </a:lnTo>
                  <a:lnTo>
                    <a:pt x="948" y="184996"/>
                  </a:lnTo>
                  <a:lnTo>
                    <a:pt x="1599" y="190262"/>
                  </a:lnTo>
                  <a:lnTo>
                    <a:pt x="2418" y="195505"/>
                  </a:lnTo>
                  <a:lnTo>
                    <a:pt x="3402" y="200719"/>
                  </a:lnTo>
                  <a:lnTo>
                    <a:pt x="4551" y="205899"/>
                  </a:lnTo>
                  <a:lnTo>
                    <a:pt x="5865" y="211041"/>
                  </a:lnTo>
                  <a:lnTo>
                    <a:pt x="7340" y="216138"/>
                  </a:lnTo>
                  <a:lnTo>
                    <a:pt x="8977" y="221186"/>
                  </a:lnTo>
                  <a:lnTo>
                    <a:pt x="10773" y="226179"/>
                  </a:lnTo>
                  <a:lnTo>
                    <a:pt x="12727" y="231112"/>
                  </a:lnTo>
                  <a:lnTo>
                    <a:pt x="14836" y="235981"/>
                  </a:lnTo>
                  <a:lnTo>
                    <a:pt x="17099" y="240781"/>
                  </a:lnTo>
                  <a:lnTo>
                    <a:pt x="19513" y="245507"/>
                  </a:lnTo>
                  <a:lnTo>
                    <a:pt x="22076" y="250153"/>
                  </a:lnTo>
                  <a:lnTo>
                    <a:pt x="24785" y="254716"/>
                  </a:lnTo>
                  <a:lnTo>
                    <a:pt x="27637" y="259191"/>
                  </a:lnTo>
                  <a:lnTo>
                    <a:pt x="30630" y="263572"/>
                  </a:lnTo>
                  <a:lnTo>
                    <a:pt x="33761" y="267857"/>
                  </a:lnTo>
                  <a:lnTo>
                    <a:pt x="37026" y="272040"/>
                  </a:lnTo>
                  <a:lnTo>
                    <a:pt x="40422" y="276117"/>
                  </a:lnTo>
                  <a:lnTo>
                    <a:pt x="43946" y="280085"/>
                  </a:lnTo>
                  <a:lnTo>
                    <a:pt x="47594" y="283938"/>
                  </a:lnTo>
                  <a:lnTo>
                    <a:pt x="51362" y="287674"/>
                  </a:lnTo>
                  <a:lnTo>
                    <a:pt x="55247" y="291289"/>
                  </a:lnTo>
                  <a:lnTo>
                    <a:pt x="59245" y="294778"/>
                  </a:lnTo>
                  <a:lnTo>
                    <a:pt x="63352" y="298138"/>
                  </a:lnTo>
                  <a:lnTo>
                    <a:pt x="67563" y="301367"/>
                  </a:lnTo>
                  <a:lnTo>
                    <a:pt x="71875" y="304460"/>
                  </a:lnTo>
                  <a:lnTo>
                    <a:pt x="76282" y="307415"/>
                  </a:lnTo>
                  <a:lnTo>
                    <a:pt x="80781" y="310229"/>
                  </a:lnTo>
                  <a:lnTo>
                    <a:pt x="85367" y="312898"/>
                  </a:lnTo>
                  <a:lnTo>
                    <a:pt x="90036" y="315421"/>
                  </a:lnTo>
                  <a:lnTo>
                    <a:pt x="94782" y="317793"/>
                  </a:lnTo>
                  <a:lnTo>
                    <a:pt x="99601" y="320015"/>
                  </a:lnTo>
                  <a:lnTo>
                    <a:pt x="104489" y="322082"/>
                  </a:lnTo>
                  <a:lnTo>
                    <a:pt x="109439" y="323993"/>
                  </a:lnTo>
                  <a:lnTo>
                    <a:pt x="114448" y="325745"/>
                  </a:lnTo>
                  <a:lnTo>
                    <a:pt x="119509" y="327338"/>
                  </a:lnTo>
                  <a:lnTo>
                    <a:pt x="124619" y="328770"/>
                  </a:lnTo>
                  <a:lnTo>
                    <a:pt x="129771" y="330038"/>
                  </a:lnTo>
                  <a:lnTo>
                    <a:pt x="134962" y="331143"/>
                  </a:lnTo>
                  <a:lnTo>
                    <a:pt x="140184" y="332082"/>
                  </a:lnTo>
                  <a:lnTo>
                    <a:pt x="145434" y="332855"/>
                  </a:lnTo>
                  <a:lnTo>
                    <a:pt x="150706" y="333461"/>
                  </a:lnTo>
                  <a:lnTo>
                    <a:pt x="155994" y="333899"/>
                  </a:lnTo>
                  <a:lnTo>
                    <a:pt x="161294" y="334169"/>
                  </a:lnTo>
                  <a:lnTo>
                    <a:pt x="166599" y="334271"/>
                  </a:lnTo>
                  <a:lnTo>
                    <a:pt x="171905" y="334205"/>
                  </a:lnTo>
                  <a:lnTo>
                    <a:pt x="177206" y="333970"/>
                  </a:lnTo>
                  <a:lnTo>
                    <a:pt x="182497" y="333566"/>
                  </a:lnTo>
                  <a:lnTo>
                    <a:pt x="187773" y="332996"/>
                  </a:lnTo>
                  <a:lnTo>
                    <a:pt x="193028" y="332258"/>
                  </a:lnTo>
                  <a:lnTo>
                    <a:pt x="198256" y="331353"/>
                  </a:lnTo>
                  <a:lnTo>
                    <a:pt x="203454" y="330283"/>
                  </a:lnTo>
                  <a:lnTo>
                    <a:pt x="208615" y="329049"/>
                  </a:lnTo>
                  <a:lnTo>
                    <a:pt x="213734" y="327652"/>
                  </a:lnTo>
                  <a:lnTo>
                    <a:pt x="218806" y="326092"/>
                  </a:lnTo>
                  <a:lnTo>
                    <a:pt x="223826" y="324373"/>
                  </a:lnTo>
                  <a:lnTo>
                    <a:pt x="228789" y="322495"/>
                  </a:lnTo>
                  <a:lnTo>
                    <a:pt x="233690" y="320460"/>
                  </a:lnTo>
                  <a:lnTo>
                    <a:pt x="238524" y="318271"/>
                  </a:lnTo>
                  <a:lnTo>
                    <a:pt x="243286" y="315930"/>
                  </a:lnTo>
                  <a:lnTo>
                    <a:pt x="247971" y="313439"/>
                  </a:lnTo>
                  <a:lnTo>
                    <a:pt x="252575" y="310800"/>
                  </a:lnTo>
                  <a:lnTo>
                    <a:pt x="257092" y="308017"/>
                  </a:lnTo>
                  <a:lnTo>
                    <a:pt x="261520" y="305091"/>
                  </a:lnTo>
                  <a:lnTo>
                    <a:pt x="265852" y="302026"/>
                  </a:lnTo>
                  <a:lnTo>
                    <a:pt x="270084" y="298826"/>
                  </a:lnTo>
                  <a:lnTo>
                    <a:pt x="274213" y="295493"/>
                  </a:lnTo>
                  <a:lnTo>
                    <a:pt x="278234" y="292030"/>
                  </a:lnTo>
                  <a:lnTo>
                    <a:pt x="282143" y="288442"/>
                  </a:lnTo>
                  <a:lnTo>
                    <a:pt x="285936" y="284731"/>
                  </a:lnTo>
                  <a:lnTo>
                    <a:pt x="289610" y="280902"/>
                  </a:lnTo>
                  <a:lnTo>
                    <a:pt x="293160" y="276958"/>
                  </a:lnTo>
                  <a:lnTo>
                    <a:pt x="296583" y="272903"/>
                  </a:lnTo>
                  <a:lnTo>
                    <a:pt x="299876" y="268742"/>
                  </a:lnTo>
                  <a:lnTo>
                    <a:pt x="303035" y="264478"/>
                  </a:lnTo>
                  <a:lnTo>
                    <a:pt x="306057" y="260116"/>
                  </a:lnTo>
                  <a:lnTo>
                    <a:pt x="308939" y="255661"/>
                  </a:lnTo>
                  <a:lnTo>
                    <a:pt x="311678" y="251116"/>
                  </a:lnTo>
                  <a:lnTo>
                    <a:pt x="314272" y="246487"/>
                  </a:lnTo>
                  <a:lnTo>
                    <a:pt x="316717" y="241778"/>
                  </a:lnTo>
                  <a:lnTo>
                    <a:pt x="319012" y="236993"/>
                  </a:lnTo>
                  <a:lnTo>
                    <a:pt x="321154" y="232138"/>
                  </a:lnTo>
                  <a:lnTo>
                    <a:pt x="323140" y="227217"/>
                  </a:lnTo>
                  <a:lnTo>
                    <a:pt x="324970" y="222236"/>
                  </a:lnTo>
                  <a:lnTo>
                    <a:pt x="326640" y="217200"/>
                  </a:lnTo>
                  <a:lnTo>
                    <a:pt x="328149" y="212113"/>
                  </a:lnTo>
                  <a:lnTo>
                    <a:pt x="329497" y="206980"/>
                  </a:lnTo>
                  <a:lnTo>
                    <a:pt x="330681" y="201807"/>
                  </a:lnTo>
                  <a:lnTo>
                    <a:pt x="331700" y="196600"/>
                  </a:lnTo>
                  <a:lnTo>
                    <a:pt x="332553" y="191362"/>
                  </a:lnTo>
                  <a:lnTo>
                    <a:pt x="333240" y="186101"/>
                  </a:lnTo>
                  <a:lnTo>
                    <a:pt x="333759" y="180820"/>
                  </a:lnTo>
                  <a:lnTo>
                    <a:pt x="334110" y="175525"/>
                  </a:lnTo>
                  <a:lnTo>
                    <a:pt x="334293" y="170222"/>
                  </a:lnTo>
                  <a:lnTo>
                    <a:pt x="334308" y="164915"/>
                  </a:lnTo>
                  <a:lnTo>
                    <a:pt x="334154" y="159611"/>
                  </a:lnTo>
                  <a:lnTo>
                    <a:pt x="333832" y="154314"/>
                  </a:lnTo>
                  <a:lnTo>
                    <a:pt x="333342" y="149031"/>
                  </a:lnTo>
                  <a:lnTo>
                    <a:pt x="332685" y="143765"/>
                  </a:lnTo>
                  <a:lnTo>
                    <a:pt x="331861" y="138523"/>
                  </a:lnTo>
                  <a:lnTo>
                    <a:pt x="330871" y="133310"/>
                  </a:lnTo>
                  <a:lnTo>
                    <a:pt x="329716" y="128131"/>
                  </a:lnTo>
                  <a:lnTo>
                    <a:pt x="328397" y="122991"/>
                  </a:lnTo>
                  <a:lnTo>
                    <a:pt x="326915" y="117895"/>
                  </a:lnTo>
                  <a:lnTo>
                    <a:pt x="325273" y="112850"/>
                  </a:lnTo>
                  <a:lnTo>
                    <a:pt x="323471" y="107858"/>
                  </a:lnTo>
                  <a:lnTo>
                    <a:pt x="321512" y="102927"/>
                  </a:lnTo>
                  <a:lnTo>
                    <a:pt x="319398" y="98060"/>
                  </a:lnTo>
                  <a:lnTo>
                    <a:pt x="317129" y="93263"/>
                  </a:lnTo>
                  <a:lnTo>
                    <a:pt x="314710" y="88540"/>
                  </a:lnTo>
                  <a:lnTo>
                    <a:pt x="312142" y="83896"/>
                  </a:lnTo>
                  <a:lnTo>
                    <a:pt x="309428" y="79337"/>
                  </a:lnTo>
                  <a:lnTo>
                    <a:pt x="306571" y="74865"/>
                  </a:lnTo>
                  <a:lnTo>
                    <a:pt x="303573" y="70487"/>
                  </a:lnTo>
                  <a:lnTo>
                    <a:pt x="300438" y="66206"/>
                  </a:lnTo>
                  <a:lnTo>
                    <a:pt x="297168" y="62026"/>
                  </a:lnTo>
                  <a:lnTo>
                    <a:pt x="293768" y="57953"/>
                  </a:lnTo>
                  <a:lnTo>
                    <a:pt x="290240" y="53989"/>
                  </a:lnTo>
                  <a:lnTo>
                    <a:pt x="286587" y="50139"/>
                  </a:lnTo>
                  <a:lnTo>
                    <a:pt x="282815" y="46408"/>
                  </a:lnTo>
                  <a:lnTo>
                    <a:pt x="278926" y="42798"/>
                  </a:lnTo>
                  <a:lnTo>
                    <a:pt x="274924" y="39313"/>
                  </a:lnTo>
                  <a:lnTo>
                    <a:pt x="270814" y="35957"/>
                  </a:lnTo>
                  <a:lnTo>
                    <a:pt x="266599" y="32733"/>
                  </a:lnTo>
                  <a:lnTo>
                    <a:pt x="262284" y="29644"/>
                  </a:lnTo>
                  <a:lnTo>
                    <a:pt x="257873" y="26694"/>
                  </a:lnTo>
                  <a:lnTo>
                    <a:pt x="253371" y="23885"/>
                  </a:lnTo>
                  <a:lnTo>
                    <a:pt x="248782" y="21221"/>
                  </a:lnTo>
                  <a:lnTo>
                    <a:pt x="244111" y="18704"/>
                  </a:lnTo>
                  <a:lnTo>
                    <a:pt x="239362" y="16336"/>
                  </a:lnTo>
                  <a:lnTo>
                    <a:pt x="234540" y="14120"/>
                  </a:lnTo>
                  <a:lnTo>
                    <a:pt x="229651" y="12059"/>
                  </a:lnTo>
                  <a:lnTo>
                    <a:pt x="224698" y="10153"/>
                  </a:lnTo>
                  <a:lnTo>
                    <a:pt x="167155" y="1671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90748" y="2633064"/>
              <a:ext cx="57543" cy="167167"/>
            </a:xfrm>
            <a:custGeom>
              <a:avLst/>
              <a:pathLst>
                <a:path w="57543" h="167167">
                  <a:moveTo>
                    <a:pt x="57543" y="10216"/>
                  </a:moveTo>
                  <a:lnTo>
                    <a:pt x="51993" y="8291"/>
                  </a:lnTo>
                  <a:lnTo>
                    <a:pt x="46379" y="6562"/>
                  </a:lnTo>
                  <a:lnTo>
                    <a:pt x="40707" y="5032"/>
                  </a:lnTo>
                  <a:lnTo>
                    <a:pt x="34986" y="3702"/>
                  </a:lnTo>
                  <a:lnTo>
                    <a:pt x="29221" y="2573"/>
                  </a:lnTo>
                  <a:lnTo>
                    <a:pt x="23420" y="1648"/>
                  </a:lnTo>
                  <a:lnTo>
                    <a:pt x="17590" y="928"/>
                  </a:lnTo>
                  <a:lnTo>
                    <a:pt x="11739" y="412"/>
                  </a:lnTo>
                  <a:lnTo>
                    <a:pt x="5873" y="10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04683" y="3170392"/>
              <a:ext cx="21297" cy="167167"/>
            </a:xfrm>
            <a:custGeom>
              <a:avLst/>
              <a:pathLst>
                <a:path w="21297" h="167167">
                  <a:moveTo>
                    <a:pt x="21297" y="0"/>
                  </a:moveTo>
                  <a:lnTo>
                    <a:pt x="14181" y="151"/>
                  </a:lnTo>
                  <a:lnTo>
                    <a:pt x="7077" y="605"/>
                  </a:lnTo>
                  <a:lnTo>
                    <a:pt x="0" y="1362"/>
                  </a:lnTo>
                  <a:lnTo>
                    <a:pt x="2129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04683" y="3171754"/>
              <a:ext cx="21297" cy="165805"/>
            </a:xfrm>
            <a:custGeom>
              <a:avLst/>
              <a:pathLst>
                <a:path w="21297" h="165805">
                  <a:moveTo>
                    <a:pt x="0" y="0"/>
                  </a:moveTo>
                  <a:lnTo>
                    <a:pt x="21297" y="1658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04683" y="3171754"/>
              <a:ext cx="21297" cy="165805"/>
            </a:xfrm>
            <a:custGeom>
              <a:avLst/>
              <a:pathLst>
                <a:path w="21297" h="165805">
                  <a:moveTo>
                    <a:pt x="0" y="0"/>
                  </a:moveTo>
                  <a:lnTo>
                    <a:pt x="21297" y="1658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04683" y="3171754"/>
              <a:ext cx="21297" cy="165805"/>
            </a:xfrm>
            <a:custGeom>
              <a:avLst/>
              <a:pathLst>
                <a:path w="21297" h="165805">
                  <a:moveTo>
                    <a:pt x="0" y="0"/>
                  </a:moveTo>
                  <a:lnTo>
                    <a:pt x="21297" y="16580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04683" y="3171754"/>
              <a:ext cx="21297" cy="165805"/>
            </a:xfrm>
            <a:custGeom>
              <a:avLst/>
              <a:pathLst>
                <a:path w="21297" h="165805">
                  <a:moveTo>
                    <a:pt x="0" y="0"/>
                  </a:moveTo>
                  <a:lnTo>
                    <a:pt x="21297" y="1658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04683" y="3171754"/>
              <a:ext cx="21297" cy="165805"/>
            </a:xfrm>
            <a:custGeom>
              <a:avLst/>
              <a:pathLst>
                <a:path w="21297" h="165805">
                  <a:moveTo>
                    <a:pt x="0" y="0"/>
                  </a:moveTo>
                  <a:lnTo>
                    <a:pt x="21297" y="1658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04683" y="3171754"/>
              <a:ext cx="21297" cy="165805"/>
            </a:xfrm>
            <a:custGeom>
              <a:avLst/>
              <a:pathLst>
                <a:path w="21297" h="165805">
                  <a:moveTo>
                    <a:pt x="0" y="0"/>
                  </a:moveTo>
                  <a:lnTo>
                    <a:pt x="21297" y="16580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04683" y="3171754"/>
              <a:ext cx="21297" cy="165805"/>
            </a:xfrm>
            <a:custGeom>
              <a:avLst/>
              <a:pathLst>
                <a:path w="21297" h="165805">
                  <a:moveTo>
                    <a:pt x="0" y="0"/>
                  </a:moveTo>
                  <a:lnTo>
                    <a:pt x="21297" y="1658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04683" y="3171754"/>
              <a:ext cx="21297" cy="165805"/>
            </a:xfrm>
            <a:custGeom>
              <a:avLst/>
              <a:pathLst>
                <a:path w="21297" h="165805">
                  <a:moveTo>
                    <a:pt x="0" y="0"/>
                  </a:moveTo>
                  <a:lnTo>
                    <a:pt x="21297" y="1658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04683" y="3171754"/>
              <a:ext cx="21297" cy="165805"/>
            </a:xfrm>
            <a:custGeom>
              <a:avLst/>
              <a:pathLst>
                <a:path w="21297" h="165805">
                  <a:moveTo>
                    <a:pt x="0" y="0"/>
                  </a:moveTo>
                  <a:lnTo>
                    <a:pt x="21297" y="1658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04683" y="3171754"/>
              <a:ext cx="21297" cy="165805"/>
            </a:xfrm>
            <a:custGeom>
              <a:avLst/>
              <a:pathLst>
                <a:path w="21297" h="165805">
                  <a:moveTo>
                    <a:pt x="0" y="0"/>
                  </a:moveTo>
                  <a:lnTo>
                    <a:pt x="21297" y="1658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04683" y="3171754"/>
              <a:ext cx="21297" cy="165805"/>
            </a:xfrm>
            <a:custGeom>
              <a:avLst/>
              <a:pathLst>
                <a:path w="21297" h="165805">
                  <a:moveTo>
                    <a:pt x="0" y="0"/>
                  </a:moveTo>
                  <a:lnTo>
                    <a:pt x="21297" y="16580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04683" y="3171754"/>
              <a:ext cx="21297" cy="165805"/>
            </a:xfrm>
            <a:custGeom>
              <a:avLst/>
              <a:pathLst>
                <a:path w="21297" h="165805">
                  <a:moveTo>
                    <a:pt x="0" y="0"/>
                  </a:moveTo>
                  <a:lnTo>
                    <a:pt x="21297" y="16580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358831" y="3171754"/>
              <a:ext cx="334306" cy="332971"/>
            </a:xfrm>
            <a:custGeom>
              <a:avLst/>
              <a:pathLst>
                <a:path w="334306" h="332971">
                  <a:moveTo>
                    <a:pt x="145851" y="0"/>
                  </a:moveTo>
                  <a:lnTo>
                    <a:pt x="140607" y="758"/>
                  </a:lnTo>
                  <a:lnTo>
                    <a:pt x="135390" y="1682"/>
                  </a:lnTo>
                  <a:lnTo>
                    <a:pt x="130205" y="2770"/>
                  </a:lnTo>
                  <a:lnTo>
                    <a:pt x="125058" y="4023"/>
                  </a:lnTo>
                  <a:lnTo>
                    <a:pt x="119952" y="5438"/>
                  </a:lnTo>
                  <a:lnTo>
                    <a:pt x="114894" y="7014"/>
                  </a:lnTo>
                  <a:lnTo>
                    <a:pt x="109888" y="8750"/>
                  </a:lnTo>
                  <a:lnTo>
                    <a:pt x="104940" y="10643"/>
                  </a:lnTo>
                  <a:lnTo>
                    <a:pt x="100054" y="12692"/>
                  </a:lnTo>
                  <a:lnTo>
                    <a:pt x="95236" y="14895"/>
                  </a:lnTo>
                  <a:lnTo>
                    <a:pt x="90490" y="17250"/>
                  </a:lnTo>
                  <a:lnTo>
                    <a:pt x="85821" y="19754"/>
                  </a:lnTo>
                  <a:lnTo>
                    <a:pt x="81234" y="22404"/>
                  </a:lnTo>
                  <a:lnTo>
                    <a:pt x="76733" y="25199"/>
                  </a:lnTo>
                  <a:lnTo>
                    <a:pt x="72323" y="28135"/>
                  </a:lnTo>
                  <a:lnTo>
                    <a:pt x="68008" y="31209"/>
                  </a:lnTo>
                  <a:lnTo>
                    <a:pt x="63792" y="34418"/>
                  </a:lnTo>
                  <a:lnTo>
                    <a:pt x="59681" y="37759"/>
                  </a:lnTo>
                  <a:lnTo>
                    <a:pt x="55677" y="41229"/>
                  </a:lnTo>
                  <a:lnTo>
                    <a:pt x="51785" y="44824"/>
                  </a:lnTo>
                  <a:lnTo>
                    <a:pt x="48009" y="48541"/>
                  </a:lnTo>
                  <a:lnTo>
                    <a:pt x="44353" y="52375"/>
                  </a:lnTo>
                  <a:lnTo>
                    <a:pt x="40820" y="56323"/>
                  </a:lnTo>
                  <a:lnTo>
                    <a:pt x="37415" y="60381"/>
                  </a:lnTo>
                  <a:lnTo>
                    <a:pt x="34139" y="64545"/>
                  </a:lnTo>
                  <a:lnTo>
                    <a:pt x="30997" y="68811"/>
                  </a:lnTo>
                  <a:lnTo>
                    <a:pt x="27992" y="73174"/>
                  </a:lnTo>
                  <a:lnTo>
                    <a:pt x="25126" y="77631"/>
                  </a:lnTo>
                  <a:lnTo>
                    <a:pt x="22403" y="82175"/>
                  </a:lnTo>
                  <a:lnTo>
                    <a:pt x="19826" y="86804"/>
                  </a:lnTo>
                  <a:lnTo>
                    <a:pt x="17397" y="91512"/>
                  </a:lnTo>
                  <a:lnTo>
                    <a:pt x="15118" y="96295"/>
                  </a:lnTo>
                  <a:lnTo>
                    <a:pt x="12991" y="101148"/>
                  </a:lnTo>
                  <a:lnTo>
                    <a:pt x="11020" y="106065"/>
                  </a:lnTo>
                  <a:lnTo>
                    <a:pt x="9205" y="111043"/>
                  </a:lnTo>
                  <a:lnTo>
                    <a:pt x="7549" y="116075"/>
                  </a:lnTo>
                  <a:lnTo>
                    <a:pt x="6053" y="121158"/>
                  </a:lnTo>
                  <a:lnTo>
                    <a:pt x="4719" y="126285"/>
                  </a:lnTo>
                  <a:lnTo>
                    <a:pt x="3549" y="131452"/>
                  </a:lnTo>
                  <a:lnTo>
                    <a:pt x="2542" y="136654"/>
                  </a:lnTo>
                  <a:lnTo>
                    <a:pt x="1701" y="141885"/>
                  </a:lnTo>
                  <a:lnTo>
                    <a:pt x="1026" y="147140"/>
                  </a:lnTo>
                  <a:lnTo>
                    <a:pt x="518" y="152413"/>
                  </a:lnTo>
                  <a:lnTo>
                    <a:pt x="178" y="157700"/>
                  </a:lnTo>
                  <a:lnTo>
                    <a:pt x="5" y="162995"/>
                  </a:lnTo>
                  <a:lnTo>
                    <a:pt x="0" y="168293"/>
                  </a:lnTo>
                  <a:lnTo>
                    <a:pt x="162" y="173589"/>
                  </a:lnTo>
                  <a:lnTo>
                    <a:pt x="493" y="178877"/>
                  </a:lnTo>
                  <a:lnTo>
                    <a:pt x="991" y="184151"/>
                  </a:lnTo>
                  <a:lnTo>
                    <a:pt x="1656" y="189407"/>
                  </a:lnTo>
                  <a:lnTo>
                    <a:pt x="2487" y="194640"/>
                  </a:lnTo>
                  <a:lnTo>
                    <a:pt x="3483" y="199843"/>
                  </a:lnTo>
                  <a:lnTo>
                    <a:pt x="4644" y="205012"/>
                  </a:lnTo>
                  <a:lnTo>
                    <a:pt x="5968" y="210142"/>
                  </a:lnTo>
                  <a:lnTo>
                    <a:pt x="7454" y="215228"/>
                  </a:lnTo>
                  <a:lnTo>
                    <a:pt x="9100" y="220263"/>
                  </a:lnTo>
                  <a:lnTo>
                    <a:pt x="10905" y="225244"/>
                  </a:lnTo>
                  <a:lnTo>
                    <a:pt x="12867" y="230166"/>
                  </a:lnTo>
                  <a:lnTo>
                    <a:pt x="14985" y="235022"/>
                  </a:lnTo>
                  <a:lnTo>
                    <a:pt x="17254" y="239810"/>
                  </a:lnTo>
                  <a:lnTo>
                    <a:pt x="19675" y="244522"/>
                  </a:lnTo>
                  <a:lnTo>
                    <a:pt x="22243" y="249156"/>
                  </a:lnTo>
                  <a:lnTo>
                    <a:pt x="24957" y="253706"/>
                  </a:lnTo>
                  <a:lnTo>
                    <a:pt x="27814" y="258168"/>
                  </a:lnTo>
                  <a:lnTo>
                    <a:pt x="30811" y="262537"/>
                  </a:lnTo>
                  <a:lnTo>
                    <a:pt x="33945" y="266809"/>
                  </a:lnTo>
                  <a:lnTo>
                    <a:pt x="37213" y="270979"/>
                  </a:lnTo>
                  <a:lnTo>
                    <a:pt x="40611" y="275044"/>
                  </a:lnTo>
                  <a:lnTo>
                    <a:pt x="44136" y="278999"/>
                  </a:lnTo>
                  <a:lnTo>
                    <a:pt x="47785" y="282840"/>
                  </a:lnTo>
                  <a:lnTo>
                    <a:pt x="51553" y="286564"/>
                  </a:lnTo>
                  <a:lnTo>
                    <a:pt x="55438" y="290166"/>
                  </a:lnTo>
                  <a:lnTo>
                    <a:pt x="59435" y="293644"/>
                  </a:lnTo>
                  <a:lnTo>
                    <a:pt x="63540" y="296993"/>
                  </a:lnTo>
                  <a:lnTo>
                    <a:pt x="67750" y="300210"/>
                  </a:lnTo>
                  <a:lnTo>
                    <a:pt x="72059" y="303292"/>
                  </a:lnTo>
                  <a:lnTo>
                    <a:pt x="76463" y="306237"/>
                  </a:lnTo>
                  <a:lnTo>
                    <a:pt x="80959" y="309040"/>
                  </a:lnTo>
                  <a:lnTo>
                    <a:pt x="85541" y="311699"/>
                  </a:lnTo>
                  <a:lnTo>
                    <a:pt x="90205" y="314212"/>
                  </a:lnTo>
                  <a:lnTo>
                    <a:pt x="94947" y="316576"/>
                  </a:lnTo>
                  <a:lnTo>
                    <a:pt x="99761" y="318788"/>
                  </a:lnTo>
                  <a:lnTo>
                    <a:pt x="104643" y="320847"/>
                  </a:lnTo>
                  <a:lnTo>
                    <a:pt x="109587" y="322749"/>
                  </a:lnTo>
                  <a:lnTo>
                    <a:pt x="114589" y="324495"/>
                  </a:lnTo>
                  <a:lnTo>
                    <a:pt x="119644" y="326080"/>
                  </a:lnTo>
                  <a:lnTo>
                    <a:pt x="124747" y="327505"/>
                  </a:lnTo>
                  <a:lnTo>
                    <a:pt x="129893" y="328768"/>
                  </a:lnTo>
                  <a:lnTo>
                    <a:pt x="135076" y="329867"/>
                  </a:lnTo>
                  <a:lnTo>
                    <a:pt x="140291" y="330800"/>
                  </a:lnTo>
                  <a:lnTo>
                    <a:pt x="145533" y="331569"/>
                  </a:lnTo>
                  <a:lnTo>
                    <a:pt x="150796" y="332170"/>
                  </a:lnTo>
                  <a:lnTo>
                    <a:pt x="156077" y="332605"/>
                  </a:lnTo>
                  <a:lnTo>
                    <a:pt x="161368" y="332872"/>
                  </a:lnTo>
                  <a:lnTo>
                    <a:pt x="166665" y="332971"/>
                  </a:lnTo>
                  <a:lnTo>
                    <a:pt x="171962" y="332903"/>
                  </a:lnTo>
                  <a:lnTo>
                    <a:pt x="177255" y="332666"/>
                  </a:lnTo>
                  <a:lnTo>
                    <a:pt x="182538" y="332262"/>
                  </a:lnTo>
                  <a:lnTo>
                    <a:pt x="187805" y="331691"/>
                  </a:lnTo>
                  <a:lnTo>
                    <a:pt x="193051" y="330953"/>
                  </a:lnTo>
                  <a:lnTo>
                    <a:pt x="198272" y="330049"/>
                  </a:lnTo>
                  <a:lnTo>
                    <a:pt x="203461" y="328981"/>
                  </a:lnTo>
                  <a:lnTo>
                    <a:pt x="208613" y="327748"/>
                  </a:lnTo>
                  <a:lnTo>
                    <a:pt x="213724" y="326353"/>
                  </a:lnTo>
                  <a:lnTo>
                    <a:pt x="218789" y="324796"/>
                  </a:lnTo>
                  <a:lnTo>
                    <a:pt x="223801" y="323080"/>
                  </a:lnTo>
                  <a:lnTo>
                    <a:pt x="228756" y="321206"/>
                  </a:lnTo>
                  <a:lnTo>
                    <a:pt x="233650" y="319175"/>
                  </a:lnTo>
                  <a:lnTo>
                    <a:pt x="238477" y="316991"/>
                  </a:lnTo>
                  <a:lnTo>
                    <a:pt x="243232" y="314655"/>
                  </a:lnTo>
                  <a:lnTo>
                    <a:pt x="247910" y="312169"/>
                  </a:lnTo>
                  <a:lnTo>
                    <a:pt x="252508" y="309536"/>
                  </a:lnTo>
                  <a:lnTo>
                    <a:pt x="257020" y="306759"/>
                  </a:lnTo>
                  <a:lnTo>
                    <a:pt x="261441" y="303840"/>
                  </a:lnTo>
                  <a:lnTo>
                    <a:pt x="265768" y="300783"/>
                  </a:lnTo>
                  <a:lnTo>
                    <a:pt x="269996" y="297590"/>
                  </a:lnTo>
                  <a:lnTo>
                    <a:pt x="274120" y="294265"/>
                  </a:lnTo>
                  <a:lnTo>
                    <a:pt x="278137" y="290810"/>
                  </a:lnTo>
                  <a:lnTo>
                    <a:pt x="282043" y="287230"/>
                  </a:lnTo>
                  <a:lnTo>
                    <a:pt x="285833" y="283529"/>
                  </a:lnTo>
                  <a:lnTo>
                    <a:pt x="289504" y="279708"/>
                  </a:lnTo>
                  <a:lnTo>
                    <a:pt x="293052" y="275774"/>
                  </a:lnTo>
                  <a:lnTo>
                    <a:pt x="296474" y="271729"/>
                  </a:lnTo>
                  <a:lnTo>
                    <a:pt x="299765" y="267578"/>
                  </a:lnTo>
                  <a:lnTo>
                    <a:pt x="302924" y="263324"/>
                  </a:lnTo>
                  <a:lnTo>
                    <a:pt x="305946" y="258972"/>
                  </a:lnTo>
                  <a:lnTo>
                    <a:pt x="308829" y="254527"/>
                  </a:lnTo>
                  <a:lnTo>
                    <a:pt x="311569" y="249993"/>
                  </a:lnTo>
                  <a:lnTo>
                    <a:pt x="314164" y="245374"/>
                  </a:lnTo>
                  <a:lnTo>
                    <a:pt x="316612" y="240675"/>
                  </a:lnTo>
                  <a:lnTo>
                    <a:pt x="318909" y="235902"/>
                  </a:lnTo>
                  <a:lnTo>
                    <a:pt x="321054" y="231057"/>
                  </a:lnTo>
                  <a:lnTo>
                    <a:pt x="323045" y="226147"/>
                  </a:lnTo>
                  <a:lnTo>
                    <a:pt x="324879" y="221177"/>
                  </a:lnTo>
                  <a:lnTo>
                    <a:pt x="326554" y="216151"/>
                  </a:lnTo>
                  <a:lnTo>
                    <a:pt x="328070" y="211074"/>
                  </a:lnTo>
                  <a:lnTo>
                    <a:pt x="329423" y="205952"/>
                  </a:lnTo>
                  <a:lnTo>
                    <a:pt x="330614" y="200789"/>
                  </a:lnTo>
                  <a:lnTo>
                    <a:pt x="331641" y="195592"/>
                  </a:lnTo>
                  <a:lnTo>
                    <a:pt x="332502" y="190364"/>
                  </a:lnTo>
                  <a:lnTo>
                    <a:pt x="333197" y="185112"/>
                  </a:lnTo>
                  <a:lnTo>
                    <a:pt x="333726" y="179840"/>
                  </a:lnTo>
                  <a:lnTo>
                    <a:pt x="334087" y="174555"/>
                  </a:lnTo>
                  <a:lnTo>
                    <a:pt x="334280" y="169260"/>
                  </a:lnTo>
                  <a:lnTo>
                    <a:pt x="334306" y="163962"/>
                  </a:lnTo>
                  <a:lnTo>
                    <a:pt x="334163" y="158666"/>
                  </a:lnTo>
                  <a:lnTo>
                    <a:pt x="333853" y="153377"/>
                  </a:lnTo>
                  <a:lnTo>
                    <a:pt x="333376" y="148101"/>
                  </a:lnTo>
                  <a:lnTo>
                    <a:pt x="332731" y="142842"/>
                  </a:lnTo>
                  <a:lnTo>
                    <a:pt x="331920" y="137607"/>
                  </a:lnTo>
                  <a:lnTo>
                    <a:pt x="330944" y="132399"/>
                  </a:lnTo>
                  <a:lnTo>
                    <a:pt x="329803" y="127226"/>
                  </a:lnTo>
                  <a:lnTo>
                    <a:pt x="328499" y="122091"/>
                  </a:lnTo>
                  <a:lnTo>
                    <a:pt x="327033" y="117000"/>
                  </a:lnTo>
                  <a:lnTo>
                    <a:pt x="325406" y="111957"/>
                  </a:lnTo>
                  <a:lnTo>
                    <a:pt x="323620" y="106970"/>
                  </a:lnTo>
                  <a:lnTo>
                    <a:pt x="321677" y="102041"/>
                  </a:lnTo>
                  <a:lnTo>
                    <a:pt x="319579" y="97176"/>
                  </a:lnTo>
                  <a:lnTo>
                    <a:pt x="317328" y="92380"/>
                  </a:lnTo>
                  <a:lnTo>
                    <a:pt x="314925" y="87658"/>
                  </a:lnTo>
                  <a:lnTo>
                    <a:pt x="312375" y="83014"/>
                  </a:lnTo>
                  <a:lnTo>
                    <a:pt x="309678" y="78454"/>
                  </a:lnTo>
                  <a:lnTo>
                    <a:pt x="306839" y="73981"/>
                  </a:lnTo>
                  <a:lnTo>
                    <a:pt x="303859" y="69600"/>
                  </a:lnTo>
                  <a:lnTo>
                    <a:pt x="300741" y="65317"/>
                  </a:lnTo>
                  <a:lnTo>
                    <a:pt x="297490" y="61134"/>
                  </a:lnTo>
                  <a:lnTo>
                    <a:pt x="294108" y="57056"/>
                  </a:lnTo>
                  <a:lnTo>
                    <a:pt x="290598" y="53087"/>
                  </a:lnTo>
                  <a:lnTo>
                    <a:pt x="286964" y="49232"/>
                  </a:lnTo>
                  <a:lnTo>
                    <a:pt x="283210" y="45494"/>
                  </a:lnTo>
                  <a:lnTo>
                    <a:pt x="279339" y="41876"/>
                  </a:lnTo>
                  <a:lnTo>
                    <a:pt x="275355" y="38383"/>
                  </a:lnTo>
                  <a:lnTo>
                    <a:pt x="271263" y="35018"/>
                  </a:lnTo>
                  <a:lnTo>
                    <a:pt x="267066" y="31785"/>
                  </a:lnTo>
                  <a:lnTo>
                    <a:pt x="262769" y="28686"/>
                  </a:lnTo>
                  <a:lnTo>
                    <a:pt x="258376" y="25724"/>
                  </a:lnTo>
                  <a:lnTo>
                    <a:pt x="253891" y="22904"/>
                  </a:lnTo>
                  <a:lnTo>
                    <a:pt x="249319" y="20227"/>
                  </a:lnTo>
                  <a:lnTo>
                    <a:pt x="244665" y="17696"/>
                  </a:lnTo>
                  <a:lnTo>
                    <a:pt x="239932" y="15314"/>
                  </a:lnTo>
                  <a:lnTo>
                    <a:pt x="235127" y="13083"/>
                  </a:lnTo>
                  <a:lnTo>
                    <a:pt x="230253" y="11006"/>
                  </a:lnTo>
                  <a:lnTo>
                    <a:pt x="225316" y="9084"/>
                  </a:lnTo>
                  <a:lnTo>
                    <a:pt x="220321" y="7319"/>
                  </a:lnTo>
                  <a:lnTo>
                    <a:pt x="167148" y="1658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25980" y="3170392"/>
              <a:ext cx="53172" cy="167167"/>
            </a:xfrm>
            <a:custGeom>
              <a:avLst/>
              <a:pathLst>
                <a:path w="53172" h="167167">
                  <a:moveTo>
                    <a:pt x="53172" y="8681"/>
                  </a:moveTo>
                  <a:lnTo>
                    <a:pt x="47438" y="6872"/>
                  </a:lnTo>
                  <a:lnTo>
                    <a:pt x="41644" y="5270"/>
                  </a:lnTo>
                  <a:lnTo>
                    <a:pt x="35795" y="3877"/>
                  </a:lnTo>
                  <a:lnTo>
                    <a:pt x="29900" y="2695"/>
                  </a:lnTo>
                  <a:lnTo>
                    <a:pt x="23967" y="1727"/>
                  </a:lnTo>
                  <a:lnTo>
                    <a:pt x="18002" y="972"/>
                  </a:lnTo>
                  <a:lnTo>
                    <a:pt x="12014" y="432"/>
                  </a:lnTo>
                  <a:lnTo>
                    <a:pt x="6011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85919" y="3707720"/>
              <a:ext cx="4829" cy="167167"/>
            </a:xfrm>
            <a:custGeom>
              <a:avLst/>
              <a:pathLst>
                <a:path w="4829" h="167167">
                  <a:moveTo>
                    <a:pt x="4829" y="0"/>
                  </a:moveTo>
                  <a:lnTo>
                    <a:pt x="0" y="69"/>
                  </a:lnTo>
                  <a:lnTo>
                    <a:pt x="482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85919" y="3707790"/>
              <a:ext cx="4829" cy="167097"/>
            </a:xfrm>
            <a:custGeom>
              <a:avLst/>
              <a:pathLst>
                <a:path w="4829" h="167097">
                  <a:moveTo>
                    <a:pt x="0" y="0"/>
                  </a:moveTo>
                  <a:lnTo>
                    <a:pt x="4829" y="1670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85919" y="3707790"/>
              <a:ext cx="4829" cy="167097"/>
            </a:xfrm>
            <a:custGeom>
              <a:avLst/>
              <a:pathLst>
                <a:path w="4829" h="167097">
                  <a:moveTo>
                    <a:pt x="0" y="0"/>
                  </a:moveTo>
                  <a:lnTo>
                    <a:pt x="4829" y="16709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85919" y="3707790"/>
              <a:ext cx="4829" cy="167097"/>
            </a:xfrm>
            <a:custGeom>
              <a:avLst/>
              <a:pathLst>
                <a:path w="4829" h="167097">
                  <a:moveTo>
                    <a:pt x="0" y="0"/>
                  </a:moveTo>
                  <a:lnTo>
                    <a:pt x="4829" y="16709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85919" y="3707790"/>
              <a:ext cx="4829" cy="167097"/>
            </a:xfrm>
            <a:custGeom>
              <a:avLst/>
              <a:pathLst>
                <a:path w="4829" h="167097">
                  <a:moveTo>
                    <a:pt x="0" y="0"/>
                  </a:moveTo>
                  <a:lnTo>
                    <a:pt x="4829" y="16709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85919" y="3707790"/>
              <a:ext cx="4829" cy="167097"/>
            </a:xfrm>
            <a:custGeom>
              <a:avLst/>
              <a:pathLst>
                <a:path w="4829" h="167097">
                  <a:moveTo>
                    <a:pt x="0" y="0"/>
                  </a:moveTo>
                  <a:lnTo>
                    <a:pt x="4829" y="16709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5919" y="3707790"/>
              <a:ext cx="4829" cy="167097"/>
            </a:xfrm>
            <a:custGeom>
              <a:avLst/>
              <a:pathLst>
                <a:path w="4829" h="167097">
                  <a:moveTo>
                    <a:pt x="0" y="0"/>
                  </a:moveTo>
                  <a:lnTo>
                    <a:pt x="4829" y="1670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5919" y="3707790"/>
              <a:ext cx="4829" cy="167097"/>
            </a:xfrm>
            <a:custGeom>
              <a:avLst/>
              <a:pathLst>
                <a:path w="4829" h="167097">
                  <a:moveTo>
                    <a:pt x="0" y="0"/>
                  </a:moveTo>
                  <a:lnTo>
                    <a:pt x="4829" y="1670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5919" y="3707790"/>
              <a:ext cx="4829" cy="167097"/>
            </a:xfrm>
            <a:custGeom>
              <a:avLst/>
              <a:pathLst>
                <a:path w="4829" h="167097">
                  <a:moveTo>
                    <a:pt x="0" y="0"/>
                  </a:moveTo>
                  <a:lnTo>
                    <a:pt x="4829" y="1670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5919" y="3707790"/>
              <a:ext cx="4829" cy="167097"/>
            </a:xfrm>
            <a:custGeom>
              <a:avLst/>
              <a:pathLst>
                <a:path w="4829" h="167097">
                  <a:moveTo>
                    <a:pt x="0" y="0"/>
                  </a:moveTo>
                  <a:lnTo>
                    <a:pt x="4829" y="1670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85919" y="3707790"/>
              <a:ext cx="4829" cy="167097"/>
            </a:xfrm>
            <a:custGeom>
              <a:avLst/>
              <a:pathLst>
                <a:path w="4829" h="167097">
                  <a:moveTo>
                    <a:pt x="0" y="0"/>
                  </a:moveTo>
                  <a:lnTo>
                    <a:pt x="4829" y="16709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85919" y="3707790"/>
              <a:ext cx="4829" cy="167097"/>
            </a:xfrm>
            <a:custGeom>
              <a:avLst/>
              <a:pathLst>
                <a:path w="4829" h="167097">
                  <a:moveTo>
                    <a:pt x="0" y="0"/>
                  </a:moveTo>
                  <a:lnTo>
                    <a:pt x="4829" y="16709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423583" y="3707720"/>
              <a:ext cx="334325" cy="334317"/>
            </a:xfrm>
            <a:custGeom>
              <a:avLst/>
              <a:pathLst>
                <a:path w="334325" h="334317">
                  <a:moveTo>
                    <a:pt x="162335" y="69"/>
                  </a:moveTo>
                  <a:lnTo>
                    <a:pt x="157061" y="305"/>
                  </a:lnTo>
                  <a:lnTo>
                    <a:pt x="151796" y="707"/>
                  </a:lnTo>
                  <a:lnTo>
                    <a:pt x="146547" y="1276"/>
                  </a:lnTo>
                  <a:lnTo>
                    <a:pt x="141318" y="2010"/>
                  </a:lnTo>
                  <a:lnTo>
                    <a:pt x="136116" y="2908"/>
                  </a:lnTo>
                  <a:lnTo>
                    <a:pt x="130944" y="3971"/>
                  </a:lnTo>
                  <a:lnTo>
                    <a:pt x="125808" y="5196"/>
                  </a:lnTo>
                  <a:lnTo>
                    <a:pt x="120714" y="6583"/>
                  </a:lnTo>
                  <a:lnTo>
                    <a:pt x="115666" y="8130"/>
                  </a:lnTo>
                  <a:lnTo>
                    <a:pt x="110669" y="9835"/>
                  </a:lnTo>
                  <a:lnTo>
                    <a:pt x="105728" y="11698"/>
                  </a:lnTo>
                  <a:lnTo>
                    <a:pt x="100849" y="13716"/>
                  </a:lnTo>
                  <a:lnTo>
                    <a:pt x="96036" y="15886"/>
                  </a:lnTo>
                  <a:lnTo>
                    <a:pt x="91294" y="18208"/>
                  </a:lnTo>
                  <a:lnTo>
                    <a:pt x="86628" y="20678"/>
                  </a:lnTo>
                  <a:lnTo>
                    <a:pt x="82042" y="23295"/>
                  </a:lnTo>
                  <a:lnTo>
                    <a:pt x="77541" y="26055"/>
                  </a:lnTo>
                  <a:lnTo>
                    <a:pt x="73130" y="28955"/>
                  </a:lnTo>
                  <a:lnTo>
                    <a:pt x="68812" y="31994"/>
                  </a:lnTo>
                  <a:lnTo>
                    <a:pt x="64592" y="35167"/>
                  </a:lnTo>
                  <a:lnTo>
                    <a:pt x="60475" y="38472"/>
                  </a:lnTo>
                  <a:lnTo>
                    <a:pt x="56464" y="41906"/>
                  </a:lnTo>
                  <a:lnTo>
                    <a:pt x="52563" y="45464"/>
                  </a:lnTo>
                  <a:lnTo>
                    <a:pt x="48777" y="49144"/>
                  </a:lnTo>
                  <a:lnTo>
                    <a:pt x="45109" y="52942"/>
                  </a:lnTo>
                  <a:lnTo>
                    <a:pt x="41562" y="56853"/>
                  </a:lnTo>
                  <a:lnTo>
                    <a:pt x="38141" y="60875"/>
                  </a:lnTo>
                  <a:lnTo>
                    <a:pt x="34849" y="65002"/>
                  </a:lnTo>
                  <a:lnTo>
                    <a:pt x="31689" y="69232"/>
                  </a:lnTo>
                  <a:lnTo>
                    <a:pt x="28663" y="73559"/>
                  </a:lnTo>
                  <a:lnTo>
                    <a:pt x="25776" y="77979"/>
                  </a:lnTo>
                  <a:lnTo>
                    <a:pt x="23030" y="82489"/>
                  </a:lnTo>
                  <a:lnTo>
                    <a:pt x="20428" y="87083"/>
                  </a:lnTo>
                  <a:lnTo>
                    <a:pt x="17972" y="91757"/>
                  </a:lnTo>
                  <a:lnTo>
                    <a:pt x="15665" y="96506"/>
                  </a:lnTo>
                  <a:lnTo>
                    <a:pt x="13509" y="101326"/>
                  </a:lnTo>
                  <a:lnTo>
                    <a:pt x="11506" y="106211"/>
                  </a:lnTo>
                  <a:lnTo>
                    <a:pt x="9659" y="111157"/>
                  </a:lnTo>
                  <a:lnTo>
                    <a:pt x="7969" y="116159"/>
                  </a:lnTo>
                  <a:lnTo>
                    <a:pt x="6437" y="121212"/>
                  </a:lnTo>
                  <a:lnTo>
                    <a:pt x="5066" y="126310"/>
                  </a:lnTo>
                  <a:lnTo>
                    <a:pt x="3857" y="131450"/>
                  </a:lnTo>
                  <a:lnTo>
                    <a:pt x="2810" y="136625"/>
                  </a:lnTo>
                  <a:lnTo>
                    <a:pt x="1928" y="141831"/>
                  </a:lnTo>
                  <a:lnTo>
                    <a:pt x="1210" y="147061"/>
                  </a:lnTo>
                  <a:lnTo>
                    <a:pt x="658" y="152312"/>
                  </a:lnTo>
                  <a:lnTo>
                    <a:pt x="272" y="157578"/>
                  </a:lnTo>
                  <a:lnTo>
                    <a:pt x="52" y="162853"/>
                  </a:lnTo>
                  <a:lnTo>
                    <a:pt x="0" y="168133"/>
                  </a:lnTo>
                  <a:lnTo>
                    <a:pt x="113" y="173411"/>
                  </a:lnTo>
                  <a:lnTo>
                    <a:pt x="394" y="178684"/>
                  </a:lnTo>
                  <a:lnTo>
                    <a:pt x="841" y="183945"/>
                  </a:lnTo>
                  <a:lnTo>
                    <a:pt x="1454" y="189189"/>
                  </a:lnTo>
                  <a:lnTo>
                    <a:pt x="2232" y="194411"/>
                  </a:lnTo>
                  <a:lnTo>
                    <a:pt x="3174" y="199606"/>
                  </a:lnTo>
                  <a:lnTo>
                    <a:pt x="4281" y="204769"/>
                  </a:lnTo>
                  <a:lnTo>
                    <a:pt x="5549" y="209894"/>
                  </a:lnTo>
                  <a:lnTo>
                    <a:pt x="6979" y="214976"/>
                  </a:lnTo>
                  <a:lnTo>
                    <a:pt x="8569" y="220011"/>
                  </a:lnTo>
                  <a:lnTo>
                    <a:pt x="10317" y="224993"/>
                  </a:lnTo>
                  <a:lnTo>
                    <a:pt x="12221" y="229917"/>
                  </a:lnTo>
                  <a:lnTo>
                    <a:pt x="14280" y="234779"/>
                  </a:lnTo>
                  <a:lnTo>
                    <a:pt x="16492" y="239574"/>
                  </a:lnTo>
                  <a:lnTo>
                    <a:pt x="18853" y="244296"/>
                  </a:lnTo>
                  <a:lnTo>
                    <a:pt x="21363" y="248941"/>
                  </a:lnTo>
                  <a:lnTo>
                    <a:pt x="24018" y="253505"/>
                  </a:lnTo>
                  <a:lnTo>
                    <a:pt x="26816" y="257982"/>
                  </a:lnTo>
                  <a:lnTo>
                    <a:pt x="29754" y="262369"/>
                  </a:lnTo>
                  <a:lnTo>
                    <a:pt x="32829" y="266661"/>
                  </a:lnTo>
                  <a:lnTo>
                    <a:pt x="36038" y="270854"/>
                  </a:lnTo>
                  <a:lnTo>
                    <a:pt x="39378" y="274943"/>
                  </a:lnTo>
                  <a:lnTo>
                    <a:pt x="42845" y="278925"/>
                  </a:lnTo>
                  <a:lnTo>
                    <a:pt x="46437" y="282795"/>
                  </a:lnTo>
                  <a:lnTo>
                    <a:pt x="50148" y="286550"/>
                  </a:lnTo>
                  <a:lnTo>
                    <a:pt x="53977" y="290186"/>
                  </a:lnTo>
                  <a:lnTo>
                    <a:pt x="57918" y="293699"/>
                  </a:lnTo>
                  <a:lnTo>
                    <a:pt x="61969" y="297086"/>
                  </a:lnTo>
                  <a:lnTo>
                    <a:pt x="66124" y="300343"/>
                  </a:lnTo>
                  <a:lnTo>
                    <a:pt x="70380" y="303467"/>
                  </a:lnTo>
                  <a:lnTo>
                    <a:pt x="74733" y="306456"/>
                  </a:lnTo>
                  <a:lnTo>
                    <a:pt x="79178" y="309305"/>
                  </a:lnTo>
                  <a:lnTo>
                    <a:pt x="83710" y="312013"/>
                  </a:lnTo>
                  <a:lnTo>
                    <a:pt x="88326" y="314576"/>
                  </a:lnTo>
                  <a:lnTo>
                    <a:pt x="93021" y="316993"/>
                  </a:lnTo>
                  <a:lnTo>
                    <a:pt x="97789" y="319259"/>
                  </a:lnTo>
                  <a:lnTo>
                    <a:pt x="102627" y="321374"/>
                  </a:lnTo>
                  <a:lnTo>
                    <a:pt x="107529" y="323335"/>
                  </a:lnTo>
                  <a:lnTo>
                    <a:pt x="112491" y="325141"/>
                  </a:lnTo>
                  <a:lnTo>
                    <a:pt x="117507" y="326789"/>
                  </a:lnTo>
                  <a:lnTo>
                    <a:pt x="122572" y="328277"/>
                  </a:lnTo>
                  <a:lnTo>
                    <a:pt x="127682" y="329605"/>
                  </a:lnTo>
                  <a:lnTo>
                    <a:pt x="132832" y="330771"/>
                  </a:lnTo>
                  <a:lnTo>
                    <a:pt x="138016" y="331773"/>
                  </a:lnTo>
                  <a:lnTo>
                    <a:pt x="143228" y="332612"/>
                  </a:lnTo>
                  <a:lnTo>
                    <a:pt x="148465" y="333285"/>
                  </a:lnTo>
                  <a:lnTo>
                    <a:pt x="153721" y="333793"/>
                  </a:lnTo>
                  <a:lnTo>
                    <a:pt x="158989" y="334134"/>
                  </a:lnTo>
                  <a:lnTo>
                    <a:pt x="164266" y="334309"/>
                  </a:lnTo>
                  <a:lnTo>
                    <a:pt x="169546" y="334317"/>
                  </a:lnTo>
                  <a:lnTo>
                    <a:pt x="174824" y="334159"/>
                  </a:lnTo>
                  <a:lnTo>
                    <a:pt x="180093" y="333834"/>
                  </a:lnTo>
                  <a:lnTo>
                    <a:pt x="185350" y="333342"/>
                  </a:lnTo>
                  <a:lnTo>
                    <a:pt x="190589" y="332685"/>
                  </a:lnTo>
                  <a:lnTo>
                    <a:pt x="195804" y="331863"/>
                  </a:lnTo>
                  <a:lnTo>
                    <a:pt x="200991" y="330876"/>
                  </a:lnTo>
                  <a:lnTo>
                    <a:pt x="206144" y="329726"/>
                  </a:lnTo>
                  <a:lnTo>
                    <a:pt x="211258" y="328414"/>
                  </a:lnTo>
                  <a:lnTo>
                    <a:pt x="216329" y="326941"/>
                  </a:lnTo>
                  <a:lnTo>
                    <a:pt x="221350" y="325309"/>
                  </a:lnTo>
                  <a:lnTo>
                    <a:pt x="226317" y="323519"/>
                  </a:lnTo>
                  <a:lnTo>
                    <a:pt x="231225" y="321573"/>
                  </a:lnTo>
                  <a:lnTo>
                    <a:pt x="236069" y="319473"/>
                  </a:lnTo>
                  <a:lnTo>
                    <a:pt x="240845" y="317221"/>
                  </a:lnTo>
                  <a:lnTo>
                    <a:pt x="245547" y="314819"/>
                  </a:lnTo>
                  <a:lnTo>
                    <a:pt x="250170" y="312270"/>
                  </a:lnTo>
                  <a:lnTo>
                    <a:pt x="254711" y="309576"/>
                  </a:lnTo>
                  <a:lnTo>
                    <a:pt x="259165" y="306741"/>
                  </a:lnTo>
                  <a:lnTo>
                    <a:pt x="263527" y="303766"/>
                  </a:lnTo>
                  <a:lnTo>
                    <a:pt x="267793" y="300654"/>
                  </a:lnTo>
                  <a:lnTo>
                    <a:pt x="271958" y="297410"/>
                  </a:lnTo>
                  <a:lnTo>
                    <a:pt x="276019" y="294035"/>
                  </a:lnTo>
                  <a:lnTo>
                    <a:pt x="279971" y="290534"/>
                  </a:lnTo>
                  <a:lnTo>
                    <a:pt x="283811" y="286911"/>
                  </a:lnTo>
                  <a:lnTo>
                    <a:pt x="287534" y="283167"/>
                  </a:lnTo>
                  <a:lnTo>
                    <a:pt x="291137" y="279308"/>
                  </a:lnTo>
                  <a:lnTo>
                    <a:pt x="294617" y="275337"/>
                  </a:lnTo>
                  <a:lnTo>
                    <a:pt x="297969" y="271258"/>
                  </a:lnTo>
                  <a:lnTo>
                    <a:pt x="301191" y="267075"/>
                  </a:lnTo>
                  <a:lnTo>
                    <a:pt x="304280" y="262793"/>
                  </a:lnTo>
                  <a:lnTo>
                    <a:pt x="307231" y="258415"/>
                  </a:lnTo>
                  <a:lnTo>
                    <a:pt x="310043" y="253946"/>
                  </a:lnTo>
                  <a:lnTo>
                    <a:pt x="312712" y="249391"/>
                  </a:lnTo>
                  <a:lnTo>
                    <a:pt x="315236" y="244753"/>
                  </a:lnTo>
                  <a:lnTo>
                    <a:pt x="317612" y="240038"/>
                  </a:lnTo>
                  <a:lnTo>
                    <a:pt x="319839" y="235251"/>
                  </a:lnTo>
                  <a:lnTo>
                    <a:pt x="321913" y="230396"/>
                  </a:lnTo>
                  <a:lnTo>
                    <a:pt x="323832" y="225477"/>
                  </a:lnTo>
                  <a:lnTo>
                    <a:pt x="325596" y="220500"/>
                  </a:lnTo>
                  <a:lnTo>
                    <a:pt x="327201" y="215470"/>
                  </a:lnTo>
                  <a:lnTo>
                    <a:pt x="328646" y="210392"/>
                  </a:lnTo>
                  <a:lnTo>
                    <a:pt x="329931" y="205271"/>
                  </a:lnTo>
                  <a:lnTo>
                    <a:pt x="331053" y="200112"/>
                  </a:lnTo>
                  <a:lnTo>
                    <a:pt x="332012" y="194920"/>
                  </a:lnTo>
                  <a:lnTo>
                    <a:pt x="332806" y="189700"/>
                  </a:lnTo>
                  <a:lnTo>
                    <a:pt x="333435" y="184458"/>
                  </a:lnTo>
                  <a:lnTo>
                    <a:pt x="333898" y="179198"/>
                  </a:lnTo>
                  <a:lnTo>
                    <a:pt x="334195" y="173927"/>
                  </a:lnTo>
                  <a:lnTo>
                    <a:pt x="334325" y="168649"/>
                  </a:lnTo>
                  <a:lnTo>
                    <a:pt x="334288" y="163369"/>
                  </a:lnTo>
                  <a:lnTo>
                    <a:pt x="334085" y="158093"/>
                  </a:lnTo>
                  <a:lnTo>
                    <a:pt x="333715" y="152826"/>
                  </a:lnTo>
                  <a:lnTo>
                    <a:pt x="333179" y="147574"/>
                  </a:lnTo>
                  <a:lnTo>
                    <a:pt x="332478" y="142341"/>
                  </a:lnTo>
                  <a:lnTo>
                    <a:pt x="331611" y="137133"/>
                  </a:lnTo>
                  <a:lnTo>
                    <a:pt x="330581" y="131954"/>
                  </a:lnTo>
                  <a:lnTo>
                    <a:pt x="329387" y="126811"/>
                  </a:lnTo>
                  <a:lnTo>
                    <a:pt x="328032" y="121708"/>
                  </a:lnTo>
                  <a:lnTo>
                    <a:pt x="326516" y="116651"/>
                  </a:lnTo>
                  <a:lnTo>
                    <a:pt x="324841" y="111643"/>
                  </a:lnTo>
                  <a:lnTo>
                    <a:pt x="323009" y="106692"/>
                  </a:lnTo>
                  <a:lnTo>
                    <a:pt x="321022" y="101800"/>
                  </a:lnTo>
                  <a:lnTo>
                    <a:pt x="318881" y="96974"/>
                  </a:lnTo>
                  <a:lnTo>
                    <a:pt x="316588" y="92218"/>
                  </a:lnTo>
                  <a:lnTo>
                    <a:pt x="314147" y="87536"/>
                  </a:lnTo>
                  <a:lnTo>
                    <a:pt x="311559" y="82934"/>
                  </a:lnTo>
                  <a:lnTo>
                    <a:pt x="308827" y="78416"/>
                  </a:lnTo>
                  <a:lnTo>
                    <a:pt x="305953" y="73987"/>
                  </a:lnTo>
                  <a:lnTo>
                    <a:pt x="302941" y="69650"/>
                  </a:lnTo>
                  <a:lnTo>
                    <a:pt x="299794" y="65411"/>
                  </a:lnTo>
                  <a:lnTo>
                    <a:pt x="296515" y="61273"/>
                  </a:lnTo>
                  <a:lnTo>
                    <a:pt x="293106" y="57241"/>
                  </a:lnTo>
                  <a:lnTo>
                    <a:pt x="289572" y="53319"/>
                  </a:lnTo>
                  <a:lnTo>
                    <a:pt x="285915" y="49510"/>
                  </a:lnTo>
                  <a:lnTo>
                    <a:pt x="282140" y="45819"/>
                  </a:lnTo>
                  <a:lnTo>
                    <a:pt x="278251" y="42248"/>
                  </a:lnTo>
                  <a:lnTo>
                    <a:pt x="274251" y="38802"/>
                  </a:lnTo>
                  <a:lnTo>
                    <a:pt x="270143" y="35485"/>
                  </a:lnTo>
                  <a:lnTo>
                    <a:pt x="265933" y="32298"/>
                  </a:lnTo>
                  <a:lnTo>
                    <a:pt x="261625" y="29246"/>
                  </a:lnTo>
                  <a:lnTo>
                    <a:pt x="257222" y="26332"/>
                  </a:lnTo>
                  <a:lnTo>
                    <a:pt x="252730" y="23558"/>
                  </a:lnTo>
                  <a:lnTo>
                    <a:pt x="248152" y="20928"/>
                  </a:lnTo>
                  <a:lnTo>
                    <a:pt x="243493" y="18443"/>
                  </a:lnTo>
                  <a:lnTo>
                    <a:pt x="238759" y="16107"/>
                  </a:lnTo>
                  <a:lnTo>
                    <a:pt x="233952" y="13921"/>
                  </a:lnTo>
                  <a:lnTo>
                    <a:pt x="229080" y="11888"/>
                  </a:lnTo>
                  <a:lnTo>
                    <a:pt x="224145" y="10010"/>
                  </a:lnTo>
                  <a:lnTo>
                    <a:pt x="219153" y="8289"/>
                  </a:lnTo>
                  <a:lnTo>
                    <a:pt x="214110" y="6727"/>
                  </a:lnTo>
                  <a:lnTo>
                    <a:pt x="209020" y="5324"/>
                  </a:lnTo>
                  <a:lnTo>
                    <a:pt x="203888" y="4083"/>
                  </a:lnTo>
                  <a:lnTo>
                    <a:pt x="198720" y="3005"/>
                  </a:lnTo>
                  <a:lnTo>
                    <a:pt x="193520" y="2090"/>
                  </a:lnTo>
                  <a:lnTo>
                    <a:pt x="188293" y="1340"/>
                  </a:lnTo>
                  <a:lnTo>
                    <a:pt x="183046" y="756"/>
                  </a:lnTo>
                  <a:lnTo>
                    <a:pt x="177783" y="337"/>
                  </a:lnTo>
                  <a:lnTo>
                    <a:pt x="172509" y="85"/>
                  </a:lnTo>
                  <a:lnTo>
                    <a:pt x="167230" y="0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76458" y="4213821"/>
              <a:ext cx="4829" cy="167167"/>
            </a:xfrm>
            <a:custGeom>
              <a:avLst/>
              <a:pathLst>
                <a:path w="4829" h="167167">
                  <a:moveTo>
                    <a:pt x="4829" y="0"/>
                  </a:moveTo>
                  <a:lnTo>
                    <a:pt x="0" y="69"/>
                  </a:lnTo>
                  <a:lnTo>
                    <a:pt x="482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76458" y="4213891"/>
              <a:ext cx="4829" cy="167097"/>
            </a:xfrm>
            <a:custGeom>
              <a:avLst/>
              <a:pathLst>
                <a:path w="4829" h="167097">
                  <a:moveTo>
                    <a:pt x="0" y="0"/>
                  </a:moveTo>
                  <a:lnTo>
                    <a:pt x="4829" y="16709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76458" y="4213891"/>
              <a:ext cx="4829" cy="167097"/>
            </a:xfrm>
            <a:custGeom>
              <a:avLst/>
              <a:pathLst>
                <a:path w="4829" h="167097">
                  <a:moveTo>
                    <a:pt x="0" y="0"/>
                  </a:moveTo>
                  <a:lnTo>
                    <a:pt x="4829" y="16709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76458" y="4213891"/>
              <a:ext cx="4829" cy="167097"/>
            </a:xfrm>
            <a:custGeom>
              <a:avLst/>
              <a:pathLst>
                <a:path w="4829" h="167097">
                  <a:moveTo>
                    <a:pt x="0" y="0"/>
                  </a:moveTo>
                  <a:lnTo>
                    <a:pt x="4829" y="16709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76458" y="4213891"/>
              <a:ext cx="4829" cy="167097"/>
            </a:xfrm>
            <a:custGeom>
              <a:avLst/>
              <a:pathLst>
                <a:path w="4829" h="167097">
                  <a:moveTo>
                    <a:pt x="0" y="0"/>
                  </a:moveTo>
                  <a:lnTo>
                    <a:pt x="4829" y="16709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76458" y="4213891"/>
              <a:ext cx="4829" cy="167097"/>
            </a:xfrm>
            <a:custGeom>
              <a:avLst/>
              <a:pathLst>
                <a:path w="4829" h="167097">
                  <a:moveTo>
                    <a:pt x="0" y="0"/>
                  </a:moveTo>
                  <a:lnTo>
                    <a:pt x="4829" y="1670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6458" y="4213891"/>
              <a:ext cx="4829" cy="167097"/>
            </a:xfrm>
            <a:custGeom>
              <a:avLst/>
              <a:pathLst>
                <a:path w="4829" h="167097">
                  <a:moveTo>
                    <a:pt x="0" y="0"/>
                  </a:moveTo>
                  <a:lnTo>
                    <a:pt x="4829" y="1670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6458" y="4213891"/>
              <a:ext cx="4829" cy="167097"/>
            </a:xfrm>
            <a:custGeom>
              <a:avLst/>
              <a:pathLst>
                <a:path w="4829" h="167097">
                  <a:moveTo>
                    <a:pt x="0" y="0"/>
                  </a:moveTo>
                  <a:lnTo>
                    <a:pt x="4829" y="1670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6458" y="4213891"/>
              <a:ext cx="4829" cy="167097"/>
            </a:xfrm>
            <a:custGeom>
              <a:avLst/>
              <a:pathLst>
                <a:path w="4829" h="167097">
                  <a:moveTo>
                    <a:pt x="0" y="0"/>
                  </a:moveTo>
                  <a:lnTo>
                    <a:pt x="4829" y="1670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6458" y="4213891"/>
              <a:ext cx="4829" cy="167097"/>
            </a:xfrm>
            <a:custGeom>
              <a:avLst/>
              <a:pathLst>
                <a:path w="4829" h="167097">
                  <a:moveTo>
                    <a:pt x="0" y="0"/>
                  </a:moveTo>
                  <a:lnTo>
                    <a:pt x="4829" y="16709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76458" y="4213891"/>
              <a:ext cx="4829" cy="167097"/>
            </a:xfrm>
            <a:custGeom>
              <a:avLst/>
              <a:pathLst>
                <a:path w="4829" h="167097">
                  <a:moveTo>
                    <a:pt x="0" y="0"/>
                  </a:moveTo>
                  <a:lnTo>
                    <a:pt x="4829" y="16709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614122" y="4213821"/>
              <a:ext cx="334324" cy="334319"/>
            </a:xfrm>
            <a:custGeom>
              <a:avLst/>
              <a:pathLst>
                <a:path w="334324" h="334319">
                  <a:moveTo>
                    <a:pt x="162335" y="69"/>
                  </a:moveTo>
                  <a:lnTo>
                    <a:pt x="157062" y="305"/>
                  </a:lnTo>
                  <a:lnTo>
                    <a:pt x="151799" y="707"/>
                  </a:lnTo>
                  <a:lnTo>
                    <a:pt x="146551" y="1275"/>
                  </a:lnTo>
                  <a:lnTo>
                    <a:pt x="141324" y="2008"/>
                  </a:lnTo>
                  <a:lnTo>
                    <a:pt x="136122" y="2907"/>
                  </a:lnTo>
                  <a:lnTo>
                    <a:pt x="130952" y="3969"/>
                  </a:lnTo>
                  <a:lnTo>
                    <a:pt x="125817" y="5193"/>
                  </a:lnTo>
                  <a:lnTo>
                    <a:pt x="120724" y="6579"/>
                  </a:lnTo>
                  <a:lnTo>
                    <a:pt x="115677" y="8126"/>
                  </a:lnTo>
                  <a:lnTo>
                    <a:pt x="110682" y="9831"/>
                  </a:lnTo>
                  <a:lnTo>
                    <a:pt x="105742" y="11692"/>
                  </a:lnTo>
                  <a:lnTo>
                    <a:pt x="100864" y="13709"/>
                  </a:lnTo>
                  <a:lnTo>
                    <a:pt x="96052" y="15879"/>
                  </a:lnTo>
                  <a:lnTo>
                    <a:pt x="91311" y="18199"/>
                  </a:lnTo>
                  <a:lnTo>
                    <a:pt x="86646" y="20668"/>
                  </a:lnTo>
                  <a:lnTo>
                    <a:pt x="82061" y="23284"/>
                  </a:lnTo>
                  <a:lnTo>
                    <a:pt x="77561" y="26042"/>
                  </a:lnTo>
                  <a:lnTo>
                    <a:pt x="73150" y="28942"/>
                  </a:lnTo>
                  <a:lnTo>
                    <a:pt x="68832" y="31979"/>
                  </a:lnTo>
                  <a:lnTo>
                    <a:pt x="64613" y="35151"/>
                  </a:lnTo>
                  <a:lnTo>
                    <a:pt x="60496" y="38454"/>
                  </a:lnTo>
                  <a:lnTo>
                    <a:pt x="56486" y="41886"/>
                  </a:lnTo>
                  <a:lnTo>
                    <a:pt x="52586" y="45443"/>
                  </a:lnTo>
                  <a:lnTo>
                    <a:pt x="48800" y="49121"/>
                  </a:lnTo>
                  <a:lnTo>
                    <a:pt x="45132" y="52917"/>
                  </a:lnTo>
                  <a:lnTo>
                    <a:pt x="41585" y="56827"/>
                  </a:lnTo>
                  <a:lnTo>
                    <a:pt x="38164" y="60847"/>
                  </a:lnTo>
                  <a:lnTo>
                    <a:pt x="34872" y="64973"/>
                  </a:lnTo>
                  <a:lnTo>
                    <a:pt x="31711" y="69200"/>
                  </a:lnTo>
                  <a:lnTo>
                    <a:pt x="28686" y="73526"/>
                  </a:lnTo>
                  <a:lnTo>
                    <a:pt x="25799" y="77944"/>
                  </a:lnTo>
                  <a:lnTo>
                    <a:pt x="23052" y="82452"/>
                  </a:lnTo>
                  <a:lnTo>
                    <a:pt x="20449" y="87044"/>
                  </a:lnTo>
                  <a:lnTo>
                    <a:pt x="17993" y="91716"/>
                  </a:lnTo>
                  <a:lnTo>
                    <a:pt x="15685" y="96464"/>
                  </a:lnTo>
                  <a:lnTo>
                    <a:pt x="13528" y="101281"/>
                  </a:lnTo>
                  <a:lnTo>
                    <a:pt x="11525" y="106165"/>
                  </a:lnTo>
                  <a:lnTo>
                    <a:pt x="9676" y="111109"/>
                  </a:lnTo>
                  <a:lnTo>
                    <a:pt x="7985" y="116109"/>
                  </a:lnTo>
                  <a:lnTo>
                    <a:pt x="6452" y="121160"/>
                  </a:lnTo>
                  <a:lnTo>
                    <a:pt x="5080" y="126257"/>
                  </a:lnTo>
                  <a:lnTo>
                    <a:pt x="3869" y="131395"/>
                  </a:lnTo>
                  <a:lnTo>
                    <a:pt x="2821" y="136569"/>
                  </a:lnTo>
                  <a:lnTo>
                    <a:pt x="1937" y="141773"/>
                  </a:lnTo>
                  <a:lnTo>
                    <a:pt x="1218" y="147002"/>
                  </a:lnTo>
                  <a:lnTo>
                    <a:pt x="664" y="152251"/>
                  </a:lnTo>
                  <a:lnTo>
                    <a:pt x="276" y="157515"/>
                  </a:lnTo>
                  <a:lnTo>
                    <a:pt x="54" y="162789"/>
                  </a:lnTo>
                  <a:lnTo>
                    <a:pt x="0" y="168067"/>
                  </a:lnTo>
                  <a:lnTo>
                    <a:pt x="111" y="173345"/>
                  </a:lnTo>
                  <a:lnTo>
                    <a:pt x="390" y="178616"/>
                  </a:lnTo>
                  <a:lnTo>
                    <a:pt x="834" y="183876"/>
                  </a:lnTo>
                  <a:lnTo>
                    <a:pt x="1445" y="189119"/>
                  </a:lnTo>
                  <a:lnTo>
                    <a:pt x="2220" y="194340"/>
                  </a:lnTo>
                  <a:lnTo>
                    <a:pt x="3161" y="199534"/>
                  </a:lnTo>
                  <a:lnTo>
                    <a:pt x="4264" y="204696"/>
                  </a:lnTo>
                  <a:lnTo>
                    <a:pt x="5530" y="209820"/>
                  </a:lnTo>
                  <a:lnTo>
                    <a:pt x="6958" y="214902"/>
                  </a:lnTo>
                  <a:lnTo>
                    <a:pt x="8545" y="219936"/>
                  </a:lnTo>
                  <a:lnTo>
                    <a:pt x="10290" y="224918"/>
                  </a:lnTo>
                  <a:lnTo>
                    <a:pt x="12191" y="229842"/>
                  </a:lnTo>
                  <a:lnTo>
                    <a:pt x="14247" y="234704"/>
                  </a:lnTo>
                  <a:lnTo>
                    <a:pt x="16456" y="239498"/>
                  </a:lnTo>
                  <a:lnTo>
                    <a:pt x="18815" y="244220"/>
                  </a:lnTo>
                  <a:lnTo>
                    <a:pt x="21321" y="248865"/>
                  </a:lnTo>
                  <a:lnTo>
                    <a:pt x="23973" y="253429"/>
                  </a:lnTo>
                  <a:lnTo>
                    <a:pt x="26768" y="257907"/>
                  </a:lnTo>
                  <a:lnTo>
                    <a:pt x="29703" y="262295"/>
                  </a:lnTo>
                  <a:lnTo>
                    <a:pt x="32775" y="266587"/>
                  </a:lnTo>
                  <a:lnTo>
                    <a:pt x="35981" y="270780"/>
                  </a:lnTo>
                  <a:lnTo>
                    <a:pt x="39318" y="274871"/>
                  </a:lnTo>
                  <a:lnTo>
                    <a:pt x="42782" y="278853"/>
                  </a:lnTo>
                  <a:lnTo>
                    <a:pt x="46370" y="282725"/>
                  </a:lnTo>
                  <a:lnTo>
                    <a:pt x="50079" y="286481"/>
                  </a:lnTo>
                  <a:lnTo>
                    <a:pt x="53904" y="290118"/>
                  </a:lnTo>
                  <a:lnTo>
                    <a:pt x="57842" y="293633"/>
                  </a:lnTo>
                  <a:lnTo>
                    <a:pt x="61890" y="297021"/>
                  </a:lnTo>
                  <a:lnTo>
                    <a:pt x="66042" y="300280"/>
                  </a:lnTo>
                  <a:lnTo>
                    <a:pt x="70295" y="303406"/>
                  </a:lnTo>
                  <a:lnTo>
                    <a:pt x="74645" y="306397"/>
                  </a:lnTo>
                  <a:lnTo>
                    <a:pt x="79087" y="309248"/>
                  </a:lnTo>
                  <a:lnTo>
                    <a:pt x="83616" y="311958"/>
                  </a:lnTo>
                  <a:lnTo>
                    <a:pt x="88229" y="314524"/>
                  </a:lnTo>
                  <a:lnTo>
                    <a:pt x="92921" y="316943"/>
                  </a:lnTo>
                  <a:lnTo>
                    <a:pt x="97687" y="319212"/>
                  </a:lnTo>
                  <a:lnTo>
                    <a:pt x="102522" y="321330"/>
                  </a:lnTo>
                  <a:lnTo>
                    <a:pt x="107421" y="323294"/>
                  </a:lnTo>
                  <a:lnTo>
                    <a:pt x="112381" y="325102"/>
                  </a:lnTo>
                  <a:lnTo>
                    <a:pt x="117394" y="326753"/>
                  </a:lnTo>
                  <a:lnTo>
                    <a:pt x="122457" y="328245"/>
                  </a:lnTo>
                  <a:lnTo>
                    <a:pt x="127565" y="329576"/>
                  </a:lnTo>
                  <a:lnTo>
                    <a:pt x="132713" y="330745"/>
                  </a:lnTo>
                  <a:lnTo>
                    <a:pt x="137894" y="331752"/>
                  </a:lnTo>
                  <a:lnTo>
                    <a:pt x="143105" y="332594"/>
                  </a:lnTo>
                  <a:lnTo>
                    <a:pt x="148340" y="333271"/>
                  </a:lnTo>
                  <a:lnTo>
                    <a:pt x="153594" y="333782"/>
                  </a:lnTo>
                  <a:lnTo>
                    <a:pt x="158861" y="334128"/>
                  </a:lnTo>
                  <a:lnTo>
                    <a:pt x="164137" y="334307"/>
                  </a:lnTo>
                  <a:lnTo>
                    <a:pt x="169415" y="334319"/>
                  </a:lnTo>
                  <a:lnTo>
                    <a:pt x="174691" y="334165"/>
                  </a:lnTo>
                  <a:lnTo>
                    <a:pt x="179960" y="333844"/>
                  </a:lnTo>
                  <a:lnTo>
                    <a:pt x="185216" y="333357"/>
                  </a:lnTo>
                  <a:lnTo>
                    <a:pt x="190454" y="332704"/>
                  </a:lnTo>
                  <a:lnTo>
                    <a:pt x="195669" y="331886"/>
                  </a:lnTo>
                  <a:lnTo>
                    <a:pt x="200855" y="330904"/>
                  </a:lnTo>
                  <a:lnTo>
                    <a:pt x="206008" y="329759"/>
                  </a:lnTo>
                  <a:lnTo>
                    <a:pt x="211122" y="328451"/>
                  </a:lnTo>
                  <a:lnTo>
                    <a:pt x="216192" y="326983"/>
                  </a:lnTo>
                  <a:lnTo>
                    <a:pt x="221213" y="325355"/>
                  </a:lnTo>
                  <a:lnTo>
                    <a:pt x="226181" y="323570"/>
                  </a:lnTo>
                  <a:lnTo>
                    <a:pt x="231089" y="321629"/>
                  </a:lnTo>
                  <a:lnTo>
                    <a:pt x="235934" y="319534"/>
                  </a:lnTo>
                  <a:lnTo>
                    <a:pt x="240710" y="317286"/>
                  </a:lnTo>
                  <a:lnTo>
                    <a:pt x="245413" y="314890"/>
                  </a:lnTo>
                  <a:lnTo>
                    <a:pt x="250038" y="312345"/>
                  </a:lnTo>
                  <a:lnTo>
                    <a:pt x="254581" y="309657"/>
                  </a:lnTo>
                  <a:lnTo>
                    <a:pt x="259036" y="306826"/>
                  </a:lnTo>
                  <a:lnTo>
                    <a:pt x="263399" y="303855"/>
                  </a:lnTo>
                  <a:lnTo>
                    <a:pt x="267667" y="300749"/>
                  </a:lnTo>
                  <a:lnTo>
                    <a:pt x="271834" y="297509"/>
                  </a:lnTo>
                  <a:lnTo>
                    <a:pt x="275897" y="294140"/>
                  </a:lnTo>
                  <a:lnTo>
                    <a:pt x="279852" y="290643"/>
                  </a:lnTo>
                  <a:lnTo>
                    <a:pt x="283694" y="287024"/>
                  </a:lnTo>
                  <a:lnTo>
                    <a:pt x="287420" y="283285"/>
                  </a:lnTo>
                  <a:lnTo>
                    <a:pt x="291026" y="279431"/>
                  </a:lnTo>
                  <a:lnTo>
                    <a:pt x="294509" y="275464"/>
                  </a:lnTo>
                  <a:lnTo>
                    <a:pt x="297865" y="271390"/>
                  </a:lnTo>
                  <a:lnTo>
                    <a:pt x="301090" y="267211"/>
                  </a:lnTo>
                  <a:lnTo>
                    <a:pt x="304182" y="262933"/>
                  </a:lnTo>
                  <a:lnTo>
                    <a:pt x="307137" y="258559"/>
                  </a:lnTo>
                  <a:lnTo>
                    <a:pt x="309953" y="254094"/>
                  </a:lnTo>
                  <a:lnTo>
                    <a:pt x="312626" y="249543"/>
                  </a:lnTo>
                  <a:lnTo>
                    <a:pt x="315154" y="244909"/>
                  </a:lnTo>
                  <a:lnTo>
                    <a:pt x="317535" y="240198"/>
                  </a:lnTo>
                  <a:lnTo>
                    <a:pt x="319766" y="235414"/>
                  </a:lnTo>
                  <a:lnTo>
                    <a:pt x="321845" y="230562"/>
                  </a:lnTo>
                  <a:lnTo>
                    <a:pt x="323769" y="225647"/>
                  </a:lnTo>
                  <a:lnTo>
                    <a:pt x="325537" y="220674"/>
                  </a:lnTo>
                  <a:lnTo>
                    <a:pt x="327148" y="215647"/>
                  </a:lnTo>
                  <a:lnTo>
                    <a:pt x="328599" y="210572"/>
                  </a:lnTo>
                  <a:lnTo>
                    <a:pt x="329889" y="205453"/>
                  </a:lnTo>
                  <a:lnTo>
                    <a:pt x="331016" y="200296"/>
                  </a:lnTo>
                  <a:lnTo>
                    <a:pt x="331980" y="195107"/>
                  </a:lnTo>
                  <a:lnTo>
                    <a:pt x="332780" y="189889"/>
                  </a:lnTo>
                  <a:lnTo>
                    <a:pt x="333415" y="184649"/>
                  </a:lnTo>
                  <a:lnTo>
                    <a:pt x="333884" y="179391"/>
                  </a:lnTo>
                  <a:lnTo>
                    <a:pt x="334187" y="174122"/>
                  </a:lnTo>
                  <a:lnTo>
                    <a:pt x="334324" y="168845"/>
                  </a:lnTo>
                  <a:lnTo>
                    <a:pt x="334293" y="163567"/>
                  </a:lnTo>
                  <a:lnTo>
                    <a:pt x="334096" y="158292"/>
                  </a:lnTo>
                  <a:lnTo>
                    <a:pt x="333733" y="153026"/>
                  </a:lnTo>
                  <a:lnTo>
                    <a:pt x="333203" y="147774"/>
                  </a:lnTo>
                  <a:lnTo>
                    <a:pt x="332508" y="142541"/>
                  </a:lnTo>
                  <a:lnTo>
                    <a:pt x="331648" y="137333"/>
                  </a:lnTo>
                  <a:lnTo>
                    <a:pt x="330624" y="132155"/>
                  </a:lnTo>
                  <a:lnTo>
                    <a:pt x="329438" y="127012"/>
                  </a:lnTo>
                  <a:lnTo>
                    <a:pt x="328089" y="121908"/>
                  </a:lnTo>
                  <a:lnTo>
                    <a:pt x="326580" y="116850"/>
                  </a:lnTo>
                  <a:lnTo>
                    <a:pt x="324912" y="111842"/>
                  </a:lnTo>
                  <a:lnTo>
                    <a:pt x="323086" y="106889"/>
                  </a:lnTo>
                  <a:lnTo>
                    <a:pt x="321106" y="101997"/>
                  </a:lnTo>
                  <a:lnTo>
                    <a:pt x="318971" y="97169"/>
                  </a:lnTo>
                  <a:lnTo>
                    <a:pt x="316686" y="92411"/>
                  </a:lnTo>
                  <a:lnTo>
                    <a:pt x="314251" y="87728"/>
                  </a:lnTo>
                  <a:lnTo>
                    <a:pt x="311669" y="83123"/>
                  </a:lnTo>
                  <a:lnTo>
                    <a:pt x="308944" y="78603"/>
                  </a:lnTo>
                  <a:lnTo>
                    <a:pt x="306077" y="74171"/>
                  </a:lnTo>
                  <a:lnTo>
                    <a:pt x="303072" y="69831"/>
                  </a:lnTo>
                  <a:lnTo>
                    <a:pt x="299931" y="65589"/>
                  </a:lnTo>
                  <a:lnTo>
                    <a:pt x="296658" y="61448"/>
                  </a:lnTo>
                  <a:lnTo>
                    <a:pt x="293255" y="57412"/>
                  </a:lnTo>
                  <a:lnTo>
                    <a:pt x="289727" y="53486"/>
                  </a:lnTo>
                  <a:lnTo>
                    <a:pt x="286077" y="49673"/>
                  </a:lnTo>
                  <a:lnTo>
                    <a:pt x="282308" y="45977"/>
                  </a:lnTo>
                  <a:lnTo>
                    <a:pt x="278425" y="42402"/>
                  </a:lnTo>
                  <a:lnTo>
                    <a:pt x="274430" y="38952"/>
                  </a:lnTo>
                  <a:lnTo>
                    <a:pt x="270329" y="35629"/>
                  </a:lnTo>
                  <a:lnTo>
                    <a:pt x="266124" y="32438"/>
                  </a:lnTo>
                  <a:lnTo>
                    <a:pt x="261821" y="29380"/>
                  </a:lnTo>
                  <a:lnTo>
                    <a:pt x="257424" y="26461"/>
                  </a:lnTo>
                  <a:lnTo>
                    <a:pt x="252937" y="23681"/>
                  </a:lnTo>
                  <a:lnTo>
                    <a:pt x="248364" y="21045"/>
                  </a:lnTo>
                  <a:lnTo>
                    <a:pt x="243710" y="18554"/>
                  </a:lnTo>
                  <a:lnTo>
                    <a:pt x="238980" y="16211"/>
                  </a:lnTo>
                  <a:lnTo>
                    <a:pt x="234178" y="14019"/>
                  </a:lnTo>
                  <a:lnTo>
                    <a:pt x="229309" y="11980"/>
                  </a:lnTo>
                  <a:lnTo>
                    <a:pt x="224379" y="10095"/>
                  </a:lnTo>
                  <a:lnTo>
                    <a:pt x="219391" y="8367"/>
                  </a:lnTo>
                  <a:lnTo>
                    <a:pt x="214351" y="6797"/>
                  </a:lnTo>
                  <a:lnTo>
                    <a:pt x="209265" y="5387"/>
                  </a:lnTo>
                  <a:lnTo>
                    <a:pt x="204136" y="4139"/>
                  </a:lnTo>
                  <a:lnTo>
                    <a:pt x="198970" y="3053"/>
                  </a:lnTo>
                  <a:lnTo>
                    <a:pt x="193773" y="2130"/>
                  </a:lnTo>
                  <a:lnTo>
                    <a:pt x="188549" y="1373"/>
                  </a:lnTo>
                  <a:lnTo>
                    <a:pt x="183304" y="780"/>
                  </a:lnTo>
                  <a:lnTo>
                    <a:pt x="178043" y="354"/>
                  </a:lnTo>
                  <a:lnTo>
                    <a:pt x="172771" y="93"/>
                  </a:lnTo>
                  <a:lnTo>
                    <a:pt x="167493" y="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81287" y="4213821"/>
              <a:ext cx="328" cy="167167"/>
            </a:xfrm>
            <a:custGeom>
              <a:avLst/>
              <a:pathLst>
                <a:path w="328" h="167167">
                  <a:moveTo>
                    <a:pt x="328" y="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5440" y="4659281"/>
              <a:ext cx="1084" cy="167167"/>
            </a:xfrm>
            <a:custGeom>
              <a:avLst/>
              <a:pathLst>
                <a:path w="1084" h="167167">
                  <a:moveTo>
                    <a:pt x="1084" y="0"/>
                  </a:moveTo>
                  <a:lnTo>
                    <a:pt x="0" y="3"/>
                  </a:lnTo>
                  <a:lnTo>
                    <a:pt x="1084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5440" y="4659285"/>
              <a:ext cx="1084" cy="167163"/>
            </a:xfrm>
            <a:custGeom>
              <a:avLst/>
              <a:pathLst>
                <a:path w="1084" h="167163">
                  <a:moveTo>
                    <a:pt x="0" y="0"/>
                  </a:moveTo>
                  <a:lnTo>
                    <a:pt x="1084" y="1671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5440" y="4659285"/>
              <a:ext cx="1084" cy="167163"/>
            </a:xfrm>
            <a:custGeom>
              <a:avLst/>
              <a:pathLst>
                <a:path w="1084" h="167163">
                  <a:moveTo>
                    <a:pt x="0" y="0"/>
                  </a:moveTo>
                  <a:lnTo>
                    <a:pt x="1084" y="1671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5440" y="4659285"/>
              <a:ext cx="1084" cy="167163"/>
            </a:xfrm>
            <a:custGeom>
              <a:avLst/>
              <a:pathLst>
                <a:path w="1084" h="167163">
                  <a:moveTo>
                    <a:pt x="0" y="0"/>
                  </a:moveTo>
                  <a:lnTo>
                    <a:pt x="1084" y="16716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5440" y="4659285"/>
              <a:ext cx="1084" cy="167163"/>
            </a:xfrm>
            <a:custGeom>
              <a:avLst/>
              <a:pathLst>
                <a:path w="1084" h="167163">
                  <a:moveTo>
                    <a:pt x="0" y="0"/>
                  </a:moveTo>
                  <a:lnTo>
                    <a:pt x="1084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5440" y="4659285"/>
              <a:ext cx="1084" cy="167163"/>
            </a:xfrm>
            <a:custGeom>
              <a:avLst/>
              <a:pathLst>
                <a:path w="1084" h="167163">
                  <a:moveTo>
                    <a:pt x="0" y="0"/>
                  </a:moveTo>
                  <a:lnTo>
                    <a:pt x="1084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5440" y="4659285"/>
              <a:ext cx="1084" cy="167163"/>
            </a:xfrm>
            <a:custGeom>
              <a:avLst/>
              <a:pathLst>
                <a:path w="1084" h="167163">
                  <a:moveTo>
                    <a:pt x="0" y="0"/>
                  </a:moveTo>
                  <a:lnTo>
                    <a:pt x="1084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5440" y="4659285"/>
              <a:ext cx="1084" cy="167163"/>
            </a:xfrm>
            <a:custGeom>
              <a:avLst/>
              <a:pathLst>
                <a:path w="1084" h="167163">
                  <a:moveTo>
                    <a:pt x="0" y="0"/>
                  </a:moveTo>
                  <a:lnTo>
                    <a:pt x="1084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5440" y="4659285"/>
              <a:ext cx="1084" cy="167163"/>
            </a:xfrm>
            <a:custGeom>
              <a:avLst/>
              <a:pathLst>
                <a:path w="1084" h="167163">
                  <a:moveTo>
                    <a:pt x="0" y="0"/>
                  </a:moveTo>
                  <a:lnTo>
                    <a:pt x="1084" y="16716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085440" y="4659285"/>
              <a:ext cx="1084" cy="167163"/>
            </a:xfrm>
            <a:custGeom>
              <a:avLst/>
              <a:pathLst>
                <a:path w="1084" h="167163">
                  <a:moveTo>
                    <a:pt x="0" y="0"/>
                  </a:moveTo>
                  <a:lnTo>
                    <a:pt x="1084" y="16716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942936" y="4659285"/>
              <a:ext cx="143588" cy="167163"/>
            </a:xfrm>
            <a:custGeom>
              <a:avLst/>
              <a:pathLst>
                <a:path w="143588" h="167163">
                  <a:moveTo>
                    <a:pt x="142503" y="0"/>
                  </a:moveTo>
                  <a:lnTo>
                    <a:pt x="136968" y="127"/>
                  </a:lnTo>
                  <a:lnTo>
                    <a:pt x="131441" y="438"/>
                  </a:lnTo>
                  <a:lnTo>
                    <a:pt x="125927" y="932"/>
                  </a:lnTo>
                  <a:lnTo>
                    <a:pt x="120432" y="1608"/>
                  </a:lnTo>
                  <a:lnTo>
                    <a:pt x="114962" y="2465"/>
                  </a:lnTo>
                  <a:lnTo>
                    <a:pt x="109524" y="3503"/>
                  </a:lnTo>
                  <a:lnTo>
                    <a:pt x="104123" y="4721"/>
                  </a:lnTo>
                  <a:lnTo>
                    <a:pt x="98766" y="6117"/>
                  </a:lnTo>
                  <a:lnTo>
                    <a:pt x="93457" y="7690"/>
                  </a:lnTo>
                  <a:lnTo>
                    <a:pt x="88204" y="9437"/>
                  </a:lnTo>
                  <a:lnTo>
                    <a:pt x="83011" y="11358"/>
                  </a:lnTo>
                  <a:lnTo>
                    <a:pt x="77885" y="13449"/>
                  </a:lnTo>
                  <a:lnTo>
                    <a:pt x="72831" y="15709"/>
                  </a:lnTo>
                  <a:lnTo>
                    <a:pt x="67855" y="18135"/>
                  </a:lnTo>
                  <a:lnTo>
                    <a:pt x="62961" y="20725"/>
                  </a:lnTo>
                  <a:lnTo>
                    <a:pt x="58156" y="23475"/>
                  </a:lnTo>
                  <a:lnTo>
                    <a:pt x="53445" y="26382"/>
                  </a:lnTo>
                  <a:lnTo>
                    <a:pt x="48833" y="29445"/>
                  </a:lnTo>
                  <a:lnTo>
                    <a:pt x="44324" y="32658"/>
                  </a:lnTo>
                  <a:lnTo>
                    <a:pt x="39925" y="36019"/>
                  </a:lnTo>
                  <a:lnTo>
                    <a:pt x="35639" y="39523"/>
                  </a:lnTo>
                  <a:lnTo>
                    <a:pt x="31471" y="43168"/>
                  </a:lnTo>
                  <a:lnTo>
                    <a:pt x="27427" y="46949"/>
                  </a:lnTo>
                  <a:lnTo>
                    <a:pt x="23510" y="50861"/>
                  </a:lnTo>
                  <a:lnTo>
                    <a:pt x="19724" y="54901"/>
                  </a:lnTo>
                  <a:lnTo>
                    <a:pt x="16075" y="59064"/>
                  </a:lnTo>
                  <a:lnTo>
                    <a:pt x="12565" y="63346"/>
                  </a:lnTo>
                  <a:lnTo>
                    <a:pt x="9199" y="67742"/>
                  </a:lnTo>
                  <a:lnTo>
                    <a:pt x="5980" y="72246"/>
                  </a:lnTo>
                  <a:lnTo>
                    <a:pt x="2913" y="76855"/>
                  </a:lnTo>
                  <a:lnTo>
                    <a:pt x="0" y="81563"/>
                  </a:lnTo>
                  <a:lnTo>
                    <a:pt x="143588" y="16716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919357" y="4659281"/>
              <a:ext cx="334325" cy="334325"/>
            </a:xfrm>
            <a:custGeom>
              <a:avLst/>
              <a:pathLst>
                <a:path w="334325" h="334325">
                  <a:moveTo>
                    <a:pt x="23579" y="81567"/>
                  </a:moveTo>
                  <a:lnTo>
                    <a:pt x="20944" y="86150"/>
                  </a:lnTo>
                  <a:lnTo>
                    <a:pt x="18455" y="90814"/>
                  </a:lnTo>
                  <a:lnTo>
                    <a:pt x="16115" y="95555"/>
                  </a:lnTo>
                  <a:lnTo>
                    <a:pt x="13926" y="100367"/>
                  </a:lnTo>
                  <a:lnTo>
                    <a:pt x="11891" y="105246"/>
                  </a:lnTo>
                  <a:lnTo>
                    <a:pt x="10010" y="110187"/>
                  </a:lnTo>
                  <a:lnTo>
                    <a:pt x="8287" y="115185"/>
                  </a:lnTo>
                  <a:lnTo>
                    <a:pt x="6723" y="120235"/>
                  </a:lnTo>
                  <a:lnTo>
                    <a:pt x="5319" y="125332"/>
                  </a:lnTo>
                  <a:lnTo>
                    <a:pt x="4077" y="130470"/>
                  </a:lnTo>
                  <a:lnTo>
                    <a:pt x="2998" y="135646"/>
                  </a:lnTo>
                  <a:lnTo>
                    <a:pt x="2084" y="140853"/>
                  </a:lnTo>
                  <a:lnTo>
                    <a:pt x="1334" y="146086"/>
                  </a:lnTo>
                  <a:lnTo>
                    <a:pt x="750" y="151340"/>
                  </a:lnTo>
                  <a:lnTo>
                    <a:pt x="333" y="156611"/>
                  </a:lnTo>
                  <a:lnTo>
                    <a:pt x="83" y="161891"/>
                  </a:lnTo>
                  <a:lnTo>
                    <a:pt x="0" y="167177"/>
                  </a:lnTo>
                  <a:lnTo>
                    <a:pt x="83" y="172463"/>
                  </a:lnTo>
                  <a:lnTo>
                    <a:pt x="334" y="177744"/>
                  </a:lnTo>
                  <a:lnTo>
                    <a:pt x="752" y="183014"/>
                  </a:lnTo>
                  <a:lnTo>
                    <a:pt x="1337" y="188268"/>
                  </a:lnTo>
                  <a:lnTo>
                    <a:pt x="2087" y="193502"/>
                  </a:lnTo>
                  <a:lnTo>
                    <a:pt x="3002" y="198708"/>
                  </a:lnTo>
                  <a:lnTo>
                    <a:pt x="4082" y="203884"/>
                  </a:lnTo>
                  <a:lnTo>
                    <a:pt x="5324" y="209022"/>
                  </a:lnTo>
                  <a:lnTo>
                    <a:pt x="6729" y="214119"/>
                  </a:lnTo>
                  <a:lnTo>
                    <a:pt x="8294" y="219169"/>
                  </a:lnTo>
                  <a:lnTo>
                    <a:pt x="10017" y="224167"/>
                  </a:lnTo>
                  <a:lnTo>
                    <a:pt x="11898" y="229107"/>
                  </a:lnTo>
                  <a:lnTo>
                    <a:pt x="13935" y="233986"/>
                  </a:lnTo>
                  <a:lnTo>
                    <a:pt x="16124" y="238798"/>
                  </a:lnTo>
                  <a:lnTo>
                    <a:pt x="18465" y="243538"/>
                  </a:lnTo>
                  <a:lnTo>
                    <a:pt x="20954" y="248202"/>
                  </a:lnTo>
                  <a:lnTo>
                    <a:pt x="23590" y="252785"/>
                  </a:lnTo>
                  <a:lnTo>
                    <a:pt x="26369" y="257282"/>
                  </a:lnTo>
                  <a:lnTo>
                    <a:pt x="29289" y="261690"/>
                  </a:lnTo>
                  <a:lnTo>
                    <a:pt x="32347" y="266002"/>
                  </a:lnTo>
                  <a:lnTo>
                    <a:pt x="35539" y="270216"/>
                  </a:lnTo>
                  <a:lnTo>
                    <a:pt x="38864" y="274327"/>
                  </a:lnTo>
                  <a:lnTo>
                    <a:pt x="42316" y="278330"/>
                  </a:lnTo>
                  <a:lnTo>
                    <a:pt x="45894" y="282222"/>
                  </a:lnTo>
                  <a:lnTo>
                    <a:pt x="49593" y="286000"/>
                  </a:lnTo>
                  <a:lnTo>
                    <a:pt x="53409" y="289658"/>
                  </a:lnTo>
                  <a:lnTo>
                    <a:pt x="57339" y="293194"/>
                  </a:lnTo>
                  <a:lnTo>
                    <a:pt x="61379" y="296604"/>
                  </a:lnTo>
                  <a:lnTo>
                    <a:pt x="65525" y="299884"/>
                  </a:lnTo>
                  <a:lnTo>
                    <a:pt x="69773" y="303032"/>
                  </a:lnTo>
                  <a:lnTo>
                    <a:pt x="74117" y="306044"/>
                  </a:lnTo>
                  <a:lnTo>
                    <a:pt x="78555" y="308917"/>
                  </a:lnTo>
                  <a:lnTo>
                    <a:pt x="83082" y="311648"/>
                  </a:lnTo>
                  <a:lnTo>
                    <a:pt x="87693" y="314234"/>
                  </a:lnTo>
                  <a:lnTo>
                    <a:pt x="92383" y="316674"/>
                  </a:lnTo>
                  <a:lnTo>
                    <a:pt x="97148" y="318964"/>
                  </a:lnTo>
                  <a:lnTo>
                    <a:pt x="101983" y="321102"/>
                  </a:lnTo>
                  <a:lnTo>
                    <a:pt x="106883" y="323086"/>
                  </a:lnTo>
                  <a:lnTo>
                    <a:pt x="111843" y="324914"/>
                  </a:lnTo>
                  <a:lnTo>
                    <a:pt x="116859" y="326585"/>
                  </a:lnTo>
                  <a:lnTo>
                    <a:pt x="121925" y="328096"/>
                  </a:lnTo>
                  <a:lnTo>
                    <a:pt x="127037" y="329446"/>
                  </a:lnTo>
                  <a:lnTo>
                    <a:pt x="132188" y="330634"/>
                  </a:lnTo>
                  <a:lnTo>
                    <a:pt x="137375" y="331658"/>
                  </a:lnTo>
                  <a:lnTo>
                    <a:pt x="142591" y="332518"/>
                  </a:lnTo>
                  <a:lnTo>
                    <a:pt x="147832" y="333212"/>
                  </a:lnTo>
                  <a:lnTo>
                    <a:pt x="153092" y="333741"/>
                  </a:lnTo>
                  <a:lnTo>
                    <a:pt x="158366" y="334103"/>
                  </a:lnTo>
                  <a:lnTo>
                    <a:pt x="163650" y="334297"/>
                  </a:lnTo>
                  <a:lnTo>
                    <a:pt x="168936" y="334325"/>
                  </a:lnTo>
                  <a:lnTo>
                    <a:pt x="174221" y="334185"/>
                  </a:lnTo>
                  <a:lnTo>
                    <a:pt x="179499" y="333879"/>
                  </a:lnTo>
                  <a:lnTo>
                    <a:pt x="184764" y="333406"/>
                  </a:lnTo>
                  <a:lnTo>
                    <a:pt x="190012" y="332766"/>
                  </a:lnTo>
                  <a:lnTo>
                    <a:pt x="195237" y="331961"/>
                  </a:lnTo>
                  <a:lnTo>
                    <a:pt x="200434" y="330991"/>
                  </a:lnTo>
                  <a:lnTo>
                    <a:pt x="205598" y="329857"/>
                  </a:lnTo>
                  <a:lnTo>
                    <a:pt x="210723" y="328560"/>
                  </a:lnTo>
                  <a:lnTo>
                    <a:pt x="215804" y="327102"/>
                  </a:lnTo>
                  <a:lnTo>
                    <a:pt x="220837" y="325484"/>
                  </a:lnTo>
                  <a:lnTo>
                    <a:pt x="225817" y="323708"/>
                  </a:lnTo>
                  <a:lnTo>
                    <a:pt x="230737" y="321775"/>
                  </a:lnTo>
                  <a:lnTo>
                    <a:pt x="235595" y="319688"/>
                  </a:lnTo>
                  <a:lnTo>
                    <a:pt x="240383" y="317448"/>
                  </a:lnTo>
                  <a:lnTo>
                    <a:pt x="245099" y="315057"/>
                  </a:lnTo>
                  <a:lnTo>
                    <a:pt x="249736" y="312519"/>
                  </a:lnTo>
                  <a:lnTo>
                    <a:pt x="254291" y="309836"/>
                  </a:lnTo>
                  <a:lnTo>
                    <a:pt x="258759" y="307009"/>
                  </a:lnTo>
                  <a:lnTo>
                    <a:pt x="263135" y="304043"/>
                  </a:lnTo>
                  <a:lnTo>
                    <a:pt x="267415" y="300940"/>
                  </a:lnTo>
                  <a:lnTo>
                    <a:pt x="271595" y="297703"/>
                  </a:lnTo>
                  <a:lnTo>
                    <a:pt x="275671" y="294336"/>
                  </a:lnTo>
                  <a:lnTo>
                    <a:pt x="279638" y="290841"/>
                  </a:lnTo>
                  <a:lnTo>
                    <a:pt x="283492" y="287223"/>
                  </a:lnTo>
                  <a:lnTo>
                    <a:pt x="287230" y="283485"/>
                  </a:lnTo>
                  <a:lnTo>
                    <a:pt x="290848" y="279630"/>
                  </a:lnTo>
                  <a:lnTo>
                    <a:pt x="294343" y="275663"/>
                  </a:lnTo>
                  <a:lnTo>
                    <a:pt x="297710" y="271587"/>
                  </a:lnTo>
                  <a:lnTo>
                    <a:pt x="300946" y="267407"/>
                  </a:lnTo>
                  <a:lnTo>
                    <a:pt x="304049" y="263126"/>
                  </a:lnTo>
                  <a:lnTo>
                    <a:pt x="307015" y="258750"/>
                  </a:lnTo>
                  <a:lnTo>
                    <a:pt x="309841" y="254282"/>
                  </a:lnTo>
                  <a:lnTo>
                    <a:pt x="312524" y="249727"/>
                  </a:lnTo>
                  <a:lnTo>
                    <a:pt x="315062" y="245089"/>
                  </a:lnTo>
                  <a:lnTo>
                    <a:pt x="317452" y="240374"/>
                  </a:lnTo>
                  <a:lnTo>
                    <a:pt x="319692" y="235585"/>
                  </a:lnTo>
                  <a:lnTo>
                    <a:pt x="321779" y="230728"/>
                  </a:lnTo>
                  <a:lnTo>
                    <a:pt x="323712" y="225807"/>
                  </a:lnTo>
                  <a:lnTo>
                    <a:pt x="325488" y="220828"/>
                  </a:lnTo>
                  <a:lnTo>
                    <a:pt x="327105" y="215795"/>
                  </a:lnTo>
                  <a:lnTo>
                    <a:pt x="328563" y="210713"/>
                  </a:lnTo>
                  <a:lnTo>
                    <a:pt x="329859" y="205588"/>
                  </a:lnTo>
                  <a:lnTo>
                    <a:pt x="330993" y="200424"/>
                  </a:lnTo>
                  <a:lnTo>
                    <a:pt x="331963" y="195227"/>
                  </a:lnTo>
                  <a:lnTo>
                    <a:pt x="332767" y="190002"/>
                  </a:lnTo>
                  <a:lnTo>
                    <a:pt x="333407" y="184754"/>
                  </a:lnTo>
                  <a:lnTo>
                    <a:pt x="333880" y="179488"/>
                  </a:lnTo>
                  <a:lnTo>
                    <a:pt x="334186" y="174211"/>
                  </a:lnTo>
                  <a:lnTo>
                    <a:pt x="334325" y="168926"/>
                  </a:lnTo>
                  <a:lnTo>
                    <a:pt x="334297" y="163639"/>
                  </a:lnTo>
                  <a:lnTo>
                    <a:pt x="334102" y="158356"/>
                  </a:lnTo>
                  <a:lnTo>
                    <a:pt x="333740" y="153082"/>
                  </a:lnTo>
                  <a:lnTo>
                    <a:pt x="333211" y="147822"/>
                  </a:lnTo>
                  <a:lnTo>
                    <a:pt x="332516" y="142581"/>
                  </a:lnTo>
                  <a:lnTo>
                    <a:pt x="331656" y="137365"/>
                  </a:lnTo>
                  <a:lnTo>
                    <a:pt x="330632" y="132178"/>
                  </a:lnTo>
                  <a:lnTo>
                    <a:pt x="329444" y="127027"/>
                  </a:lnTo>
                  <a:lnTo>
                    <a:pt x="328093" y="121915"/>
                  </a:lnTo>
                  <a:lnTo>
                    <a:pt x="326582" y="116849"/>
                  </a:lnTo>
                  <a:lnTo>
                    <a:pt x="324911" y="111834"/>
                  </a:lnTo>
                  <a:lnTo>
                    <a:pt x="323082" y="106873"/>
                  </a:lnTo>
                  <a:lnTo>
                    <a:pt x="321098" y="101973"/>
                  </a:lnTo>
                  <a:lnTo>
                    <a:pt x="318959" y="97138"/>
                  </a:lnTo>
                  <a:lnTo>
                    <a:pt x="316669" y="92374"/>
                  </a:lnTo>
                  <a:lnTo>
                    <a:pt x="314229" y="87684"/>
                  </a:lnTo>
                  <a:lnTo>
                    <a:pt x="311642" y="83073"/>
                  </a:lnTo>
                  <a:lnTo>
                    <a:pt x="308911" y="78547"/>
                  </a:lnTo>
                  <a:lnTo>
                    <a:pt x="306038" y="74109"/>
                  </a:lnTo>
                  <a:lnTo>
                    <a:pt x="303026" y="69764"/>
                  </a:lnTo>
                  <a:lnTo>
                    <a:pt x="299878" y="65517"/>
                  </a:lnTo>
                  <a:lnTo>
                    <a:pt x="296597" y="61371"/>
                  </a:lnTo>
                  <a:lnTo>
                    <a:pt x="293187" y="57331"/>
                  </a:lnTo>
                  <a:lnTo>
                    <a:pt x="289651" y="53401"/>
                  </a:lnTo>
                  <a:lnTo>
                    <a:pt x="285992" y="49585"/>
                  </a:lnTo>
                  <a:lnTo>
                    <a:pt x="282215" y="45887"/>
                  </a:lnTo>
                  <a:lnTo>
                    <a:pt x="278322" y="42309"/>
                  </a:lnTo>
                  <a:lnTo>
                    <a:pt x="274319" y="38857"/>
                  </a:lnTo>
                  <a:lnTo>
                    <a:pt x="270208" y="35533"/>
                  </a:lnTo>
                  <a:lnTo>
                    <a:pt x="265994" y="32340"/>
                  </a:lnTo>
                  <a:lnTo>
                    <a:pt x="261681" y="29283"/>
                  </a:lnTo>
                  <a:lnTo>
                    <a:pt x="257274" y="26363"/>
                  </a:lnTo>
                  <a:lnTo>
                    <a:pt x="252776" y="23584"/>
                  </a:lnTo>
                  <a:lnTo>
                    <a:pt x="248193" y="20949"/>
                  </a:lnTo>
                  <a:lnTo>
                    <a:pt x="243529" y="18460"/>
                  </a:lnTo>
                  <a:lnTo>
                    <a:pt x="238789" y="16120"/>
                  </a:lnTo>
                  <a:lnTo>
                    <a:pt x="233977" y="13930"/>
                  </a:lnTo>
                  <a:lnTo>
                    <a:pt x="229098" y="11894"/>
                  </a:lnTo>
                  <a:lnTo>
                    <a:pt x="224157" y="10014"/>
                  </a:lnTo>
                  <a:lnTo>
                    <a:pt x="219159" y="8290"/>
                  </a:lnTo>
                  <a:lnTo>
                    <a:pt x="214109" y="6726"/>
                  </a:lnTo>
                  <a:lnTo>
                    <a:pt x="209012" y="5322"/>
                  </a:lnTo>
                  <a:lnTo>
                    <a:pt x="203874" y="4079"/>
                  </a:lnTo>
                  <a:lnTo>
                    <a:pt x="198698" y="3000"/>
                  </a:lnTo>
                  <a:lnTo>
                    <a:pt x="193491" y="2085"/>
                  </a:lnTo>
                  <a:lnTo>
                    <a:pt x="188258" y="1335"/>
                  </a:lnTo>
                  <a:lnTo>
                    <a:pt x="183004" y="751"/>
                  </a:lnTo>
                  <a:lnTo>
                    <a:pt x="177734" y="334"/>
                  </a:lnTo>
                  <a:lnTo>
                    <a:pt x="172453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523" y="5018213"/>
              <a:ext cx="197" cy="167167"/>
            </a:xfrm>
            <a:custGeom>
              <a:avLst/>
              <a:pathLst>
                <a:path w="197" h="167167">
                  <a:moveTo>
                    <a:pt x="197" y="0"/>
                  </a:moveTo>
                  <a:lnTo>
                    <a:pt x="0" y="0"/>
                  </a:lnTo>
                  <a:lnTo>
                    <a:pt x="197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523" y="5018213"/>
              <a:ext cx="197" cy="167167"/>
            </a:xfrm>
            <a:custGeom>
              <a:avLst/>
              <a:pathLst>
                <a:path w="197" h="167167">
                  <a:moveTo>
                    <a:pt x="0" y="0"/>
                  </a:moveTo>
                  <a:lnTo>
                    <a:pt x="197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523" y="5018213"/>
              <a:ext cx="197" cy="167167"/>
            </a:xfrm>
            <a:custGeom>
              <a:avLst/>
              <a:pathLst>
                <a:path w="197" h="167167">
                  <a:moveTo>
                    <a:pt x="0" y="0"/>
                  </a:moveTo>
                  <a:lnTo>
                    <a:pt x="197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523" y="5018213"/>
              <a:ext cx="197" cy="167167"/>
            </a:xfrm>
            <a:custGeom>
              <a:avLst/>
              <a:pathLst>
                <a:path w="197" h="167167">
                  <a:moveTo>
                    <a:pt x="0" y="0"/>
                  </a:moveTo>
                  <a:lnTo>
                    <a:pt x="19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523" y="5018213"/>
              <a:ext cx="197" cy="167167"/>
            </a:xfrm>
            <a:custGeom>
              <a:avLst/>
              <a:pathLst>
                <a:path w="197" h="167167">
                  <a:moveTo>
                    <a:pt x="0" y="0"/>
                  </a:moveTo>
                  <a:lnTo>
                    <a:pt x="19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523" y="5018213"/>
              <a:ext cx="197" cy="167167"/>
            </a:xfrm>
            <a:custGeom>
              <a:avLst/>
              <a:pathLst>
                <a:path w="197" h="167167">
                  <a:moveTo>
                    <a:pt x="0" y="0"/>
                  </a:moveTo>
                  <a:lnTo>
                    <a:pt x="19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523" y="5018213"/>
              <a:ext cx="197" cy="167167"/>
            </a:xfrm>
            <a:custGeom>
              <a:avLst/>
              <a:pathLst>
                <a:path w="197" h="167167">
                  <a:moveTo>
                    <a:pt x="0" y="0"/>
                  </a:moveTo>
                  <a:lnTo>
                    <a:pt x="19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523" y="5018213"/>
              <a:ext cx="197" cy="167167"/>
            </a:xfrm>
            <a:custGeom>
              <a:avLst/>
              <a:pathLst>
                <a:path w="197" h="167167">
                  <a:moveTo>
                    <a:pt x="0" y="0"/>
                  </a:moveTo>
                  <a:lnTo>
                    <a:pt x="197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488523" y="5018213"/>
              <a:ext cx="197" cy="167167"/>
            </a:xfrm>
            <a:custGeom>
              <a:avLst/>
              <a:pathLst>
                <a:path w="197" h="167167">
                  <a:moveTo>
                    <a:pt x="0" y="0"/>
                  </a:moveTo>
                  <a:lnTo>
                    <a:pt x="197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321569" y="5018213"/>
              <a:ext cx="334313" cy="334332"/>
            </a:xfrm>
            <a:custGeom>
              <a:avLst/>
              <a:pathLst>
                <a:path w="334313" h="334332">
                  <a:moveTo>
                    <a:pt x="166954" y="0"/>
                  </a:moveTo>
                  <a:lnTo>
                    <a:pt x="161660" y="90"/>
                  </a:lnTo>
                  <a:lnTo>
                    <a:pt x="156372" y="347"/>
                  </a:lnTo>
                  <a:lnTo>
                    <a:pt x="151095" y="772"/>
                  </a:lnTo>
                  <a:lnTo>
                    <a:pt x="145835" y="1364"/>
                  </a:lnTo>
                  <a:lnTo>
                    <a:pt x="140595" y="2122"/>
                  </a:lnTo>
                  <a:lnTo>
                    <a:pt x="135382" y="3046"/>
                  </a:lnTo>
                  <a:lnTo>
                    <a:pt x="130201" y="4134"/>
                  </a:lnTo>
                  <a:lnTo>
                    <a:pt x="125057" y="5386"/>
                  </a:lnTo>
                  <a:lnTo>
                    <a:pt x="119955" y="6800"/>
                  </a:lnTo>
                  <a:lnTo>
                    <a:pt x="114901" y="8375"/>
                  </a:lnTo>
                  <a:lnTo>
                    <a:pt x="109899" y="10109"/>
                  </a:lnTo>
                  <a:lnTo>
                    <a:pt x="104954" y="12001"/>
                  </a:lnTo>
                  <a:lnTo>
                    <a:pt x="100072" y="14048"/>
                  </a:lnTo>
                  <a:lnTo>
                    <a:pt x="95257" y="16249"/>
                  </a:lnTo>
                  <a:lnTo>
                    <a:pt x="90514" y="18601"/>
                  </a:lnTo>
                  <a:lnTo>
                    <a:pt x="85848" y="21102"/>
                  </a:lnTo>
                  <a:lnTo>
                    <a:pt x="81264" y="23750"/>
                  </a:lnTo>
                  <a:lnTo>
                    <a:pt x="76766" y="26541"/>
                  </a:lnTo>
                  <a:lnTo>
                    <a:pt x="72358" y="29474"/>
                  </a:lnTo>
                  <a:lnTo>
                    <a:pt x="68045" y="32545"/>
                  </a:lnTo>
                  <a:lnTo>
                    <a:pt x="63832" y="35750"/>
                  </a:lnTo>
                  <a:lnTo>
                    <a:pt x="59723" y="39088"/>
                  </a:lnTo>
                  <a:lnTo>
                    <a:pt x="55721" y="42554"/>
                  </a:lnTo>
                  <a:lnTo>
                    <a:pt x="51831" y="46145"/>
                  </a:lnTo>
                  <a:lnTo>
                    <a:pt x="48057" y="49857"/>
                  </a:lnTo>
                  <a:lnTo>
                    <a:pt x="44402" y="53687"/>
                  </a:lnTo>
                  <a:lnTo>
                    <a:pt x="40870" y="57631"/>
                  </a:lnTo>
                  <a:lnTo>
                    <a:pt x="37465" y="61685"/>
                  </a:lnTo>
                  <a:lnTo>
                    <a:pt x="34190" y="65844"/>
                  </a:lnTo>
                  <a:lnTo>
                    <a:pt x="31048" y="70105"/>
                  </a:lnTo>
                  <a:lnTo>
                    <a:pt x="28043" y="74464"/>
                  </a:lnTo>
                  <a:lnTo>
                    <a:pt x="25177" y="78915"/>
                  </a:lnTo>
                  <a:lnTo>
                    <a:pt x="22453" y="83455"/>
                  </a:lnTo>
                  <a:lnTo>
                    <a:pt x="19875" y="88079"/>
                  </a:lnTo>
                  <a:lnTo>
                    <a:pt x="17445" y="92782"/>
                  </a:lnTo>
                  <a:lnTo>
                    <a:pt x="15164" y="97560"/>
                  </a:lnTo>
                  <a:lnTo>
                    <a:pt x="13037" y="102408"/>
                  </a:lnTo>
                  <a:lnTo>
                    <a:pt x="11063" y="107320"/>
                  </a:lnTo>
                  <a:lnTo>
                    <a:pt x="9246" y="112293"/>
                  </a:lnTo>
                  <a:lnTo>
                    <a:pt x="7588" y="117320"/>
                  </a:lnTo>
                  <a:lnTo>
                    <a:pt x="6090" y="122398"/>
                  </a:lnTo>
                  <a:lnTo>
                    <a:pt x="4753" y="127521"/>
                  </a:lnTo>
                  <a:lnTo>
                    <a:pt x="3579" y="132683"/>
                  </a:lnTo>
                  <a:lnTo>
                    <a:pt x="2569" y="137880"/>
                  </a:lnTo>
                  <a:lnTo>
                    <a:pt x="1724" y="143106"/>
                  </a:lnTo>
                  <a:lnTo>
                    <a:pt x="1045" y="148356"/>
                  </a:lnTo>
                  <a:lnTo>
                    <a:pt x="533" y="153626"/>
                  </a:lnTo>
                  <a:lnTo>
                    <a:pt x="187" y="158908"/>
                  </a:lnTo>
                  <a:lnTo>
                    <a:pt x="10" y="164199"/>
                  </a:lnTo>
                  <a:lnTo>
                    <a:pt x="0" y="169494"/>
                  </a:lnTo>
                  <a:lnTo>
                    <a:pt x="157" y="174785"/>
                  </a:lnTo>
                  <a:lnTo>
                    <a:pt x="482" y="180069"/>
                  </a:lnTo>
                  <a:lnTo>
                    <a:pt x="974" y="185341"/>
                  </a:lnTo>
                  <a:lnTo>
                    <a:pt x="1633" y="190594"/>
                  </a:lnTo>
                  <a:lnTo>
                    <a:pt x="2458" y="195823"/>
                  </a:lnTo>
                  <a:lnTo>
                    <a:pt x="3448" y="201024"/>
                  </a:lnTo>
                  <a:lnTo>
                    <a:pt x="4602" y="206190"/>
                  </a:lnTo>
                  <a:lnTo>
                    <a:pt x="5919" y="211318"/>
                  </a:lnTo>
                  <a:lnTo>
                    <a:pt x="7398" y="216401"/>
                  </a:lnTo>
                  <a:lnTo>
                    <a:pt x="9037" y="221435"/>
                  </a:lnTo>
                  <a:lnTo>
                    <a:pt x="10835" y="226415"/>
                  </a:lnTo>
                  <a:lnTo>
                    <a:pt x="12789" y="231335"/>
                  </a:lnTo>
                  <a:lnTo>
                    <a:pt x="14899" y="236191"/>
                  </a:lnTo>
                  <a:lnTo>
                    <a:pt x="17161" y="240977"/>
                  </a:lnTo>
                  <a:lnTo>
                    <a:pt x="19573" y="245690"/>
                  </a:lnTo>
                  <a:lnTo>
                    <a:pt x="22134" y="250323"/>
                  </a:lnTo>
                  <a:lnTo>
                    <a:pt x="24840" y="254874"/>
                  </a:lnTo>
                  <a:lnTo>
                    <a:pt x="27688" y="259336"/>
                  </a:lnTo>
                  <a:lnTo>
                    <a:pt x="30677" y="263706"/>
                  </a:lnTo>
                  <a:lnTo>
                    <a:pt x="33802" y="267979"/>
                  </a:lnTo>
                  <a:lnTo>
                    <a:pt x="37061" y="272151"/>
                  </a:lnTo>
                  <a:lnTo>
                    <a:pt x="40451" y="276218"/>
                  </a:lnTo>
                  <a:lnTo>
                    <a:pt x="43968" y="280175"/>
                  </a:lnTo>
                  <a:lnTo>
                    <a:pt x="47608" y="284019"/>
                  </a:lnTo>
                  <a:lnTo>
                    <a:pt x="51368" y="287746"/>
                  </a:lnTo>
                  <a:lnTo>
                    <a:pt x="55244" y="291352"/>
                  </a:lnTo>
                  <a:lnTo>
                    <a:pt x="59233" y="294833"/>
                  </a:lnTo>
                  <a:lnTo>
                    <a:pt x="63329" y="298186"/>
                  </a:lnTo>
                  <a:lnTo>
                    <a:pt x="67530" y="301408"/>
                  </a:lnTo>
                  <a:lnTo>
                    <a:pt x="71831" y="304495"/>
                  </a:lnTo>
                  <a:lnTo>
                    <a:pt x="76227" y="307445"/>
                  </a:lnTo>
                  <a:lnTo>
                    <a:pt x="80715" y="310254"/>
                  </a:lnTo>
                  <a:lnTo>
                    <a:pt x="85289" y="312919"/>
                  </a:lnTo>
                  <a:lnTo>
                    <a:pt x="89946" y="315438"/>
                  </a:lnTo>
                  <a:lnTo>
                    <a:pt x="94679" y="317808"/>
                  </a:lnTo>
                  <a:lnTo>
                    <a:pt x="99486" y="320028"/>
                  </a:lnTo>
                  <a:lnTo>
                    <a:pt x="104360" y="322094"/>
                  </a:lnTo>
                  <a:lnTo>
                    <a:pt x="109297" y="324004"/>
                  </a:lnTo>
                  <a:lnTo>
                    <a:pt x="114293" y="325757"/>
                  </a:lnTo>
                  <a:lnTo>
                    <a:pt x="119341" y="327352"/>
                  </a:lnTo>
                  <a:lnTo>
                    <a:pt x="124437" y="328785"/>
                  </a:lnTo>
                  <a:lnTo>
                    <a:pt x="129577" y="330057"/>
                  </a:lnTo>
                  <a:lnTo>
                    <a:pt x="134753" y="331165"/>
                  </a:lnTo>
                  <a:lnTo>
                    <a:pt x="139963" y="332109"/>
                  </a:lnTo>
                  <a:lnTo>
                    <a:pt x="145199" y="332887"/>
                  </a:lnTo>
                  <a:lnTo>
                    <a:pt x="150458" y="333499"/>
                  </a:lnTo>
                  <a:lnTo>
                    <a:pt x="155733" y="333944"/>
                  </a:lnTo>
                  <a:lnTo>
                    <a:pt x="161020" y="334222"/>
                  </a:lnTo>
                  <a:lnTo>
                    <a:pt x="166313" y="334332"/>
                  </a:lnTo>
                  <a:lnTo>
                    <a:pt x="171607" y="334275"/>
                  </a:lnTo>
                  <a:lnTo>
                    <a:pt x="176896" y="334050"/>
                  </a:lnTo>
                  <a:lnTo>
                    <a:pt x="182176" y="333658"/>
                  </a:lnTo>
                  <a:lnTo>
                    <a:pt x="187440" y="333098"/>
                  </a:lnTo>
                  <a:lnTo>
                    <a:pt x="192684" y="332373"/>
                  </a:lnTo>
                  <a:lnTo>
                    <a:pt x="197903" y="331481"/>
                  </a:lnTo>
                  <a:lnTo>
                    <a:pt x="203090" y="330425"/>
                  </a:lnTo>
                  <a:lnTo>
                    <a:pt x="208242" y="329205"/>
                  </a:lnTo>
                  <a:lnTo>
                    <a:pt x="213352" y="327823"/>
                  </a:lnTo>
                  <a:lnTo>
                    <a:pt x="218416" y="326279"/>
                  </a:lnTo>
                  <a:lnTo>
                    <a:pt x="223429" y="324576"/>
                  </a:lnTo>
                  <a:lnTo>
                    <a:pt x="228385" y="322715"/>
                  </a:lnTo>
                  <a:lnTo>
                    <a:pt x="233280" y="320698"/>
                  </a:lnTo>
                  <a:lnTo>
                    <a:pt x="238109" y="318527"/>
                  </a:lnTo>
                  <a:lnTo>
                    <a:pt x="242866" y="316204"/>
                  </a:lnTo>
                  <a:lnTo>
                    <a:pt x="247547" y="313732"/>
                  </a:lnTo>
                  <a:lnTo>
                    <a:pt x="252148" y="311113"/>
                  </a:lnTo>
                  <a:lnTo>
                    <a:pt x="256663" y="308349"/>
                  </a:lnTo>
                  <a:lnTo>
                    <a:pt x="261089" y="305444"/>
                  </a:lnTo>
                  <a:lnTo>
                    <a:pt x="265421" y="302400"/>
                  </a:lnTo>
                  <a:lnTo>
                    <a:pt x="269654" y="299220"/>
                  </a:lnTo>
                  <a:lnTo>
                    <a:pt x="273784" y="295908"/>
                  </a:lnTo>
                  <a:lnTo>
                    <a:pt x="277807" y="292467"/>
                  </a:lnTo>
                  <a:lnTo>
                    <a:pt x="281719" y="288900"/>
                  </a:lnTo>
                  <a:lnTo>
                    <a:pt x="285516" y="285211"/>
                  </a:lnTo>
                  <a:lnTo>
                    <a:pt x="289195" y="281404"/>
                  </a:lnTo>
                  <a:lnTo>
                    <a:pt x="292751" y="277482"/>
                  </a:lnTo>
                  <a:lnTo>
                    <a:pt x="296181" y="273450"/>
                  </a:lnTo>
                  <a:lnTo>
                    <a:pt x="299482" y="269311"/>
                  </a:lnTo>
                  <a:lnTo>
                    <a:pt x="302650" y="265069"/>
                  </a:lnTo>
                  <a:lnTo>
                    <a:pt x="305682" y="260729"/>
                  </a:lnTo>
                  <a:lnTo>
                    <a:pt x="308576" y="256296"/>
                  </a:lnTo>
                  <a:lnTo>
                    <a:pt x="311327" y="251773"/>
                  </a:lnTo>
                  <a:lnTo>
                    <a:pt x="313934" y="247165"/>
                  </a:lnTo>
                  <a:lnTo>
                    <a:pt x="316393" y="242477"/>
                  </a:lnTo>
                  <a:lnTo>
                    <a:pt x="318703" y="237713"/>
                  </a:lnTo>
                  <a:lnTo>
                    <a:pt x="320861" y="232879"/>
                  </a:lnTo>
                  <a:lnTo>
                    <a:pt x="322865" y="227979"/>
                  </a:lnTo>
                  <a:lnTo>
                    <a:pt x="324712" y="223017"/>
                  </a:lnTo>
                  <a:lnTo>
                    <a:pt x="326402" y="218000"/>
                  </a:lnTo>
                  <a:lnTo>
                    <a:pt x="327932" y="212932"/>
                  </a:lnTo>
                  <a:lnTo>
                    <a:pt x="329300" y="207818"/>
                  </a:lnTo>
                  <a:lnTo>
                    <a:pt x="330506" y="202663"/>
                  </a:lnTo>
                  <a:lnTo>
                    <a:pt x="331548" y="197472"/>
                  </a:lnTo>
                  <a:lnTo>
                    <a:pt x="332425" y="192251"/>
                  </a:lnTo>
                  <a:lnTo>
                    <a:pt x="333137" y="187005"/>
                  </a:lnTo>
                  <a:lnTo>
                    <a:pt x="333682" y="181739"/>
                  </a:lnTo>
                  <a:lnTo>
                    <a:pt x="334060" y="176459"/>
                  </a:lnTo>
                  <a:lnTo>
                    <a:pt x="334270" y="171169"/>
                  </a:lnTo>
                  <a:lnTo>
                    <a:pt x="334313" y="165875"/>
                  </a:lnTo>
                  <a:lnTo>
                    <a:pt x="334188" y="160582"/>
                  </a:lnTo>
                  <a:lnTo>
                    <a:pt x="333896" y="155296"/>
                  </a:lnTo>
                  <a:lnTo>
                    <a:pt x="333437" y="150022"/>
                  </a:lnTo>
                  <a:lnTo>
                    <a:pt x="332810" y="144765"/>
                  </a:lnTo>
                  <a:lnTo>
                    <a:pt x="332018" y="139531"/>
                  </a:lnTo>
                  <a:lnTo>
                    <a:pt x="331060" y="134324"/>
                  </a:lnTo>
                  <a:lnTo>
                    <a:pt x="329938" y="129150"/>
                  </a:lnTo>
                  <a:lnTo>
                    <a:pt x="328653" y="124015"/>
                  </a:lnTo>
                  <a:lnTo>
                    <a:pt x="327205" y="118922"/>
                  </a:lnTo>
                  <a:lnTo>
                    <a:pt x="325597" y="113878"/>
                  </a:lnTo>
                  <a:lnTo>
                    <a:pt x="323830" y="108888"/>
                  </a:lnTo>
                  <a:lnTo>
                    <a:pt x="321906" y="103956"/>
                  </a:lnTo>
                  <a:lnTo>
                    <a:pt x="319827" y="99087"/>
                  </a:lnTo>
                  <a:lnTo>
                    <a:pt x="317595" y="94286"/>
                  </a:lnTo>
                  <a:lnTo>
                    <a:pt x="315212" y="89559"/>
                  </a:lnTo>
                  <a:lnTo>
                    <a:pt x="312680" y="84910"/>
                  </a:lnTo>
                  <a:lnTo>
                    <a:pt x="310002" y="80343"/>
                  </a:lnTo>
                  <a:lnTo>
                    <a:pt x="307181" y="75863"/>
                  </a:lnTo>
                  <a:lnTo>
                    <a:pt x="304220" y="71474"/>
                  </a:lnTo>
                  <a:lnTo>
                    <a:pt x="301121" y="67182"/>
                  </a:lnTo>
                  <a:lnTo>
                    <a:pt x="297888" y="62990"/>
                  </a:lnTo>
                  <a:lnTo>
                    <a:pt x="294523" y="58902"/>
                  </a:lnTo>
                  <a:lnTo>
                    <a:pt x="291031" y="54923"/>
                  </a:lnTo>
                  <a:lnTo>
                    <a:pt x="287415" y="51057"/>
                  </a:lnTo>
                  <a:lnTo>
                    <a:pt x="283678" y="47307"/>
                  </a:lnTo>
                  <a:lnTo>
                    <a:pt x="279824" y="43677"/>
                  </a:lnTo>
                  <a:lnTo>
                    <a:pt x="275857" y="40171"/>
                  </a:lnTo>
                  <a:lnTo>
                    <a:pt x="271781" y="36793"/>
                  </a:lnTo>
                  <a:lnTo>
                    <a:pt x="267600" y="33545"/>
                  </a:lnTo>
                  <a:lnTo>
                    <a:pt x="263319" y="30431"/>
                  </a:lnTo>
                  <a:lnTo>
                    <a:pt x="258941" y="27454"/>
                  </a:lnTo>
                  <a:lnTo>
                    <a:pt x="254471" y="24618"/>
                  </a:lnTo>
                  <a:lnTo>
                    <a:pt x="249913" y="21924"/>
                  </a:lnTo>
                  <a:lnTo>
                    <a:pt x="245272" y="19377"/>
                  </a:lnTo>
                  <a:lnTo>
                    <a:pt x="240553" y="16977"/>
                  </a:lnTo>
                  <a:lnTo>
                    <a:pt x="235761" y="14728"/>
                  </a:lnTo>
                  <a:lnTo>
                    <a:pt x="230899" y="12632"/>
                  </a:lnTo>
                  <a:lnTo>
                    <a:pt x="225974" y="10691"/>
                  </a:lnTo>
                  <a:lnTo>
                    <a:pt x="220990" y="8906"/>
                  </a:lnTo>
                  <a:lnTo>
                    <a:pt x="215951" y="7281"/>
                  </a:lnTo>
                  <a:lnTo>
                    <a:pt x="210864" y="5816"/>
                  </a:lnTo>
                  <a:lnTo>
                    <a:pt x="205733" y="4513"/>
                  </a:lnTo>
                  <a:lnTo>
                    <a:pt x="200563" y="3372"/>
                  </a:lnTo>
                  <a:lnTo>
                    <a:pt x="195359" y="2397"/>
                  </a:lnTo>
                  <a:lnTo>
                    <a:pt x="190128" y="1586"/>
                  </a:lnTo>
                  <a:lnTo>
                    <a:pt x="184873" y="941"/>
                  </a:lnTo>
                  <a:lnTo>
                    <a:pt x="179601" y="464"/>
                  </a:lnTo>
                  <a:lnTo>
                    <a:pt x="174316" y="153"/>
                  </a:lnTo>
                  <a:lnTo>
                    <a:pt x="169023" y="10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488720" y="5018213"/>
              <a:ext cx="1872" cy="167167"/>
            </a:xfrm>
            <a:custGeom>
              <a:avLst/>
              <a:pathLst>
                <a:path w="1872" h="167167">
                  <a:moveTo>
                    <a:pt x="1872" y="1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815727" y="5269756"/>
              <a:ext cx="148774" cy="167167"/>
            </a:xfrm>
            <a:custGeom>
              <a:avLst/>
              <a:pathLst>
                <a:path w="148774" h="167167">
                  <a:moveTo>
                    <a:pt x="148774" y="0"/>
                  </a:moveTo>
                  <a:lnTo>
                    <a:pt x="143216" y="92"/>
                  </a:lnTo>
                  <a:lnTo>
                    <a:pt x="137665" y="369"/>
                  </a:lnTo>
                  <a:lnTo>
                    <a:pt x="132126" y="831"/>
                  </a:lnTo>
                  <a:lnTo>
                    <a:pt x="126605" y="1476"/>
                  </a:lnTo>
                  <a:lnTo>
                    <a:pt x="121109" y="2304"/>
                  </a:lnTo>
                  <a:lnTo>
                    <a:pt x="115644" y="3315"/>
                  </a:lnTo>
                  <a:lnTo>
                    <a:pt x="110215" y="4507"/>
                  </a:lnTo>
                  <a:lnTo>
                    <a:pt x="104828" y="5879"/>
                  </a:lnTo>
                  <a:lnTo>
                    <a:pt x="99491" y="7429"/>
                  </a:lnTo>
                  <a:lnTo>
                    <a:pt x="94208" y="9156"/>
                  </a:lnTo>
                  <a:lnTo>
                    <a:pt x="88985" y="11057"/>
                  </a:lnTo>
                  <a:lnTo>
                    <a:pt x="83828" y="13131"/>
                  </a:lnTo>
                  <a:lnTo>
                    <a:pt x="78743" y="15376"/>
                  </a:lnTo>
                  <a:lnTo>
                    <a:pt x="73735" y="17788"/>
                  </a:lnTo>
                  <a:lnTo>
                    <a:pt x="68811" y="20365"/>
                  </a:lnTo>
                  <a:lnTo>
                    <a:pt x="63974" y="23104"/>
                  </a:lnTo>
                  <a:lnTo>
                    <a:pt x="59232" y="26003"/>
                  </a:lnTo>
                  <a:lnTo>
                    <a:pt x="54589" y="29058"/>
                  </a:lnTo>
                  <a:lnTo>
                    <a:pt x="50049" y="32265"/>
                  </a:lnTo>
                  <a:lnTo>
                    <a:pt x="45619" y="35622"/>
                  </a:lnTo>
                  <a:lnTo>
                    <a:pt x="41303" y="39124"/>
                  </a:lnTo>
                  <a:lnTo>
                    <a:pt x="37105" y="42768"/>
                  </a:lnTo>
                  <a:lnTo>
                    <a:pt x="33032" y="46549"/>
                  </a:lnTo>
                  <a:lnTo>
                    <a:pt x="29086" y="50463"/>
                  </a:lnTo>
                  <a:lnTo>
                    <a:pt x="25272" y="54507"/>
                  </a:lnTo>
                  <a:lnTo>
                    <a:pt x="21595" y="58675"/>
                  </a:lnTo>
                  <a:lnTo>
                    <a:pt x="18058" y="62963"/>
                  </a:lnTo>
                  <a:lnTo>
                    <a:pt x="14666" y="67366"/>
                  </a:lnTo>
                  <a:lnTo>
                    <a:pt x="11423" y="71880"/>
                  </a:lnTo>
                  <a:lnTo>
                    <a:pt x="8331" y="76499"/>
                  </a:lnTo>
                  <a:lnTo>
                    <a:pt x="5394" y="81218"/>
                  </a:lnTo>
                  <a:lnTo>
                    <a:pt x="2616" y="86032"/>
                  </a:lnTo>
                  <a:lnTo>
                    <a:pt x="0" y="90936"/>
                  </a:lnTo>
                  <a:lnTo>
                    <a:pt x="148774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797334" y="5269756"/>
              <a:ext cx="334326" cy="334324"/>
            </a:xfrm>
            <a:custGeom>
              <a:avLst/>
              <a:pathLst>
                <a:path w="334326" h="334324">
                  <a:moveTo>
                    <a:pt x="18393" y="90936"/>
                  </a:moveTo>
                  <a:lnTo>
                    <a:pt x="16057" y="95678"/>
                  </a:lnTo>
                  <a:lnTo>
                    <a:pt x="13872" y="100491"/>
                  </a:lnTo>
                  <a:lnTo>
                    <a:pt x="11841" y="105371"/>
                  </a:lnTo>
                  <a:lnTo>
                    <a:pt x="9965" y="110312"/>
                  </a:lnTo>
                  <a:lnTo>
                    <a:pt x="8246" y="115311"/>
                  </a:lnTo>
                  <a:lnTo>
                    <a:pt x="6686" y="120361"/>
                  </a:lnTo>
                  <a:lnTo>
                    <a:pt x="5286" y="125459"/>
                  </a:lnTo>
                  <a:lnTo>
                    <a:pt x="4048" y="130597"/>
                  </a:lnTo>
                  <a:lnTo>
                    <a:pt x="2974" y="135773"/>
                  </a:lnTo>
                  <a:lnTo>
                    <a:pt x="2063" y="140980"/>
                  </a:lnTo>
                  <a:lnTo>
                    <a:pt x="1318" y="146213"/>
                  </a:lnTo>
                  <a:lnTo>
                    <a:pt x="738" y="151467"/>
                  </a:lnTo>
                  <a:lnTo>
                    <a:pt x="325" y="156736"/>
                  </a:lnTo>
                  <a:lnTo>
                    <a:pt x="79" y="162017"/>
                  </a:lnTo>
                  <a:lnTo>
                    <a:pt x="0" y="167302"/>
                  </a:lnTo>
                  <a:lnTo>
                    <a:pt x="87" y="172587"/>
                  </a:lnTo>
                  <a:lnTo>
                    <a:pt x="342" y="177867"/>
                  </a:lnTo>
                  <a:lnTo>
                    <a:pt x="764" y="183136"/>
                  </a:lnTo>
                  <a:lnTo>
                    <a:pt x="1352" y="188389"/>
                  </a:lnTo>
                  <a:lnTo>
                    <a:pt x="2106" y="193620"/>
                  </a:lnTo>
                  <a:lnTo>
                    <a:pt x="3025" y="198826"/>
                  </a:lnTo>
                  <a:lnTo>
                    <a:pt x="4108" y="203999"/>
                  </a:lnTo>
                  <a:lnTo>
                    <a:pt x="5354" y="209136"/>
                  </a:lnTo>
                  <a:lnTo>
                    <a:pt x="6761" y="214231"/>
                  </a:lnTo>
                  <a:lnTo>
                    <a:pt x="8330" y="219279"/>
                  </a:lnTo>
                  <a:lnTo>
                    <a:pt x="10057" y="224275"/>
                  </a:lnTo>
                  <a:lnTo>
                    <a:pt x="11941" y="229214"/>
                  </a:lnTo>
                  <a:lnTo>
                    <a:pt x="13980" y="234090"/>
                  </a:lnTo>
                  <a:lnTo>
                    <a:pt x="16172" y="238900"/>
                  </a:lnTo>
                  <a:lnTo>
                    <a:pt x="18516" y="243638"/>
                  </a:lnTo>
                  <a:lnTo>
                    <a:pt x="21008" y="248299"/>
                  </a:lnTo>
                  <a:lnTo>
                    <a:pt x="23646" y="252880"/>
                  </a:lnTo>
                  <a:lnTo>
                    <a:pt x="26428" y="257375"/>
                  </a:lnTo>
                  <a:lnTo>
                    <a:pt x="29350" y="261779"/>
                  </a:lnTo>
                  <a:lnTo>
                    <a:pt x="32410" y="266089"/>
                  </a:lnTo>
                  <a:lnTo>
                    <a:pt x="35605" y="270300"/>
                  </a:lnTo>
                  <a:lnTo>
                    <a:pt x="38932" y="274408"/>
                  </a:lnTo>
                  <a:lnTo>
                    <a:pt x="42386" y="278409"/>
                  </a:lnTo>
                  <a:lnTo>
                    <a:pt x="45966" y="282298"/>
                  </a:lnTo>
                  <a:lnTo>
                    <a:pt x="49666" y="286072"/>
                  </a:lnTo>
                  <a:lnTo>
                    <a:pt x="53484" y="289728"/>
                  </a:lnTo>
                  <a:lnTo>
                    <a:pt x="57416" y="293261"/>
                  </a:lnTo>
                  <a:lnTo>
                    <a:pt x="61457" y="296668"/>
                  </a:lnTo>
                  <a:lnTo>
                    <a:pt x="65605" y="299945"/>
                  </a:lnTo>
                  <a:lnTo>
                    <a:pt x="69853" y="303090"/>
                  </a:lnTo>
                  <a:lnTo>
                    <a:pt x="74199" y="306098"/>
                  </a:lnTo>
                  <a:lnTo>
                    <a:pt x="78638" y="308968"/>
                  </a:lnTo>
                  <a:lnTo>
                    <a:pt x="83166" y="311696"/>
                  </a:lnTo>
                  <a:lnTo>
                    <a:pt x="87777" y="314280"/>
                  </a:lnTo>
                  <a:lnTo>
                    <a:pt x="92468" y="316716"/>
                  </a:lnTo>
                  <a:lnTo>
                    <a:pt x="97233" y="319003"/>
                  </a:lnTo>
                  <a:lnTo>
                    <a:pt x="102069" y="321138"/>
                  </a:lnTo>
                  <a:lnTo>
                    <a:pt x="106969" y="323120"/>
                  </a:lnTo>
                  <a:lnTo>
                    <a:pt x="111930" y="324945"/>
                  </a:lnTo>
                  <a:lnTo>
                    <a:pt x="116946" y="326612"/>
                  </a:lnTo>
                  <a:lnTo>
                    <a:pt x="122012" y="328120"/>
                  </a:lnTo>
                  <a:lnTo>
                    <a:pt x="127123" y="329468"/>
                  </a:lnTo>
                  <a:lnTo>
                    <a:pt x="132275" y="330652"/>
                  </a:lnTo>
                  <a:lnTo>
                    <a:pt x="137461" y="331674"/>
                  </a:lnTo>
                  <a:lnTo>
                    <a:pt x="142677" y="332531"/>
                  </a:lnTo>
                  <a:lnTo>
                    <a:pt x="147917" y="333222"/>
                  </a:lnTo>
                  <a:lnTo>
                    <a:pt x="153177" y="333748"/>
                  </a:lnTo>
                  <a:lnTo>
                    <a:pt x="158451" y="334107"/>
                  </a:lnTo>
                  <a:lnTo>
                    <a:pt x="163733" y="334299"/>
                  </a:lnTo>
                  <a:lnTo>
                    <a:pt x="169019" y="334324"/>
                  </a:lnTo>
                  <a:lnTo>
                    <a:pt x="174303" y="334182"/>
                  </a:lnTo>
                  <a:lnTo>
                    <a:pt x="179579" y="333873"/>
                  </a:lnTo>
                  <a:lnTo>
                    <a:pt x="184844" y="333397"/>
                  </a:lnTo>
                  <a:lnTo>
                    <a:pt x="190091" y="332755"/>
                  </a:lnTo>
                  <a:lnTo>
                    <a:pt x="195314" y="331948"/>
                  </a:lnTo>
                  <a:lnTo>
                    <a:pt x="200510" y="330975"/>
                  </a:lnTo>
                  <a:lnTo>
                    <a:pt x="205672" y="329839"/>
                  </a:lnTo>
                  <a:lnTo>
                    <a:pt x="210796" y="328541"/>
                  </a:lnTo>
                  <a:lnTo>
                    <a:pt x="215876" y="327080"/>
                  </a:lnTo>
                  <a:lnTo>
                    <a:pt x="220908" y="325461"/>
                  </a:lnTo>
                  <a:lnTo>
                    <a:pt x="225886" y="323682"/>
                  </a:lnTo>
                  <a:lnTo>
                    <a:pt x="230805" y="321748"/>
                  </a:lnTo>
                  <a:lnTo>
                    <a:pt x="235660" y="319658"/>
                  </a:lnTo>
                  <a:lnTo>
                    <a:pt x="240447" y="317417"/>
                  </a:lnTo>
                  <a:lnTo>
                    <a:pt x="245161" y="315025"/>
                  </a:lnTo>
                  <a:lnTo>
                    <a:pt x="249796" y="312485"/>
                  </a:lnTo>
                  <a:lnTo>
                    <a:pt x="254349" y="309800"/>
                  </a:lnTo>
                  <a:lnTo>
                    <a:pt x="258815" y="306972"/>
                  </a:lnTo>
                  <a:lnTo>
                    <a:pt x="263190" y="304005"/>
                  </a:lnTo>
                  <a:lnTo>
                    <a:pt x="267468" y="300900"/>
                  </a:lnTo>
                  <a:lnTo>
                    <a:pt x="271646" y="297662"/>
                  </a:lnTo>
                  <a:lnTo>
                    <a:pt x="275719" y="294294"/>
                  </a:lnTo>
                  <a:lnTo>
                    <a:pt x="279684" y="290798"/>
                  </a:lnTo>
                  <a:lnTo>
                    <a:pt x="283537" y="287179"/>
                  </a:lnTo>
                  <a:lnTo>
                    <a:pt x="287273" y="283440"/>
                  </a:lnTo>
                  <a:lnTo>
                    <a:pt x="290889" y="279585"/>
                  </a:lnTo>
                  <a:lnTo>
                    <a:pt x="294381" y="275617"/>
                  </a:lnTo>
                  <a:lnTo>
                    <a:pt x="297747" y="271541"/>
                  </a:lnTo>
                  <a:lnTo>
                    <a:pt x="300981" y="267360"/>
                  </a:lnTo>
                  <a:lnTo>
                    <a:pt x="304082" y="263079"/>
                  </a:lnTo>
                  <a:lnTo>
                    <a:pt x="307046" y="258703"/>
                  </a:lnTo>
                  <a:lnTo>
                    <a:pt x="309870" y="254234"/>
                  </a:lnTo>
                  <a:lnTo>
                    <a:pt x="312551" y="249679"/>
                  </a:lnTo>
                  <a:lnTo>
                    <a:pt x="315088" y="245041"/>
                  </a:lnTo>
                  <a:lnTo>
                    <a:pt x="317476" y="240326"/>
                  </a:lnTo>
                  <a:lnTo>
                    <a:pt x="319714" y="235537"/>
                  </a:lnTo>
                  <a:lnTo>
                    <a:pt x="321799" y="230680"/>
                  </a:lnTo>
                  <a:lnTo>
                    <a:pt x="323730" y="225759"/>
                  </a:lnTo>
                  <a:lnTo>
                    <a:pt x="325504" y="220780"/>
                  </a:lnTo>
                  <a:lnTo>
                    <a:pt x="327120" y="215747"/>
                  </a:lnTo>
                  <a:lnTo>
                    <a:pt x="328576" y="210666"/>
                  </a:lnTo>
                  <a:lnTo>
                    <a:pt x="329870" y="205541"/>
                  </a:lnTo>
                  <a:lnTo>
                    <a:pt x="331002" y="200378"/>
                  </a:lnTo>
                  <a:lnTo>
                    <a:pt x="331970" y="195182"/>
                  </a:lnTo>
                  <a:lnTo>
                    <a:pt x="332774" y="189957"/>
                  </a:lnTo>
                  <a:lnTo>
                    <a:pt x="333411" y="184710"/>
                  </a:lnTo>
                  <a:lnTo>
                    <a:pt x="333883" y="179445"/>
                  </a:lnTo>
                  <a:lnTo>
                    <a:pt x="334188" y="174168"/>
                  </a:lnTo>
                  <a:lnTo>
                    <a:pt x="334326" y="168884"/>
                  </a:lnTo>
                  <a:lnTo>
                    <a:pt x="334296" y="163598"/>
                  </a:lnTo>
                  <a:lnTo>
                    <a:pt x="334100" y="158316"/>
                  </a:lnTo>
                  <a:lnTo>
                    <a:pt x="333737" y="153043"/>
                  </a:lnTo>
                  <a:lnTo>
                    <a:pt x="333207" y="147783"/>
                  </a:lnTo>
                  <a:lnTo>
                    <a:pt x="332511" y="142544"/>
                  </a:lnTo>
                  <a:lnTo>
                    <a:pt x="331650" y="137328"/>
                  </a:lnTo>
                  <a:lnTo>
                    <a:pt x="330624" y="132143"/>
                  </a:lnTo>
                  <a:lnTo>
                    <a:pt x="329435" y="126993"/>
                  </a:lnTo>
                  <a:lnTo>
                    <a:pt x="328084" y="121882"/>
                  </a:lnTo>
                  <a:lnTo>
                    <a:pt x="326572" y="116818"/>
                  </a:lnTo>
                  <a:lnTo>
                    <a:pt x="324900" y="111803"/>
                  </a:lnTo>
                  <a:lnTo>
                    <a:pt x="323071" y="106844"/>
                  </a:lnTo>
                  <a:lnTo>
                    <a:pt x="321086" y="101945"/>
                  </a:lnTo>
                  <a:lnTo>
                    <a:pt x="318947" y="97111"/>
                  </a:lnTo>
                  <a:lnTo>
                    <a:pt x="316656" y="92347"/>
                  </a:lnTo>
                  <a:lnTo>
                    <a:pt x="314216" y="87659"/>
                  </a:lnTo>
                  <a:lnTo>
                    <a:pt x="311629" y="83049"/>
                  </a:lnTo>
                  <a:lnTo>
                    <a:pt x="308897" y="78524"/>
                  </a:lnTo>
                  <a:lnTo>
                    <a:pt x="306023" y="74087"/>
                  </a:lnTo>
                  <a:lnTo>
                    <a:pt x="303011" y="69744"/>
                  </a:lnTo>
                  <a:lnTo>
                    <a:pt x="299863" y="65498"/>
                  </a:lnTo>
                  <a:lnTo>
                    <a:pt x="296582" y="61353"/>
                  </a:lnTo>
                  <a:lnTo>
                    <a:pt x="293172" y="57314"/>
                  </a:lnTo>
                  <a:lnTo>
                    <a:pt x="289636" y="53385"/>
                  </a:lnTo>
                  <a:lnTo>
                    <a:pt x="285978" y="49570"/>
                  </a:lnTo>
                  <a:lnTo>
                    <a:pt x="282200" y="45873"/>
                  </a:lnTo>
                  <a:lnTo>
                    <a:pt x="278308" y="42297"/>
                  </a:lnTo>
                  <a:lnTo>
                    <a:pt x="274304" y="38845"/>
                  </a:lnTo>
                  <a:lnTo>
                    <a:pt x="270194" y="35522"/>
                  </a:lnTo>
                  <a:lnTo>
                    <a:pt x="265980" y="32330"/>
                  </a:lnTo>
                  <a:lnTo>
                    <a:pt x="261668" y="29274"/>
                  </a:lnTo>
                  <a:lnTo>
                    <a:pt x="257261" y="26355"/>
                  </a:lnTo>
                  <a:lnTo>
                    <a:pt x="252764" y="23577"/>
                  </a:lnTo>
                  <a:lnTo>
                    <a:pt x="248181" y="20942"/>
                  </a:lnTo>
                  <a:lnTo>
                    <a:pt x="243518" y="18454"/>
                  </a:lnTo>
                  <a:lnTo>
                    <a:pt x="238778" y="16115"/>
                  </a:lnTo>
                  <a:lnTo>
                    <a:pt x="233967" y="13926"/>
                  </a:lnTo>
                  <a:lnTo>
                    <a:pt x="229088" y="11891"/>
                  </a:lnTo>
                  <a:lnTo>
                    <a:pt x="224148" y="10011"/>
                  </a:lnTo>
                  <a:lnTo>
                    <a:pt x="219151" y="8288"/>
                  </a:lnTo>
                  <a:lnTo>
                    <a:pt x="214102" y="6724"/>
                  </a:lnTo>
                  <a:lnTo>
                    <a:pt x="209006" y="5320"/>
                  </a:lnTo>
                  <a:lnTo>
                    <a:pt x="203868" y="4078"/>
                  </a:lnTo>
                  <a:lnTo>
                    <a:pt x="198693" y="2999"/>
                  </a:lnTo>
                  <a:lnTo>
                    <a:pt x="193487" y="2085"/>
                  </a:lnTo>
                  <a:lnTo>
                    <a:pt x="188255" y="1335"/>
                  </a:lnTo>
                  <a:lnTo>
                    <a:pt x="183001" y="751"/>
                  </a:lnTo>
                  <a:lnTo>
                    <a:pt x="177732" y="334"/>
                  </a:lnTo>
                  <a:lnTo>
                    <a:pt x="172452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2142" y="5399291"/>
              <a:ext cx="4073" cy="167167"/>
            </a:xfrm>
            <a:custGeom>
              <a:avLst/>
              <a:pathLst>
                <a:path w="4073" h="167167">
                  <a:moveTo>
                    <a:pt x="4073" y="0"/>
                  </a:moveTo>
                  <a:lnTo>
                    <a:pt x="0" y="49"/>
                  </a:lnTo>
                  <a:lnTo>
                    <a:pt x="4073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2142" y="5399341"/>
              <a:ext cx="4073" cy="167117"/>
            </a:xfrm>
            <a:custGeom>
              <a:avLst/>
              <a:pathLst>
                <a:path w="4073" h="167117">
                  <a:moveTo>
                    <a:pt x="0" y="0"/>
                  </a:moveTo>
                  <a:lnTo>
                    <a:pt x="4073" y="1671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2142" y="5399341"/>
              <a:ext cx="4073" cy="167117"/>
            </a:xfrm>
            <a:custGeom>
              <a:avLst/>
              <a:pathLst>
                <a:path w="4073" h="167117">
                  <a:moveTo>
                    <a:pt x="0" y="0"/>
                  </a:moveTo>
                  <a:lnTo>
                    <a:pt x="4073" y="1671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2142" y="5399341"/>
              <a:ext cx="4073" cy="167117"/>
            </a:xfrm>
            <a:custGeom>
              <a:avLst/>
              <a:pathLst>
                <a:path w="4073" h="167117">
                  <a:moveTo>
                    <a:pt x="0" y="0"/>
                  </a:moveTo>
                  <a:lnTo>
                    <a:pt x="4073" y="1671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2142" y="5399341"/>
              <a:ext cx="4073" cy="167117"/>
            </a:xfrm>
            <a:custGeom>
              <a:avLst/>
              <a:pathLst>
                <a:path w="4073" h="167117">
                  <a:moveTo>
                    <a:pt x="0" y="0"/>
                  </a:moveTo>
                  <a:lnTo>
                    <a:pt x="4073" y="1671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2142" y="5399341"/>
              <a:ext cx="4073" cy="167117"/>
            </a:xfrm>
            <a:custGeom>
              <a:avLst/>
              <a:pathLst>
                <a:path w="4073" h="167117">
                  <a:moveTo>
                    <a:pt x="0" y="0"/>
                  </a:moveTo>
                  <a:lnTo>
                    <a:pt x="4073" y="16711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482142" y="5399341"/>
              <a:ext cx="4073" cy="167117"/>
            </a:xfrm>
            <a:custGeom>
              <a:avLst/>
              <a:pathLst>
                <a:path w="4073" h="167117">
                  <a:moveTo>
                    <a:pt x="0" y="0"/>
                  </a:moveTo>
                  <a:lnTo>
                    <a:pt x="4073" y="16711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319053" y="5399341"/>
              <a:ext cx="334325" cy="334279"/>
            </a:xfrm>
            <a:custGeom>
              <a:avLst/>
              <a:pathLst>
                <a:path w="334325" h="334279">
                  <a:moveTo>
                    <a:pt x="163088" y="0"/>
                  </a:moveTo>
                  <a:lnTo>
                    <a:pt x="157789" y="213"/>
                  </a:lnTo>
                  <a:lnTo>
                    <a:pt x="152500" y="594"/>
                  </a:lnTo>
                  <a:lnTo>
                    <a:pt x="147226" y="1143"/>
                  </a:lnTo>
                  <a:lnTo>
                    <a:pt x="141972" y="1859"/>
                  </a:lnTo>
                  <a:lnTo>
                    <a:pt x="136743" y="2741"/>
                  </a:lnTo>
                  <a:lnTo>
                    <a:pt x="131544" y="3788"/>
                  </a:lnTo>
                  <a:lnTo>
                    <a:pt x="126382" y="5000"/>
                  </a:lnTo>
                  <a:lnTo>
                    <a:pt x="121260" y="6375"/>
                  </a:lnTo>
                  <a:lnTo>
                    <a:pt x="116185" y="7912"/>
                  </a:lnTo>
                  <a:lnTo>
                    <a:pt x="111161" y="9609"/>
                  </a:lnTo>
                  <a:lnTo>
                    <a:pt x="106194" y="11464"/>
                  </a:lnTo>
                  <a:lnTo>
                    <a:pt x="101287" y="13476"/>
                  </a:lnTo>
                  <a:lnTo>
                    <a:pt x="96447" y="15643"/>
                  </a:lnTo>
                  <a:lnTo>
                    <a:pt x="91678" y="17962"/>
                  </a:lnTo>
                  <a:lnTo>
                    <a:pt x="86986" y="20431"/>
                  </a:lnTo>
                  <a:lnTo>
                    <a:pt x="82373" y="23048"/>
                  </a:lnTo>
                  <a:lnTo>
                    <a:pt x="77846" y="25810"/>
                  </a:lnTo>
                  <a:lnTo>
                    <a:pt x="73409" y="28714"/>
                  </a:lnTo>
                  <a:lnTo>
                    <a:pt x="69067" y="31757"/>
                  </a:lnTo>
                  <a:lnTo>
                    <a:pt x="64823" y="34937"/>
                  </a:lnTo>
                  <a:lnTo>
                    <a:pt x="60682" y="38249"/>
                  </a:lnTo>
                  <a:lnTo>
                    <a:pt x="56648" y="41691"/>
                  </a:lnTo>
                  <a:lnTo>
                    <a:pt x="52725" y="45260"/>
                  </a:lnTo>
                  <a:lnTo>
                    <a:pt x="48918" y="48950"/>
                  </a:lnTo>
                  <a:lnTo>
                    <a:pt x="45229" y="52760"/>
                  </a:lnTo>
                  <a:lnTo>
                    <a:pt x="41664" y="56685"/>
                  </a:lnTo>
                  <a:lnTo>
                    <a:pt x="38224" y="60721"/>
                  </a:lnTo>
                  <a:lnTo>
                    <a:pt x="34914" y="64864"/>
                  </a:lnTo>
                  <a:lnTo>
                    <a:pt x="31738" y="69110"/>
                  </a:lnTo>
                  <a:lnTo>
                    <a:pt x="28697" y="73455"/>
                  </a:lnTo>
                  <a:lnTo>
                    <a:pt x="25796" y="77894"/>
                  </a:lnTo>
                  <a:lnTo>
                    <a:pt x="23037" y="82423"/>
                  </a:lnTo>
                  <a:lnTo>
                    <a:pt x="20424" y="87037"/>
                  </a:lnTo>
                  <a:lnTo>
                    <a:pt x="17957" y="91731"/>
                  </a:lnTo>
                  <a:lnTo>
                    <a:pt x="15641" y="96501"/>
                  </a:lnTo>
                  <a:lnTo>
                    <a:pt x="13478" y="101343"/>
                  </a:lnTo>
                  <a:lnTo>
                    <a:pt x="11469" y="106250"/>
                  </a:lnTo>
                  <a:lnTo>
                    <a:pt x="9617" y="111219"/>
                  </a:lnTo>
                  <a:lnTo>
                    <a:pt x="7923" y="116244"/>
                  </a:lnTo>
                  <a:lnTo>
                    <a:pt x="6390" y="121321"/>
                  </a:lnTo>
                  <a:lnTo>
                    <a:pt x="5018" y="126443"/>
                  </a:lnTo>
                  <a:lnTo>
                    <a:pt x="3809" y="131606"/>
                  </a:lnTo>
                  <a:lnTo>
                    <a:pt x="2765" y="136805"/>
                  </a:lnTo>
                  <a:lnTo>
                    <a:pt x="1887" y="142035"/>
                  </a:lnTo>
                  <a:lnTo>
                    <a:pt x="1174" y="147290"/>
                  </a:lnTo>
                  <a:lnTo>
                    <a:pt x="629" y="152564"/>
                  </a:lnTo>
                  <a:lnTo>
                    <a:pt x="251" y="157854"/>
                  </a:lnTo>
                  <a:lnTo>
                    <a:pt x="41" y="163152"/>
                  </a:lnTo>
                  <a:lnTo>
                    <a:pt x="0" y="168455"/>
                  </a:lnTo>
                  <a:lnTo>
                    <a:pt x="126" y="173756"/>
                  </a:lnTo>
                  <a:lnTo>
                    <a:pt x="421" y="179051"/>
                  </a:lnTo>
                  <a:lnTo>
                    <a:pt x="883" y="184334"/>
                  </a:lnTo>
                  <a:lnTo>
                    <a:pt x="1513" y="189599"/>
                  </a:lnTo>
                  <a:lnTo>
                    <a:pt x="2309" y="194842"/>
                  </a:lnTo>
                  <a:lnTo>
                    <a:pt x="3271" y="200056"/>
                  </a:lnTo>
                  <a:lnTo>
                    <a:pt x="4399" y="205238"/>
                  </a:lnTo>
                  <a:lnTo>
                    <a:pt x="5690" y="210381"/>
                  </a:lnTo>
                  <a:lnTo>
                    <a:pt x="7143" y="215481"/>
                  </a:lnTo>
                  <a:lnTo>
                    <a:pt x="8758" y="220532"/>
                  </a:lnTo>
                  <a:lnTo>
                    <a:pt x="10532" y="225529"/>
                  </a:lnTo>
                  <a:lnTo>
                    <a:pt x="12463" y="230468"/>
                  </a:lnTo>
                  <a:lnTo>
                    <a:pt x="14550" y="235343"/>
                  </a:lnTo>
                  <a:lnTo>
                    <a:pt x="16791" y="240149"/>
                  </a:lnTo>
                  <a:lnTo>
                    <a:pt x="19183" y="244882"/>
                  </a:lnTo>
                  <a:lnTo>
                    <a:pt x="21724" y="249536"/>
                  </a:lnTo>
                  <a:lnTo>
                    <a:pt x="24411" y="254107"/>
                  </a:lnTo>
                  <a:lnTo>
                    <a:pt x="27242" y="258591"/>
                  </a:lnTo>
                  <a:lnTo>
                    <a:pt x="30214" y="262983"/>
                  </a:lnTo>
                  <a:lnTo>
                    <a:pt x="33323" y="267279"/>
                  </a:lnTo>
                  <a:lnTo>
                    <a:pt x="36568" y="271473"/>
                  </a:lnTo>
                  <a:lnTo>
                    <a:pt x="39943" y="275563"/>
                  </a:lnTo>
                  <a:lnTo>
                    <a:pt x="43447" y="279543"/>
                  </a:lnTo>
                  <a:lnTo>
                    <a:pt x="47075" y="283411"/>
                  </a:lnTo>
                  <a:lnTo>
                    <a:pt x="50824" y="287161"/>
                  </a:lnTo>
                  <a:lnTo>
                    <a:pt x="54690" y="290791"/>
                  </a:lnTo>
                  <a:lnTo>
                    <a:pt x="58669" y="294296"/>
                  </a:lnTo>
                  <a:lnTo>
                    <a:pt x="62758" y="297673"/>
                  </a:lnTo>
                  <a:lnTo>
                    <a:pt x="66951" y="300919"/>
                  </a:lnTo>
                  <a:lnTo>
                    <a:pt x="71246" y="304030"/>
                  </a:lnTo>
                  <a:lnTo>
                    <a:pt x="75636" y="307003"/>
                  </a:lnTo>
                  <a:lnTo>
                    <a:pt x="80119" y="309836"/>
                  </a:lnTo>
                  <a:lnTo>
                    <a:pt x="84690" y="312525"/>
                  </a:lnTo>
                  <a:lnTo>
                    <a:pt x="89343" y="315067"/>
                  </a:lnTo>
                  <a:lnTo>
                    <a:pt x="94075" y="317461"/>
                  </a:lnTo>
                  <a:lnTo>
                    <a:pt x="98880" y="319704"/>
                  </a:lnTo>
                  <a:lnTo>
                    <a:pt x="103754" y="321793"/>
                  </a:lnTo>
                  <a:lnTo>
                    <a:pt x="108692" y="323726"/>
                  </a:lnTo>
                  <a:lnTo>
                    <a:pt x="113689" y="325502"/>
                  </a:lnTo>
                  <a:lnTo>
                    <a:pt x="118739" y="327118"/>
                  </a:lnTo>
                  <a:lnTo>
                    <a:pt x="123839" y="328573"/>
                  </a:lnTo>
                  <a:lnTo>
                    <a:pt x="128981" y="329866"/>
                  </a:lnTo>
                  <a:lnTo>
                    <a:pt x="134163" y="330995"/>
                  </a:lnTo>
                  <a:lnTo>
                    <a:pt x="139377" y="331960"/>
                  </a:lnTo>
                  <a:lnTo>
                    <a:pt x="144619" y="332758"/>
                  </a:lnTo>
                  <a:lnTo>
                    <a:pt x="149885" y="333390"/>
                  </a:lnTo>
                  <a:lnTo>
                    <a:pt x="155167" y="333854"/>
                  </a:lnTo>
                  <a:lnTo>
                    <a:pt x="160462" y="334150"/>
                  </a:lnTo>
                  <a:lnTo>
                    <a:pt x="165763" y="334279"/>
                  </a:lnTo>
                  <a:lnTo>
                    <a:pt x="171066" y="334239"/>
                  </a:lnTo>
                  <a:lnTo>
                    <a:pt x="176364" y="334031"/>
                  </a:lnTo>
                  <a:lnTo>
                    <a:pt x="181654" y="333655"/>
                  </a:lnTo>
                  <a:lnTo>
                    <a:pt x="186929" y="333112"/>
                  </a:lnTo>
                  <a:lnTo>
                    <a:pt x="192184" y="332401"/>
                  </a:lnTo>
                  <a:lnTo>
                    <a:pt x="197414" y="331525"/>
                  </a:lnTo>
                  <a:lnTo>
                    <a:pt x="202613" y="330482"/>
                  </a:lnTo>
                  <a:lnTo>
                    <a:pt x="207777" y="329276"/>
                  </a:lnTo>
                  <a:lnTo>
                    <a:pt x="212900" y="327906"/>
                  </a:lnTo>
                  <a:lnTo>
                    <a:pt x="217976" y="326374"/>
                  </a:lnTo>
                  <a:lnTo>
                    <a:pt x="223002" y="324683"/>
                  </a:lnTo>
                  <a:lnTo>
                    <a:pt x="227972" y="322832"/>
                  </a:lnTo>
                  <a:lnTo>
                    <a:pt x="232880" y="320825"/>
                  </a:lnTo>
                  <a:lnTo>
                    <a:pt x="237722" y="318663"/>
                  </a:lnTo>
                  <a:lnTo>
                    <a:pt x="242493" y="316349"/>
                  </a:lnTo>
                  <a:lnTo>
                    <a:pt x="247189" y="313885"/>
                  </a:lnTo>
                  <a:lnTo>
                    <a:pt x="251803" y="311272"/>
                  </a:lnTo>
                  <a:lnTo>
                    <a:pt x="256333" y="308515"/>
                  </a:lnTo>
                  <a:lnTo>
                    <a:pt x="260773" y="305616"/>
                  </a:lnTo>
                  <a:lnTo>
                    <a:pt x="265119" y="302577"/>
                  </a:lnTo>
                  <a:lnTo>
                    <a:pt x="269366" y="299402"/>
                  </a:lnTo>
                  <a:lnTo>
                    <a:pt x="273510" y="296094"/>
                  </a:lnTo>
                  <a:lnTo>
                    <a:pt x="277548" y="292656"/>
                  </a:lnTo>
                  <a:lnTo>
                    <a:pt x="281474" y="289091"/>
                  </a:lnTo>
                  <a:lnTo>
                    <a:pt x="285285" y="285404"/>
                  </a:lnTo>
                  <a:lnTo>
                    <a:pt x="288978" y="281598"/>
                  </a:lnTo>
                  <a:lnTo>
                    <a:pt x="292547" y="277677"/>
                  </a:lnTo>
                  <a:lnTo>
                    <a:pt x="295991" y="273644"/>
                  </a:lnTo>
                  <a:lnTo>
                    <a:pt x="299305" y="269504"/>
                  </a:lnTo>
                  <a:lnTo>
                    <a:pt x="302486" y="265262"/>
                  </a:lnTo>
                  <a:lnTo>
                    <a:pt x="305531" y="260920"/>
                  </a:lnTo>
                  <a:lnTo>
                    <a:pt x="308436" y="256484"/>
                  </a:lnTo>
                  <a:lnTo>
                    <a:pt x="311200" y="251958"/>
                  </a:lnTo>
                  <a:lnTo>
                    <a:pt x="313818" y="247347"/>
                  </a:lnTo>
                  <a:lnTo>
                    <a:pt x="316289" y="242655"/>
                  </a:lnTo>
                  <a:lnTo>
                    <a:pt x="318610" y="237887"/>
                  </a:lnTo>
                  <a:lnTo>
                    <a:pt x="320778" y="233048"/>
                  </a:lnTo>
                  <a:lnTo>
                    <a:pt x="322792" y="228142"/>
                  </a:lnTo>
                  <a:lnTo>
                    <a:pt x="324650" y="223175"/>
                  </a:lnTo>
                  <a:lnTo>
                    <a:pt x="326348" y="218152"/>
                  </a:lnTo>
                  <a:lnTo>
                    <a:pt x="327887" y="213077"/>
                  </a:lnTo>
                  <a:lnTo>
                    <a:pt x="329264" y="207956"/>
                  </a:lnTo>
                  <a:lnTo>
                    <a:pt x="330478" y="202794"/>
                  </a:lnTo>
                  <a:lnTo>
                    <a:pt x="331527" y="197596"/>
                  </a:lnTo>
                  <a:lnTo>
                    <a:pt x="332411" y="192368"/>
                  </a:lnTo>
                  <a:lnTo>
                    <a:pt x="333129" y="187114"/>
                  </a:lnTo>
                  <a:lnTo>
                    <a:pt x="333679" y="181839"/>
                  </a:lnTo>
                  <a:lnTo>
                    <a:pt x="334063" y="176551"/>
                  </a:lnTo>
                  <a:lnTo>
                    <a:pt x="334278" y="171252"/>
                  </a:lnTo>
                  <a:lnTo>
                    <a:pt x="334325" y="165949"/>
                  </a:lnTo>
                  <a:lnTo>
                    <a:pt x="334204" y="160648"/>
                  </a:lnTo>
                  <a:lnTo>
                    <a:pt x="333915" y="155353"/>
                  </a:lnTo>
                  <a:lnTo>
                    <a:pt x="333458" y="150070"/>
                  </a:lnTo>
                  <a:lnTo>
                    <a:pt x="332833" y="144804"/>
                  </a:lnTo>
                  <a:lnTo>
                    <a:pt x="332042" y="139561"/>
                  </a:lnTo>
                  <a:lnTo>
                    <a:pt x="331085" y="134345"/>
                  </a:lnTo>
                  <a:lnTo>
                    <a:pt x="329963" y="129162"/>
                  </a:lnTo>
                  <a:lnTo>
                    <a:pt x="328677" y="124017"/>
                  </a:lnTo>
                  <a:lnTo>
                    <a:pt x="327229" y="118916"/>
                  </a:lnTo>
                  <a:lnTo>
                    <a:pt x="325620" y="113863"/>
                  </a:lnTo>
                  <a:lnTo>
                    <a:pt x="323851" y="108864"/>
                  </a:lnTo>
                  <a:lnTo>
                    <a:pt x="321924" y="103924"/>
                  </a:lnTo>
                  <a:lnTo>
                    <a:pt x="319842" y="99047"/>
                  </a:lnTo>
                  <a:lnTo>
                    <a:pt x="317606" y="94238"/>
                  </a:lnTo>
                  <a:lnTo>
                    <a:pt x="315219" y="89503"/>
                  </a:lnTo>
                  <a:lnTo>
                    <a:pt x="312683" y="84846"/>
                  </a:lnTo>
                  <a:lnTo>
                    <a:pt x="310000" y="80272"/>
                  </a:lnTo>
                  <a:lnTo>
                    <a:pt x="307174" y="75785"/>
                  </a:lnTo>
                  <a:lnTo>
                    <a:pt x="304207" y="71390"/>
                  </a:lnTo>
                  <a:lnTo>
                    <a:pt x="301101" y="67092"/>
                  </a:lnTo>
                  <a:lnTo>
                    <a:pt x="297861" y="62894"/>
                  </a:lnTo>
                  <a:lnTo>
                    <a:pt x="294490" y="58801"/>
                  </a:lnTo>
                  <a:lnTo>
                    <a:pt x="290990" y="54817"/>
                  </a:lnTo>
                  <a:lnTo>
                    <a:pt x="287366" y="50946"/>
                  </a:lnTo>
                  <a:lnTo>
                    <a:pt x="283621" y="47192"/>
                  </a:lnTo>
                  <a:lnTo>
                    <a:pt x="279759" y="43558"/>
                  </a:lnTo>
                  <a:lnTo>
                    <a:pt x="275783" y="40049"/>
                  </a:lnTo>
                  <a:lnTo>
                    <a:pt x="271698" y="36668"/>
                  </a:lnTo>
                  <a:lnTo>
                    <a:pt x="267508" y="33418"/>
                  </a:lnTo>
                  <a:lnTo>
                    <a:pt x="263217" y="30302"/>
                  </a:lnTo>
                  <a:lnTo>
                    <a:pt x="258829" y="27324"/>
                  </a:lnTo>
                  <a:lnTo>
                    <a:pt x="254349" y="24487"/>
                  </a:lnTo>
                  <a:lnTo>
                    <a:pt x="249781" y="21794"/>
                  </a:lnTo>
                  <a:lnTo>
                    <a:pt x="245130" y="19246"/>
                  </a:lnTo>
                  <a:lnTo>
                    <a:pt x="240401" y="16848"/>
                  </a:lnTo>
                  <a:lnTo>
                    <a:pt x="235598" y="14600"/>
                  </a:lnTo>
                  <a:lnTo>
                    <a:pt x="230726" y="12506"/>
                  </a:lnTo>
                  <a:lnTo>
                    <a:pt x="225790" y="10568"/>
                  </a:lnTo>
                  <a:lnTo>
                    <a:pt x="220795" y="8787"/>
                  </a:lnTo>
                  <a:lnTo>
                    <a:pt x="215746" y="7166"/>
                  </a:lnTo>
                  <a:lnTo>
                    <a:pt x="210648" y="5705"/>
                  </a:lnTo>
                  <a:lnTo>
                    <a:pt x="167162" y="16711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486215" y="5399291"/>
              <a:ext cx="43486" cy="167167"/>
            </a:xfrm>
            <a:custGeom>
              <a:avLst/>
              <a:pathLst>
                <a:path w="43486" h="167167">
                  <a:moveTo>
                    <a:pt x="43486" y="5755"/>
                  </a:moveTo>
                  <a:lnTo>
                    <a:pt x="37389" y="4234"/>
                  </a:lnTo>
                  <a:lnTo>
                    <a:pt x="31238" y="2944"/>
                  </a:lnTo>
                  <a:lnTo>
                    <a:pt x="25044" y="1886"/>
                  </a:lnTo>
                  <a:lnTo>
                    <a:pt x="18814" y="1062"/>
                  </a:lnTo>
                  <a:lnTo>
                    <a:pt x="12557" y="472"/>
                  </a:lnTo>
                  <a:lnTo>
                    <a:pt x="6283" y="11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972306" y="5399291"/>
              <a:ext cx="51237" cy="167167"/>
            </a:xfrm>
            <a:custGeom>
              <a:avLst/>
              <a:pathLst>
                <a:path w="51237" h="167167">
                  <a:moveTo>
                    <a:pt x="51237" y="0"/>
                  </a:moveTo>
                  <a:lnTo>
                    <a:pt x="44729" y="126"/>
                  </a:lnTo>
                  <a:lnTo>
                    <a:pt x="38231" y="506"/>
                  </a:lnTo>
                  <a:lnTo>
                    <a:pt x="31753" y="1139"/>
                  </a:lnTo>
                  <a:lnTo>
                    <a:pt x="25304" y="2023"/>
                  </a:lnTo>
                  <a:lnTo>
                    <a:pt x="18895" y="3158"/>
                  </a:lnTo>
                  <a:lnTo>
                    <a:pt x="12535" y="4541"/>
                  </a:lnTo>
                  <a:lnTo>
                    <a:pt x="6233" y="6171"/>
                  </a:lnTo>
                  <a:lnTo>
                    <a:pt x="0" y="8045"/>
                  </a:lnTo>
                  <a:lnTo>
                    <a:pt x="5123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972306" y="5407337"/>
              <a:ext cx="51237" cy="159121"/>
            </a:xfrm>
            <a:custGeom>
              <a:avLst/>
              <a:pathLst>
                <a:path w="51237" h="159121">
                  <a:moveTo>
                    <a:pt x="0" y="0"/>
                  </a:moveTo>
                  <a:lnTo>
                    <a:pt x="51237" y="1591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972306" y="5407337"/>
              <a:ext cx="51237" cy="159121"/>
            </a:xfrm>
            <a:custGeom>
              <a:avLst/>
              <a:pathLst>
                <a:path w="51237" h="159121">
                  <a:moveTo>
                    <a:pt x="0" y="0"/>
                  </a:moveTo>
                  <a:lnTo>
                    <a:pt x="51237" y="1591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972306" y="5407337"/>
              <a:ext cx="51237" cy="159121"/>
            </a:xfrm>
            <a:custGeom>
              <a:avLst/>
              <a:pathLst>
                <a:path w="51237" h="159121">
                  <a:moveTo>
                    <a:pt x="0" y="0"/>
                  </a:moveTo>
                  <a:lnTo>
                    <a:pt x="51237" y="1591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972306" y="5407337"/>
              <a:ext cx="51237" cy="159121"/>
            </a:xfrm>
            <a:custGeom>
              <a:avLst/>
              <a:pathLst>
                <a:path w="51237" h="159121">
                  <a:moveTo>
                    <a:pt x="0" y="0"/>
                  </a:moveTo>
                  <a:lnTo>
                    <a:pt x="51237" y="1591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972306" y="5407337"/>
              <a:ext cx="51237" cy="159121"/>
            </a:xfrm>
            <a:custGeom>
              <a:avLst/>
              <a:pathLst>
                <a:path w="51237" h="159121">
                  <a:moveTo>
                    <a:pt x="0" y="0"/>
                  </a:moveTo>
                  <a:lnTo>
                    <a:pt x="51237" y="1591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856382" y="5407337"/>
              <a:ext cx="167161" cy="320495"/>
            </a:xfrm>
            <a:custGeom>
              <a:avLst/>
              <a:pathLst>
                <a:path w="167161" h="320495">
                  <a:moveTo>
                    <a:pt x="115924" y="0"/>
                  </a:moveTo>
                  <a:lnTo>
                    <a:pt x="110847" y="1725"/>
                  </a:lnTo>
                  <a:lnTo>
                    <a:pt x="105829" y="3611"/>
                  </a:lnTo>
                  <a:lnTo>
                    <a:pt x="100873" y="5658"/>
                  </a:lnTo>
                  <a:lnTo>
                    <a:pt x="95986" y="7863"/>
                  </a:lnTo>
                  <a:lnTo>
                    <a:pt x="91171" y="10224"/>
                  </a:lnTo>
                  <a:lnTo>
                    <a:pt x="86435" y="12737"/>
                  </a:lnTo>
                  <a:lnTo>
                    <a:pt x="81782" y="15401"/>
                  </a:lnTo>
                  <a:lnTo>
                    <a:pt x="77217" y="18213"/>
                  </a:lnTo>
                  <a:lnTo>
                    <a:pt x="72745" y="21170"/>
                  </a:lnTo>
                  <a:lnTo>
                    <a:pt x="68369" y="24269"/>
                  </a:lnTo>
                  <a:lnTo>
                    <a:pt x="64095" y="27507"/>
                  </a:lnTo>
                  <a:lnTo>
                    <a:pt x="59927" y="30880"/>
                  </a:lnTo>
                  <a:lnTo>
                    <a:pt x="55870" y="34385"/>
                  </a:lnTo>
                  <a:lnTo>
                    <a:pt x="51927" y="38018"/>
                  </a:lnTo>
                  <a:lnTo>
                    <a:pt x="48102" y="41776"/>
                  </a:lnTo>
                  <a:lnTo>
                    <a:pt x="44400" y="45654"/>
                  </a:lnTo>
                  <a:lnTo>
                    <a:pt x="40825" y="49650"/>
                  </a:lnTo>
                  <a:lnTo>
                    <a:pt x="37379" y="53757"/>
                  </a:lnTo>
                  <a:lnTo>
                    <a:pt x="34067" y="57974"/>
                  </a:lnTo>
                  <a:lnTo>
                    <a:pt x="30891" y="62294"/>
                  </a:lnTo>
                  <a:lnTo>
                    <a:pt x="27856" y="66714"/>
                  </a:lnTo>
                  <a:lnTo>
                    <a:pt x="24964" y="71229"/>
                  </a:lnTo>
                  <a:lnTo>
                    <a:pt x="22219" y="75835"/>
                  </a:lnTo>
                  <a:lnTo>
                    <a:pt x="19622" y="80526"/>
                  </a:lnTo>
                  <a:lnTo>
                    <a:pt x="17178" y="85298"/>
                  </a:lnTo>
                  <a:lnTo>
                    <a:pt x="14887" y="90145"/>
                  </a:lnTo>
                  <a:lnTo>
                    <a:pt x="12754" y="95064"/>
                  </a:lnTo>
                  <a:lnTo>
                    <a:pt x="10779" y="100049"/>
                  </a:lnTo>
                  <a:lnTo>
                    <a:pt x="8965" y="105095"/>
                  </a:lnTo>
                  <a:lnTo>
                    <a:pt x="7314" y="110196"/>
                  </a:lnTo>
                  <a:lnTo>
                    <a:pt x="5827" y="115347"/>
                  </a:lnTo>
                  <a:lnTo>
                    <a:pt x="4506" y="120544"/>
                  </a:lnTo>
                  <a:lnTo>
                    <a:pt x="3352" y="125780"/>
                  </a:lnTo>
                  <a:lnTo>
                    <a:pt x="2367" y="131050"/>
                  </a:lnTo>
                  <a:lnTo>
                    <a:pt x="1552" y="136350"/>
                  </a:lnTo>
                  <a:lnTo>
                    <a:pt x="907" y="141672"/>
                  </a:lnTo>
                  <a:lnTo>
                    <a:pt x="433" y="147013"/>
                  </a:lnTo>
                  <a:lnTo>
                    <a:pt x="130" y="152366"/>
                  </a:lnTo>
                  <a:lnTo>
                    <a:pt x="0" y="157727"/>
                  </a:lnTo>
                  <a:lnTo>
                    <a:pt x="41" y="163088"/>
                  </a:lnTo>
                  <a:lnTo>
                    <a:pt x="254" y="168446"/>
                  </a:lnTo>
                  <a:lnTo>
                    <a:pt x="639" y="173793"/>
                  </a:lnTo>
                  <a:lnTo>
                    <a:pt x="1195" y="179126"/>
                  </a:lnTo>
                  <a:lnTo>
                    <a:pt x="1922" y="184438"/>
                  </a:lnTo>
                  <a:lnTo>
                    <a:pt x="2819" y="189725"/>
                  </a:lnTo>
                  <a:lnTo>
                    <a:pt x="3885" y="194979"/>
                  </a:lnTo>
                  <a:lnTo>
                    <a:pt x="5119" y="200197"/>
                  </a:lnTo>
                  <a:lnTo>
                    <a:pt x="6519" y="205373"/>
                  </a:lnTo>
                  <a:lnTo>
                    <a:pt x="8085" y="210501"/>
                  </a:lnTo>
                  <a:lnTo>
                    <a:pt x="9815" y="215576"/>
                  </a:lnTo>
                  <a:lnTo>
                    <a:pt x="11706" y="220593"/>
                  </a:lnTo>
                  <a:lnTo>
                    <a:pt x="13758" y="225547"/>
                  </a:lnTo>
                  <a:lnTo>
                    <a:pt x="15967" y="230432"/>
                  </a:lnTo>
                  <a:lnTo>
                    <a:pt x="18331" y="235244"/>
                  </a:lnTo>
                  <a:lnTo>
                    <a:pt x="20849" y="239978"/>
                  </a:lnTo>
                  <a:lnTo>
                    <a:pt x="23518" y="244628"/>
                  </a:lnTo>
                  <a:lnTo>
                    <a:pt x="26334" y="249191"/>
                  </a:lnTo>
                  <a:lnTo>
                    <a:pt x="29295" y="253661"/>
                  </a:lnTo>
                  <a:lnTo>
                    <a:pt x="32397" y="258034"/>
                  </a:lnTo>
                  <a:lnTo>
                    <a:pt x="35639" y="262305"/>
                  </a:lnTo>
                  <a:lnTo>
                    <a:pt x="39016" y="266470"/>
                  </a:lnTo>
                  <a:lnTo>
                    <a:pt x="42524" y="270524"/>
                  </a:lnTo>
                  <a:lnTo>
                    <a:pt x="46161" y="274464"/>
                  </a:lnTo>
                  <a:lnTo>
                    <a:pt x="49922" y="278285"/>
                  </a:lnTo>
                  <a:lnTo>
                    <a:pt x="53804" y="281983"/>
                  </a:lnTo>
                  <a:lnTo>
                    <a:pt x="57803" y="285556"/>
                  </a:lnTo>
                  <a:lnTo>
                    <a:pt x="61914" y="288998"/>
                  </a:lnTo>
                  <a:lnTo>
                    <a:pt x="66133" y="292306"/>
                  </a:lnTo>
                  <a:lnTo>
                    <a:pt x="70456" y="295478"/>
                  </a:lnTo>
                  <a:lnTo>
                    <a:pt x="74879" y="298509"/>
                  </a:lnTo>
                  <a:lnTo>
                    <a:pt x="79396" y="301397"/>
                  </a:lnTo>
                  <a:lnTo>
                    <a:pt x="84004" y="304138"/>
                  </a:lnTo>
                  <a:lnTo>
                    <a:pt x="88698" y="306730"/>
                  </a:lnTo>
                  <a:lnTo>
                    <a:pt x="93472" y="309171"/>
                  </a:lnTo>
                  <a:lnTo>
                    <a:pt x="98322" y="311457"/>
                  </a:lnTo>
                  <a:lnTo>
                    <a:pt x="103242" y="313586"/>
                  </a:lnTo>
                  <a:lnTo>
                    <a:pt x="108229" y="315556"/>
                  </a:lnTo>
                  <a:lnTo>
                    <a:pt x="113276" y="317366"/>
                  </a:lnTo>
                  <a:lnTo>
                    <a:pt x="118379" y="319012"/>
                  </a:lnTo>
                  <a:lnTo>
                    <a:pt x="123531" y="320495"/>
                  </a:lnTo>
                  <a:lnTo>
                    <a:pt x="167161" y="15912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979914" y="5399291"/>
              <a:ext cx="210786" cy="334327"/>
            </a:xfrm>
            <a:custGeom>
              <a:avLst/>
              <a:pathLst>
                <a:path w="210786" h="334327">
                  <a:moveTo>
                    <a:pt x="0" y="328540"/>
                  </a:moveTo>
                  <a:lnTo>
                    <a:pt x="5157" y="329847"/>
                  </a:lnTo>
                  <a:lnTo>
                    <a:pt x="10353" y="330989"/>
                  </a:lnTo>
                  <a:lnTo>
                    <a:pt x="15584" y="331965"/>
                  </a:lnTo>
                  <a:lnTo>
                    <a:pt x="20842" y="332774"/>
                  </a:lnTo>
                  <a:lnTo>
                    <a:pt x="26124" y="333415"/>
                  </a:lnTo>
                  <a:lnTo>
                    <a:pt x="31423" y="333888"/>
                  </a:lnTo>
                  <a:lnTo>
                    <a:pt x="36735" y="334192"/>
                  </a:lnTo>
                  <a:lnTo>
                    <a:pt x="42054" y="334327"/>
                  </a:lnTo>
                  <a:lnTo>
                    <a:pt x="47374" y="334292"/>
                  </a:lnTo>
                  <a:lnTo>
                    <a:pt x="52691" y="334089"/>
                  </a:lnTo>
                  <a:lnTo>
                    <a:pt x="57998" y="333716"/>
                  </a:lnTo>
                  <a:lnTo>
                    <a:pt x="63291" y="333174"/>
                  </a:lnTo>
                  <a:lnTo>
                    <a:pt x="68564" y="332464"/>
                  </a:lnTo>
                  <a:lnTo>
                    <a:pt x="73811" y="331587"/>
                  </a:lnTo>
                  <a:lnTo>
                    <a:pt x="79029" y="330543"/>
                  </a:lnTo>
                  <a:lnTo>
                    <a:pt x="84210" y="329334"/>
                  </a:lnTo>
                  <a:lnTo>
                    <a:pt x="89350" y="327961"/>
                  </a:lnTo>
                  <a:lnTo>
                    <a:pt x="94444" y="326424"/>
                  </a:lnTo>
                  <a:lnTo>
                    <a:pt x="99486" y="324726"/>
                  </a:lnTo>
                  <a:lnTo>
                    <a:pt x="104472" y="322869"/>
                  </a:lnTo>
                  <a:lnTo>
                    <a:pt x="109396" y="320854"/>
                  </a:lnTo>
                  <a:lnTo>
                    <a:pt x="114253" y="318683"/>
                  </a:lnTo>
                  <a:lnTo>
                    <a:pt x="119039" y="316359"/>
                  </a:lnTo>
                  <a:lnTo>
                    <a:pt x="123749" y="313884"/>
                  </a:lnTo>
                  <a:lnTo>
                    <a:pt x="128377" y="311260"/>
                  </a:lnTo>
                  <a:lnTo>
                    <a:pt x="132920" y="308490"/>
                  </a:lnTo>
                  <a:lnTo>
                    <a:pt x="137372" y="305577"/>
                  </a:lnTo>
                  <a:lnTo>
                    <a:pt x="141729" y="302523"/>
                  </a:lnTo>
                  <a:lnTo>
                    <a:pt x="145987" y="299333"/>
                  </a:lnTo>
                  <a:lnTo>
                    <a:pt x="150141" y="296009"/>
                  </a:lnTo>
                  <a:lnTo>
                    <a:pt x="154187" y="292554"/>
                  </a:lnTo>
                  <a:lnTo>
                    <a:pt x="158121" y="288972"/>
                  </a:lnTo>
                  <a:lnTo>
                    <a:pt x="161939" y="285267"/>
                  </a:lnTo>
                  <a:lnTo>
                    <a:pt x="165638" y="281442"/>
                  </a:lnTo>
                  <a:lnTo>
                    <a:pt x="169213" y="277502"/>
                  </a:lnTo>
                  <a:lnTo>
                    <a:pt x="172660" y="273449"/>
                  </a:lnTo>
                  <a:lnTo>
                    <a:pt x="175977" y="269289"/>
                  </a:lnTo>
                  <a:lnTo>
                    <a:pt x="179160" y="265026"/>
                  </a:lnTo>
                  <a:lnTo>
                    <a:pt x="182205" y="260663"/>
                  </a:lnTo>
                  <a:lnTo>
                    <a:pt x="185111" y="256206"/>
                  </a:lnTo>
                  <a:lnTo>
                    <a:pt x="187872" y="251659"/>
                  </a:lnTo>
                  <a:lnTo>
                    <a:pt x="190488" y="247025"/>
                  </a:lnTo>
                  <a:lnTo>
                    <a:pt x="192955" y="242312"/>
                  </a:lnTo>
                  <a:lnTo>
                    <a:pt x="195271" y="237521"/>
                  </a:lnTo>
                  <a:lnTo>
                    <a:pt x="197433" y="232660"/>
                  </a:lnTo>
                  <a:lnTo>
                    <a:pt x="199439" y="227732"/>
                  </a:lnTo>
                  <a:lnTo>
                    <a:pt x="201288" y="222743"/>
                  </a:lnTo>
                  <a:lnTo>
                    <a:pt x="202976" y="217698"/>
                  </a:lnTo>
                  <a:lnTo>
                    <a:pt x="204504" y="212602"/>
                  </a:lnTo>
                  <a:lnTo>
                    <a:pt x="205868" y="207459"/>
                  </a:lnTo>
                  <a:lnTo>
                    <a:pt x="207068" y="202276"/>
                  </a:lnTo>
                  <a:lnTo>
                    <a:pt x="208103" y="197057"/>
                  </a:lnTo>
                  <a:lnTo>
                    <a:pt x="208971" y="191808"/>
                  </a:lnTo>
                  <a:lnTo>
                    <a:pt x="209671" y="186533"/>
                  </a:lnTo>
                  <a:lnTo>
                    <a:pt x="210203" y="181240"/>
                  </a:lnTo>
                  <a:lnTo>
                    <a:pt x="210567" y="175932"/>
                  </a:lnTo>
                  <a:lnTo>
                    <a:pt x="210761" y="170615"/>
                  </a:lnTo>
                  <a:lnTo>
                    <a:pt x="210786" y="165294"/>
                  </a:lnTo>
                  <a:lnTo>
                    <a:pt x="210642" y="159976"/>
                  </a:lnTo>
                  <a:lnTo>
                    <a:pt x="210328" y="154665"/>
                  </a:lnTo>
                  <a:lnTo>
                    <a:pt x="209846" y="149366"/>
                  </a:lnTo>
                  <a:lnTo>
                    <a:pt x="209195" y="144086"/>
                  </a:lnTo>
                  <a:lnTo>
                    <a:pt x="208377" y="138828"/>
                  </a:lnTo>
                  <a:lnTo>
                    <a:pt x="207392" y="133600"/>
                  </a:lnTo>
                  <a:lnTo>
                    <a:pt x="206241" y="128406"/>
                  </a:lnTo>
                  <a:lnTo>
                    <a:pt x="204925" y="123250"/>
                  </a:lnTo>
                  <a:lnTo>
                    <a:pt x="203446" y="118140"/>
                  </a:lnTo>
                  <a:lnTo>
                    <a:pt x="201804" y="113079"/>
                  </a:lnTo>
                  <a:lnTo>
                    <a:pt x="200003" y="108072"/>
                  </a:lnTo>
                  <a:lnTo>
                    <a:pt x="198043" y="103126"/>
                  </a:lnTo>
                  <a:lnTo>
                    <a:pt x="195927" y="98245"/>
                  </a:lnTo>
                  <a:lnTo>
                    <a:pt x="193657" y="93433"/>
                  </a:lnTo>
                  <a:lnTo>
                    <a:pt x="191234" y="88696"/>
                  </a:lnTo>
                  <a:lnTo>
                    <a:pt x="188662" y="84038"/>
                  </a:lnTo>
                  <a:lnTo>
                    <a:pt x="185943" y="79465"/>
                  </a:lnTo>
                  <a:lnTo>
                    <a:pt x="183080" y="74981"/>
                  </a:lnTo>
                  <a:lnTo>
                    <a:pt x="180076" y="70590"/>
                  </a:lnTo>
                  <a:lnTo>
                    <a:pt x="176934" y="66296"/>
                  </a:lnTo>
                  <a:lnTo>
                    <a:pt x="173656" y="62105"/>
                  </a:lnTo>
                  <a:lnTo>
                    <a:pt x="170247" y="58021"/>
                  </a:lnTo>
                  <a:lnTo>
                    <a:pt x="166709" y="54047"/>
                  </a:lnTo>
                  <a:lnTo>
                    <a:pt x="163047" y="50187"/>
                  </a:lnTo>
                  <a:lnTo>
                    <a:pt x="159264" y="46446"/>
                  </a:lnTo>
                  <a:lnTo>
                    <a:pt x="155364" y="42827"/>
                  </a:lnTo>
                  <a:lnTo>
                    <a:pt x="151350" y="39335"/>
                  </a:lnTo>
                  <a:lnTo>
                    <a:pt x="147228" y="35971"/>
                  </a:lnTo>
                  <a:lnTo>
                    <a:pt x="143000" y="32741"/>
                  </a:lnTo>
                  <a:lnTo>
                    <a:pt x="138672" y="29647"/>
                  </a:lnTo>
                  <a:lnTo>
                    <a:pt x="134248" y="26692"/>
                  </a:lnTo>
                  <a:lnTo>
                    <a:pt x="129731" y="23879"/>
                  </a:lnTo>
                  <a:lnTo>
                    <a:pt x="125128" y="21212"/>
                  </a:lnTo>
                  <a:lnTo>
                    <a:pt x="120442" y="18692"/>
                  </a:lnTo>
                  <a:lnTo>
                    <a:pt x="115678" y="16323"/>
                  </a:lnTo>
                  <a:lnTo>
                    <a:pt x="110841" y="14106"/>
                  </a:lnTo>
                  <a:lnTo>
                    <a:pt x="105936" y="12045"/>
                  </a:lnTo>
                  <a:lnTo>
                    <a:pt x="100968" y="10141"/>
                  </a:lnTo>
                  <a:lnTo>
                    <a:pt x="95942" y="8396"/>
                  </a:lnTo>
                  <a:lnTo>
                    <a:pt x="90863" y="6811"/>
                  </a:lnTo>
                  <a:lnTo>
                    <a:pt x="85736" y="5389"/>
                  </a:lnTo>
                  <a:lnTo>
                    <a:pt x="80567" y="4131"/>
                  </a:lnTo>
                  <a:lnTo>
                    <a:pt x="75360" y="3039"/>
                  </a:lnTo>
                  <a:lnTo>
                    <a:pt x="70120" y="2112"/>
                  </a:lnTo>
                  <a:lnTo>
                    <a:pt x="64854" y="1352"/>
                  </a:lnTo>
                  <a:lnTo>
                    <a:pt x="59567" y="761"/>
                  </a:lnTo>
                  <a:lnTo>
                    <a:pt x="54263" y="338"/>
                  </a:lnTo>
                  <a:lnTo>
                    <a:pt x="48949" y="84"/>
                  </a:lnTo>
                  <a:lnTo>
                    <a:pt x="43629" y="0"/>
                  </a:lnTo>
                  <a:lnTo>
                    <a:pt x="4362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27223" y="5269756"/>
              <a:ext cx="18035" cy="167167"/>
            </a:xfrm>
            <a:custGeom>
              <a:avLst/>
              <a:pathLst>
                <a:path w="18035" h="167167">
                  <a:moveTo>
                    <a:pt x="18035" y="0"/>
                  </a:moveTo>
                  <a:lnTo>
                    <a:pt x="9004" y="244"/>
                  </a:lnTo>
                  <a:lnTo>
                    <a:pt x="0" y="975"/>
                  </a:lnTo>
                  <a:lnTo>
                    <a:pt x="1803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27223" y="5270731"/>
              <a:ext cx="18035" cy="166191"/>
            </a:xfrm>
            <a:custGeom>
              <a:avLst/>
              <a:pathLst>
                <a:path w="18035" h="166191">
                  <a:moveTo>
                    <a:pt x="0" y="0"/>
                  </a:moveTo>
                  <a:lnTo>
                    <a:pt x="18035" y="1661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27223" y="5270731"/>
              <a:ext cx="18035" cy="166191"/>
            </a:xfrm>
            <a:custGeom>
              <a:avLst/>
              <a:pathLst>
                <a:path w="18035" h="166191">
                  <a:moveTo>
                    <a:pt x="0" y="0"/>
                  </a:moveTo>
                  <a:lnTo>
                    <a:pt x="18035" y="1661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27223" y="5270731"/>
              <a:ext cx="18035" cy="166191"/>
            </a:xfrm>
            <a:custGeom>
              <a:avLst/>
              <a:pathLst>
                <a:path w="18035" h="166191">
                  <a:moveTo>
                    <a:pt x="0" y="0"/>
                  </a:moveTo>
                  <a:lnTo>
                    <a:pt x="18035" y="16619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527223" y="5270731"/>
              <a:ext cx="18035" cy="166191"/>
            </a:xfrm>
            <a:custGeom>
              <a:avLst/>
              <a:pathLst>
                <a:path w="18035" h="166191">
                  <a:moveTo>
                    <a:pt x="0" y="0"/>
                  </a:moveTo>
                  <a:lnTo>
                    <a:pt x="18035" y="16619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390818" y="5270731"/>
              <a:ext cx="154440" cy="166191"/>
            </a:xfrm>
            <a:custGeom>
              <a:avLst/>
              <a:pathLst>
                <a:path w="154440" h="166191">
                  <a:moveTo>
                    <a:pt x="136405" y="0"/>
                  </a:moveTo>
                  <a:lnTo>
                    <a:pt x="131027" y="672"/>
                  </a:lnTo>
                  <a:lnTo>
                    <a:pt x="125673" y="1517"/>
                  </a:lnTo>
                  <a:lnTo>
                    <a:pt x="120350" y="2537"/>
                  </a:lnTo>
                  <a:lnTo>
                    <a:pt x="115063" y="3728"/>
                  </a:lnTo>
                  <a:lnTo>
                    <a:pt x="109817" y="5090"/>
                  </a:lnTo>
                  <a:lnTo>
                    <a:pt x="104618" y="6621"/>
                  </a:lnTo>
                  <a:lnTo>
                    <a:pt x="99471" y="8320"/>
                  </a:lnTo>
                  <a:lnTo>
                    <a:pt x="94382" y="10185"/>
                  </a:lnTo>
                  <a:lnTo>
                    <a:pt x="89356" y="12214"/>
                  </a:lnTo>
                  <a:lnTo>
                    <a:pt x="84399" y="14404"/>
                  </a:lnTo>
                  <a:lnTo>
                    <a:pt x="79515" y="16755"/>
                  </a:lnTo>
                  <a:lnTo>
                    <a:pt x="74710" y="19262"/>
                  </a:lnTo>
                  <a:lnTo>
                    <a:pt x="69989" y="21924"/>
                  </a:lnTo>
                  <a:lnTo>
                    <a:pt x="65357" y="24737"/>
                  </a:lnTo>
                  <a:lnTo>
                    <a:pt x="60818" y="27700"/>
                  </a:lnTo>
                  <a:lnTo>
                    <a:pt x="56378" y="30807"/>
                  </a:lnTo>
                  <a:lnTo>
                    <a:pt x="52040" y="34058"/>
                  </a:lnTo>
                  <a:lnTo>
                    <a:pt x="47811" y="37447"/>
                  </a:lnTo>
                  <a:lnTo>
                    <a:pt x="43693" y="40971"/>
                  </a:lnTo>
                  <a:lnTo>
                    <a:pt x="39692" y="44627"/>
                  </a:lnTo>
                  <a:lnTo>
                    <a:pt x="35812" y="48410"/>
                  </a:lnTo>
                  <a:lnTo>
                    <a:pt x="32056" y="52318"/>
                  </a:lnTo>
                  <a:lnTo>
                    <a:pt x="28429" y="56345"/>
                  </a:lnTo>
                  <a:lnTo>
                    <a:pt x="24934" y="60488"/>
                  </a:lnTo>
                  <a:lnTo>
                    <a:pt x="21575" y="64742"/>
                  </a:lnTo>
                  <a:lnTo>
                    <a:pt x="18356" y="69102"/>
                  </a:lnTo>
                  <a:lnTo>
                    <a:pt x="15281" y="73565"/>
                  </a:lnTo>
                  <a:lnTo>
                    <a:pt x="12351" y="78125"/>
                  </a:lnTo>
                  <a:lnTo>
                    <a:pt x="9571" y="82777"/>
                  </a:lnTo>
                  <a:lnTo>
                    <a:pt x="6943" y="87517"/>
                  </a:lnTo>
                  <a:lnTo>
                    <a:pt x="4470" y="92340"/>
                  </a:lnTo>
                  <a:lnTo>
                    <a:pt x="2155" y="97240"/>
                  </a:lnTo>
                  <a:lnTo>
                    <a:pt x="0" y="102213"/>
                  </a:lnTo>
                  <a:lnTo>
                    <a:pt x="154440" y="16619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378103" y="5269756"/>
              <a:ext cx="334304" cy="334334"/>
            </a:xfrm>
            <a:custGeom>
              <a:avLst/>
              <a:pathLst>
                <a:path w="334304" h="334334">
                  <a:moveTo>
                    <a:pt x="12714" y="103189"/>
                  </a:moveTo>
                  <a:lnTo>
                    <a:pt x="10764" y="108118"/>
                  </a:lnTo>
                  <a:lnTo>
                    <a:pt x="8970" y="113105"/>
                  </a:lnTo>
                  <a:lnTo>
                    <a:pt x="7336" y="118148"/>
                  </a:lnTo>
                  <a:lnTo>
                    <a:pt x="5862" y="123239"/>
                  </a:lnTo>
                  <a:lnTo>
                    <a:pt x="4550" y="128375"/>
                  </a:lnTo>
                  <a:lnTo>
                    <a:pt x="3402" y="133549"/>
                  </a:lnTo>
                  <a:lnTo>
                    <a:pt x="2419" y="138758"/>
                  </a:lnTo>
                  <a:lnTo>
                    <a:pt x="1601" y="143995"/>
                  </a:lnTo>
                  <a:lnTo>
                    <a:pt x="949" y="149255"/>
                  </a:lnTo>
                  <a:lnTo>
                    <a:pt x="465" y="154533"/>
                  </a:lnTo>
                  <a:lnTo>
                    <a:pt x="148" y="159824"/>
                  </a:lnTo>
                  <a:lnTo>
                    <a:pt x="0" y="165123"/>
                  </a:lnTo>
                  <a:lnTo>
                    <a:pt x="19" y="170423"/>
                  </a:lnTo>
                  <a:lnTo>
                    <a:pt x="206" y="175720"/>
                  </a:lnTo>
                  <a:lnTo>
                    <a:pt x="561" y="181009"/>
                  </a:lnTo>
                  <a:lnTo>
                    <a:pt x="1084" y="186283"/>
                  </a:lnTo>
                  <a:lnTo>
                    <a:pt x="1773" y="191539"/>
                  </a:lnTo>
                  <a:lnTo>
                    <a:pt x="2629" y="196770"/>
                  </a:lnTo>
                  <a:lnTo>
                    <a:pt x="3650" y="201971"/>
                  </a:lnTo>
                  <a:lnTo>
                    <a:pt x="4836" y="207137"/>
                  </a:lnTo>
                  <a:lnTo>
                    <a:pt x="6185" y="212263"/>
                  </a:lnTo>
                  <a:lnTo>
                    <a:pt x="7695" y="217344"/>
                  </a:lnTo>
                  <a:lnTo>
                    <a:pt x="9366" y="222374"/>
                  </a:lnTo>
                  <a:lnTo>
                    <a:pt x="11196" y="227349"/>
                  </a:lnTo>
                  <a:lnTo>
                    <a:pt x="13182" y="232263"/>
                  </a:lnTo>
                  <a:lnTo>
                    <a:pt x="15323" y="237111"/>
                  </a:lnTo>
                  <a:lnTo>
                    <a:pt x="17617" y="241890"/>
                  </a:lnTo>
                  <a:lnTo>
                    <a:pt x="20061" y="246593"/>
                  </a:lnTo>
                  <a:lnTo>
                    <a:pt x="22653" y="251217"/>
                  </a:lnTo>
                  <a:lnTo>
                    <a:pt x="25391" y="255756"/>
                  </a:lnTo>
                  <a:lnTo>
                    <a:pt x="28270" y="260206"/>
                  </a:lnTo>
                  <a:lnTo>
                    <a:pt x="31290" y="264562"/>
                  </a:lnTo>
                  <a:lnTo>
                    <a:pt x="34446" y="268820"/>
                  </a:lnTo>
                  <a:lnTo>
                    <a:pt x="37735" y="272977"/>
                  </a:lnTo>
                  <a:lnTo>
                    <a:pt x="41155" y="277026"/>
                  </a:lnTo>
                  <a:lnTo>
                    <a:pt x="44701" y="280966"/>
                  </a:lnTo>
                  <a:lnTo>
                    <a:pt x="48371" y="284791"/>
                  </a:lnTo>
                  <a:lnTo>
                    <a:pt x="52159" y="288498"/>
                  </a:lnTo>
                  <a:lnTo>
                    <a:pt x="56064" y="292082"/>
                  </a:lnTo>
                  <a:lnTo>
                    <a:pt x="60080" y="295541"/>
                  </a:lnTo>
                  <a:lnTo>
                    <a:pt x="64204" y="298872"/>
                  </a:lnTo>
                  <a:lnTo>
                    <a:pt x="68431" y="302069"/>
                  </a:lnTo>
                  <a:lnTo>
                    <a:pt x="72757" y="305131"/>
                  </a:lnTo>
                  <a:lnTo>
                    <a:pt x="77179" y="308055"/>
                  </a:lnTo>
                  <a:lnTo>
                    <a:pt x="81691" y="310836"/>
                  </a:lnTo>
                  <a:lnTo>
                    <a:pt x="86289" y="313474"/>
                  </a:lnTo>
                  <a:lnTo>
                    <a:pt x="90968" y="315964"/>
                  </a:lnTo>
                  <a:lnTo>
                    <a:pt x="95723" y="318304"/>
                  </a:lnTo>
                  <a:lnTo>
                    <a:pt x="100551" y="320493"/>
                  </a:lnTo>
                  <a:lnTo>
                    <a:pt x="105445" y="322528"/>
                  </a:lnTo>
                  <a:lnTo>
                    <a:pt x="110402" y="324406"/>
                  </a:lnTo>
                  <a:lnTo>
                    <a:pt x="115415" y="326126"/>
                  </a:lnTo>
                  <a:lnTo>
                    <a:pt x="120481" y="327687"/>
                  </a:lnTo>
                  <a:lnTo>
                    <a:pt x="125593" y="329086"/>
                  </a:lnTo>
                  <a:lnTo>
                    <a:pt x="130748" y="330322"/>
                  </a:lnTo>
                  <a:lnTo>
                    <a:pt x="135939" y="331394"/>
                  </a:lnTo>
                  <a:lnTo>
                    <a:pt x="141161" y="332301"/>
                  </a:lnTo>
                  <a:lnTo>
                    <a:pt x="146409" y="333042"/>
                  </a:lnTo>
                  <a:lnTo>
                    <a:pt x="151679" y="333616"/>
                  </a:lnTo>
                  <a:lnTo>
                    <a:pt x="156963" y="334023"/>
                  </a:lnTo>
                  <a:lnTo>
                    <a:pt x="162258" y="334263"/>
                  </a:lnTo>
                  <a:lnTo>
                    <a:pt x="167558" y="334334"/>
                  </a:lnTo>
                  <a:lnTo>
                    <a:pt x="172858" y="334237"/>
                  </a:lnTo>
                  <a:lnTo>
                    <a:pt x="178152" y="333972"/>
                  </a:lnTo>
                  <a:lnTo>
                    <a:pt x="183435" y="333540"/>
                  </a:lnTo>
                  <a:lnTo>
                    <a:pt x="188701" y="332940"/>
                  </a:lnTo>
                  <a:lnTo>
                    <a:pt x="193946" y="332174"/>
                  </a:lnTo>
                  <a:lnTo>
                    <a:pt x="199164" y="331241"/>
                  </a:lnTo>
                  <a:lnTo>
                    <a:pt x="204349" y="330144"/>
                  </a:lnTo>
                  <a:lnTo>
                    <a:pt x="209498" y="328883"/>
                  </a:lnTo>
                  <a:lnTo>
                    <a:pt x="214603" y="327459"/>
                  </a:lnTo>
                  <a:lnTo>
                    <a:pt x="219661" y="325874"/>
                  </a:lnTo>
                  <a:lnTo>
                    <a:pt x="224666" y="324130"/>
                  </a:lnTo>
                  <a:lnTo>
                    <a:pt x="229614" y="322228"/>
                  </a:lnTo>
                  <a:lnTo>
                    <a:pt x="234498" y="320169"/>
                  </a:lnTo>
                  <a:lnTo>
                    <a:pt x="239315" y="317957"/>
                  </a:lnTo>
                  <a:lnTo>
                    <a:pt x="244059" y="315594"/>
                  </a:lnTo>
                  <a:lnTo>
                    <a:pt x="248726" y="313081"/>
                  </a:lnTo>
                  <a:lnTo>
                    <a:pt x="253311" y="310422"/>
                  </a:lnTo>
                  <a:lnTo>
                    <a:pt x="257810" y="307618"/>
                  </a:lnTo>
                  <a:lnTo>
                    <a:pt x="262217" y="304673"/>
                  </a:lnTo>
                  <a:lnTo>
                    <a:pt x="266529" y="301591"/>
                  </a:lnTo>
                  <a:lnTo>
                    <a:pt x="270740" y="298372"/>
                  </a:lnTo>
                  <a:lnTo>
                    <a:pt x="274848" y="295022"/>
                  </a:lnTo>
                  <a:lnTo>
                    <a:pt x="278847" y="291544"/>
                  </a:lnTo>
                  <a:lnTo>
                    <a:pt x="282734" y="287940"/>
                  </a:lnTo>
                  <a:lnTo>
                    <a:pt x="286505" y="284215"/>
                  </a:lnTo>
                  <a:lnTo>
                    <a:pt x="290156" y="280373"/>
                  </a:lnTo>
                  <a:lnTo>
                    <a:pt x="293683" y="276416"/>
                  </a:lnTo>
                  <a:lnTo>
                    <a:pt x="297083" y="272350"/>
                  </a:lnTo>
                  <a:lnTo>
                    <a:pt x="300353" y="268178"/>
                  </a:lnTo>
                  <a:lnTo>
                    <a:pt x="303488" y="263904"/>
                  </a:lnTo>
                  <a:lnTo>
                    <a:pt x="306487" y="259533"/>
                  </a:lnTo>
                  <a:lnTo>
                    <a:pt x="309345" y="255069"/>
                  </a:lnTo>
                  <a:lnTo>
                    <a:pt x="312060" y="250517"/>
                  </a:lnTo>
                  <a:lnTo>
                    <a:pt x="314630" y="245881"/>
                  </a:lnTo>
                  <a:lnTo>
                    <a:pt x="317051" y="241166"/>
                  </a:lnTo>
                  <a:lnTo>
                    <a:pt x="319322" y="236377"/>
                  </a:lnTo>
                  <a:lnTo>
                    <a:pt x="321440" y="231518"/>
                  </a:lnTo>
                  <a:lnTo>
                    <a:pt x="323402" y="226594"/>
                  </a:lnTo>
                  <a:lnTo>
                    <a:pt x="325208" y="221611"/>
                  </a:lnTo>
                  <a:lnTo>
                    <a:pt x="326854" y="216572"/>
                  </a:lnTo>
                  <a:lnTo>
                    <a:pt x="328340" y="211485"/>
                  </a:lnTo>
                  <a:lnTo>
                    <a:pt x="329664" y="206352"/>
                  </a:lnTo>
                  <a:lnTo>
                    <a:pt x="330825" y="201180"/>
                  </a:lnTo>
                  <a:lnTo>
                    <a:pt x="331821" y="195974"/>
                  </a:lnTo>
                  <a:lnTo>
                    <a:pt x="332652" y="190739"/>
                  </a:lnTo>
                  <a:lnTo>
                    <a:pt x="333316" y="185481"/>
                  </a:lnTo>
                  <a:lnTo>
                    <a:pt x="333813" y="180203"/>
                  </a:lnTo>
                  <a:lnTo>
                    <a:pt x="334142" y="174913"/>
                  </a:lnTo>
                  <a:lnTo>
                    <a:pt x="334304" y="169615"/>
                  </a:lnTo>
                  <a:lnTo>
                    <a:pt x="334298" y="164315"/>
                  </a:lnTo>
                  <a:lnTo>
                    <a:pt x="334123" y="159017"/>
                  </a:lnTo>
                  <a:lnTo>
                    <a:pt x="333781" y="153728"/>
                  </a:lnTo>
                  <a:lnTo>
                    <a:pt x="333271" y="148452"/>
                  </a:lnTo>
                  <a:lnTo>
                    <a:pt x="332594" y="143195"/>
                  </a:lnTo>
                  <a:lnTo>
                    <a:pt x="331751" y="137962"/>
                  </a:lnTo>
                  <a:lnTo>
                    <a:pt x="330742" y="132758"/>
                  </a:lnTo>
                  <a:lnTo>
                    <a:pt x="329569" y="127589"/>
                  </a:lnTo>
                  <a:lnTo>
                    <a:pt x="328233" y="122460"/>
                  </a:lnTo>
                  <a:lnTo>
                    <a:pt x="326734" y="117376"/>
                  </a:lnTo>
                  <a:lnTo>
                    <a:pt x="325076" y="112341"/>
                  </a:lnTo>
                  <a:lnTo>
                    <a:pt x="323258" y="107362"/>
                  </a:lnTo>
                  <a:lnTo>
                    <a:pt x="321284" y="102443"/>
                  </a:lnTo>
                  <a:lnTo>
                    <a:pt x="319154" y="97589"/>
                  </a:lnTo>
                  <a:lnTo>
                    <a:pt x="316872" y="92806"/>
                  </a:lnTo>
                  <a:lnTo>
                    <a:pt x="314439" y="88096"/>
                  </a:lnTo>
                  <a:lnTo>
                    <a:pt x="311858" y="83467"/>
                  </a:lnTo>
                  <a:lnTo>
                    <a:pt x="309132" y="78921"/>
                  </a:lnTo>
                  <a:lnTo>
                    <a:pt x="306263" y="74464"/>
                  </a:lnTo>
                  <a:lnTo>
                    <a:pt x="303254" y="70101"/>
                  </a:lnTo>
                  <a:lnTo>
                    <a:pt x="300108" y="65835"/>
                  </a:lnTo>
                  <a:lnTo>
                    <a:pt x="296829" y="61670"/>
                  </a:lnTo>
                  <a:lnTo>
                    <a:pt x="293419" y="57612"/>
                  </a:lnTo>
                  <a:lnTo>
                    <a:pt x="289882" y="53664"/>
                  </a:lnTo>
                  <a:lnTo>
                    <a:pt x="286222" y="49831"/>
                  </a:lnTo>
                  <a:lnTo>
                    <a:pt x="282442" y="46115"/>
                  </a:lnTo>
                  <a:lnTo>
                    <a:pt x="278547" y="42520"/>
                  </a:lnTo>
                  <a:lnTo>
                    <a:pt x="274539" y="39052"/>
                  </a:lnTo>
                  <a:lnTo>
                    <a:pt x="270423" y="35712"/>
                  </a:lnTo>
                  <a:lnTo>
                    <a:pt x="266204" y="32504"/>
                  </a:lnTo>
                  <a:lnTo>
                    <a:pt x="261885" y="29431"/>
                  </a:lnTo>
                  <a:lnTo>
                    <a:pt x="257470" y="26497"/>
                  </a:lnTo>
                  <a:lnTo>
                    <a:pt x="252965" y="23704"/>
                  </a:lnTo>
                  <a:lnTo>
                    <a:pt x="248374" y="21056"/>
                  </a:lnTo>
                  <a:lnTo>
                    <a:pt x="243701" y="18555"/>
                  </a:lnTo>
                  <a:lnTo>
                    <a:pt x="238951" y="16202"/>
                  </a:lnTo>
                  <a:lnTo>
                    <a:pt x="234128" y="14002"/>
                  </a:lnTo>
                  <a:lnTo>
                    <a:pt x="229239" y="11956"/>
                  </a:lnTo>
                  <a:lnTo>
                    <a:pt x="224287" y="10066"/>
                  </a:lnTo>
                  <a:lnTo>
                    <a:pt x="219278" y="8333"/>
                  </a:lnTo>
                  <a:lnTo>
                    <a:pt x="214216" y="6761"/>
                  </a:lnTo>
                  <a:lnTo>
                    <a:pt x="209107" y="5349"/>
                  </a:lnTo>
                  <a:lnTo>
                    <a:pt x="203955" y="4101"/>
                  </a:lnTo>
                  <a:lnTo>
                    <a:pt x="198767" y="3016"/>
                  </a:lnTo>
                  <a:lnTo>
                    <a:pt x="193547" y="2096"/>
                  </a:lnTo>
                  <a:lnTo>
                    <a:pt x="188300" y="1342"/>
                  </a:lnTo>
                  <a:lnTo>
                    <a:pt x="183033" y="755"/>
                  </a:lnTo>
                  <a:lnTo>
                    <a:pt x="177749" y="336"/>
                  </a:lnTo>
                  <a:lnTo>
                    <a:pt x="172454" y="84"/>
                  </a:lnTo>
                  <a:lnTo>
                    <a:pt x="167154" y="0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986914" y="5018213"/>
              <a:ext cx="34124" cy="167167"/>
            </a:xfrm>
            <a:custGeom>
              <a:avLst/>
              <a:pathLst>
                <a:path w="34124" h="167167">
                  <a:moveTo>
                    <a:pt x="34124" y="0"/>
                  </a:moveTo>
                  <a:lnTo>
                    <a:pt x="27253" y="141"/>
                  </a:lnTo>
                  <a:lnTo>
                    <a:pt x="20393" y="564"/>
                  </a:lnTo>
                  <a:lnTo>
                    <a:pt x="13557" y="1270"/>
                  </a:lnTo>
                  <a:lnTo>
                    <a:pt x="6755" y="2255"/>
                  </a:lnTo>
                  <a:lnTo>
                    <a:pt x="0" y="3520"/>
                  </a:lnTo>
                  <a:lnTo>
                    <a:pt x="3412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986914" y="5021733"/>
              <a:ext cx="34124" cy="163647"/>
            </a:xfrm>
            <a:custGeom>
              <a:avLst/>
              <a:pathLst>
                <a:path w="34124" h="163647">
                  <a:moveTo>
                    <a:pt x="0" y="0"/>
                  </a:moveTo>
                  <a:lnTo>
                    <a:pt x="34124" y="1636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986914" y="5021733"/>
              <a:ext cx="34124" cy="163647"/>
            </a:xfrm>
            <a:custGeom>
              <a:avLst/>
              <a:pathLst>
                <a:path w="34124" h="163647">
                  <a:moveTo>
                    <a:pt x="0" y="0"/>
                  </a:moveTo>
                  <a:lnTo>
                    <a:pt x="34124" y="16364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986914" y="5021733"/>
              <a:ext cx="34124" cy="163647"/>
            </a:xfrm>
            <a:custGeom>
              <a:avLst/>
              <a:pathLst>
                <a:path w="34124" h="163647">
                  <a:moveTo>
                    <a:pt x="0" y="0"/>
                  </a:moveTo>
                  <a:lnTo>
                    <a:pt x="34124" y="16364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853872" y="5021733"/>
              <a:ext cx="167166" cy="190107"/>
            </a:xfrm>
            <a:custGeom>
              <a:avLst/>
              <a:pathLst>
                <a:path w="167166" h="190107">
                  <a:moveTo>
                    <a:pt x="133041" y="0"/>
                  </a:moveTo>
                  <a:lnTo>
                    <a:pt x="127753" y="1192"/>
                  </a:lnTo>
                  <a:lnTo>
                    <a:pt x="122507" y="2555"/>
                  </a:lnTo>
                  <a:lnTo>
                    <a:pt x="117307" y="4088"/>
                  </a:lnTo>
                  <a:lnTo>
                    <a:pt x="112160" y="5789"/>
                  </a:lnTo>
                  <a:lnTo>
                    <a:pt x="107070" y="7655"/>
                  </a:lnTo>
                  <a:lnTo>
                    <a:pt x="102044" y="9686"/>
                  </a:lnTo>
                  <a:lnTo>
                    <a:pt x="97086" y="11878"/>
                  </a:lnTo>
                  <a:lnTo>
                    <a:pt x="92202" y="14230"/>
                  </a:lnTo>
                  <a:lnTo>
                    <a:pt x="87397" y="16739"/>
                  </a:lnTo>
                  <a:lnTo>
                    <a:pt x="82676" y="19403"/>
                  </a:lnTo>
                  <a:lnTo>
                    <a:pt x="78043" y="22218"/>
                  </a:lnTo>
                  <a:lnTo>
                    <a:pt x="73505" y="25182"/>
                  </a:lnTo>
                  <a:lnTo>
                    <a:pt x="69064" y="28292"/>
                  </a:lnTo>
                  <a:lnTo>
                    <a:pt x="64727" y="31544"/>
                  </a:lnTo>
                  <a:lnTo>
                    <a:pt x="60498" y="34935"/>
                  </a:lnTo>
                  <a:lnTo>
                    <a:pt x="56381" y="38461"/>
                  </a:lnTo>
                  <a:lnTo>
                    <a:pt x="52380" y="42119"/>
                  </a:lnTo>
                  <a:lnTo>
                    <a:pt x="48500" y="45904"/>
                  </a:lnTo>
                  <a:lnTo>
                    <a:pt x="44745" y="49814"/>
                  </a:lnTo>
                  <a:lnTo>
                    <a:pt x="41118" y="53843"/>
                  </a:lnTo>
                  <a:lnTo>
                    <a:pt x="37624" y="57987"/>
                  </a:lnTo>
                  <a:lnTo>
                    <a:pt x="34267" y="62243"/>
                  </a:lnTo>
                  <a:lnTo>
                    <a:pt x="31049" y="66606"/>
                  </a:lnTo>
                  <a:lnTo>
                    <a:pt x="27974" y="71070"/>
                  </a:lnTo>
                  <a:lnTo>
                    <a:pt x="25045" y="75632"/>
                  </a:lnTo>
                  <a:lnTo>
                    <a:pt x="22266" y="80286"/>
                  </a:lnTo>
                  <a:lnTo>
                    <a:pt x="19640" y="85028"/>
                  </a:lnTo>
                  <a:lnTo>
                    <a:pt x="17168" y="89853"/>
                  </a:lnTo>
                  <a:lnTo>
                    <a:pt x="14854" y="94755"/>
                  </a:lnTo>
                  <a:lnTo>
                    <a:pt x="12701" y="99730"/>
                  </a:lnTo>
                  <a:lnTo>
                    <a:pt x="10710" y="104772"/>
                  </a:lnTo>
                  <a:lnTo>
                    <a:pt x="8883" y="109875"/>
                  </a:lnTo>
                  <a:lnTo>
                    <a:pt x="7223" y="115036"/>
                  </a:lnTo>
                  <a:lnTo>
                    <a:pt x="5731" y="120247"/>
                  </a:lnTo>
                  <a:lnTo>
                    <a:pt x="4408" y="125504"/>
                  </a:lnTo>
                  <a:lnTo>
                    <a:pt x="3257" y="130801"/>
                  </a:lnTo>
                  <a:lnTo>
                    <a:pt x="2278" y="136133"/>
                  </a:lnTo>
                  <a:lnTo>
                    <a:pt x="1473" y="141494"/>
                  </a:lnTo>
                  <a:lnTo>
                    <a:pt x="842" y="146878"/>
                  </a:lnTo>
                  <a:lnTo>
                    <a:pt x="386" y="152280"/>
                  </a:lnTo>
                  <a:lnTo>
                    <a:pt x="105" y="157693"/>
                  </a:lnTo>
                  <a:lnTo>
                    <a:pt x="0" y="163113"/>
                  </a:lnTo>
                  <a:lnTo>
                    <a:pt x="70" y="168533"/>
                  </a:lnTo>
                  <a:lnTo>
                    <a:pt x="316" y="173949"/>
                  </a:lnTo>
                  <a:lnTo>
                    <a:pt x="738" y="179353"/>
                  </a:lnTo>
                  <a:lnTo>
                    <a:pt x="1335" y="184741"/>
                  </a:lnTo>
                  <a:lnTo>
                    <a:pt x="2106" y="190107"/>
                  </a:lnTo>
                  <a:lnTo>
                    <a:pt x="167166" y="16364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855978" y="5018213"/>
              <a:ext cx="332218" cy="334325"/>
            </a:xfrm>
            <a:custGeom>
              <a:avLst/>
              <a:pathLst>
                <a:path w="332218" h="334325">
                  <a:moveTo>
                    <a:pt x="0" y="193627"/>
                  </a:moveTo>
                  <a:lnTo>
                    <a:pt x="926" y="198868"/>
                  </a:lnTo>
                  <a:lnTo>
                    <a:pt x="2018" y="204078"/>
                  </a:lnTo>
                  <a:lnTo>
                    <a:pt x="3276" y="209250"/>
                  </a:lnTo>
                  <a:lnTo>
                    <a:pt x="4698" y="214379"/>
                  </a:lnTo>
                  <a:lnTo>
                    <a:pt x="6282" y="219461"/>
                  </a:lnTo>
                  <a:lnTo>
                    <a:pt x="8027" y="224489"/>
                  </a:lnTo>
                  <a:lnTo>
                    <a:pt x="9932" y="229459"/>
                  </a:lnTo>
                  <a:lnTo>
                    <a:pt x="11994" y="234367"/>
                  </a:lnTo>
                  <a:lnTo>
                    <a:pt x="14211" y="239206"/>
                  </a:lnTo>
                  <a:lnTo>
                    <a:pt x="16581" y="243972"/>
                  </a:lnTo>
                  <a:lnTo>
                    <a:pt x="19101" y="248660"/>
                  </a:lnTo>
                  <a:lnTo>
                    <a:pt x="21770" y="253265"/>
                  </a:lnTo>
                  <a:lnTo>
                    <a:pt x="24583" y="257784"/>
                  </a:lnTo>
                  <a:lnTo>
                    <a:pt x="27540" y="262210"/>
                  </a:lnTo>
                  <a:lnTo>
                    <a:pt x="30635" y="266540"/>
                  </a:lnTo>
                  <a:lnTo>
                    <a:pt x="33867" y="270769"/>
                  </a:lnTo>
                  <a:lnTo>
                    <a:pt x="37232" y="274894"/>
                  </a:lnTo>
                  <a:lnTo>
                    <a:pt x="40726" y="278909"/>
                  </a:lnTo>
                  <a:lnTo>
                    <a:pt x="44347" y="282810"/>
                  </a:lnTo>
                  <a:lnTo>
                    <a:pt x="48090" y="286595"/>
                  </a:lnTo>
                  <a:lnTo>
                    <a:pt x="51951" y="290258"/>
                  </a:lnTo>
                  <a:lnTo>
                    <a:pt x="55927" y="293797"/>
                  </a:lnTo>
                  <a:lnTo>
                    <a:pt x="60014" y="297207"/>
                  </a:lnTo>
                  <a:lnTo>
                    <a:pt x="64208" y="300485"/>
                  </a:lnTo>
                  <a:lnTo>
                    <a:pt x="68503" y="303629"/>
                  </a:lnTo>
                  <a:lnTo>
                    <a:pt x="72897" y="306634"/>
                  </a:lnTo>
                  <a:lnTo>
                    <a:pt x="77384" y="309497"/>
                  </a:lnTo>
                  <a:lnTo>
                    <a:pt x="81959" y="312216"/>
                  </a:lnTo>
                  <a:lnTo>
                    <a:pt x="86619" y="314788"/>
                  </a:lnTo>
                  <a:lnTo>
                    <a:pt x="91359" y="317211"/>
                  </a:lnTo>
                  <a:lnTo>
                    <a:pt x="96173" y="319481"/>
                  </a:lnTo>
                  <a:lnTo>
                    <a:pt x="101057" y="321597"/>
                  </a:lnTo>
                  <a:lnTo>
                    <a:pt x="106006" y="323556"/>
                  </a:lnTo>
                  <a:lnTo>
                    <a:pt x="111015" y="325357"/>
                  </a:lnTo>
                  <a:lnTo>
                    <a:pt x="116079" y="326998"/>
                  </a:lnTo>
                  <a:lnTo>
                    <a:pt x="121192" y="328476"/>
                  </a:lnTo>
                  <a:lnTo>
                    <a:pt x="126350" y="329791"/>
                  </a:lnTo>
                  <a:lnTo>
                    <a:pt x="131547" y="330941"/>
                  </a:lnTo>
                  <a:lnTo>
                    <a:pt x="136778" y="331925"/>
                  </a:lnTo>
                  <a:lnTo>
                    <a:pt x="142038" y="332742"/>
                  </a:lnTo>
                  <a:lnTo>
                    <a:pt x="147321" y="333391"/>
                  </a:lnTo>
                  <a:lnTo>
                    <a:pt x="152622" y="333871"/>
                  </a:lnTo>
                  <a:lnTo>
                    <a:pt x="157936" y="334183"/>
                  </a:lnTo>
                  <a:lnTo>
                    <a:pt x="163256" y="334325"/>
                  </a:lnTo>
                  <a:lnTo>
                    <a:pt x="168579" y="334297"/>
                  </a:lnTo>
                  <a:lnTo>
                    <a:pt x="173898" y="334101"/>
                  </a:lnTo>
                  <a:lnTo>
                    <a:pt x="179208" y="333735"/>
                  </a:lnTo>
                  <a:lnTo>
                    <a:pt x="184504" y="333200"/>
                  </a:lnTo>
                  <a:lnTo>
                    <a:pt x="189780" y="332496"/>
                  </a:lnTo>
                  <a:lnTo>
                    <a:pt x="195031" y="331626"/>
                  </a:lnTo>
                  <a:lnTo>
                    <a:pt x="200252" y="330588"/>
                  </a:lnTo>
                  <a:lnTo>
                    <a:pt x="205437" y="329385"/>
                  </a:lnTo>
                  <a:lnTo>
                    <a:pt x="210581" y="328017"/>
                  </a:lnTo>
                  <a:lnTo>
                    <a:pt x="215679" y="326486"/>
                  </a:lnTo>
                  <a:lnTo>
                    <a:pt x="220725" y="324794"/>
                  </a:lnTo>
                  <a:lnTo>
                    <a:pt x="225716" y="322942"/>
                  </a:lnTo>
                  <a:lnTo>
                    <a:pt x="230644" y="320932"/>
                  </a:lnTo>
                  <a:lnTo>
                    <a:pt x="235506" y="318766"/>
                  </a:lnTo>
                  <a:lnTo>
                    <a:pt x="240297" y="316446"/>
                  </a:lnTo>
                  <a:lnTo>
                    <a:pt x="245011" y="313975"/>
                  </a:lnTo>
                  <a:lnTo>
                    <a:pt x="249645" y="311355"/>
                  </a:lnTo>
                  <a:lnTo>
                    <a:pt x="254192" y="308589"/>
                  </a:lnTo>
                  <a:lnTo>
                    <a:pt x="258650" y="305680"/>
                  </a:lnTo>
                  <a:lnTo>
                    <a:pt x="263012" y="302630"/>
                  </a:lnTo>
                  <a:lnTo>
                    <a:pt x="267275" y="299443"/>
                  </a:lnTo>
                  <a:lnTo>
                    <a:pt x="271435" y="296122"/>
                  </a:lnTo>
                  <a:lnTo>
                    <a:pt x="275486" y="292670"/>
                  </a:lnTo>
                  <a:lnTo>
                    <a:pt x="279426" y="289090"/>
                  </a:lnTo>
                  <a:lnTo>
                    <a:pt x="283249" y="285388"/>
                  </a:lnTo>
                  <a:lnTo>
                    <a:pt x="286953" y="281565"/>
                  </a:lnTo>
                  <a:lnTo>
                    <a:pt x="290534" y="277626"/>
                  </a:lnTo>
                  <a:lnTo>
                    <a:pt x="293987" y="273575"/>
                  </a:lnTo>
                  <a:lnTo>
                    <a:pt x="297309" y="269417"/>
                  </a:lnTo>
                  <a:lnTo>
                    <a:pt x="300497" y="265155"/>
                  </a:lnTo>
                  <a:lnTo>
                    <a:pt x="303548" y="260793"/>
                  </a:lnTo>
                  <a:lnTo>
                    <a:pt x="306459" y="256336"/>
                  </a:lnTo>
                  <a:lnTo>
                    <a:pt x="309226" y="251790"/>
                  </a:lnTo>
                  <a:lnTo>
                    <a:pt x="311847" y="247157"/>
                  </a:lnTo>
                  <a:lnTo>
                    <a:pt x="314319" y="242443"/>
                  </a:lnTo>
                  <a:lnTo>
                    <a:pt x="316640" y="237653"/>
                  </a:lnTo>
                  <a:lnTo>
                    <a:pt x="318807" y="232791"/>
                  </a:lnTo>
                  <a:lnTo>
                    <a:pt x="320819" y="227863"/>
                  </a:lnTo>
                  <a:lnTo>
                    <a:pt x="322672" y="222874"/>
                  </a:lnTo>
                  <a:lnTo>
                    <a:pt x="324366" y="217828"/>
                  </a:lnTo>
                  <a:lnTo>
                    <a:pt x="325898" y="212730"/>
                  </a:lnTo>
                  <a:lnTo>
                    <a:pt x="327267" y="207586"/>
                  </a:lnTo>
                  <a:lnTo>
                    <a:pt x="328472" y="202402"/>
                  </a:lnTo>
                  <a:lnTo>
                    <a:pt x="329510" y="197181"/>
                  </a:lnTo>
                  <a:lnTo>
                    <a:pt x="330383" y="191931"/>
                  </a:lnTo>
                  <a:lnTo>
                    <a:pt x="331087" y="186655"/>
                  </a:lnTo>
                  <a:lnTo>
                    <a:pt x="331624" y="181359"/>
                  </a:lnTo>
                  <a:lnTo>
                    <a:pt x="331991" y="176049"/>
                  </a:lnTo>
                  <a:lnTo>
                    <a:pt x="332189" y="170730"/>
                  </a:lnTo>
                  <a:lnTo>
                    <a:pt x="332218" y="165407"/>
                  </a:lnTo>
                  <a:lnTo>
                    <a:pt x="332077" y="160086"/>
                  </a:lnTo>
                  <a:lnTo>
                    <a:pt x="331767" y="154772"/>
                  </a:lnTo>
                  <a:lnTo>
                    <a:pt x="331288" y="149471"/>
                  </a:lnTo>
                  <a:lnTo>
                    <a:pt x="330640" y="144188"/>
                  </a:lnTo>
                  <a:lnTo>
                    <a:pt x="329825" y="138928"/>
                  </a:lnTo>
                  <a:lnTo>
                    <a:pt x="328842" y="133697"/>
                  </a:lnTo>
                  <a:lnTo>
                    <a:pt x="327693" y="128500"/>
                  </a:lnTo>
                  <a:lnTo>
                    <a:pt x="326380" y="123341"/>
                  </a:lnTo>
                  <a:lnTo>
                    <a:pt x="324903" y="118228"/>
                  </a:lnTo>
                  <a:lnTo>
                    <a:pt x="323264" y="113164"/>
                  </a:lnTo>
                  <a:lnTo>
                    <a:pt x="321464" y="108154"/>
                  </a:lnTo>
                  <a:lnTo>
                    <a:pt x="319506" y="103205"/>
                  </a:lnTo>
                  <a:lnTo>
                    <a:pt x="317392" y="98320"/>
                  </a:lnTo>
                  <a:lnTo>
                    <a:pt x="315123" y="93505"/>
                  </a:lnTo>
                  <a:lnTo>
                    <a:pt x="312701" y="88765"/>
                  </a:lnTo>
                  <a:lnTo>
                    <a:pt x="310130" y="84104"/>
                  </a:lnTo>
                  <a:lnTo>
                    <a:pt x="307412" y="79528"/>
                  </a:lnTo>
                  <a:lnTo>
                    <a:pt x="304550" y="75040"/>
                  </a:lnTo>
                  <a:lnTo>
                    <a:pt x="301546" y="70646"/>
                  </a:lnTo>
                  <a:lnTo>
                    <a:pt x="298404" y="66350"/>
                  </a:lnTo>
                  <a:lnTo>
                    <a:pt x="295127" y="62155"/>
                  </a:lnTo>
                  <a:lnTo>
                    <a:pt x="291718" y="58068"/>
                  </a:lnTo>
                  <a:lnTo>
                    <a:pt x="288180" y="54091"/>
                  </a:lnTo>
                  <a:lnTo>
                    <a:pt x="284518" y="50228"/>
                  </a:lnTo>
                  <a:lnTo>
                    <a:pt x="280734" y="46484"/>
                  </a:lnTo>
                  <a:lnTo>
                    <a:pt x="276834" y="42863"/>
                  </a:lnTo>
                  <a:lnTo>
                    <a:pt x="272819" y="39367"/>
                  </a:lnTo>
                  <a:lnTo>
                    <a:pt x="268696" y="36001"/>
                  </a:lnTo>
                  <a:lnTo>
                    <a:pt x="264468" y="32768"/>
                  </a:lnTo>
                  <a:lnTo>
                    <a:pt x="260138" y="29672"/>
                  </a:lnTo>
                  <a:lnTo>
                    <a:pt x="255713" y="26714"/>
                  </a:lnTo>
                  <a:lnTo>
                    <a:pt x="251195" y="23899"/>
                  </a:lnTo>
                  <a:lnTo>
                    <a:pt x="246590" y="21230"/>
                  </a:lnTo>
                  <a:lnTo>
                    <a:pt x="241903" y="18708"/>
                  </a:lnTo>
                  <a:lnTo>
                    <a:pt x="237137" y="16337"/>
                  </a:lnTo>
                  <a:lnTo>
                    <a:pt x="232299" y="14119"/>
                  </a:lnTo>
                  <a:lnTo>
                    <a:pt x="227392" y="12055"/>
                  </a:lnTo>
                  <a:lnTo>
                    <a:pt x="222422" y="10150"/>
                  </a:lnTo>
                  <a:lnTo>
                    <a:pt x="217394" y="8403"/>
                  </a:lnTo>
                  <a:lnTo>
                    <a:pt x="212313" y="6817"/>
                  </a:lnTo>
                  <a:lnTo>
                    <a:pt x="207184" y="5394"/>
                  </a:lnTo>
                  <a:lnTo>
                    <a:pt x="202013" y="4135"/>
                  </a:lnTo>
                  <a:lnTo>
                    <a:pt x="196804" y="3041"/>
                  </a:lnTo>
                  <a:lnTo>
                    <a:pt x="191562" y="2114"/>
                  </a:lnTo>
                  <a:lnTo>
                    <a:pt x="186294" y="1354"/>
                  </a:lnTo>
                  <a:lnTo>
                    <a:pt x="181004" y="762"/>
                  </a:lnTo>
                  <a:lnTo>
                    <a:pt x="175698" y="338"/>
                  </a:lnTo>
                  <a:lnTo>
                    <a:pt x="170382" y="84"/>
                  </a:lnTo>
                  <a:lnTo>
                    <a:pt x="165060" y="0"/>
                  </a:lnTo>
                  <a:lnTo>
                    <a:pt x="16506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308855" y="4659281"/>
              <a:ext cx="114379" cy="167167"/>
            </a:xfrm>
            <a:custGeom>
              <a:avLst/>
              <a:pathLst>
                <a:path w="114379" h="167167">
                  <a:moveTo>
                    <a:pt x="114379" y="0"/>
                  </a:moveTo>
                  <a:lnTo>
                    <a:pt x="108654" y="98"/>
                  </a:lnTo>
                  <a:lnTo>
                    <a:pt x="102936" y="392"/>
                  </a:lnTo>
                  <a:lnTo>
                    <a:pt x="97232" y="881"/>
                  </a:lnTo>
                  <a:lnTo>
                    <a:pt x="91547" y="1566"/>
                  </a:lnTo>
                  <a:lnTo>
                    <a:pt x="85890" y="2445"/>
                  </a:lnTo>
                  <a:lnTo>
                    <a:pt x="80266" y="3517"/>
                  </a:lnTo>
                  <a:lnTo>
                    <a:pt x="74682" y="4781"/>
                  </a:lnTo>
                  <a:lnTo>
                    <a:pt x="69144" y="6236"/>
                  </a:lnTo>
                  <a:lnTo>
                    <a:pt x="63659" y="7879"/>
                  </a:lnTo>
                  <a:lnTo>
                    <a:pt x="58234" y="9710"/>
                  </a:lnTo>
                  <a:lnTo>
                    <a:pt x="52875" y="11725"/>
                  </a:lnTo>
                  <a:lnTo>
                    <a:pt x="47588" y="13922"/>
                  </a:lnTo>
                  <a:lnTo>
                    <a:pt x="42380" y="16299"/>
                  </a:lnTo>
                  <a:lnTo>
                    <a:pt x="37255" y="18853"/>
                  </a:lnTo>
                  <a:lnTo>
                    <a:pt x="32222" y="21581"/>
                  </a:lnTo>
                  <a:lnTo>
                    <a:pt x="27284" y="24480"/>
                  </a:lnTo>
                  <a:lnTo>
                    <a:pt x="22449" y="27547"/>
                  </a:lnTo>
                  <a:lnTo>
                    <a:pt x="17722" y="30777"/>
                  </a:lnTo>
                  <a:lnTo>
                    <a:pt x="13108" y="34167"/>
                  </a:lnTo>
                  <a:lnTo>
                    <a:pt x="8613" y="37713"/>
                  </a:lnTo>
                  <a:lnTo>
                    <a:pt x="4241" y="41410"/>
                  </a:lnTo>
                  <a:lnTo>
                    <a:pt x="0" y="45256"/>
                  </a:lnTo>
                  <a:lnTo>
                    <a:pt x="11437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308855" y="4704538"/>
              <a:ext cx="114379" cy="121911"/>
            </a:xfrm>
            <a:custGeom>
              <a:avLst/>
              <a:pathLst>
                <a:path w="114379" h="121911">
                  <a:moveTo>
                    <a:pt x="0" y="0"/>
                  </a:moveTo>
                  <a:lnTo>
                    <a:pt x="114379" y="12191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308855" y="4704538"/>
              <a:ext cx="114379" cy="121911"/>
            </a:xfrm>
            <a:custGeom>
              <a:avLst/>
              <a:pathLst>
                <a:path w="114379" h="121911">
                  <a:moveTo>
                    <a:pt x="0" y="0"/>
                  </a:moveTo>
                  <a:lnTo>
                    <a:pt x="114379" y="12191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256075" y="4704538"/>
              <a:ext cx="334308" cy="289077"/>
            </a:xfrm>
            <a:custGeom>
              <a:avLst/>
              <a:pathLst>
                <a:path w="334308" h="289077">
                  <a:moveTo>
                    <a:pt x="52780" y="0"/>
                  </a:moveTo>
                  <a:lnTo>
                    <a:pt x="48961" y="3699"/>
                  </a:lnTo>
                  <a:lnTo>
                    <a:pt x="45261" y="7517"/>
                  </a:lnTo>
                  <a:lnTo>
                    <a:pt x="41685" y="11452"/>
                  </a:lnTo>
                  <a:lnTo>
                    <a:pt x="38235" y="15498"/>
                  </a:lnTo>
                  <a:lnTo>
                    <a:pt x="34917" y="19652"/>
                  </a:lnTo>
                  <a:lnTo>
                    <a:pt x="31731" y="23909"/>
                  </a:lnTo>
                  <a:lnTo>
                    <a:pt x="28683" y="28265"/>
                  </a:lnTo>
                  <a:lnTo>
                    <a:pt x="25775" y="32716"/>
                  </a:lnTo>
                  <a:lnTo>
                    <a:pt x="23010" y="37258"/>
                  </a:lnTo>
                  <a:lnTo>
                    <a:pt x="20391" y="41885"/>
                  </a:lnTo>
                  <a:lnTo>
                    <a:pt x="17920" y="46593"/>
                  </a:lnTo>
                  <a:lnTo>
                    <a:pt x="15601" y="51377"/>
                  </a:lnTo>
                  <a:lnTo>
                    <a:pt x="13434" y="56232"/>
                  </a:lnTo>
                  <a:lnTo>
                    <a:pt x="11423" y="61154"/>
                  </a:lnTo>
                  <a:lnTo>
                    <a:pt x="9570" y="66138"/>
                  </a:lnTo>
                  <a:lnTo>
                    <a:pt x="7876" y="71177"/>
                  </a:lnTo>
                  <a:lnTo>
                    <a:pt x="6343" y="76268"/>
                  </a:lnTo>
                  <a:lnTo>
                    <a:pt x="4973" y="81406"/>
                  </a:lnTo>
                  <a:lnTo>
                    <a:pt x="3767" y="86584"/>
                  </a:lnTo>
                  <a:lnTo>
                    <a:pt x="2726" y="91798"/>
                  </a:lnTo>
                  <a:lnTo>
                    <a:pt x="1852" y="97042"/>
                  </a:lnTo>
                  <a:lnTo>
                    <a:pt x="1144" y="102312"/>
                  </a:lnTo>
                  <a:lnTo>
                    <a:pt x="605" y="107601"/>
                  </a:lnTo>
                  <a:lnTo>
                    <a:pt x="234" y="112905"/>
                  </a:lnTo>
                  <a:lnTo>
                    <a:pt x="32" y="118218"/>
                  </a:lnTo>
                  <a:lnTo>
                    <a:pt x="0" y="123535"/>
                  </a:lnTo>
                  <a:lnTo>
                    <a:pt x="136" y="128850"/>
                  </a:lnTo>
                  <a:lnTo>
                    <a:pt x="441" y="134158"/>
                  </a:lnTo>
                  <a:lnTo>
                    <a:pt x="915" y="139454"/>
                  </a:lnTo>
                  <a:lnTo>
                    <a:pt x="1557" y="144732"/>
                  </a:lnTo>
                  <a:lnTo>
                    <a:pt x="2366" y="149987"/>
                  </a:lnTo>
                  <a:lnTo>
                    <a:pt x="3342" y="155213"/>
                  </a:lnTo>
                  <a:lnTo>
                    <a:pt x="4484" y="160406"/>
                  </a:lnTo>
                  <a:lnTo>
                    <a:pt x="5791" y="165560"/>
                  </a:lnTo>
                  <a:lnTo>
                    <a:pt x="7261" y="170670"/>
                  </a:lnTo>
                  <a:lnTo>
                    <a:pt x="8892" y="175730"/>
                  </a:lnTo>
                  <a:lnTo>
                    <a:pt x="10684" y="180736"/>
                  </a:lnTo>
                  <a:lnTo>
                    <a:pt x="12634" y="185682"/>
                  </a:lnTo>
                  <a:lnTo>
                    <a:pt x="14740" y="190564"/>
                  </a:lnTo>
                  <a:lnTo>
                    <a:pt x="17000" y="195377"/>
                  </a:lnTo>
                  <a:lnTo>
                    <a:pt x="19412" y="200115"/>
                  </a:lnTo>
                  <a:lnTo>
                    <a:pt x="21974" y="204774"/>
                  </a:lnTo>
                  <a:lnTo>
                    <a:pt x="24683" y="209349"/>
                  </a:lnTo>
                  <a:lnTo>
                    <a:pt x="27536" y="213836"/>
                  </a:lnTo>
                  <a:lnTo>
                    <a:pt x="30530" y="218230"/>
                  </a:lnTo>
                  <a:lnTo>
                    <a:pt x="33662" y="222526"/>
                  </a:lnTo>
                  <a:lnTo>
                    <a:pt x="36929" y="226720"/>
                  </a:lnTo>
                  <a:lnTo>
                    <a:pt x="40328" y="230809"/>
                  </a:lnTo>
                  <a:lnTo>
                    <a:pt x="43855" y="234787"/>
                  </a:lnTo>
                  <a:lnTo>
                    <a:pt x="47507" y="238651"/>
                  </a:lnTo>
                  <a:lnTo>
                    <a:pt x="51280" y="242398"/>
                  </a:lnTo>
                  <a:lnTo>
                    <a:pt x="55171" y="246022"/>
                  </a:lnTo>
                  <a:lnTo>
                    <a:pt x="59174" y="249520"/>
                  </a:lnTo>
                  <a:lnTo>
                    <a:pt x="63287" y="252890"/>
                  </a:lnTo>
                  <a:lnTo>
                    <a:pt x="67505" y="256127"/>
                  </a:lnTo>
                  <a:lnTo>
                    <a:pt x="71824" y="259228"/>
                  </a:lnTo>
                  <a:lnTo>
                    <a:pt x="76239" y="262191"/>
                  </a:lnTo>
                  <a:lnTo>
                    <a:pt x="80746" y="265011"/>
                  </a:lnTo>
                  <a:lnTo>
                    <a:pt x="85340" y="267687"/>
                  </a:lnTo>
                  <a:lnTo>
                    <a:pt x="90018" y="270215"/>
                  </a:lnTo>
                  <a:lnTo>
                    <a:pt x="94773" y="272593"/>
                  </a:lnTo>
                  <a:lnTo>
                    <a:pt x="99602" y="274819"/>
                  </a:lnTo>
                  <a:lnTo>
                    <a:pt x="104499" y="276890"/>
                  </a:lnTo>
                  <a:lnTo>
                    <a:pt x="109459" y="278804"/>
                  </a:lnTo>
                  <a:lnTo>
                    <a:pt x="114477" y="280560"/>
                  </a:lnTo>
                  <a:lnTo>
                    <a:pt x="119549" y="282155"/>
                  </a:lnTo>
                  <a:lnTo>
                    <a:pt x="124670" y="283588"/>
                  </a:lnTo>
                  <a:lnTo>
                    <a:pt x="129833" y="284857"/>
                  </a:lnTo>
                  <a:lnTo>
                    <a:pt x="135033" y="285962"/>
                  </a:lnTo>
                  <a:lnTo>
                    <a:pt x="140267" y="286901"/>
                  </a:lnTo>
                  <a:lnTo>
                    <a:pt x="145527" y="287673"/>
                  </a:lnTo>
                  <a:lnTo>
                    <a:pt x="150810" y="288277"/>
                  </a:lnTo>
                  <a:lnTo>
                    <a:pt x="156109" y="288712"/>
                  </a:lnTo>
                  <a:lnTo>
                    <a:pt x="161419" y="288979"/>
                  </a:lnTo>
                  <a:lnTo>
                    <a:pt x="166735" y="289077"/>
                  </a:lnTo>
                  <a:lnTo>
                    <a:pt x="172051" y="289006"/>
                  </a:lnTo>
                  <a:lnTo>
                    <a:pt x="177363" y="288766"/>
                  </a:lnTo>
                  <a:lnTo>
                    <a:pt x="182664" y="288357"/>
                  </a:lnTo>
                  <a:lnTo>
                    <a:pt x="187949" y="287780"/>
                  </a:lnTo>
                  <a:lnTo>
                    <a:pt x="193214" y="287035"/>
                  </a:lnTo>
                  <a:lnTo>
                    <a:pt x="198452" y="286123"/>
                  </a:lnTo>
                  <a:lnTo>
                    <a:pt x="203658" y="285045"/>
                  </a:lnTo>
                  <a:lnTo>
                    <a:pt x="208828" y="283802"/>
                  </a:lnTo>
                  <a:lnTo>
                    <a:pt x="213955" y="282395"/>
                  </a:lnTo>
                  <a:lnTo>
                    <a:pt x="219035" y="280825"/>
                  </a:lnTo>
                  <a:lnTo>
                    <a:pt x="224062" y="279095"/>
                  </a:lnTo>
                  <a:lnTo>
                    <a:pt x="229032" y="277206"/>
                  </a:lnTo>
                  <a:lnTo>
                    <a:pt x="233940" y="275160"/>
                  </a:lnTo>
                  <a:lnTo>
                    <a:pt x="238779" y="272959"/>
                  </a:lnTo>
                  <a:lnTo>
                    <a:pt x="243547" y="270604"/>
                  </a:lnTo>
                  <a:lnTo>
                    <a:pt x="248237" y="268100"/>
                  </a:lnTo>
                  <a:lnTo>
                    <a:pt x="252845" y="265448"/>
                  </a:lnTo>
                  <a:lnTo>
                    <a:pt x="257366" y="262650"/>
                  </a:lnTo>
                  <a:lnTo>
                    <a:pt x="261796" y="259710"/>
                  </a:lnTo>
                  <a:lnTo>
                    <a:pt x="266131" y="256631"/>
                  </a:lnTo>
                  <a:lnTo>
                    <a:pt x="270365" y="253415"/>
                  </a:lnTo>
                  <a:lnTo>
                    <a:pt x="274495" y="250067"/>
                  </a:lnTo>
                  <a:lnTo>
                    <a:pt x="278516" y="246588"/>
                  </a:lnTo>
                  <a:lnTo>
                    <a:pt x="282425" y="242984"/>
                  </a:lnTo>
                  <a:lnTo>
                    <a:pt x="286217" y="239257"/>
                  </a:lnTo>
                  <a:lnTo>
                    <a:pt x="289888" y="235412"/>
                  </a:lnTo>
                  <a:lnTo>
                    <a:pt x="293436" y="231451"/>
                  </a:lnTo>
                  <a:lnTo>
                    <a:pt x="296855" y="227380"/>
                  </a:lnTo>
                  <a:lnTo>
                    <a:pt x="300144" y="223202"/>
                  </a:lnTo>
                  <a:lnTo>
                    <a:pt x="303298" y="218922"/>
                  </a:lnTo>
                  <a:lnTo>
                    <a:pt x="306314" y="214543"/>
                  </a:lnTo>
                  <a:lnTo>
                    <a:pt x="309190" y="210071"/>
                  </a:lnTo>
                  <a:lnTo>
                    <a:pt x="311921" y="205510"/>
                  </a:lnTo>
                  <a:lnTo>
                    <a:pt x="314507" y="200864"/>
                  </a:lnTo>
                  <a:lnTo>
                    <a:pt x="316943" y="196138"/>
                  </a:lnTo>
                  <a:lnTo>
                    <a:pt x="319228" y="191337"/>
                  </a:lnTo>
                  <a:lnTo>
                    <a:pt x="321359" y="186466"/>
                  </a:lnTo>
                  <a:lnTo>
                    <a:pt x="323334" y="181529"/>
                  </a:lnTo>
                  <a:lnTo>
                    <a:pt x="325151" y="176533"/>
                  </a:lnTo>
                  <a:lnTo>
                    <a:pt x="326808" y="171481"/>
                  </a:lnTo>
                  <a:lnTo>
                    <a:pt x="328304" y="166378"/>
                  </a:lnTo>
                  <a:lnTo>
                    <a:pt x="329636" y="161231"/>
                  </a:lnTo>
                  <a:lnTo>
                    <a:pt x="330805" y="156044"/>
                  </a:lnTo>
                  <a:lnTo>
                    <a:pt x="331807" y="150823"/>
                  </a:lnTo>
                  <a:lnTo>
                    <a:pt x="332643" y="145572"/>
                  </a:lnTo>
                  <a:lnTo>
                    <a:pt x="333312" y="140298"/>
                  </a:lnTo>
                  <a:lnTo>
                    <a:pt x="333813" y="135004"/>
                  </a:lnTo>
                  <a:lnTo>
                    <a:pt x="334145" y="129698"/>
                  </a:lnTo>
                  <a:lnTo>
                    <a:pt x="334308" y="124383"/>
                  </a:lnTo>
                  <a:lnTo>
                    <a:pt x="334302" y="119067"/>
                  </a:lnTo>
                  <a:lnTo>
                    <a:pt x="334127" y="113753"/>
                  </a:lnTo>
                  <a:lnTo>
                    <a:pt x="333783" y="108447"/>
                  </a:lnTo>
                  <a:lnTo>
                    <a:pt x="333271" y="103155"/>
                  </a:lnTo>
                  <a:lnTo>
                    <a:pt x="332590" y="97882"/>
                  </a:lnTo>
                  <a:lnTo>
                    <a:pt x="331743" y="92633"/>
                  </a:lnTo>
                  <a:lnTo>
                    <a:pt x="330728" y="87414"/>
                  </a:lnTo>
                  <a:lnTo>
                    <a:pt x="329549" y="82229"/>
                  </a:lnTo>
                  <a:lnTo>
                    <a:pt x="328204" y="77085"/>
                  </a:lnTo>
                  <a:lnTo>
                    <a:pt x="326697" y="71986"/>
                  </a:lnTo>
                  <a:lnTo>
                    <a:pt x="325029" y="66938"/>
                  </a:lnTo>
                  <a:lnTo>
                    <a:pt x="323201" y="61945"/>
                  </a:lnTo>
                  <a:lnTo>
                    <a:pt x="321215" y="57013"/>
                  </a:lnTo>
                  <a:lnTo>
                    <a:pt x="319073" y="52147"/>
                  </a:lnTo>
                  <a:lnTo>
                    <a:pt x="316778" y="47351"/>
                  </a:lnTo>
                  <a:lnTo>
                    <a:pt x="167159" y="12191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423235" y="4659281"/>
              <a:ext cx="149618" cy="167167"/>
            </a:xfrm>
            <a:custGeom>
              <a:avLst/>
              <a:pathLst>
                <a:path w="149618" h="167167">
                  <a:moveTo>
                    <a:pt x="149618" y="92607"/>
                  </a:moveTo>
                  <a:lnTo>
                    <a:pt x="147108" y="87770"/>
                  </a:lnTo>
                  <a:lnTo>
                    <a:pt x="144442" y="83017"/>
                  </a:lnTo>
                  <a:lnTo>
                    <a:pt x="141622" y="78353"/>
                  </a:lnTo>
                  <a:lnTo>
                    <a:pt x="138652" y="73784"/>
                  </a:lnTo>
                  <a:lnTo>
                    <a:pt x="135534" y="69314"/>
                  </a:lnTo>
                  <a:lnTo>
                    <a:pt x="132273" y="64948"/>
                  </a:lnTo>
                  <a:lnTo>
                    <a:pt x="128870" y="60691"/>
                  </a:lnTo>
                  <a:lnTo>
                    <a:pt x="125331" y="56546"/>
                  </a:lnTo>
                  <a:lnTo>
                    <a:pt x="121659" y="52520"/>
                  </a:lnTo>
                  <a:lnTo>
                    <a:pt x="117857" y="48615"/>
                  </a:lnTo>
                  <a:lnTo>
                    <a:pt x="113930" y="44836"/>
                  </a:lnTo>
                  <a:lnTo>
                    <a:pt x="109882" y="41187"/>
                  </a:lnTo>
                  <a:lnTo>
                    <a:pt x="105717" y="37673"/>
                  </a:lnTo>
                  <a:lnTo>
                    <a:pt x="101440" y="34295"/>
                  </a:lnTo>
                  <a:lnTo>
                    <a:pt x="97054" y="31059"/>
                  </a:lnTo>
                  <a:lnTo>
                    <a:pt x="92566" y="27968"/>
                  </a:lnTo>
                  <a:lnTo>
                    <a:pt x="87980" y="25025"/>
                  </a:lnTo>
                  <a:lnTo>
                    <a:pt x="83300" y="22232"/>
                  </a:lnTo>
                  <a:lnTo>
                    <a:pt x="78531" y="19594"/>
                  </a:lnTo>
                  <a:lnTo>
                    <a:pt x="73679" y="17113"/>
                  </a:lnTo>
                  <a:lnTo>
                    <a:pt x="68748" y="14791"/>
                  </a:lnTo>
                  <a:lnTo>
                    <a:pt x="63745" y="12631"/>
                  </a:lnTo>
                  <a:lnTo>
                    <a:pt x="58674" y="10635"/>
                  </a:lnTo>
                  <a:lnTo>
                    <a:pt x="53540" y="8805"/>
                  </a:lnTo>
                  <a:lnTo>
                    <a:pt x="48349" y="7144"/>
                  </a:lnTo>
                  <a:lnTo>
                    <a:pt x="43107" y="5653"/>
                  </a:lnTo>
                  <a:lnTo>
                    <a:pt x="37820" y="4334"/>
                  </a:lnTo>
                  <a:lnTo>
                    <a:pt x="32492" y="3188"/>
                  </a:lnTo>
                  <a:lnTo>
                    <a:pt x="27129" y="2216"/>
                  </a:lnTo>
                  <a:lnTo>
                    <a:pt x="21738" y="1419"/>
                  </a:lnTo>
                  <a:lnTo>
                    <a:pt x="16324" y="798"/>
                  </a:lnTo>
                  <a:lnTo>
                    <a:pt x="10892" y="355"/>
                  </a:lnTo>
                  <a:lnTo>
                    <a:pt x="5449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608907" y="4213821"/>
              <a:ext cx="119565" cy="167167"/>
            </a:xfrm>
            <a:custGeom>
              <a:avLst/>
              <a:pathLst>
                <a:path w="119565" h="167167">
                  <a:moveTo>
                    <a:pt x="119565" y="0"/>
                  </a:moveTo>
                  <a:lnTo>
                    <a:pt x="114014" y="92"/>
                  </a:lnTo>
                  <a:lnTo>
                    <a:pt x="108470" y="368"/>
                  </a:lnTo>
                  <a:lnTo>
                    <a:pt x="102939" y="828"/>
                  </a:lnTo>
                  <a:lnTo>
                    <a:pt x="97425" y="1472"/>
                  </a:lnTo>
                  <a:lnTo>
                    <a:pt x="91936" y="2298"/>
                  </a:lnTo>
                  <a:lnTo>
                    <a:pt x="86478" y="3307"/>
                  </a:lnTo>
                  <a:lnTo>
                    <a:pt x="81056" y="4495"/>
                  </a:lnTo>
                  <a:lnTo>
                    <a:pt x="75676" y="5864"/>
                  </a:lnTo>
                  <a:lnTo>
                    <a:pt x="70345" y="7410"/>
                  </a:lnTo>
                  <a:lnTo>
                    <a:pt x="65068" y="9132"/>
                  </a:lnTo>
                  <a:lnTo>
                    <a:pt x="59851" y="11028"/>
                  </a:lnTo>
                  <a:lnTo>
                    <a:pt x="54700" y="13097"/>
                  </a:lnTo>
                  <a:lnTo>
                    <a:pt x="49620" y="15336"/>
                  </a:lnTo>
                  <a:lnTo>
                    <a:pt x="44618" y="17741"/>
                  </a:lnTo>
                  <a:lnTo>
                    <a:pt x="39698" y="20312"/>
                  </a:lnTo>
                  <a:lnTo>
                    <a:pt x="34867" y="23045"/>
                  </a:lnTo>
                  <a:lnTo>
                    <a:pt x="30128" y="25936"/>
                  </a:lnTo>
                  <a:lnTo>
                    <a:pt x="25489" y="28984"/>
                  </a:lnTo>
                  <a:lnTo>
                    <a:pt x="20953" y="32183"/>
                  </a:lnTo>
                  <a:lnTo>
                    <a:pt x="16525" y="35532"/>
                  </a:lnTo>
                  <a:lnTo>
                    <a:pt x="12212" y="39025"/>
                  </a:lnTo>
                  <a:lnTo>
                    <a:pt x="8017" y="42660"/>
                  </a:lnTo>
                  <a:lnTo>
                    <a:pt x="3944" y="46432"/>
                  </a:lnTo>
                  <a:lnTo>
                    <a:pt x="0" y="50337"/>
                  </a:lnTo>
                  <a:lnTo>
                    <a:pt x="119565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608907" y="4264159"/>
              <a:ext cx="119565" cy="116829"/>
            </a:xfrm>
            <a:custGeom>
              <a:avLst/>
              <a:pathLst>
                <a:path w="119565" h="116829">
                  <a:moveTo>
                    <a:pt x="0" y="0"/>
                  </a:moveTo>
                  <a:lnTo>
                    <a:pt x="119565" y="11682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561313" y="4251276"/>
              <a:ext cx="334325" cy="296872"/>
            </a:xfrm>
            <a:custGeom>
              <a:avLst/>
              <a:pathLst>
                <a:path w="334325" h="296872">
                  <a:moveTo>
                    <a:pt x="47593" y="12883"/>
                  </a:moveTo>
                  <a:lnTo>
                    <a:pt x="43937" y="16745"/>
                  </a:lnTo>
                  <a:lnTo>
                    <a:pt x="40407" y="20721"/>
                  </a:lnTo>
                  <a:lnTo>
                    <a:pt x="37004" y="24808"/>
                  </a:lnTo>
                  <a:lnTo>
                    <a:pt x="33733" y="29001"/>
                  </a:lnTo>
                  <a:lnTo>
                    <a:pt x="30598" y="33296"/>
                  </a:lnTo>
                  <a:lnTo>
                    <a:pt x="27600" y="37688"/>
                  </a:lnTo>
                  <a:lnTo>
                    <a:pt x="24744" y="42173"/>
                  </a:lnTo>
                  <a:lnTo>
                    <a:pt x="22031" y="46747"/>
                  </a:lnTo>
                  <a:lnTo>
                    <a:pt x="19466" y="51405"/>
                  </a:lnTo>
                  <a:lnTo>
                    <a:pt x="17050" y="56143"/>
                  </a:lnTo>
                  <a:lnTo>
                    <a:pt x="14786" y="60954"/>
                  </a:lnTo>
                  <a:lnTo>
                    <a:pt x="12676" y="65836"/>
                  </a:lnTo>
                  <a:lnTo>
                    <a:pt x="10722" y="70781"/>
                  </a:lnTo>
                  <a:lnTo>
                    <a:pt x="8927" y="75787"/>
                  </a:lnTo>
                  <a:lnTo>
                    <a:pt x="7292" y="80847"/>
                  </a:lnTo>
                  <a:lnTo>
                    <a:pt x="5819" y="85957"/>
                  </a:lnTo>
                  <a:lnTo>
                    <a:pt x="4509" y="91110"/>
                  </a:lnTo>
                  <a:lnTo>
                    <a:pt x="3363" y="96303"/>
                  </a:lnTo>
                  <a:lnTo>
                    <a:pt x="2383" y="101530"/>
                  </a:lnTo>
                  <a:lnTo>
                    <a:pt x="1570" y="106785"/>
                  </a:lnTo>
                  <a:lnTo>
                    <a:pt x="925" y="112064"/>
                  </a:lnTo>
                  <a:lnTo>
                    <a:pt x="448" y="117360"/>
                  </a:lnTo>
                  <a:lnTo>
                    <a:pt x="139" y="122669"/>
                  </a:lnTo>
                  <a:lnTo>
                    <a:pt x="0" y="127985"/>
                  </a:lnTo>
                  <a:lnTo>
                    <a:pt x="29" y="133302"/>
                  </a:lnTo>
                  <a:lnTo>
                    <a:pt x="228" y="138616"/>
                  </a:lnTo>
                  <a:lnTo>
                    <a:pt x="596" y="143921"/>
                  </a:lnTo>
                  <a:lnTo>
                    <a:pt x="1132" y="149212"/>
                  </a:lnTo>
                  <a:lnTo>
                    <a:pt x="1836" y="154483"/>
                  </a:lnTo>
                  <a:lnTo>
                    <a:pt x="2707" y="159729"/>
                  </a:lnTo>
                  <a:lnTo>
                    <a:pt x="3745" y="164944"/>
                  </a:lnTo>
                  <a:lnTo>
                    <a:pt x="4949" y="170124"/>
                  </a:lnTo>
                  <a:lnTo>
                    <a:pt x="6316" y="175263"/>
                  </a:lnTo>
                  <a:lnTo>
                    <a:pt x="7846" y="180356"/>
                  </a:lnTo>
                  <a:lnTo>
                    <a:pt x="9538" y="185397"/>
                  </a:lnTo>
                  <a:lnTo>
                    <a:pt x="11389" y="190382"/>
                  </a:lnTo>
                  <a:lnTo>
                    <a:pt x="13397" y="195306"/>
                  </a:lnTo>
                  <a:lnTo>
                    <a:pt x="15561" y="200164"/>
                  </a:lnTo>
                  <a:lnTo>
                    <a:pt x="17879" y="204950"/>
                  </a:lnTo>
                  <a:lnTo>
                    <a:pt x="20347" y="209660"/>
                  </a:lnTo>
                  <a:lnTo>
                    <a:pt x="22965" y="214289"/>
                  </a:lnTo>
                  <a:lnTo>
                    <a:pt x="25728" y="218833"/>
                  </a:lnTo>
                  <a:lnTo>
                    <a:pt x="28634" y="223286"/>
                  </a:lnTo>
                  <a:lnTo>
                    <a:pt x="31680" y="227645"/>
                  </a:lnTo>
                  <a:lnTo>
                    <a:pt x="34864" y="231904"/>
                  </a:lnTo>
                  <a:lnTo>
                    <a:pt x="38181" y="236060"/>
                  </a:lnTo>
                  <a:lnTo>
                    <a:pt x="41629" y="240109"/>
                  </a:lnTo>
                  <a:lnTo>
                    <a:pt x="45204" y="244046"/>
                  </a:lnTo>
                  <a:lnTo>
                    <a:pt x="48902" y="247867"/>
                  </a:lnTo>
                  <a:lnTo>
                    <a:pt x="52720" y="251568"/>
                  </a:lnTo>
                  <a:lnTo>
                    <a:pt x="56654" y="255147"/>
                  </a:lnTo>
                  <a:lnTo>
                    <a:pt x="60699" y="258598"/>
                  </a:lnTo>
                  <a:lnTo>
                    <a:pt x="64852" y="261919"/>
                  </a:lnTo>
                  <a:lnTo>
                    <a:pt x="69109" y="265106"/>
                  </a:lnTo>
                  <a:lnTo>
                    <a:pt x="73465" y="268156"/>
                  </a:lnTo>
                  <a:lnTo>
                    <a:pt x="77916" y="271066"/>
                  </a:lnTo>
                  <a:lnTo>
                    <a:pt x="82457" y="273833"/>
                  </a:lnTo>
                  <a:lnTo>
                    <a:pt x="87084" y="276454"/>
                  </a:lnTo>
                  <a:lnTo>
                    <a:pt x="91792" y="278927"/>
                  </a:lnTo>
                  <a:lnTo>
                    <a:pt x="96576" y="281248"/>
                  </a:lnTo>
                  <a:lnTo>
                    <a:pt x="101432" y="283417"/>
                  </a:lnTo>
                  <a:lnTo>
                    <a:pt x="106354" y="285429"/>
                  </a:lnTo>
                  <a:lnTo>
                    <a:pt x="111338" y="287285"/>
                  </a:lnTo>
                  <a:lnTo>
                    <a:pt x="116378" y="288980"/>
                  </a:lnTo>
                  <a:lnTo>
                    <a:pt x="121469" y="290515"/>
                  </a:lnTo>
                  <a:lnTo>
                    <a:pt x="126607" y="291887"/>
                  </a:lnTo>
                  <a:lnTo>
                    <a:pt x="131786" y="293095"/>
                  </a:lnTo>
                  <a:lnTo>
                    <a:pt x="137000" y="294137"/>
                  </a:lnTo>
                  <a:lnTo>
                    <a:pt x="142245" y="295013"/>
                  </a:lnTo>
                  <a:lnTo>
                    <a:pt x="147516" y="295722"/>
                  </a:lnTo>
                  <a:lnTo>
                    <a:pt x="152806" y="296263"/>
                  </a:lnTo>
                  <a:lnTo>
                    <a:pt x="158110" y="296635"/>
                  </a:lnTo>
                  <a:lnTo>
                    <a:pt x="163424" y="296838"/>
                  </a:lnTo>
                  <a:lnTo>
                    <a:pt x="168742" y="296872"/>
                  </a:lnTo>
                  <a:lnTo>
                    <a:pt x="174058" y="296737"/>
                  </a:lnTo>
                  <a:lnTo>
                    <a:pt x="179367" y="296433"/>
                  </a:lnTo>
                  <a:lnTo>
                    <a:pt x="184664" y="295961"/>
                  </a:lnTo>
                  <a:lnTo>
                    <a:pt x="189943" y="295320"/>
                  </a:lnTo>
                  <a:lnTo>
                    <a:pt x="195198" y="294511"/>
                  </a:lnTo>
                  <a:lnTo>
                    <a:pt x="200426" y="293536"/>
                  </a:lnTo>
                  <a:lnTo>
                    <a:pt x="205620" y="292395"/>
                  </a:lnTo>
                  <a:lnTo>
                    <a:pt x="210775" y="291089"/>
                  </a:lnTo>
                  <a:lnTo>
                    <a:pt x="215886" y="289620"/>
                  </a:lnTo>
                  <a:lnTo>
                    <a:pt x="220947" y="287990"/>
                  </a:lnTo>
                  <a:lnTo>
                    <a:pt x="225954" y="286199"/>
                  </a:lnTo>
                  <a:lnTo>
                    <a:pt x="230902" y="284249"/>
                  </a:lnTo>
                  <a:lnTo>
                    <a:pt x="235785" y="282144"/>
                  </a:lnTo>
                  <a:lnTo>
                    <a:pt x="240599" y="279884"/>
                  </a:lnTo>
                  <a:lnTo>
                    <a:pt x="245338" y="277472"/>
                  </a:lnTo>
                  <a:lnTo>
                    <a:pt x="249998" y="274910"/>
                  </a:lnTo>
                  <a:lnTo>
                    <a:pt x="254574" y="272202"/>
                  </a:lnTo>
                  <a:lnTo>
                    <a:pt x="259062" y="269350"/>
                  </a:lnTo>
                  <a:lnTo>
                    <a:pt x="263457" y="266356"/>
                  </a:lnTo>
                  <a:lnTo>
                    <a:pt x="267755" y="263224"/>
                  </a:lnTo>
                  <a:lnTo>
                    <a:pt x="271950" y="259956"/>
                  </a:lnTo>
                  <a:lnTo>
                    <a:pt x="276040" y="256557"/>
                  </a:lnTo>
                  <a:lnTo>
                    <a:pt x="280019" y="253030"/>
                  </a:lnTo>
                  <a:lnTo>
                    <a:pt x="283885" y="249378"/>
                  </a:lnTo>
                  <a:lnTo>
                    <a:pt x="287632" y="245605"/>
                  </a:lnTo>
                  <a:lnTo>
                    <a:pt x="291257" y="241714"/>
                  </a:lnTo>
                  <a:lnTo>
                    <a:pt x="294757" y="237710"/>
                  </a:lnTo>
                  <a:lnTo>
                    <a:pt x="298127" y="233597"/>
                  </a:lnTo>
                  <a:lnTo>
                    <a:pt x="301365" y="229379"/>
                  </a:lnTo>
                  <a:lnTo>
                    <a:pt x="304467" y="225060"/>
                  </a:lnTo>
                  <a:lnTo>
                    <a:pt x="307430" y="220644"/>
                  </a:lnTo>
                  <a:lnTo>
                    <a:pt x="310252" y="216137"/>
                  </a:lnTo>
                  <a:lnTo>
                    <a:pt x="312928" y="211542"/>
                  </a:lnTo>
                  <a:lnTo>
                    <a:pt x="315457" y="206864"/>
                  </a:lnTo>
                  <a:lnTo>
                    <a:pt x="317836" y="202108"/>
                  </a:lnTo>
                  <a:lnTo>
                    <a:pt x="320062" y="197278"/>
                  </a:lnTo>
                  <a:lnTo>
                    <a:pt x="322134" y="192381"/>
                  </a:lnTo>
                  <a:lnTo>
                    <a:pt x="324049" y="187420"/>
                  </a:lnTo>
                  <a:lnTo>
                    <a:pt x="325805" y="182400"/>
                  </a:lnTo>
                  <a:lnTo>
                    <a:pt x="327401" y="177328"/>
                  </a:lnTo>
                  <a:lnTo>
                    <a:pt x="328834" y="172207"/>
                  </a:lnTo>
                  <a:lnTo>
                    <a:pt x="330104" y="167043"/>
                  </a:lnTo>
                  <a:lnTo>
                    <a:pt x="331209" y="161841"/>
                  </a:lnTo>
                  <a:lnTo>
                    <a:pt x="332148" y="156607"/>
                  </a:lnTo>
                  <a:lnTo>
                    <a:pt x="332920" y="151346"/>
                  </a:lnTo>
                  <a:lnTo>
                    <a:pt x="333524" y="146062"/>
                  </a:lnTo>
                  <a:lnTo>
                    <a:pt x="333960" y="140763"/>
                  </a:lnTo>
                  <a:lnTo>
                    <a:pt x="334227" y="135452"/>
                  </a:lnTo>
                  <a:lnTo>
                    <a:pt x="334325" y="130135"/>
                  </a:lnTo>
                  <a:lnTo>
                    <a:pt x="334254" y="124818"/>
                  </a:lnTo>
                  <a:lnTo>
                    <a:pt x="334014" y="119505"/>
                  </a:lnTo>
                  <a:lnTo>
                    <a:pt x="333604" y="114203"/>
                  </a:lnTo>
                  <a:lnTo>
                    <a:pt x="333027" y="108917"/>
                  </a:lnTo>
                  <a:lnTo>
                    <a:pt x="332282" y="103652"/>
                  </a:lnTo>
                  <a:lnTo>
                    <a:pt x="331369" y="98413"/>
                  </a:lnTo>
                  <a:lnTo>
                    <a:pt x="330291" y="93206"/>
                  </a:lnTo>
                  <a:lnTo>
                    <a:pt x="329047" y="88035"/>
                  </a:lnTo>
                  <a:lnTo>
                    <a:pt x="327639" y="82907"/>
                  </a:lnTo>
                  <a:lnTo>
                    <a:pt x="326069" y="77827"/>
                  </a:lnTo>
                  <a:lnTo>
                    <a:pt x="324339" y="72798"/>
                  </a:lnTo>
                  <a:lnTo>
                    <a:pt x="322449" y="67828"/>
                  </a:lnTo>
                  <a:lnTo>
                    <a:pt x="320402" y="62920"/>
                  </a:lnTo>
                  <a:lnTo>
                    <a:pt x="318200" y="58079"/>
                  </a:lnTo>
                  <a:lnTo>
                    <a:pt x="315845" y="53312"/>
                  </a:lnTo>
                  <a:lnTo>
                    <a:pt x="313340" y="48621"/>
                  </a:lnTo>
                  <a:lnTo>
                    <a:pt x="310687" y="44012"/>
                  </a:lnTo>
                  <a:lnTo>
                    <a:pt x="307888" y="39491"/>
                  </a:lnTo>
                  <a:lnTo>
                    <a:pt x="304947" y="35060"/>
                  </a:lnTo>
                  <a:lnTo>
                    <a:pt x="301867" y="30725"/>
                  </a:lnTo>
                  <a:lnTo>
                    <a:pt x="298650" y="26491"/>
                  </a:lnTo>
                  <a:lnTo>
                    <a:pt x="295301" y="22361"/>
                  </a:lnTo>
                  <a:lnTo>
                    <a:pt x="291821" y="18339"/>
                  </a:lnTo>
                  <a:lnTo>
                    <a:pt x="288216" y="14430"/>
                  </a:lnTo>
                  <a:lnTo>
                    <a:pt x="284488" y="10638"/>
                  </a:lnTo>
                  <a:lnTo>
                    <a:pt x="280641" y="6967"/>
                  </a:lnTo>
                  <a:lnTo>
                    <a:pt x="276680" y="3419"/>
                  </a:lnTo>
                  <a:lnTo>
                    <a:pt x="272607" y="0"/>
                  </a:lnTo>
                  <a:lnTo>
                    <a:pt x="167158" y="12971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728472" y="4213821"/>
              <a:ext cx="105449" cy="167167"/>
            </a:xfrm>
            <a:custGeom>
              <a:avLst/>
              <a:pathLst>
                <a:path w="105449" h="167167">
                  <a:moveTo>
                    <a:pt x="105449" y="37454"/>
                  </a:moveTo>
                  <a:lnTo>
                    <a:pt x="100961" y="33931"/>
                  </a:lnTo>
                  <a:lnTo>
                    <a:pt x="96356" y="30564"/>
                  </a:lnTo>
                  <a:lnTo>
                    <a:pt x="91639" y="27356"/>
                  </a:lnTo>
                  <a:lnTo>
                    <a:pt x="86815" y="24310"/>
                  </a:lnTo>
                  <a:lnTo>
                    <a:pt x="81889" y="21431"/>
                  </a:lnTo>
                  <a:lnTo>
                    <a:pt x="76869" y="18721"/>
                  </a:lnTo>
                  <a:lnTo>
                    <a:pt x="71759" y="16185"/>
                  </a:lnTo>
                  <a:lnTo>
                    <a:pt x="66565" y="13824"/>
                  </a:lnTo>
                  <a:lnTo>
                    <a:pt x="61294" y="11642"/>
                  </a:lnTo>
                  <a:lnTo>
                    <a:pt x="55951" y="9641"/>
                  </a:lnTo>
                  <a:lnTo>
                    <a:pt x="50543" y="7824"/>
                  </a:lnTo>
                  <a:lnTo>
                    <a:pt x="45077" y="6192"/>
                  </a:lnTo>
                  <a:lnTo>
                    <a:pt x="39558" y="4747"/>
                  </a:lnTo>
                  <a:lnTo>
                    <a:pt x="33992" y="3492"/>
                  </a:lnTo>
                  <a:lnTo>
                    <a:pt x="28388" y="2428"/>
                  </a:lnTo>
                  <a:lnTo>
                    <a:pt x="22750" y="1555"/>
                  </a:lnTo>
                  <a:lnTo>
                    <a:pt x="17085" y="875"/>
                  </a:lnTo>
                  <a:lnTo>
                    <a:pt x="11401" y="389"/>
                  </a:lnTo>
                  <a:lnTo>
                    <a:pt x="5704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58134" y="3707720"/>
              <a:ext cx="160876" cy="167167"/>
            </a:xfrm>
            <a:custGeom>
              <a:avLst/>
              <a:pathLst>
                <a:path w="160876" h="167167">
                  <a:moveTo>
                    <a:pt x="160876" y="0"/>
                  </a:moveTo>
                  <a:lnTo>
                    <a:pt x="155463" y="87"/>
                  </a:lnTo>
                  <a:lnTo>
                    <a:pt x="150055" y="350"/>
                  </a:lnTo>
                  <a:lnTo>
                    <a:pt x="144658" y="788"/>
                  </a:lnTo>
                  <a:lnTo>
                    <a:pt x="139279" y="1401"/>
                  </a:lnTo>
                  <a:lnTo>
                    <a:pt x="133922" y="2187"/>
                  </a:lnTo>
                  <a:lnTo>
                    <a:pt x="128593" y="3146"/>
                  </a:lnTo>
                  <a:lnTo>
                    <a:pt x="123299" y="4278"/>
                  </a:lnTo>
                  <a:lnTo>
                    <a:pt x="118043" y="5580"/>
                  </a:lnTo>
                  <a:lnTo>
                    <a:pt x="112833" y="7052"/>
                  </a:lnTo>
                  <a:lnTo>
                    <a:pt x="107673" y="8692"/>
                  </a:lnTo>
                  <a:lnTo>
                    <a:pt x="102569" y="10498"/>
                  </a:lnTo>
                  <a:lnTo>
                    <a:pt x="97526" y="12468"/>
                  </a:lnTo>
                  <a:lnTo>
                    <a:pt x="92549" y="14601"/>
                  </a:lnTo>
                  <a:lnTo>
                    <a:pt x="87644" y="16894"/>
                  </a:lnTo>
                  <a:lnTo>
                    <a:pt x="82816" y="19344"/>
                  </a:lnTo>
                  <a:lnTo>
                    <a:pt x="78070" y="21950"/>
                  </a:lnTo>
                  <a:lnTo>
                    <a:pt x="73411" y="24707"/>
                  </a:lnTo>
                  <a:lnTo>
                    <a:pt x="68843" y="27615"/>
                  </a:lnTo>
                  <a:lnTo>
                    <a:pt x="64372" y="30668"/>
                  </a:lnTo>
                  <a:lnTo>
                    <a:pt x="60002" y="33865"/>
                  </a:lnTo>
                  <a:lnTo>
                    <a:pt x="55739" y="37202"/>
                  </a:lnTo>
                  <a:lnTo>
                    <a:pt x="51585" y="40675"/>
                  </a:lnTo>
                  <a:lnTo>
                    <a:pt x="47546" y="44280"/>
                  </a:lnTo>
                  <a:lnTo>
                    <a:pt x="43626" y="48015"/>
                  </a:lnTo>
                  <a:lnTo>
                    <a:pt x="39829" y="51874"/>
                  </a:lnTo>
                  <a:lnTo>
                    <a:pt x="36158" y="55855"/>
                  </a:lnTo>
                  <a:lnTo>
                    <a:pt x="32619" y="59952"/>
                  </a:lnTo>
                  <a:lnTo>
                    <a:pt x="29214" y="64162"/>
                  </a:lnTo>
                  <a:lnTo>
                    <a:pt x="25948" y="68480"/>
                  </a:lnTo>
                  <a:lnTo>
                    <a:pt x="22822" y="72901"/>
                  </a:lnTo>
                  <a:lnTo>
                    <a:pt x="19842" y="77421"/>
                  </a:lnTo>
                  <a:lnTo>
                    <a:pt x="17010" y="82035"/>
                  </a:lnTo>
                  <a:lnTo>
                    <a:pt x="14328" y="86739"/>
                  </a:lnTo>
                  <a:lnTo>
                    <a:pt x="11801" y="91527"/>
                  </a:lnTo>
                  <a:lnTo>
                    <a:pt x="9429" y="96394"/>
                  </a:lnTo>
                  <a:lnTo>
                    <a:pt x="7217" y="101336"/>
                  </a:lnTo>
                  <a:lnTo>
                    <a:pt x="5166" y="106347"/>
                  </a:lnTo>
                  <a:lnTo>
                    <a:pt x="3278" y="111421"/>
                  </a:lnTo>
                  <a:lnTo>
                    <a:pt x="1555" y="116554"/>
                  </a:lnTo>
                  <a:lnTo>
                    <a:pt x="0" y="121740"/>
                  </a:lnTo>
                  <a:lnTo>
                    <a:pt x="160876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51852" y="3707890"/>
              <a:ext cx="334324" cy="334159"/>
            </a:xfrm>
            <a:custGeom>
              <a:avLst/>
              <a:pathLst>
                <a:path w="334324" h="334159">
                  <a:moveTo>
                    <a:pt x="6282" y="121571"/>
                  </a:moveTo>
                  <a:lnTo>
                    <a:pt x="4924" y="126690"/>
                  </a:lnTo>
                  <a:lnTo>
                    <a:pt x="3728" y="131849"/>
                  </a:lnTo>
                  <a:lnTo>
                    <a:pt x="2697" y="137044"/>
                  </a:lnTo>
                  <a:lnTo>
                    <a:pt x="1830" y="142269"/>
                  </a:lnTo>
                  <a:lnTo>
                    <a:pt x="1130" y="147519"/>
                  </a:lnTo>
                  <a:lnTo>
                    <a:pt x="596" y="152788"/>
                  </a:lnTo>
                  <a:lnTo>
                    <a:pt x="230" y="158071"/>
                  </a:lnTo>
                  <a:lnTo>
                    <a:pt x="31" y="163364"/>
                  </a:lnTo>
                  <a:lnTo>
                    <a:pt x="0" y="168660"/>
                  </a:lnTo>
                  <a:lnTo>
                    <a:pt x="136" y="173954"/>
                  </a:lnTo>
                  <a:lnTo>
                    <a:pt x="440" y="179242"/>
                  </a:lnTo>
                  <a:lnTo>
                    <a:pt x="912" y="184517"/>
                  </a:lnTo>
                  <a:lnTo>
                    <a:pt x="1550" y="189775"/>
                  </a:lnTo>
                  <a:lnTo>
                    <a:pt x="2355" y="195009"/>
                  </a:lnTo>
                  <a:lnTo>
                    <a:pt x="3325" y="200216"/>
                  </a:lnTo>
                  <a:lnTo>
                    <a:pt x="4459" y="205389"/>
                  </a:lnTo>
                  <a:lnTo>
                    <a:pt x="5757" y="210524"/>
                  </a:lnTo>
                  <a:lnTo>
                    <a:pt x="7217" y="215615"/>
                  </a:lnTo>
                  <a:lnTo>
                    <a:pt x="8837" y="220657"/>
                  </a:lnTo>
                  <a:lnTo>
                    <a:pt x="10617" y="225645"/>
                  </a:lnTo>
                  <a:lnTo>
                    <a:pt x="12553" y="230575"/>
                  </a:lnTo>
                  <a:lnTo>
                    <a:pt x="14645" y="235441"/>
                  </a:lnTo>
                  <a:lnTo>
                    <a:pt x="16889" y="240238"/>
                  </a:lnTo>
                  <a:lnTo>
                    <a:pt x="19285" y="244961"/>
                  </a:lnTo>
                  <a:lnTo>
                    <a:pt x="21829" y="249606"/>
                  </a:lnTo>
                  <a:lnTo>
                    <a:pt x="24519" y="254169"/>
                  </a:lnTo>
                  <a:lnTo>
                    <a:pt x="27352" y="258643"/>
                  </a:lnTo>
                  <a:lnTo>
                    <a:pt x="30325" y="263026"/>
                  </a:lnTo>
                  <a:lnTo>
                    <a:pt x="33436" y="267313"/>
                  </a:lnTo>
                  <a:lnTo>
                    <a:pt x="36680" y="271498"/>
                  </a:lnTo>
                  <a:lnTo>
                    <a:pt x="40056" y="275579"/>
                  </a:lnTo>
                  <a:lnTo>
                    <a:pt x="43560" y="279551"/>
                  </a:lnTo>
                  <a:lnTo>
                    <a:pt x="47187" y="283410"/>
                  </a:lnTo>
                  <a:lnTo>
                    <a:pt x="50935" y="287152"/>
                  </a:lnTo>
                  <a:lnTo>
                    <a:pt x="54800" y="290773"/>
                  </a:lnTo>
                  <a:lnTo>
                    <a:pt x="58777" y="294270"/>
                  </a:lnTo>
                  <a:lnTo>
                    <a:pt x="62863" y="297640"/>
                  </a:lnTo>
                  <a:lnTo>
                    <a:pt x="67054" y="300878"/>
                  </a:lnTo>
                  <a:lnTo>
                    <a:pt x="71345" y="303982"/>
                  </a:lnTo>
                  <a:lnTo>
                    <a:pt x="75733" y="306949"/>
                  </a:lnTo>
                  <a:lnTo>
                    <a:pt x="80212" y="309775"/>
                  </a:lnTo>
                  <a:lnTo>
                    <a:pt x="84779" y="312457"/>
                  </a:lnTo>
                  <a:lnTo>
                    <a:pt x="89428" y="314994"/>
                  </a:lnTo>
                  <a:lnTo>
                    <a:pt x="94155" y="317382"/>
                  </a:lnTo>
                  <a:lnTo>
                    <a:pt x="98955" y="319619"/>
                  </a:lnTo>
                  <a:lnTo>
                    <a:pt x="103824" y="321703"/>
                  </a:lnTo>
                  <a:lnTo>
                    <a:pt x="108757" y="323632"/>
                  </a:lnTo>
                  <a:lnTo>
                    <a:pt x="113748" y="325403"/>
                  </a:lnTo>
                  <a:lnTo>
                    <a:pt x="118793" y="327015"/>
                  </a:lnTo>
                  <a:lnTo>
                    <a:pt x="123886" y="328467"/>
                  </a:lnTo>
                  <a:lnTo>
                    <a:pt x="129023" y="329757"/>
                  </a:lnTo>
                  <a:lnTo>
                    <a:pt x="134198" y="330883"/>
                  </a:lnTo>
                  <a:lnTo>
                    <a:pt x="139406" y="331845"/>
                  </a:lnTo>
                  <a:lnTo>
                    <a:pt x="144642" y="332642"/>
                  </a:lnTo>
                  <a:lnTo>
                    <a:pt x="149901" y="333272"/>
                  </a:lnTo>
                  <a:lnTo>
                    <a:pt x="155176" y="333735"/>
                  </a:lnTo>
                  <a:lnTo>
                    <a:pt x="160464" y="334031"/>
                  </a:lnTo>
                  <a:lnTo>
                    <a:pt x="165759" y="334159"/>
                  </a:lnTo>
                  <a:lnTo>
                    <a:pt x="171055" y="334120"/>
                  </a:lnTo>
                  <a:lnTo>
                    <a:pt x="176347" y="333912"/>
                  </a:lnTo>
                  <a:lnTo>
                    <a:pt x="181630" y="333538"/>
                  </a:lnTo>
                  <a:lnTo>
                    <a:pt x="186898" y="332996"/>
                  </a:lnTo>
                  <a:lnTo>
                    <a:pt x="192147" y="332287"/>
                  </a:lnTo>
                  <a:lnTo>
                    <a:pt x="197370" y="331412"/>
                  </a:lnTo>
                  <a:lnTo>
                    <a:pt x="202564" y="330373"/>
                  </a:lnTo>
                  <a:lnTo>
                    <a:pt x="207721" y="329169"/>
                  </a:lnTo>
                  <a:lnTo>
                    <a:pt x="212838" y="327803"/>
                  </a:lnTo>
                  <a:lnTo>
                    <a:pt x="217909" y="326275"/>
                  </a:lnTo>
                  <a:lnTo>
                    <a:pt x="222929" y="324588"/>
                  </a:lnTo>
                  <a:lnTo>
                    <a:pt x="227893" y="322742"/>
                  </a:lnTo>
                  <a:lnTo>
                    <a:pt x="232797" y="320740"/>
                  </a:lnTo>
                  <a:lnTo>
                    <a:pt x="237634" y="318583"/>
                  </a:lnTo>
                  <a:lnTo>
                    <a:pt x="242400" y="316275"/>
                  </a:lnTo>
                  <a:lnTo>
                    <a:pt x="247092" y="313816"/>
                  </a:lnTo>
                  <a:lnTo>
                    <a:pt x="251702" y="311210"/>
                  </a:lnTo>
                  <a:lnTo>
                    <a:pt x="256228" y="308460"/>
                  </a:lnTo>
                  <a:lnTo>
                    <a:pt x="260665" y="305567"/>
                  </a:lnTo>
                  <a:lnTo>
                    <a:pt x="265007" y="302536"/>
                  </a:lnTo>
                  <a:lnTo>
                    <a:pt x="269252" y="299368"/>
                  </a:lnTo>
                  <a:lnTo>
                    <a:pt x="273394" y="296068"/>
                  </a:lnTo>
                  <a:lnTo>
                    <a:pt x="277429" y="292637"/>
                  </a:lnTo>
                  <a:lnTo>
                    <a:pt x="281354" y="289081"/>
                  </a:lnTo>
                  <a:lnTo>
                    <a:pt x="285164" y="285402"/>
                  </a:lnTo>
                  <a:lnTo>
                    <a:pt x="288856" y="281605"/>
                  </a:lnTo>
                  <a:lnTo>
                    <a:pt x="292425" y="277692"/>
                  </a:lnTo>
                  <a:lnTo>
                    <a:pt x="295869" y="273669"/>
                  </a:lnTo>
                  <a:lnTo>
                    <a:pt x="299183" y="269538"/>
                  </a:lnTo>
                  <a:lnTo>
                    <a:pt x="302365" y="265304"/>
                  </a:lnTo>
                  <a:lnTo>
                    <a:pt x="305412" y="260972"/>
                  </a:lnTo>
                  <a:lnTo>
                    <a:pt x="308319" y="256545"/>
                  </a:lnTo>
                  <a:lnTo>
                    <a:pt x="311085" y="252028"/>
                  </a:lnTo>
                  <a:lnTo>
                    <a:pt x="313706" y="247426"/>
                  </a:lnTo>
                  <a:lnTo>
                    <a:pt x="316180" y="242744"/>
                  </a:lnTo>
                  <a:lnTo>
                    <a:pt x="318505" y="237985"/>
                  </a:lnTo>
                  <a:lnTo>
                    <a:pt x="320678" y="233155"/>
                  </a:lnTo>
                  <a:lnTo>
                    <a:pt x="322697" y="228259"/>
                  </a:lnTo>
                  <a:lnTo>
                    <a:pt x="324559" y="223301"/>
                  </a:lnTo>
                  <a:lnTo>
                    <a:pt x="326264" y="218286"/>
                  </a:lnTo>
                  <a:lnTo>
                    <a:pt x="327809" y="213220"/>
                  </a:lnTo>
                  <a:lnTo>
                    <a:pt x="329192" y="208108"/>
                  </a:lnTo>
                  <a:lnTo>
                    <a:pt x="330413" y="202955"/>
                  </a:lnTo>
                  <a:lnTo>
                    <a:pt x="331470" y="197765"/>
                  </a:lnTo>
                  <a:lnTo>
                    <a:pt x="332363" y="192545"/>
                  </a:lnTo>
                  <a:lnTo>
                    <a:pt x="333089" y="187298"/>
                  </a:lnTo>
                  <a:lnTo>
                    <a:pt x="333649" y="182032"/>
                  </a:lnTo>
                  <a:lnTo>
                    <a:pt x="334041" y="176750"/>
                  </a:lnTo>
                  <a:lnTo>
                    <a:pt x="334267" y="171459"/>
                  </a:lnTo>
                  <a:lnTo>
                    <a:pt x="334324" y="166163"/>
                  </a:lnTo>
                  <a:lnTo>
                    <a:pt x="334214" y="160868"/>
                  </a:lnTo>
                  <a:lnTo>
                    <a:pt x="333936" y="155579"/>
                  </a:lnTo>
                  <a:lnTo>
                    <a:pt x="333490" y="150302"/>
                  </a:lnTo>
                  <a:lnTo>
                    <a:pt x="332878" y="145041"/>
                  </a:lnTo>
                  <a:lnTo>
                    <a:pt x="332099" y="139802"/>
                  </a:lnTo>
                  <a:lnTo>
                    <a:pt x="331155" y="134591"/>
                  </a:lnTo>
                  <a:lnTo>
                    <a:pt x="330046" y="129412"/>
                  </a:lnTo>
                  <a:lnTo>
                    <a:pt x="328774" y="124271"/>
                  </a:lnTo>
                  <a:lnTo>
                    <a:pt x="327339" y="119173"/>
                  </a:lnTo>
                  <a:lnTo>
                    <a:pt x="325744" y="114123"/>
                  </a:lnTo>
                  <a:lnTo>
                    <a:pt x="323989" y="109126"/>
                  </a:lnTo>
                  <a:lnTo>
                    <a:pt x="322077" y="104187"/>
                  </a:lnTo>
                  <a:lnTo>
                    <a:pt x="320010" y="99311"/>
                  </a:lnTo>
                  <a:lnTo>
                    <a:pt x="317789" y="94503"/>
                  </a:lnTo>
                  <a:lnTo>
                    <a:pt x="315417" y="89767"/>
                  </a:lnTo>
                  <a:lnTo>
                    <a:pt x="312896" y="85110"/>
                  </a:lnTo>
                  <a:lnTo>
                    <a:pt x="310229" y="80534"/>
                  </a:lnTo>
                  <a:lnTo>
                    <a:pt x="307418" y="76045"/>
                  </a:lnTo>
                  <a:lnTo>
                    <a:pt x="304466" y="71648"/>
                  </a:lnTo>
                  <a:lnTo>
                    <a:pt x="301377" y="67346"/>
                  </a:lnTo>
                  <a:lnTo>
                    <a:pt x="298153" y="63144"/>
                  </a:lnTo>
                  <a:lnTo>
                    <a:pt x="294797" y="59047"/>
                  </a:lnTo>
                  <a:lnTo>
                    <a:pt x="291313" y="55058"/>
                  </a:lnTo>
                  <a:lnTo>
                    <a:pt x="287705" y="51181"/>
                  </a:lnTo>
                  <a:lnTo>
                    <a:pt x="283976" y="47420"/>
                  </a:lnTo>
                  <a:lnTo>
                    <a:pt x="280129" y="43780"/>
                  </a:lnTo>
                  <a:lnTo>
                    <a:pt x="276169" y="40263"/>
                  </a:lnTo>
                  <a:lnTo>
                    <a:pt x="272100" y="36873"/>
                  </a:lnTo>
                  <a:lnTo>
                    <a:pt x="267925" y="33614"/>
                  </a:lnTo>
                  <a:lnTo>
                    <a:pt x="263649" y="30489"/>
                  </a:lnTo>
                  <a:lnTo>
                    <a:pt x="259276" y="27501"/>
                  </a:lnTo>
                  <a:lnTo>
                    <a:pt x="254811" y="24653"/>
                  </a:lnTo>
                  <a:lnTo>
                    <a:pt x="250258" y="21948"/>
                  </a:lnTo>
                  <a:lnTo>
                    <a:pt x="245621" y="19388"/>
                  </a:lnTo>
                  <a:lnTo>
                    <a:pt x="240906" y="16977"/>
                  </a:lnTo>
                  <a:lnTo>
                    <a:pt x="236117" y="14716"/>
                  </a:lnTo>
                  <a:lnTo>
                    <a:pt x="231258" y="12608"/>
                  </a:lnTo>
                  <a:lnTo>
                    <a:pt x="226335" y="10655"/>
                  </a:lnTo>
                  <a:lnTo>
                    <a:pt x="221353" y="8859"/>
                  </a:lnTo>
                  <a:lnTo>
                    <a:pt x="216316" y="7221"/>
                  </a:lnTo>
                  <a:lnTo>
                    <a:pt x="211230" y="5744"/>
                  </a:lnTo>
                  <a:lnTo>
                    <a:pt x="206100" y="4429"/>
                  </a:lnTo>
                  <a:lnTo>
                    <a:pt x="200930" y="3277"/>
                  </a:lnTo>
                  <a:lnTo>
                    <a:pt x="195727" y="2289"/>
                  </a:lnTo>
                  <a:lnTo>
                    <a:pt x="190495" y="1467"/>
                  </a:lnTo>
                  <a:lnTo>
                    <a:pt x="185240" y="811"/>
                  </a:lnTo>
                  <a:lnTo>
                    <a:pt x="179966" y="322"/>
                  </a:lnTo>
                  <a:lnTo>
                    <a:pt x="174680" y="0"/>
                  </a:lnTo>
                  <a:lnTo>
                    <a:pt x="167159" y="16699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919011" y="3707720"/>
              <a:ext cx="7521" cy="167167"/>
            </a:xfrm>
            <a:custGeom>
              <a:avLst/>
              <a:pathLst>
                <a:path w="7521" h="167167">
                  <a:moveTo>
                    <a:pt x="7521" y="16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tx762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3" name="tx763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64" name="tx764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65" name="tx765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66" name="tx766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67" name="tx767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68" name="tx768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87" name="tx787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2025-06-06T07:19:52Z</dcterms:modified>
  <cp:category/>
</cp:coreProperties>
</file>