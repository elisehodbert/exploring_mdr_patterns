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28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25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36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37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55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80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46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42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231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4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42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245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4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46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41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46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19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28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34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57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28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43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4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28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08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52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8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10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55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28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115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61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28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116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6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28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116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6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25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85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25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55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21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61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25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225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25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6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224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5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6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224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169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197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36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41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184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40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20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36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36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49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21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51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225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36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36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51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224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36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51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24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37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174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37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37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184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46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20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45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37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37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21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49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22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51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37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37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224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49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37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224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49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55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126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34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55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174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250727" y="1282156"/>
              <a:ext cx="2527935" cy="1457034"/>
            </a:xfrm>
            <a:custGeom>
              <a:avLst/>
              <a:pathLst>
                <a:path w="2527935" h="1457034">
                  <a:moveTo>
                    <a:pt x="2527935" y="1457034"/>
                  </a:moveTo>
                  <a:lnTo>
                    <a:pt x="0" y="0"/>
                  </a:lnTo>
                </a:path>
              </a:pathLst>
            </a:custGeom>
            <a:ln w="43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55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184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54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20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55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55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55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1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5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225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63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55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55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224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204530" y="4887311"/>
              <a:ext cx="134326" cy="126515"/>
            </a:xfrm>
            <a:custGeom>
              <a:avLst/>
              <a:pathLst>
                <a:path w="134326" h="126515">
                  <a:moveTo>
                    <a:pt x="0" y="126515"/>
                  </a:moveTo>
                  <a:lnTo>
                    <a:pt x="134326" y="0"/>
                  </a:lnTo>
                </a:path>
              </a:pathLst>
            </a:custGeom>
            <a:ln w="6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55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24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63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45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31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144508" y="1361326"/>
              <a:ext cx="952554" cy="4012344"/>
            </a:xfrm>
            <a:custGeom>
              <a:avLst/>
              <a:pathLst>
                <a:path w="952554" h="4012344">
                  <a:moveTo>
                    <a:pt x="0" y="0"/>
                  </a:moveTo>
                  <a:lnTo>
                    <a:pt x="952554" y="4012344"/>
                  </a:lnTo>
                </a:path>
              </a:pathLst>
            </a:custGeom>
            <a:ln w="245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67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75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012953" y="1298395"/>
              <a:ext cx="958771" cy="712571"/>
            </a:xfrm>
            <a:custGeom>
              <a:avLst/>
              <a:pathLst>
                <a:path w="958771" h="712571">
                  <a:moveTo>
                    <a:pt x="958771" y="0"/>
                  </a:moveTo>
                  <a:lnTo>
                    <a:pt x="0" y="712571"/>
                  </a:lnTo>
                </a:path>
              </a:pathLst>
            </a:custGeom>
            <a:ln w="43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251180" y="1361326"/>
              <a:ext cx="816101" cy="3437577"/>
            </a:xfrm>
            <a:custGeom>
              <a:avLst/>
              <a:pathLst>
                <a:path w="816101" h="3437577">
                  <a:moveTo>
                    <a:pt x="816101" y="0"/>
                  </a:moveTo>
                  <a:lnTo>
                    <a:pt x="0" y="3437577"/>
                  </a:lnTo>
                </a:path>
              </a:pathLst>
            </a:custGeom>
            <a:ln w="28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163155" y="1355734"/>
              <a:ext cx="1412720" cy="3874850"/>
            </a:xfrm>
            <a:custGeom>
              <a:avLst/>
              <a:pathLst>
                <a:path w="1412720" h="3874850">
                  <a:moveTo>
                    <a:pt x="0" y="0"/>
                  </a:moveTo>
                  <a:lnTo>
                    <a:pt x="1412720" y="3874850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81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181020" y="1348014"/>
              <a:ext cx="1826693" cy="3631091"/>
            </a:xfrm>
            <a:custGeom>
              <a:avLst/>
              <a:pathLst>
                <a:path w="1826693" h="3631091">
                  <a:moveTo>
                    <a:pt x="0" y="0"/>
                  </a:moveTo>
                  <a:lnTo>
                    <a:pt x="1826693" y="3631091"/>
                  </a:lnTo>
                </a:path>
              </a:pathLst>
            </a:custGeom>
            <a:ln w="292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30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167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99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87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65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116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82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30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234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166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231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19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321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297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789255" y="1451875"/>
              <a:ext cx="2796470" cy="835791"/>
            </a:xfrm>
            <a:custGeom>
              <a:avLst/>
              <a:pathLst>
                <a:path w="2796470" h="835791">
                  <a:moveTo>
                    <a:pt x="2796470" y="835791"/>
                  </a:moveTo>
                  <a:lnTo>
                    <a:pt x="0" y="0"/>
                  </a:lnTo>
                </a:path>
              </a:pathLst>
            </a:custGeom>
            <a:ln w="338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320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353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339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350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33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350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33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30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166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99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338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19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27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0304" y="3170392"/>
              <a:ext cx="43474" cy="167167"/>
            </a:xfrm>
            <a:custGeom>
              <a:avLst/>
              <a:pathLst>
                <a:path w="43474" h="167167">
                  <a:moveTo>
                    <a:pt x="43474" y="0"/>
                  </a:moveTo>
                  <a:lnTo>
                    <a:pt x="37192" y="118"/>
                  </a:lnTo>
                  <a:lnTo>
                    <a:pt x="30920" y="472"/>
                  </a:lnTo>
                  <a:lnTo>
                    <a:pt x="24665" y="1061"/>
                  </a:lnTo>
                  <a:lnTo>
                    <a:pt x="18437" y="1885"/>
                  </a:lnTo>
                  <a:lnTo>
                    <a:pt x="12244" y="2943"/>
                  </a:lnTo>
                  <a:lnTo>
                    <a:pt x="6095" y="4232"/>
                  </a:lnTo>
                  <a:lnTo>
                    <a:pt x="0" y="5752"/>
                  </a:lnTo>
                  <a:lnTo>
                    <a:pt x="434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40304" y="3176144"/>
              <a:ext cx="43474" cy="161415"/>
            </a:xfrm>
            <a:custGeom>
              <a:avLst/>
              <a:pathLst>
                <a:path w="43474" h="161415">
                  <a:moveTo>
                    <a:pt x="0" y="0"/>
                  </a:moveTo>
                  <a:lnTo>
                    <a:pt x="43474" y="161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816617" y="3170463"/>
              <a:ext cx="334318" cy="334261"/>
            </a:xfrm>
            <a:custGeom>
              <a:avLst/>
              <a:pathLst>
                <a:path w="334318" h="334261">
                  <a:moveTo>
                    <a:pt x="123687" y="5681"/>
                  </a:moveTo>
                  <a:lnTo>
                    <a:pt x="118593" y="7140"/>
                  </a:lnTo>
                  <a:lnTo>
                    <a:pt x="113548" y="8759"/>
                  </a:lnTo>
                  <a:lnTo>
                    <a:pt x="108557" y="10538"/>
                  </a:lnTo>
                  <a:lnTo>
                    <a:pt x="103625" y="12474"/>
                  </a:lnTo>
                  <a:lnTo>
                    <a:pt x="98756" y="14565"/>
                  </a:lnTo>
                  <a:lnTo>
                    <a:pt x="93956" y="16810"/>
                  </a:lnTo>
                  <a:lnTo>
                    <a:pt x="89230" y="19206"/>
                  </a:lnTo>
                  <a:lnTo>
                    <a:pt x="84582" y="21750"/>
                  </a:lnTo>
                  <a:lnTo>
                    <a:pt x="80017" y="24440"/>
                  </a:lnTo>
                  <a:lnTo>
                    <a:pt x="75539" y="27274"/>
                  </a:lnTo>
                  <a:lnTo>
                    <a:pt x="71154" y="30248"/>
                  </a:lnTo>
                  <a:lnTo>
                    <a:pt x="66865" y="33359"/>
                  </a:lnTo>
                  <a:lnTo>
                    <a:pt x="62677" y="36605"/>
                  </a:lnTo>
                  <a:lnTo>
                    <a:pt x="58594" y="39982"/>
                  </a:lnTo>
                  <a:lnTo>
                    <a:pt x="54620" y="43487"/>
                  </a:lnTo>
                  <a:lnTo>
                    <a:pt x="50759" y="47116"/>
                  </a:lnTo>
                  <a:lnTo>
                    <a:pt x="47015" y="50865"/>
                  </a:lnTo>
                  <a:lnTo>
                    <a:pt x="43391" y="54731"/>
                  </a:lnTo>
                  <a:lnTo>
                    <a:pt x="39892" y="58710"/>
                  </a:lnTo>
                  <a:lnTo>
                    <a:pt x="36521" y="62798"/>
                  </a:lnTo>
                  <a:lnTo>
                    <a:pt x="33281" y="66991"/>
                  </a:lnTo>
                  <a:lnTo>
                    <a:pt x="30176" y="71285"/>
                  </a:lnTo>
                  <a:lnTo>
                    <a:pt x="27208" y="75674"/>
                  </a:lnTo>
                  <a:lnTo>
                    <a:pt x="24381" y="80156"/>
                  </a:lnTo>
                  <a:lnTo>
                    <a:pt x="21697" y="84725"/>
                  </a:lnTo>
                  <a:lnTo>
                    <a:pt x="19160" y="89376"/>
                  </a:lnTo>
                  <a:lnTo>
                    <a:pt x="16771" y="94106"/>
                  </a:lnTo>
                  <a:lnTo>
                    <a:pt x="14533" y="98909"/>
                  </a:lnTo>
                  <a:lnTo>
                    <a:pt x="12449" y="103780"/>
                  </a:lnTo>
                  <a:lnTo>
                    <a:pt x="10520" y="108715"/>
                  </a:lnTo>
                  <a:lnTo>
                    <a:pt x="8748" y="113709"/>
                  </a:lnTo>
                  <a:lnTo>
                    <a:pt x="7136" y="118757"/>
                  </a:lnTo>
                  <a:lnTo>
                    <a:pt x="5684" y="123853"/>
                  </a:lnTo>
                  <a:lnTo>
                    <a:pt x="4395" y="128992"/>
                  </a:lnTo>
                  <a:lnTo>
                    <a:pt x="3269" y="134170"/>
                  </a:lnTo>
                  <a:lnTo>
                    <a:pt x="2308" y="139381"/>
                  </a:lnTo>
                  <a:lnTo>
                    <a:pt x="1512" y="144619"/>
                  </a:lnTo>
                  <a:lnTo>
                    <a:pt x="883" y="149881"/>
                  </a:lnTo>
                  <a:lnTo>
                    <a:pt x="421" y="155159"/>
                  </a:lnTo>
                  <a:lnTo>
                    <a:pt x="126" y="160450"/>
                  </a:lnTo>
                  <a:lnTo>
                    <a:pt x="0" y="165747"/>
                  </a:lnTo>
                  <a:lnTo>
                    <a:pt x="41" y="171045"/>
                  </a:lnTo>
                  <a:lnTo>
                    <a:pt x="250" y="176340"/>
                  </a:lnTo>
                  <a:lnTo>
                    <a:pt x="627" y="181625"/>
                  </a:lnTo>
                  <a:lnTo>
                    <a:pt x="1171" y="186896"/>
                  </a:lnTo>
                  <a:lnTo>
                    <a:pt x="1882" y="192147"/>
                  </a:lnTo>
                  <a:lnTo>
                    <a:pt x="2759" y="197372"/>
                  </a:lnTo>
                  <a:lnTo>
                    <a:pt x="3801" y="202568"/>
                  </a:lnTo>
                  <a:lnTo>
                    <a:pt x="5007" y="207727"/>
                  </a:lnTo>
                  <a:lnTo>
                    <a:pt x="6376" y="212846"/>
                  </a:lnTo>
                  <a:lnTo>
                    <a:pt x="7907" y="217919"/>
                  </a:lnTo>
                  <a:lnTo>
                    <a:pt x="9598" y="222941"/>
                  </a:lnTo>
                  <a:lnTo>
                    <a:pt x="11447" y="227906"/>
                  </a:lnTo>
                  <a:lnTo>
                    <a:pt x="13452" y="232811"/>
                  </a:lnTo>
                  <a:lnTo>
                    <a:pt x="15612" y="237649"/>
                  </a:lnTo>
                  <a:lnTo>
                    <a:pt x="17924" y="242417"/>
                  </a:lnTo>
                  <a:lnTo>
                    <a:pt x="20386" y="247109"/>
                  </a:lnTo>
                  <a:lnTo>
                    <a:pt x="22996" y="251720"/>
                  </a:lnTo>
                  <a:lnTo>
                    <a:pt x="25750" y="256247"/>
                  </a:lnTo>
                  <a:lnTo>
                    <a:pt x="28647" y="260684"/>
                  </a:lnTo>
                  <a:lnTo>
                    <a:pt x="31683" y="265027"/>
                  </a:lnTo>
                  <a:lnTo>
                    <a:pt x="34854" y="269271"/>
                  </a:lnTo>
                  <a:lnTo>
                    <a:pt x="38159" y="273413"/>
                  </a:lnTo>
                  <a:lnTo>
                    <a:pt x="41593" y="277448"/>
                  </a:lnTo>
                  <a:lnTo>
                    <a:pt x="45154" y="281373"/>
                  </a:lnTo>
                  <a:lnTo>
                    <a:pt x="48837" y="285182"/>
                  </a:lnTo>
                  <a:lnTo>
                    <a:pt x="52639" y="288873"/>
                  </a:lnTo>
                  <a:lnTo>
                    <a:pt x="56556" y="292441"/>
                  </a:lnTo>
                  <a:lnTo>
                    <a:pt x="60584" y="295884"/>
                  </a:lnTo>
                  <a:lnTo>
                    <a:pt x="64719" y="299197"/>
                  </a:lnTo>
                  <a:lnTo>
                    <a:pt x="68957" y="302377"/>
                  </a:lnTo>
                  <a:lnTo>
                    <a:pt x="73294" y="305422"/>
                  </a:lnTo>
                  <a:lnTo>
                    <a:pt x="77725" y="308327"/>
                  </a:lnTo>
                  <a:lnTo>
                    <a:pt x="82246" y="311091"/>
                  </a:lnTo>
                  <a:lnTo>
                    <a:pt x="86853" y="313709"/>
                  </a:lnTo>
                  <a:lnTo>
                    <a:pt x="91540" y="316181"/>
                  </a:lnTo>
                  <a:lnTo>
                    <a:pt x="96303" y="318503"/>
                  </a:lnTo>
                  <a:lnTo>
                    <a:pt x="101137" y="320672"/>
                  </a:lnTo>
                  <a:lnTo>
                    <a:pt x="106037" y="322688"/>
                  </a:lnTo>
                  <a:lnTo>
                    <a:pt x="110999" y="324547"/>
                  </a:lnTo>
                  <a:lnTo>
                    <a:pt x="116017" y="326248"/>
                  </a:lnTo>
                  <a:lnTo>
                    <a:pt x="121087" y="327789"/>
                  </a:lnTo>
                  <a:lnTo>
                    <a:pt x="126203" y="329168"/>
                  </a:lnTo>
                  <a:lnTo>
                    <a:pt x="131360" y="330385"/>
                  </a:lnTo>
                  <a:lnTo>
                    <a:pt x="136553" y="331438"/>
                  </a:lnTo>
                  <a:lnTo>
                    <a:pt x="141777" y="332325"/>
                  </a:lnTo>
                  <a:lnTo>
                    <a:pt x="147027" y="333047"/>
                  </a:lnTo>
                  <a:lnTo>
                    <a:pt x="152296" y="333601"/>
                  </a:lnTo>
                  <a:lnTo>
                    <a:pt x="157581" y="333989"/>
                  </a:lnTo>
                  <a:lnTo>
                    <a:pt x="162875" y="334209"/>
                  </a:lnTo>
                  <a:lnTo>
                    <a:pt x="168173" y="334261"/>
                  </a:lnTo>
                  <a:lnTo>
                    <a:pt x="173471" y="334145"/>
                  </a:lnTo>
                  <a:lnTo>
                    <a:pt x="178762" y="333861"/>
                  </a:lnTo>
                  <a:lnTo>
                    <a:pt x="184041" y="333409"/>
                  </a:lnTo>
                  <a:lnTo>
                    <a:pt x="189304" y="332791"/>
                  </a:lnTo>
                  <a:lnTo>
                    <a:pt x="194544" y="332006"/>
                  </a:lnTo>
                  <a:lnTo>
                    <a:pt x="199757" y="331055"/>
                  </a:lnTo>
                  <a:lnTo>
                    <a:pt x="204937" y="329940"/>
                  </a:lnTo>
                  <a:lnTo>
                    <a:pt x="210079" y="328661"/>
                  </a:lnTo>
                  <a:lnTo>
                    <a:pt x="215178" y="327219"/>
                  </a:lnTo>
                  <a:lnTo>
                    <a:pt x="220228" y="325617"/>
                  </a:lnTo>
                  <a:lnTo>
                    <a:pt x="225226" y="323856"/>
                  </a:lnTo>
                  <a:lnTo>
                    <a:pt x="230165" y="321937"/>
                  </a:lnTo>
                  <a:lnTo>
                    <a:pt x="235041" y="319862"/>
                  </a:lnTo>
                  <a:lnTo>
                    <a:pt x="239848" y="317634"/>
                  </a:lnTo>
                  <a:lnTo>
                    <a:pt x="244583" y="315255"/>
                  </a:lnTo>
                  <a:lnTo>
                    <a:pt x="249239" y="312727"/>
                  </a:lnTo>
                  <a:lnTo>
                    <a:pt x="253814" y="310052"/>
                  </a:lnTo>
                  <a:lnTo>
                    <a:pt x="258301" y="307234"/>
                  </a:lnTo>
                  <a:lnTo>
                    <a:pt x="262696" y="304275"/>
                  </a:lnTo>
                  <a:lnTo>
                    <a:pt x="266996" y="301178"/>
                  </a:lnTo>
                  <a:lnTo>
                    <a:pt x="271195" y="297947"/>
                  </a:lnTo>
                  <a:lnTo>
                    <a:pt x="275290" y="294584"/>
                  </a:lnTo>
                  <a:lnTo>
                    <a:pt x="279276" y="291093"/>
                  </a:lnTo>
                  <a:lnTo>
                    <a:pt x="283150" y="287478"/>
                  </a:lnTo>
                  <a:lnTo>
                    <a:pt x="286907" y="283741"/>
                  </a:lnTo>
                  <a:lnTo>
                    <a:pt x="290543" y="279887"/>
                  </a:lnTo>
                  <a:lnTo>
                    <a:pt x="294056" y="275920"/>
                  </a:lnTo>
                  <a:lnTo>
                    <a:pt x="297441" y="271844"/>
                  </a:lnTo>
                  <a:lnTo>
                    <a:pt x="300696" y="267662"/>
                  </a:lnTo>
                  <a:lnTo>
                    <a:pt x="303816" y="263380"/>
                  </a:lnTo>
                  <a:lnTo>
                    <a:pt x="306799" y="259000"/>
                  </a:lnTo>
                  <a:lnTo>
                    <a:pt x="309641" y="254529"/>
                  </a:lnTo>
                  <a:lnTo>
                    <a:pt x="312341" y="249969"/>
                  </a:lnTo>
                  <a:lnTo>
                    <a:pt x="314894" y="245326"/>
                  </a:lnTo>
                  <a:lnTo>
                    <a:pt x="317300" y="240605"/>
                  </a:lnTo>
                  <a:lnTo>
                    <a:pt x="319554" y="235810"/>
                  </a:lnTo>
                  <a:lnTo>
                    <a:pt x="321655" y="230945"/>
                  </a:lnTo>
                  <a:lnTo>
                    <a:pt x="323601" y="226017"/>
                  </a:lnTo>
                  <a:lnTo>
                    <a:pt x="325390" y="221029"/>
                  </a:lnTo>
                  <a:lnTo>
                    <a:pt x="327020" y="215987"/>
                  </a:lnTo>
                  <a:lnTo>
                    <a:pt x="328489" y="210896"/>
                  </a:lnTo>
                  <a:lnTo>
                    <a:pt x="329796" y="205761"/>
                  </a:lnTo>
                  <a:lnTo>
                    <a:pt x="330940" y="200588"/>
                  </a:lnTo>
                  <a:lnTo>
                    <a:pt x="331919" y="195380"/>
                  </a:lnTo>
                  <a:lnTo>
                    <a:pt x="332732" y="190144"/>
                  </a:lnTo>
                  <a:lnTo>
                    <a:pt x="333380" y="184885"/>
                  </a:lnTo>
                  <a:lnTo>
                    <a:pt x="333860" y="179608"/>
                  </a:lnTo>
                  <a:lnTo>
                    <a:pt x="334173" y="174319"/>
                  </a:lnTo>
                  <a:lnTo>
                    <a:pt x="334318" y="169022"/>
                  </a:lnTo>
                  <a:lnTo>
                    <a:pt x="334295" y="163723"/>
                  </a:lnTo>
                  <a:lnTo>
                    <a:pt x="334104" y="158428"/>
                  </a:lnTo>
                  <a:lnTo>
                    <a:pt x="333745" y="153142"/>
                  </a:lnTo>
                  <a:lnTo>
                    <a:pt x="333220" y="147869"/>
                  </a:lnTo>
                  <a:lnTo>
                    <a:pt x="332527" y="142616"/>
                  </a:lnTo>
                  <a:lnTo>
                    <a:pt x="331668" y="137387"/>
                  </a:lnTo>
                  <a:lnTo>
                    <a:pt x="330644" y="132188"/>
                  </a:lnTo>
                  <a:lnTo>
                    <a:pt x="329455" y="127025"/>
                  </a:lnTo>
                  <a:lnTo>
                    <a:pt x="328104" y="121901"/>
                  </a:lnTo>
                  <a:lnTo>
                    <a:pt x="326590" y="116823"/>
                  </a:lnTo>
                  <a:lnTo>
                    <a:pt x="324917" y="111796"/>
                  </a:lnTo>
                  <a:lnTo>
                    <a:pt x="323085" y="106824"/>
                  </a:lnTo>
                  <a:lnTo>
                    <a:pt x="321097" y="101912"/>
                  </a:lnTo>
                  <a:lnTo>
                    <a:pt x="318953" y="97066"/>
                  </a:lnTo>
                  <a:lnTo>
                    <a:pt x="316658" y="92291"/>
                  </a:lnTo>
                  <a:lnTo>
                    <a:pt x="314212" y="87590"/>
                  </a:lnTo>
                  <a:lnTo>
                    <a:pt x="311618" y="82970"/>
                  </a:lnTo>
                  <a:lnTo>
                    <a:pt x="308879" y="78434"/>
                  </a:lnTo>
                  <a:lnTo>
                    <a:pt x="305998" y="73987"/>
                  </a:lnTo>
                  <a:lnTo>
                    <a:pt x="302977" y="69633"/>
                  </a:lnTo>
                  <a:lnTo>
                    <a:pt x="299820" y="65378"/>
                  </a:lnTo>
                  <a:lnTo>
                    <a:pt x="296530" y="61225"/>
                  </a:lnTo>
                  <a:lnTo>
                    <a:pt x="293109" y="57178"/>
                  </a:lnTo>
                  <a:lnTo>
                    <a:pt x="289562" y="53241"/>
                  </a:lnTo>
                  <a:lnTo>
                    <a:pt x="285893" y="49419"/>
                  </a:lnTo>
                  <a:lnTo>
                    <a:pt x="282103" y="45715"/>
                  </a:lnTo>
                  <a:lnTo>
                    <a:pt x="278199" y="42133"/>
                  </a:lnTo>
                  <a:lnTo>
                    <a:pt x="274182" y="38677"/>
                  </a:lnTo>
                  <a:lnTo>
                    <a:pt x="270059" y="35350"/>
                  </a:lnTo>
                  <a:lnTo>
                    <a:pt x="265832" y="32155"/>
                  </a:lnTo>
                  <a:lnTo>
                    <a:pt x="261505" y="29095"/>
                  </a:lnTo>
                  <a:lnTo>
                    <a:pt x="257084" y="26175"/>
                  </a:lnTo>
                  <a:lnTo>
                    <a:pt x="252573" y="23396"/>
                  </a:lnTo>
                  <a:lnTo>
                    <a:pt x="247976" y="20761"/>
                  </a:lnTo>
                  <a:lnTo>
                    <a:pt x="243297" y="18273"/>
                  </a:lnTo>
                  <a:lnTo>
                    <a:pt x="238542" y="15935"/>
                  </a:lnTo>
                  <a:lnTo>
                    <a:pt x="233716" y="13749"/>
                  </a:lnTo>
                  <a:lnTo>
                    <a:pt x="228822" y="11716"/>
                  </a:lnTo>
                  <a:lnTo>
                    <a:pt x="223867" y="9840"/>
                  </a:lnTo>
                  <a:lnTo>
                    <a:pt x="218854" y="8122"/>
                  </a:lnTo>
                  <a:lnTo>
                    <a:pt x="213790" y="6563"/>
                  </a:lnTo>
                  <a:lnTo>
                    <a:pt x="208679" y="5166"/>
                  </a:lnTo>
                  <a:lnTo>
                    <a:pt x="203526" y="3932"/>
                  </a:lnTo>
                  <a:lnTo>
                    <a:pt x="198336" y="2861"/>
                  </a:lnTo>
                  <a:lnTo>
                    <a:pt x="193116" y="1956"/>
                  </a:lnTo>
                  <a:lnTo>
                    <a:pt x="187869" y="1216"/>
                  </a:lnTo>
                  <a:lnTo>
                    <a:pt x="182601" y="643"/>
                  </a:lnTo>
                  <a:lnTo>
                    <a:pt x="177318" y="238"/>
                  </a:lnTo>
                  <a:lnTo>
                    <a:pt x="172024" y="0"/>
                  </a:lnTo>
                  <a:lnTo>
                    <a:pt x="167161" y="1670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83779" y="3170392"/>
              <a:ext cx="4862" cy="167167"/>
            </a:xfrm>
            <a:custGeom>
              <a:avLst/>
              <a:pathLst>
                <a:path w="4862" h="167167">
                  <a:moveTo>
                    <a:pt x="4862" y="7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7626" y="2655501"/>
              <a:ext cx="165868" cy="167167"/>
            </a:xfrm>
            <a:custGeom>
              <a:avLst/>
              <a:pathLst>
                <a:path w="165868" h="167167">
                  <a:moveTo>
                    <a:pt x="165868" y="0"/>
                  </a:moveTo>
                  <a:lnTo>
                    <a:pt x="160497" y="86"/>
                  </a:lnTo>
                  <a:lnTo>
                    <a:pt x="155132" y="345"/>
                  </a:lnTo>
                  <a:lnTo>
                    <a:pt x="149777" y="776"/>
                  </a:lnTo>
                  <a:lnTo>
                    <a:pt x="144440" y="1379"/>
                  </a:lnTo>
                  <a:lnTo>
                    <a:pt x="139124" y="2153"/>
                  </a:lnTo>
                  <a:lnTo>
                    <a:pt x="133836" y="3097"/>
                  </a:lnTo>
                  <a:lnTo>
                    <a:pt x="128581" y="4211"/>
                  </a:lnTo>
                  <a:lnTo>
                    <a:pt x="123365" y="5493"/>
                  </a:lnTo>
                  <a:lnTo>
                    <a:pt x="118192" y="6942"/>
                  </a:lnTo>
                  <a:lnTo>
                    <a:pt x="113069" y="8557"/>
                  </a:lnTo>
                  <a:lnTo>
                    <a:pt x="108000" y="10335"/>
                  </a:lnTo>
                  <a:lnTo>
                    <a:pt x="102991" y="12275"/>
                  </a:lnTo>
                  <a:lnTo>
                    <a:pt x="98047" y="14375"/>
                  </a:lnTo>
                  <a:lnTo>
                    <a:pt x="93173" y="16633"/>
                  </a:lnTo>
                  <a:lnTo>
                    <a:pt x="88374" y="19047"/>
                  </a:lnTo>
                  <a:lnTo>
                    <a:pt x="83655" y="21613"/>
                  </a:lnTo>
                  <a:lnTo>
                    <a:pt x="79021" y="24329"/>
                  </a:lnTo>
                  <a:lnTo>
                    <a:pt x="74477" y="27193"/>
                  </a:lnTo>
                  <a:lnTo>
                    <a:pt x="70027" y="30202"/>
                  </a:lnTo>
                  <a:lnTo>
                    <a:pt x="65676" y="33352"/>
                  </a:lnTo>
                  <a:lnTo>
                    <a:pt x="61428" y="36640"/>
                  </a:lnTo>
                  <a:lnTo>
                    <a:pt x="57288" y="40063"/>
                  </a:lnTo>
                  <a:lnTo>
                    <a:pt x="53261" y="43617"/>
                  </a:lnTo>
                  <a:lnTo>
                    <a:pt x="49349" y="47299"/>
                  </a:lnTo>
                  <a:lnTo>
                    <a:pt x="45558" y="51105"/>
                  </a:lnTo>
                  <a:lnTo>
                    <a:pt x="41891" y="55030"/>
                  </a:lnTo>
                  <a:lnTo>
                    <a:pt x="38352" y="59071"/>
                  </a:lnTo>
                  <a:lnTo>
                    <a:pt x="34945" y="63224"/>
                  </a:lnTo>
                  <a:lnTo>
                    <a:pt x="31673" y="67484"/>
                  </a:lnTo>
                  <a:lnTo>
                    <a:pt x="28540" y="71847"/>
                  </a:lnTo>
                  <a:lnTo>
                    <a:pt x="25548" y="76309"/>
                  </a:lnTo>
                  <a:lnTo>
                    <a:pt x="22701" y="80864"/>
                  </a:lnTo>
                  <a:lnTo>
                    <a:pt x="20002" y="85508"/>
                  </a:lnTo>
                  <a:lnTo>
                    <a:pt x="17454" y="90237"/>
                  </a:lnTo>
                  <a:lnTo>
                    <a:pt x="15059" y="95045"/>
                  </a:lnTo>
                  <a:lnTo>
                    <a:pt x="12820" y="99928"/>
                  </a:lnTo>
                  <a:lnTo>
                    <a:pt x="10738" y="104880"/>
                  </a:lnTo>
                  <a:lnTo>
                    <a:pt x="8817" y="109896"/>
                  </a:lnTo>
                  <a:lnTo>
                    <a:pt x="7058" y="114972"/>
                  </a:lnTo>
                  <a:lnTo>
                    <a:pt x="5463" y="120101"/>
                  </a:lnTo>
                  <a:lnTo>
                    <a:pt x="4034" y="125279"/>
                  </a:lnTo>
                  <a:lnTo>
                    <a:pt x="2772" y="130500"/>
                  </a:lnTo>
                  <a:lnTo>
                    <a:pt x="1678" y="135759"/>
                  </a:lnTo>
                  <a:lnTo>
                    <a:pt x="753" y="141051"/>
                  </a:lnTo>
                  <a:lnTo>
                    <a:pt x="0" y="146369"/>
                  </a:lnTo>
                  <a:lnTo>
                    <a:pt x="1658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7626" y="2801871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56328" y="2666197"/>
              <a:ext cx="334332" cy="323625"/>
            </a:xfrm>
            <a:custGeom>
              <a:avLst/>
              <a:pathLst>
                <a:path w="334332" h="323625">
                  <a:moveTo>
                    <a:pt x="1298" y="135673"/>
                  </a:moveTo>
                  <a:lnTo>
                    <a:pt x="721" y="140950"/>
                  </a:lnTo>
                  <a:lnTo>
                    <a:pt x="312" y="146243"/>
                  </a:lnTo>
                  <a:lnTo>
                    <a:pt x="72" y="151545"/>
                  </a:lnTo>
                  <a:lnTo>
                    <a:pt x="0" y="156853"/>
                  </a:lnTo>
                  <a:lnTo>
                    <a:pt x="96" y="162160"/>
                  </a:lnTo>
                  <a:lnTo>
                    <a:pt x="361" y="167462"/>
                  </a:lnTo>
                  <a:lnTo>
                    <a:pt x="794" y="172752"/>
                  </a:lnTo>
                  <a:lnTo>
                    <a:pt x="1395" y="178027"/>
                  </a:lnTo>
                  <a:lnTo>
                    <a:pt x="2163" y="183279"/>
                  </a:lnTo>
                  <a:lnTo>
                    <a:pt x="3097" y="188504"/>
                  </a:lnTo>
                  <a:lnTo>
                    <a:pt x="4197" y="193697"/>
                  </a:lnTo>
                  <a:lnTo>
                    <a:pt x="5461" y="198853"/>
                  </a:lnTo>
                  <a:lnTo>
                    <a:pt x="6888" y="203965"/>
                  </a:lnTo>
                  <a:lnTo>
                    <a:pt x="8477" y="209030"/>
                  </a:lnTo>
                  <a:lnTo>
                    <a:pt x="10225" y="214042"/>
                  </a:lnTo>
                  <a:lnTo>
                    <a:pt x="12132" y="218996"/>
                  </a:lnTo>
                  <a:lnTo>
                    <a:pt x="14196" y="223887"/>
                  </a:lnTo>
                  <a:lnTo>
                    <a:pt x="16413" y="228710"/>
                  </a:lnTo>
                  <a:lnTo>
                    <a:pt x="18783" y="233460"/>
                  </a:lnTo>
                  <a:lnTo>
                    <a:pt x="21302" y="238132"/>
                  </a:lnTo>
                  <a:lnTo>
                    <a:pt x="23968" y="242722"/>
                  </a:lnTo>
                  <a:lnTo>
                    <a:pt x="26779" y="247225"/>
                  </a:lnTo>
                  <a:lnTo>
                    <a:pt x="29731" y="251636"/>
                  </a:lnTo>
                  <a:lnTo>
                    <a:pt x="32822" y="255952"/>
                  </a:lnTo>
                  <a:lnTo>
                    <a:pt x="36048" y="260167"/>
                  </a:lnTo>
                  <a:lnTo>
                    <a:pt x="39406" y="264278"/>
                  </a:lnTo>
                  <a:lnTo>
                    <a:pt x="42894" y="268280"/>
                  </a:lnTo>
                  <a:lnTo>
                    <a:pt x="46506" y="272169"/>
                  </a:lnTo>
                  <a:lnTo>
                    <a:pt x="50240" y="275942"/>
                  </a:lnTo>
                  <a:lnTo>
                    <a:pt x="54093" y="279594"/>
                  </a:lnTo>
                  <a:lnTo>
                    <a:pt x="58059" y="283122"/>
                  </a:lnTo>
                  <a:lnTo>
                    <a:pt x="62135" y="286522"/>
                  </a:lnTo>
                  <a:lnTo>
                    <a:pt x="66317" y="289791"/>
                  </a:lnTo>
                  <a:lnTo>
                    <a:pt x="70601" y="292926"/>
                  </a:lnTo>
                  <a:lnTo>
                    <a:pt x="74982" y="295923"/>
                  </a:lnTo>
                  <a:lnTo>
                    <a:pt x="79456" y="298780"/>
                  </a:lnTo>
                  <a:lnTo>
                    <a:pt x="84018" y="301493"/>
                  </a:lnTo>
                  <a:lnTo>
                    <a:pt x="88665" y="304060"/>
                  </a:lnTo>
                  <a:lnTo>
                    <a:pt x="93390" y="306478"/>
                  </a:lnTo>
                  <a:lnTo>
                    <a:pt x="98190" y="308744"/>
                  </a:lnTo>
                  <a:lnTo>
                    <a:pt x="103059" y="310858"/>
                  </a:lnTo>
                  <a:lnTo>
                    <a:pt x="107993" y="312815"/>
                  </a:lnTo>
                  <a:lnTo>
                    <a:pt x="112987" y="314615"/>
                  </a:lnTo>
                  <a:lnTo>
                    <a:pt x="118035" y="316256"/>
                  </a:lnTo>
                  <a:lnTo>
                    <a:pt x="123133" y="317735"/>
                  </a:lnTo>
                  <a:lnTo>
                    <a:pt x="128276" y="319052"/>
                  </a:lnTo>
                  <a:lnTo>
                    <a:pt x="133457" y="320205"/>
                  </a:lnTo>
                  <a:lnTo>
                    <a:pt x="138673" y="321192"/>
                  </a:lnTo>
                  <a:lnTo>
                    <a:pt x="143917" y="322014"/>
                  </a:lnTo>
                  <a:lnTo>
                    <a:pt x="149184" y="322669"/>
                  </a:lnTo>
                  <a:lnTo>
                    <a:pt x="154470" y="323156"/>
                  </a:lnTo>
                  <a:lnTo>
                    <a:pt x="159769" y="323475"/>
                  </a:lnTo>
                  <a:lnTo>
                    <a:pt x="165075" y="323625"/>
                  </a:lnTo>
                  <a:lnTo>
                    <a:pt x="170383" y="323608"/>
                  </a:lnTo>
                  <a:lnTo>
                    <a:pt x="175688" y="323421"/>
                  </a:lnTo>
                  <a:lnTo>
                    <a:pt x="180984" y="323066"/>
                  </a:lnTo>
                  <a:lnTo>
                    <a:pt x="186267" y="322544"/>
                  </a:lnTo>
                  <a:lnTo>
                    <a:pt x="191530" y="321854"/>
                  </a:lnTo>
                  <a:lnTo>
                    <a:pt x="196768" y="320997"/>
                  </a:lnTo>
                  <a:lnTo>
                    <a:pt x="201977" y="319974"/>
                  </a:lnTo>
                  <a:lnTo>
                    <a:pt x="207151" y="318786"/>
                  </a:lnTo>
                  <a:lnTo>
                    <a:pt x="212284" y="317435"/>
                  </a:lnTo>
                  <a:lnTo>
                    <a:pt x="217372" y="315921"/>
                  </a:lnTo>
                  <a:lnTo>
                    <a:pt x="222409" y="314247"/>
                  </a:lnTo>
                  <a:lnTo>
                    <a:pt x="227391" y="312413"/>
                  </a:lnTo>
                  <a:lnTo>
                    <a:pt x="232311" y="310423"/>
                  </a:lnTo>
                  <a:lnTo>
                    <a:pt x="237166" y="308277"/>
                  </a:lnTo>
                  <a:lnTo>
                    <a:pt x="241951" y="305978"/>
                  </a:lnTo>
                  <a:lnTo>
                    <a:pt x="246660" y="303528"/>
                  </a:lnTo>
                  <a:lnTo>
                    <a:pt x="251289" y="300930"/>
                  </a:lnTo>
                  <a:lnTo>
                    <a:pt x="255833" y="298186"/>
                  </a:lnTo>
                  <a:lnTo>
                    <a:pt x="260288" y="295300"/>
                  </a:lnTo>
                  <a:lnTo>
                    <a:pt x="264649" y="292273"/>
                  </a:lnTo>
                  <a:lnTo>
                    <a:pt x="268911" y="289110"/>
                  </a:lnTo>
                  <a:lnTo>
                    <a:pt x="273071" y="285812"/>
                  </a:lnTo>
                  <a:lnTo>
                    <a:pt x="277124" y="282385"/>
                  </a:lnTo>
                  <a:lnTo>
                    <a:pt x="281067" y="278830"/>
                  </a:lnTo>
                  <a:lnTo>
                    <a:pt x="284894" y="275152"/>
                  </a:lnTo>
                  <a:lnTo>
                    <a:pt x="288603" y="271355"/>
                  </a:lnTo>
                  <a:lnTo>
                    <a:pt x="292189" y="267441"/>
                  </a:lnTo>
                  <a:lnTo>
                    <a:pt x="295649" y="263416"/>
                  </a:lnTo>
                  <a:lnTo>
                    <a:pt x="298980" y="259282"/>
                  </a:lnTo>
                  <a:lnTo>
                    <a:pt x="302178" y="255046"/>
                  </a:lnTo>
                  <a:lnTo>
                    <a:pt x="305239" y="250709"/>
                  </a:lnTo>
                  <a:lnTo>
                    <a:pt x="308162" y="246278"/>
                  </a:lnTo>
                  <a:lnTo>
                    <a:pt x="310942" y="241756"/>
                  </a:lnTo>
                  <a:lnTo>
                    <a:pt x="313577" y="237148"/>
                  </a:lnTo>
                  <a:lnTo>
                    <a:pt x="316065" y="232459"/>
                  </a:lnTo>
                  <a:lnTo>
                    <a:pt x="318403" y="227693"/>
                  </a:lnTo>
                  <a:lnTo>
                    <a:pt x="320588" y="222856"/>
                  </a:lnTo>
                  <a:lnTo>
                    <a:pt x="322618" y="217951"/>
                  </a:lnTo>
                  <a:lnTo>
                    <a:pt x="324492" y="212985"/>
                  </a:lnTo>
                  <a:lnTo>
                    <a:pt x="326207" y="207961"/>
                  </a:lnTo>
                  <a:lnTo>
                    <a:pt x="327761" y="202886"/>
                  </a:lnTo>
                  <a:lnTo>
                    <a:pt x="329154" y="197763"/>
                  </a:lnTo>
                  <a:lnTo>
                    <a:pt x="330383" y="192600"/>
                  </a:lnTo>
                  <a:lnTo>
                    <a:pt x="331448" y="187399"/>
                  </a:lnTo>
                  <a:lnTo>
                    <a:pt x="332347" y="182168"/>
                  </a:lnTo>
                  <a:lnTo>
                    <a:pt x="333080" y="176910"/>
                  </a:lnTo>
                  <a:lnTo>
                    <a:pt x="333645" y="171632"/>
                  </a:lnTo>
                  <a:lnTo>
                    <a:pt x="334042" y="166339"/>
                  </a:lnTo>
                  <a:lnTo>
                    <a:pt x="334272" y="161036"/>
                  </a:lnTo>
                  <a:lnTo>
                    <a:pt x="334332" y="155728"/>
                  </a:lnTo>
                  <a:lnTo>
                    <a:pt x="334224" y="150421"/>
                  </a:lnTo>
                  <a:lnTo>
                    <a:pt x="333948" y="145120"/>
                  </a:lnTo>
                  <a:lnTo>
                    <a:pt x="333504" y="139830"/>
                  </a:lnTo>
                  <a:lnTo>
                    <a:pt x="332891" y="134558"/>
                  </a:lnTo>
                  <a:lnTo>
                    <a:pt x="332112" y="129307"/>
                  </a:lnTo>
                  <a:lnTo>
                    <a:pt x="331167" y="124084"/>
                  </a:lnTo>
                  <a:lnTo>
                    <a:pt x="330056" y="118893"/>
                  </a:lnTo>
                  <a:lnTo>
                    <a:pt x="328780" y="113740"/>
                  </a:lnTo>
                  <a:lnTo>
                    <a:pt x="327342" y="108631"/>
                  </a:lnTo>
                  <a:lnTo>
                    <a:pt x="325742" y="103569"/>
                  </a:lnTo>
                  <a:lnTo>
                    <a:pt x="323983" y="98561"/>
                  </a:lnTo>
                  <a:lnTo>
                    <a:pt x="322065" y="93611"/>
                  </a:lnTo>
                  <a:lnTo>
                    <a:pt x="319991" y="88725"/>
                  </a:lnTo>
                  <a:lnTo>
                    <a:pt x="317763" y="83907"/>
                  </a:lnTo>
                  <a:lnTo>
                    <a:pt x="315384" y="79162"/>
                  </a:lnTo>
                  <a:lnTo>
                    <a:pt x="312854" y="74495"/>
                  </a:lnTo>
                  <a:lnTo>
                    <a:pt x="310178" y="69911"/>
                  </a:lnTo>
                  <a:lnTo>
                    <a:pt x="307358" y="65414"/>
                  </a:lnTo>
                  <a:lnTo>
                    <a:pt x="304396" y="61009"/>
                  </a:lnTo>
                  <a:lnTo>
                    <a:pt x="301296" y="56700"/>
                  </a:lnTo>
                  <a:lnTo>
                    <a:pt x="298061" y="52492"/>
                  </a:lnTo>
                  <a:lnTo>
                    <a:pt x="294693" y="48389"/>
                  </a:lnTo>
                  <a:lnTo>
                    <a:pt x="291198" y="44394"/>
                  </a:lnTo>
                  <a:lnTo>
                    <a:pt x="287577" y="40513"/>
                  </a:lnTo>
                  <a:lnTo>
                    <a:pt x="283834" y="36748"/>
                  </a:lnTo>
                  <a:lnTo>
                    <a:pt x="279974" y="33104"/>
                  </a:lnTo>
                  <a:lnTo>
                    <a:pt x="276000" y="29585"/>
                  </a:lnTo>
                  <a:lnTo>
                    <a:pt x="271917" y="26193"/>
                  </a:lnTo>
                  <a:lnTo>
                    <a:pt x="267728" y="22933"/>
                  </a:lnTo>
                  <a:lnTo>
                    <a:pt x="263437" y="19808"/>
                  </a:lnTo>
                  <a:lnTo>
                    <a:pt x="259050" y="16820"/>
                  </a:lnTo>
                  <a:lnTo>
                    <a:pt x="254570" y="13973"/>
                  </a:lnTo>
                  <a:lnTo>
                    <a:pt x="250001" y="11270"/>
                  </a:lnTo>
                  <a:lnTo>
                    <a:pt x="245349" y="8713"/>
                  </a:lnTo>
                  <a:lnTo>
                    <a:pt x="240619" y="6305"/>
                  </a:lnTo>
                  <a:lnTo>
                    <a:pt x="235814" y="4049"/>
                  </a:lnTo>
                  <a:lnTo>
                    <a:pt x="230940" y="1946"/>
                  </a:lnTo>
                  <a:lnTo>
                    <a:pt x="226002" y="0"/>
                  </a:lnTo>
                  <a:lnTo>
                    <a:pt x="167167" y="1564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923495" y="2655501"/>
              <a:ext cx="58835" cy="167167"/>
            </a:xfrm>
            <a:custGeom>
              <a:avLst/>
              <a:pathLst>
                <a:path w="58835" h="167167">
                  <a:moveTo>
                    <a:pt x="58835" y="10695"/>
                  </a:moveTo>
                  <a:lnTo>
                    <a:pt x="53170" y="8681"/>
                  </a:lnTo>
                  <a:lnTo>
                    <a:pt x="47437" y="6872"/>
                  </a:lnTo>
                  <a:lnTo>
                    <a:pt x="41643" y="5269"/>
                  </a:lnTo>
                  <a:lnTo>
                    <a:pt x="35794" y="3877"/>
                  </a:lnTo>
                  <a:lnTo>
                    <a:pt x="29899" y="2695"/>
                  </a:lnTo>
                  <a:lnTo>
                    <a:pt x="23966" y="1726"/>
                  </a:lnTo>
                  <a:lnTo>
                    <a:pt x="18001" y="972"/>
                  </a:lnTo>
                  <a:lnTo>
                    <a:pt x="12014" y="432"/>
                  </a:lnTo>
                  <a:lnTo>
                    <a:pt x="6011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88124" y="2168369"/>
              <a:ext cx="57768" cy="167167"/>
            </a:xfrm>
            <a:custGeom>
              <a:avLst/>
              <a:pathLst>
                <a:path w="57768" h="167167">
                  <a:moveTo>
                    <a:pt x="57768" y="0"/>
                  </a:moveTo>
                  <a:lnTo>
                    <a:pt x="51871" y="104"/>
                  </a:lnTo>
                  <a:lnTo>
                    <a:pt x="45981" y="416"/>
                  </a:lnTo>
                  <a:lnTo>
                    <a:pt x="40106" y="935"/>
                  </a:lnTo>
                  <a:lnTo>
                    <a:pt x="34252" y="1662"/>
                  </a:lnTo>
                  <a:lnTo>
                    <a:pt x="28428" y="2594"/>
                  </a:lnTo>
                  <a:lnTo>
                    <a:pt x="22641" y="3732"/>
                  </a:lnTo>
                  <a:lnTo>
                    <a:pt x="16897" y="5073"/>
                  </a:lnTo>
                  <a:lnTo>
                    <a:pt x="11204" y="6615"/>
                  </a:lnTo>
                  <a:lnTo>
                    <a:pt x="5569" y="8358"/>
                  </a:lnTo>
                  <a:lnTo>
                    <a:pt x="0" y="10298"/>
                  </a:lnTo>
                  <a:lnTo>
                    <a:pt x="577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88124" y="2178667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578725" y="2178667"/>
              <a:ext cx="167167" cy="309695"/>
            </a:xfrm>
            <a:custGeom>
              <a:avLst/>
              <a:pathLst>
                <a:path w="167167" h="309695">
                  <a:moveTo>
                    <a:pt x="109398" y="0"/>
                  </a:moveTo>
                  <a:lnTo>
                    <a:pt x="104402" y="1931"/>
                  </a:lnTo>
                  <a:lnTo>
                    <a:pt x="99469" y="4022"/>
                  </a:lnTo>
                  <a:lnTo>
                    <a:pt x="94607" y="6269"/>
                  </a:lnTo>
                  <a:lnTo>
                    <a:pt x="89818" y="8672"/>
                  </a:lnTo>
                  <a:lnTo>
                    <a:pt x="85110" y="11226"/>
                  </a:lnTo>
                  <a:lnTo>
                    <a:pt x="80485" y="13930"/>
                  </a:lnTo>
                  <a:lnTo>
                    <a:pt x="75950" y="16781"/>
                  </a:lnTo>
                  <a:lnTo>
                    <a:pt x="71508" y="19776"/>
                  </a:lnTo>
                  <a:lnTo>
                    <a:pt x="67164" y="22911"/>
                  </a:lnTo>
                  <a:lnTo>
                    <a:pt x="62923" y="26184"/>
                  </a:lnTo>
                  <a:lnTo>
                    <a:pt x="58790" y="29592"/>
                  </a:lnTo>
                  <a:lnTo>
                    <a:pt x="54767" y="33130"/>
                  </a:lnTo>
                  <a:lnTo>
                    <a:pt x="50860" y="36795"/>
                  </a:lnTo>
                  <a:lnTo>
                    <a:pt x="47072" y="40583"/>
                  </a:lnTo>
                  <a:lnTo>
                    <a:pt x="43408" y="44491"/>
                  </a:lnTo>
                  <a:lnTo>
                    <a:pt x="39871" y="48514"/>
                  </a:lnTo>
                  <a:lnTo>
                    <a:pt x="36464" y="52649"/>
                  </a:lnTo>
                  <a:lnTo>
                    <a:pt x="33192" y="56890"/>
                  </a:lnTo>
                  <a:lnTo>
                    <a:pt x="30057" y="61234"/>
                  </a:lnTo>
                  <a:lnTo>
                    <a:pt x="27063" y="65677"/>
                  </a:lnTo>
                  <a:lnTo>
                    <a:pt x="24213" y="70213"/>
                  </a:lnTo>
                  <a:lnTo>
                    <a:pt x="21510" y="74838"/>
                  </a:lnTo>
                  <a:lnTo>
                    <a:pt x="18956" y="79547"/>
                  </a:lnTo>
                  <a:lnTo>
                    <a:pt x="16555" y="84336"/>
                  </a:lnTo>
                  <a:lnTo>
                    <a:pt x="14308" y="89199"/>
                  </a:lnTo>
                  <a:lnTo>
                    <a:pt x="12218" y="94131"/>
                  </a:lnTo>
                  <a:lnTo>
                    <a:pt x="10288" y="99128"/>
                  </a:lnTo>
                  <a:lnTo>
                    <a:pt x="8518" y="104185"/>
                  </a:lnTo>
                  <a:lnTo>
                    <a:pt x="6912" y="109295"/>
                  </a:lnTo>
                  <a:lnTo>
                    <a:pt x="5470" y="114455"/>
                  </a:lnTo>
                  <a:lnTo>
                    <a:pt x="4194" y="119658"/>
                  </a:lnTo>
                  <a:lnTo>
                    <a:pt x="3085" y="124899"/>
                  </a:lnTo>
                  <a:lnTo>
                    <a:pt x="2145" y="130173"/>
                  </a:lnTo>
                  <a:lnTo>
                    <a:pt x="1374" y="135474"/>
                  </a:lnTo>
                  <a:lnTo>
                    <a:pt x="774" y="140797"/>
                  </a:lnTo>
                  <a:lnTo>
                    <a:pt x="344" y="146137"/>
                  </a:lnTo>
                  <a:lnTo>
                    <a:pt x="86" y="151488"/>
                  </a:lnTo>
                  <a:lnTo>
                    <a:pt x="0" y="156844"/>
                  </a:lnTo>
                  <a:lnTo>
                    <a:pt x="85" y="162201"/>
                  </a:lnTo>
                  <a:lnTo>
                    <a:pt x="341" y="167552"/>
                  </a:lnTo>
                  <a:lnTo>
                    <a:pt x="769" y="172892"/>
                  </a:lnTo>
                  <a:lnTo>
                    <a:pt x="1368" y="178215"/>
                  </a:lnTo>
                  <a:lnTo>
                    <a:pt x="2137" y="183517"/>
                  </a:lnTo>
                  <a:lnTo>
                    <a:pt x="3076" y="188791"/>
                  </a:lnTo>
                  <a:lnTo>
                    <a:pt x="4183" y="194032"/>
                  </a:lnTo>
                  <a:lnTo>
                    <a:pt x="5457" y="199236"/>
                  </a:lnTo>
                  <a:lnTo>
                    <a:pt x="6898" y="204395"/>
                  </a:lnTo>
                  <a:lnTo>
                    <a:pt x="8503" y="209506"/>
                  </a:lnTo>
                  <a:lnTo>
                    <a:pt x="10271" y="214563"/>
                  </a:lnTo>
                  <a:lnTo>
                    <a:pt x="12201" y="219561"/>
                  </a:lnTo>
                  <a:lnTo>
                    <a:pt x="14289" y="224494"/>
                  </a:lnTo>
                  <a:lnTo>
                    <a:pt x="16534" y="229358"/>
                  </a:lnTo>
                  <a:lnTo>
                    <a:pt x="18934" y="234147"/>
                  </a:lnTo>
                  <a:lnTo>
                    <a:pt x="21487" y="238857"/>
                  </a:lnTo>
                  <a:lnTo>
                    <a:pt x="24189" y="243483"/>
                  </a:lnTo>
                  <a:lnTo>
                    <a:pt x="27037" y="248020"/>
                  </a:lnTo>
                  <a:lnTo>
                    <a:pt x="30030" y="252463"/>
                  </a:lnTo>
                  <a:lnTo>
                    <a:pt x="33163" y="256808"/>
                  </a:lnTo>
                  <a:lnTo>
                    <a:pt x="36434" y="261050"/>
                  </a:lnTo>
                  <a:lnTo>
                    <a:pt x="39840" y="265186"/>
                  </a:lnTo>
                  <a:lnTo>
                    <a:pt x="43376" y="269210"/>
                  </a:lnTo>
                  <a:lnTo>
                    <a:pt x="47039" y="273119"/>
                  </a:lnTo>
                  <a:lnTo>
                    <a:pt x="50826" y="276908"/>
                  </a:lnTo>
                  <a:lnTo>
                    <a:pt x="54732" y="280575"/>
                  </a:lnTo>
                  <a:lnTo>
                    <a:pt x="58753" y="284114"/>
                  </a:lnTo>
                  <a:lnTo>
                    <a:pt x="62886" y="287522"/>
                  </a:lnTo>
                  <a:lnTo>
                    <a:pt x="67126" y="290796"/>
                  </a:lnTo>
                  <a:lnTo>
                    <a:pt x="71469" y="293933"/>
                  </a:lnTo>
                  <a:lnTo>
                    <a:pt x="75910" y="296929"/>
                  </a:lnTo>
                  <a:lnTo>
                    <a:pt x="80445" y="299781"/>
                  </a:lnTo>
                  <a:lnTo>
                    <a:pt x="85068" y="302487"/>
                  </a:lnTo>
                  <a:lnTo>
                    <a:pt x="89776" y="305042"/>
                  </a:lnTo>
                  <a:lnTo>
                    <a:pt x="94564" y="307446"/>
                  </a:lnTo>
                  <a:lnTo>
                    <a:pt x="99426" y="309695"/>
                  </a:lnTo>
                  <a:lnTo>
                    <a:pt x="167167" y="1568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678151" y="2168369"/>
              <a:ext cx="234892" cy="334333"/>
            </a:xfrm>
            <a:custGeom>
              <a:avLst/>
              <a:pathLst>
                <a:path w="234892" h="334333">
                  <a:moveTo>
                    <a:pt x="0" y="319994"/>
                  </a:moveTo>
                  <a:lnTo>
                    <a:pt x="4889" y="322069"/>
                  </a:lnTo>
                  <a:lnTo>
                    <a:pt x="9842" y="323988"/>
                  </a:lnTo>
                  <a:lnTo>
                    <a:pt x="14853" y="325748"/>
                  </a:lnTo>
                  <a:lnTo>
                    <a:pt x="19918" y="327348"/>
                  </a:lnTo>
                  <a:lnTo>
                    <a:pt x="25031" y="328786"/>
                  </a:lnTo>
                  <a:lnTo>
                    <a:pt x="30187" y="330062"/>
                  </a:lnTo>
                  <a:lnTo>
                    <a:pt x="35381" y="331173"/>
                  </a:lnTo>
                  <a:lnTo>
                    <a:pt x="40608" y="332118"/>
                  </a:lnTo>
                  <a:lnTo>
                    <a:pt x="45862" y="332897"/>
                  </a:lnTo>
                  <a:lnTo>
                    <a:pt x="51139" y="333508"/>
                  </a:lnTo>
                  <a:lnTo>
                    <a:pt x="56432" y="333951"/>
                  </a:lnTo>
                  <a:lnTo>
                    <a:pt x="61736" y="334227"/>
                  </a:lnTo>
                  <a:lnTo>
                    <a:pt x="67047" y="334333"/>
                  </a:lnTo>
                  <a:lnTo>
                    <a:pt x="72358" y="334271"/>
                  </a:lnTo>
                  <a:lnTo>
                    <a:pt x="77664" y="334040"/>
                  </a:lnTo>
                  <a:lnTo>
                    <a:pt x="82961" y="333640"/>
                  </a:lnTo>
                  <a:lnTo>
                    <a:pt x="88242" y="333072"/>
                  </a:lnTo>
                  <a:lnTo>
                    <a:pt x="93502" y="332337"/>
                  </a:lnTo>
                  <a:lnTo>
                    <a:pt x="98737" y="331436"/>
                  </a:lnTo>
                  <a:lnTo>
                    <a:pt x="103940" y="330368"/>
                  </a:lnTo>
                  <a:lnTo>
                    <a:pt x="109107" y="329135"/>
                  </a:lnTo>
                  <a:lnTo>
                    <a:pt x="114231" y="327740"/>
                  </a:lnTo>
                  <a:lnTo>
                    <a:pt x="119309" y="326181"/>
                  </a:lnTo>
                  <a:lnTo>
                    <a:pt x="124335" y="324463"/>
                  </a:lnTo>
                  <a:lnTo>
                    <a:pt x="129304" y="322585"/>
                  </a:lnTo>
                  <a:lnTo>
                    <a:pt x="134210" y="320551"/>
                  </a:lnTo>
                  <a:lnTo>
                    <a:pt x="139050" y="318362"/>
                  </a:lnTo>
                  <a:lnTo>
                    <a:pt x="143817" y="316020"/>
                  </a:lnTo>
                  <a:lnTo>
                    <a:pt x="148508" y="313528"/>
                  </a:lnTo>
                  <a:lnTo>
                    <a:pt x="153117" y="310888"/>
                  </a:lnTo>
                  <a:lnTo>
                    <a:pt x="157640" y="308103"/>
                  </a:lnTo>
                  <a:lnTo>
                    <a:pt x="162072" y="305176"/>
                  </a:lnTo>
                  <a:lnTo>
                    <a:pt x="166409" y="302109"/>
                  </a:lnTo>
                  <a:lnTo>
                    <a:pt x="170646" y="298907"/>
                  </a:lnTo>
                  <a:lnTo>
                    <a:pt x="174780" y="295571"/>
                  </a:lnTo>
                  <a:lnTo>
                    <a:pt x="178805" y="292105"/>
                  </a:lnTo>
                  <a:lnTo>
                    <a:pt x="182718" y="288514"/>
                  </a:lnTo>
                  <a:lnTo>
                    <a:pt x="186515" y="284800"/>
                  </a:lnTo>
                  <a:lnTo>
                    <a:pt x="190193" y="280967"/>
                  </a:lnTo>
                  <a:lnTo>
                    <a:pt x="193746" y="277019"/>
                  </a:lnTo>
                  <a:lnTo>
                    <a:pt x="197172" y="272961"/>
                  </a:lnTo>
                  <a:lnTo>
                    <a:pt x="200468" y="268795"/>
                  </a:lnTo>
                  <a:lnTo>
                    <a:pt x="203630" y="264527"/>
                  </a:lnTo>
                  <a:lnTo>
                    <a:pt x="206654" y="260161"/>
                  </a:lnTo>
                  <a:lnTo>
                    <a:pt x="209539" y="255701"/>
                  </a:lnTo>
                  <a:lnTo>
                    <a:pt x="212280" y="251151"/>
                  </a:lnTo>
                  <a:lnTo>
                    <a:pt x="214875" y="246517"/>
                  </a:lnTo>
                  <a:lnTo>
                    <a:pt x="217322" y="241802"/>
                  </a:lnTo>
                  <a:lnTo>
                    <a:pt x="219617" y="237012"/>
                  </a:lnTo>
                  <a:lnTo>
                    <a:pt x="221760" y="232152"/>
                  </a:lnTo>
                  <a:lnTo>
                    <a:pt x="223746" y="227226"/>
                  </a:lnTo>
                  <a:lnTo>
                    <a:pt x="225576" y="222239"/>
                  </a:lnTo>
                  <a:lnTo>
                    <a:pt x="227246" y="217197"/>
                  </a:lnTo>
                  <a:lnTo>
                    <a:pt x="228755" y="212104"/>
                  </a:lnTo>
                  <a:lnTo>
                    <a:pt x="230101" y="206966"/>
                  </a:lnTo>
                  <a:lnTo>
                    <a:pt x="231283" y="201788"/>
                  </a:lnTo>
                  <a:lnTo>
                    <a:pt x="232301" y="196575"/>
                  </a:lnTo>
                  <a:lnTo>
                    <a:pt x="233152" y="191332"/>
                  </a:lnTo>
                  <a:lnTo>
                    <a:pt x="233836" y="186065"/>
                  </a:lnTo>
                  <a:lnTo>
                    <a:pt x="234353" y="180778"/>
                  </a:lnTo>
                  <a:lnTo>
                    <a:pt x="234701" y="175478"/>
                  </a:lnTo>
                  <a:lnTo>
                    <a:pt x="234881" y="170170"/>
                  </a:lnTo>
                  <a:lnTo>
                    <a:pt x="234892" y="164858"/>
                  </a:lnTo>
                  <a:lnTo>
                    <a:pt x="234734" y="159549"/>
                  </a:lnTo>
                  <a:lnTo>
                    <a:pt x="234408" y="154247"/>
                  </a:lnTo>
                  <a:lnTo>
                    <a:pt x="233913" y="148959"/>
                  </a:lnTo>
                  <a:lnTo>
                    <a:pt x="233251" y="143689"/>
                  </a:lnTo>
                  <a:lnTo>
                    <a:pt x="232422" y="138442"/>
                  </a:lnTo>
                  <a:lnTo>
                    <a:pt x="231426" y="133225"/>
                  </a:lnTo>
                  <a:lnTo>
                    <a:pt x="230265" y="128042"/>
                  </a:lnTo>
                  <a:lnTo>
                    <a:pt x="228940" y="122898"/>
                  </a:lnTo>
                  <a:lnTo>
                    <a:pt x="227452" y="117799"/>
                  </a:lnTo>
                  <a:lnTo>
                    <a:pt x="225803" y="112750"/>
                  </a:lnTo>
                  <a:lnTo>
                    <a:pt x="223994" y="107756"/>
                  </a:lnTo>
                  <a:lnTo>
                    <a:pt x="222028" y="102822"/>
                  </a:lnTo>
                  <a:lnTo>
                    <a:pt x="219906" y="97953"/>
                  </a:lnTo>
                  <a:lnTo>
                    <a:pt x="217630" y="93153"/>
                  </a:lnTo>
                  <a:lnTo>
                    <a:pt x="215203" y="88429"/>
                  </a:lnTo>
                  <a:lnTo>
                    <a:pt x="212627" y="83784"/>
                  </a:lnTo>
                  <a:lnTo>
                    <a:pt x="209905" y="79223"/>
                  </a:lnTo>
                  <a:lnTo>
                    <a:pt x="207039" y="74751"/>
                  </a:lnTo>
                  <a:lnTo>
                    <a:pt x="204033" y="70372"/>
                  </a:lnTo>
                  <a:lnTo>
                    <a:pt x="200889" y="66091"/>
                  </a:lnTo>
                  <a:lnTo>
                    <a:pt x="197611" y="61911"/>
                  </a:lnTo>
                  <a:lnTo>
                    <a:pt x="194201" y="57839"/>
                  </a:lnTo>
                  <a:lnTo>
                    <a:pt x="190664" y="53876"/>
                  </a:lnTo>
                  <a:lnTo>
                    <a:pt x="187003" y="50028"/>
                  </a:lnTo>
                  <a:lnTo>
                    <a:pt x="183221" y="46298"/>
                  </a:lnTo>
                  <a:lnTo>
                    <a:pt x="179323" y="42691"/>
                  </a:lnTo>
                  <a:lnTo>
                    <a:pt x="175312" y="39208"/>
                  </a:lnTo>
                  <a:lnTo>
                    <a:pt x="171192" y="35855"/>
                  </a:lnTo>
                  <a:lnTo>
                    <a:pt x="166968" y="32635"/>
                  </a:lnTo>
                  <a:lnTo>
                    <a:pt x="162644" y="29551"/>
                  </a:lnTo>
                  <a:lnTo>
                    <a:pt x="158224" y="26605"/>
                  </a:lnTo>
                  <a:lnTo>
                    <a:pt x="153713" y="23801"/>
                  </a:lnTo>
                  <a:lnTo>
                    <a:pt x="149115" y="21142"/>
                  </a:lnTo>
                  <a:lnTo>
                    <a:pt x="144434" y="18631"/>
                  </a:lnTo>
                  <a:lnTo>
                    <a:pt x="139677" y="16269"/>
                  </a:lnTo>
                  <a:lnTo>
                    <a:pt x="134846" y="14060"/>
                  </a:lnTo>
                  <a:lnTo>
                    <a:pt x="129948" y="12005"/>
                  </a:lnTo>
                  <a:lnTo>
                    <a:pt x="124988" y="10107"/>
                  </a:lnTo>
                  <a:lnTo>
                    <a:pt x="119969" y="8368"/>
                  </a:lnTo>
                  <a:lnTo>
                    <a:pt x="114897" y="6789"/>
                  </a:lnTo>
                  <a:lnTo>
                    <a:pt x="109778" y="5372"/>
                  </a:lnTo>
                  <a:lnTo>
                    <a:pt x="104617" y="4118"/>
                  </a:lnTo>
                  <a:lnTo>
                    <a:pt x="99418" y="3028"/>
                  </a:lnTo>
                  <a:lnTo>
                    <a:pt x="94188" y="2105"/>
                  </a:lnTo>
                  <a:lnTo>
                    <a:pt x="88930" y="1348"/>
                  </a:lnTo>
                  <a:lnTo>
                    <a:pt x="83652" y="758"/>
                  </a:lnTo>
                  <a:lnTo>
                    <a:pt x="78357" y="337"/>
                  </a:lnTo>
                  <a:lnTo>
                    <a:pt x="73051" y="84"/>
                  </a:lnTo>
                  <a:lnTo>
                    <a:pt x="67740" y="0"/>
                  </a:lnTo>
                  <a:lnTo>
                    <a:pt x="6774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16074" y="1735255"/>
              <a:ext cx="44472" cy="167167"/>
            </a:xfrm>
            <a:custGeom>
              <a:avLst/>
              <a:pathLst>
                <a:path w="44472" h="167167">
                  <a:moveTo>
                    <a:pt x="44472" y="0"/>
                  </a:moveTo>
                  <a:lnTo>
                    <a:pt x="38043" y="123"/>
                  </a:lnTo>
                  <a:lnTo>
                    <a:pt x="31624" y="494"/>
                  </a:lnTo>
                  <a:lnTo>
                    <a:pt x="25223" y="1111"/>
                  </a:lnTo>
                  <a:lnTo>
                    <a:pt x="18851" y="1975"/>
                  </a:lnTo>
                  <a:lnTo>
                    <a:pt x="12517" y="3082"/>
                  </a:lnTo>
                  <a:lnTo>
                    <a:pt x="6230" y="4433"/>
                  </a:lnTo>
                  <a:lnTo>
                    <a:pt x="0" y="6024"/>
                  </a:lnTo>
                  <a:lnTo>
                    <a:pt x="4447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16074" y="1741279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293379" y="1741279"/>
              <a:ext cx="334332" cy="328297"/>
            </a:xfrm>
            <a:custGeom>
              <a:avLst/>
              <a:pathLst>
                <a:path w="334332" h="328297">
                  <a:moveTo>
                    <a:pt x="122694" y="0"/>
                  </a:moveTo>
                  <a:lnTo>
                    <a:pt x="117609" y="1490"/>
                  </a:lnTo>
                  <a:lnTo>
                    <a:pt x="112573" y="3141"/>
                  </a:lnTo>
                  <a:lnTo>
                    <a:pt x="107592" y="4951"/>
                  </a:lnTo>
                  <a:lnTo>
                    <a:pt x="102671" y="6918"/>
                  </a:lnTo>
                  <a:lnTo>
                    <a:pt x="97815" y="9040"/>
                  </a:lnTo>
                  <a:lnTo>
                    <a:pt x="93029" y="11314"/>
                  </a:lnTo>
                  <a:lnTo>
                    <a:pt x="88317" y="13740"/>
                  </a:lnTo>
                  <a:lnTo>
                    <a:pt x="83684" y="16313"/>
                  </a:lnTo>
                  <a:lnTo>
                    <a:pt x="79136" y="19032"/>
                  </a:lnTo>
                  <a:lnTo>
                    <a:pt x="74675" y="21894"/>
                  </a:lnTo>
                  <a:lnTo>
                    <a:pt x="70308" y="24895"/>
                  </a:lnTo>
                  <a:lnTo>
                    <a:pt x="66038" y="28034"/>
                  </a:lnTo>
                  <a:lnTo>
                    <a:pt x="61870" y="31306"/>
                  </a:lnTo>
                  <a:lnTo>
                    <a:pt x="57807" y="34709"/>
                  </a:lnTo>
                  <a:lnTo>
                    <a:pt x="53855" y="38239"/>
                  </a:lnTo>
                  <a:lnTo>
                    <a:pt x="50016" y="41892"/>
                  </a:lnTo>
                  <a:lnTo>
                    <a:pt x="46295" y="45666"/>
                  </a:lnTo>
                  <a:lnTo>
                    <a:pt x="42695" y="49555"/>
                  </a:lnTo>
                  <a:lnTo>
                    <a:pt x="39221" y="53556"/>
                  </a:lnTo>
                  <a:lnTo>
                    <a:pt x="35875" y="57666"/>
                  </a:lnTo>
                  <a:lnTo>
                    <a:pt x="32661" y="61879"/>
                  </a:lnTo>
                  <a:lnTo>
                    <a:pt x="29582" y="66193"/>
                  </a:lnTo>
                  <a:lnTo>
                    <a:pt x="26642" y="70601"/>
                  </a:lnTo>
                  <a:lnTo>
                    <a:pt x="23843" y="75101"/>
                  </a:lnTo>
                  <a:lnTo>
                    <a:pt x="21187" y="79687"/>
                  </a:lnTo>
                  <a:lnTo>
                    <a:pt x="18679" y="84355"/>
                  </a:lnTo>
                  <a:lnTo>
                    <a:pt x="16319" y="89101"/>
                  </a:lnTo>
                  <a:lnTo>
                    <a:pt x="14112" y="93918"/>
                  </a:lnTo>
                  <a:lnTo>
                    <a:pt x="12058" y="98803"/>
                  </a:lnTo>
                  <a:lnTo>
                    <a:pt x="10160" y="103751"/>
                  </a:lnTo>
                  <a:lnTo>
                    <a:pt x="8420" y="108757"/>
                  </a:lnTo>
                  <a:lnTo>
                    <a:pt x="6839" y="113815"/>
                  </a:lnTo>
                  <a:lnTo>
                    <a:pt x="5419" y="118920"/>
                  </a:lnTo>
                  <a:lnTo>
                    <a:pt x="4162" y="124069"/>
                  </a:lnTo>
                  <a:lnTo>
                    <a:pt x="3069" y="129254"/>
                  </a:lnTo>
                  <a:lnTo>
                    <a:pt x="2141" y="134471"/>
                  </a:lnTo>
                  <a:lnTo>
                    <a:pt x="1378" y="139716"/>
                  </a:lnTo>
                  <a:lnTo>
                    <a:pt x="782" y="144981"/>
                  </a:lnTo>
                  <a:lnTo>
                    <a:pt x="354" y="150263"/>
                  </a:lnTo>
                  <a:lnTo>
                    <a:pt x="93" y="155556"/>
                  </a:lnTo>
                  <a:lnTo>
                    <a:pt x="0" y="160855"/>
                  </a:lnTo>
                  <a:lnTo>
                    <a:pt x="74" y="166154"/>
                  </a:lnTo>
                  <a:lnTo>
                    <a:pt x="317" y="171448"/>
                  </a:lnTo>
                  <a:lnTo>
                    <a:pt x="728" y="176731"/>
                  </a:lnTo>
                  <a:lnTo>
                    <a:pt x="1305" y="181999"/>
                  </a:lnTo>
                  <a:lnTo>
                    <a:pt x="2050" y="187246"/>
                  </a:lnTo>
                  <a:lnTo>
                    <a:pt x="2960" y="192466"/>
                  </a:lnTo>
                  <a:lnTo>
                    <a:pt x="4036" y="197655"/>
                  </a:lnTo>
                  <a:lnTo>
                    <a:pt x="5275" y="202808"/>
                  </a:lnTo>
                  <a:lnTo>
                    <a:pt x="6677" y="207918"/>
                  </a:lnTo>
                  <a:lnTo>
                    <a:pt x="8240" y="212982"/>
                  </a:lnTo>
                  <a:lnTo>
                    <a:pt x="9963" y="217993"/>
                  </a:lnTo>
                  <a:lnTo>
                    <a:pt x="11844" y="222948"/>
                  </a:lnTo>
                  <a:lnTo>
                    <a:pt x="13881" y="227840"/>
                  </a:lnTo>
                  <a:lnTo>
                    <a:pt x="16072" y="232665"/>
                  </a:lnTo>
                  <a:lnTo>
                    <a:pt x="18415" y="237418"/>
                  </a:lnTo>
                  <a:lnTo>
                    <a:pt x="20908" y="242095"/>
                  </a:lnTo>
                  <a:lnTo>
                    <a:pt x="23547" y="246690"/>
                  </a:lnTo>
                  <a:lnTo>
                    <a:pt x="26331" y="251200"/>
                  </a:lnTo>
                  <a:lnTo>
                    <a:pt x="29256" y="255618"/>
                  </a:lnTo>
                  <a:lnTo>
                    <a:pt x="32320" y="259942"/>
                  </a:lnTo>
                  <a:lnTo>
                    <a:pt x="35520" y="264167"/>
                  </a:lnTo>
                  <a:lnTo>
                    <a:pt x="38851" y="268288"/>
                  </a:lnTo>
                  <a:lnTo>
                    <a:pt x="42312" y="272301"/>
                  </a:lnTo>
                  <a:lnTo>
                    <a:pt x="45898" y="276203"/>
                  </a:lnTo>
                  <a:lnTo>
                    <a:pt x="49606" y="279989"/>
                  </a:lnTo>
                  <a:lnTo>
                    <a:pt x="53432" y="283656"/>
                  </a:lnTo>
                  <a:lnTo>
                    <a:pt x="57373" y="287199"/>
                  </a:lnTo>
                  <a:lnTo>
                    <a:pt x="61423" y="290616"/>
                  </a:lnTo>
                  <a:lnTo>
                    <a:pt x="65580" y="293903"/>
                  </a:lnTo>
                  <a:lnTo>
                    <a:pt x="69840" y="297056"/>
                  </a:lnTo>
                  <a:lnTo>
                    <a:pt x="74196" y="300073"/>
                  </a:lnTo>
                  <a:lnTo>
                    <a:pt x="78647" y="302950"/>
                  </a:lnTo>
                  <a:lnTo>
                    <a:pt x="83186" y="305684"/>
                  </a:lnTo>
                  <a:lnTo>
                    <a:pt x="87810" y="308273"/>
                  </a:lnTo>
                  <a:lnTo>
                    <a:pt x="92513" y="310715"/>
                  </a:lnTo>
                  <a:lnTo>
                    <a:pt x="97292" y="313006"/>
                  </a:lnTo>
                  <a:lnTo>
                    <a:pt x="102141" y="315145"/>
                  </a:lnTo>
                  <a:lnTo>
                    <a:pt x="107055" y="317128"/>
                  </a:lnTo>
                  <a:lnTo>
                    <a:pt x="112029" y="318955"/>
                  </a:lnTo>
                  <a:lnTo>
                    <a:pt x="117059" y="320624"/>
                  </a:lnTo>
                  <a:lnTo>
                    <a:pt x="122139" y="322132"/>
                  </a:lnTo>
                  <a:lnTo>
                    <a:pt x="127265" y="323478"/>
                  </a:lnTo>
                  <a:lnTo>
                    <a:pt x="132430" y="324661"/>
                  </a:lnTo>
                  <a:lnTo>
                    <a:pt x="137631" y="325680"/>
                  </a:lnTo>
                  <a:lnTo>
                    <a:pt x="142861" y="326534"/>
                  </a:lnTo>
                  <a:lnTo>
                    <a:pt x="148116" y="327221"/>
                  </a:lnTo>
                  <a:lnTo>
                    <a:pt x="153389" y="327741"/>
                  </a:lnTo>
                  <a:lnTo>
                    <a:pt x="158677" y="328094"/>
                  </a:lnTo>
                  <a:lnTo>
                    <a:pt x="163973" y="328280"/>
                  </a:lnTo>
                  <a:lnTo>
                    <a:pt x="169273" y="328297"/>
                  </a:lnTo>
                  <a:lnTo>
                    <a:pt x="174570" y="328146"/>
                  </a:lnTo>
                  <a:lnTo>
                    <a:pt x="179860" y="327828"/>
                  </a:lnTo>
                  <a:lnTo>
                    <a:pt x="185137" y="327341"/>
                  </a:lnTo>
                  <a:lnTo>
                    <a:pt x="190396" y="326688"/>
                  </a:lnTo>
                  <a:lnTo>
                    <a:pt x="195631" y="325869"/>
                  </a:lnTo>
                  <a:lnTo>
                    <a:pt x="200838" y="324884"/>
                  </a:lnTo>
                  <a:lnTo>
                    <a:pt x="206011" y="323734"/>
                  </a:lnTo>
                  <a:lnTo>
                    <a:pt x="211146" y="322421"/>
                  </a:lnTo>
                  <a:lnTo>
                    <a:pt x="216236" y="320946"/>
                  </a:lnTo>
                  <a:lnTo>
                    <a:pt x="221276" y="319311"/>
                  </a:lnTo>
                  <a:lnTo>
                    <a:pt x="226262" y="317516"/>
                  </a:lnTo>
                  <a:lnTo>
                    <a:pt x="231189" y="315564"/>
                  </a:lnTo>
                  <a:lnTo>
                    <a:pt x="236052" y="313457"/>
                  </a:lnTo>
                  <a:lnTo>
                    <a:pt x="240845" y="311197"/>
                  </a:lnTo>
                  <a:lnTo>
                    <a:pt x="245564" y="308787"/>
                  </a:lnTo>
                  <a:lnTo>
                    <a:pt x="250205" y="306228"/>
                  </a:lnTo>
                  <a:lnTo>
                    <a:pt x="254762" y="303523"/>
                  </a:lnTo>
                  <a:lnTo>
                    <a:pt x="259231" y="300675"/>
                  </a:lnTo>
                  <a:lnTo>
                    <a:pt x="263607" y="297686"/>
                  </a:lnTo>
                  <a:lnTo>
                    <a:pt x="267887" y="294561"/>
                  </a:lnTo>
                  <a:lnTo>
                    <a:pt x="272065" y="291301"/>
                  </a:lnTo>
                  <a:lnTo>
                    <a:pt x="276138" y="287911"/>
                  </a:lnTo>
                  <a:lnTo>
                    <a:pt x="280102" y="284393"/>
                  </a:lnTo>
                  <a:lnTo>
                    <a:pt x="283952" y="280751"/>
                  </a:lnTo>
                  <a:lnTo>
                    <a:pt x="287684" y="276990"/>
                  </a:lnTo>
                  <a:lnTo>
                    <a:pt x="291296" y="273111"/>
                  </a:lnTo>
                  <a:lnTo>
                    <a:pt x="294782" y="269121"/>
                  </a:lnTo>
                  <a:lnTo>
                    <a:pt x="298141" y="265021"/>
                  </a:lnTo>
                  <a:lnTo>
                    <a:pt x="301368" y="260818"/>
                  </a:lnTo>
                  <a:lnTo>
                    <a:pt x="304460" y="256514"/>
                  </a:lnTo>
                  <a:lnTo>
                    <a:pt x="307414" y="252114"/>
                  </a:lnTo>
                  <a:lnTo>
                    <a:pt x="310227" y="247623"/>
                  </a:lnTo>
                  <a:lnTo>
                    <a:pt x="312896" y="243045"/>
                  </a:lnTo>
                  <a:lnTo>
                    <a:pt x="315419" y="238385"/>
                  </a:lnTo>
                  <a:lnTo>
                    <a:pt x="317793" y="233647"/>
                  </a:lnTo>
                  <a:lnTo>
                    <a:pt x="320015" y="228836"/>
                  </a:lnTo>
                  <a:lnTo>
                    <a:pt x="322084" y="223957"/>
                  </a:lnTo>
                  <a:lnTo>
                    <a:pt x="323997" y="219015"/>
                  </a:lnTo>
                  <a:lnTo>
                    <a:pt x="325753" y="214015"/>
                  </a:lnTo>
                  <a:lnTo>
                    <a:pt x="327349" y="208962"/>
                  </a:lnTo>
                  <a:lnTo>
                    <a:pt x="328784" y="203860"/>
                  </a:lnTo>
                  <a:lnTo>
                    <a:pt x="330057" y="198716"/>
                  </a:lnTo>
                  <a:lnTo>
                    <a:pt x="331166" y="193534"/>
                  </a:lnTo>
                  <a:lnTo>
                    <a:pt x="332110" y="188319"/>
                  </a:lnTo>
                  <a:lnTo>
                    <a:pt x="332889" y="183078"/>
                  </a:lnTo>
                  <a:lnTo>
                    <a:pt x="333501" y="177814"/>
                  </a:lnTo>
                  <a:lnTo>
                    <a:pt x="333946" y="172533"/>
                  </a:lnTo>
                  <a:lnTo>
                    <a:pt x="334223" y="167241"/>
                  </a:lnTo>
                  <a:lnTo>
                    <a:pt x="334332" y="161943"/>
                  </a:lnTo>
                  <a:lnTo>
                    <a:pt x="334274" y="156644"/>
                  </a:lnTo>
                  <a:lnTo>
                    <a:pt x="334047" y="151349"/>
                  </a:lnTo>
                  <a:lnTo>
                    <a:pt x="333653" y="146064"/>
                  </a:lnTo>
                  <a:lnTo>
                    <a:pt x="333091" y="140795"/>
                  </a:lnTo>
                  <a:lnTo>
                    <a:pt x="332363" y="135546"/>
                  </a:lnTo>
                  <a:lnTo>
                    <a:pt x="331468" y="130322"/>
                  </a:lnTo>
                  <a:lnTo>
                    <a:pt x="330409" y="125130"/>
                  </a:lnTo>
                  <a:lnTo>
                    <a:pt x="329185" y="119974"/>
                  </a:lnTo>
                  <a:lnTo>
                    <a:pt x="327799" y="114859"/>
                  </a:lnTo>
                  <a:lnTo>
                    <a:pt x="326251" y="109791"/>
                  </a:lnTo>
                  <a:lnTo>
                    <a:pt x="324544" y="104774"/>
                  </a:lnTo>
                  <a:lnTo>
                    <a:pt x="322678" y="99814"/>
                  </a:lnTo>
                  <a:lnTo>
                    <a:pt x="320656" y="94915"/>
                  </a:lnTo>
                  <a:lnTo>
                    <a:pt x="318479" y="90084"/>
                  </a:lnTo>
                  <a:lnTo>
                    <a:pt x="316151" y="85323"/>
                  </a:lnTo>
                  <a:lnTo>
                    <a:pt x="313673" y="80639"/>
                  </a:lnTo>
                  <a:lnTo>
                    <a:pt x="311048" y="76036"/>
                  </a:lnTo>
                  <a:lnTo>
                    <a:pt x="308278" y="71518"/>
                  </a:lnTo>
                  <a:lnTo>
                    <a:pt x="305366" y="67090"/>
                  </a:lnTo>
                  <a:lnTo>
                    <a:pt x="302315" y="62757"/>
                  </a:lnTo>
                  <a:lnTo>
                    <a:pt x="299129" y="58522"/>
                  </a:lnTo>
                  <a:lnTo>
                    <a:pt x="295810" y="54391"/>
                  </a:lnTo>
                  <a:lnTo>
                    <a:pt x="292361" y="50367"/>
                  </a:lnTo>
                  <a:lnTo>
                    <a:pt x="288787" y="46454"/>
                  </a:lnTo>
                  <a:lnTo>
                    <a:pt x="285091" y="42657"/>
                  </a:lnTo>
                  <a:lnTo>
                    <a:pt x="281276" y="38979"/>
                  </a:lnTo>
                  <a:lnTo>
                    <a:pt x="277346" y="35423"/>
                  </a:lnTo>
                  <a:lnTo>
                    <a:pt x="273306" y="31994"/>
                  </a:lnTo>
                  <a:lnTo>
                    <a:pt x="269159" y="28695"/>
                  </a:lnTo>
                  <a:lnTo>
                    <a:pt x="264910" y="25528"/>
                  </a:lnTo>
                  <a:lnTo>
                    <a:pt x="260562" y="22498"/>
                  </a:lnTo>
                  <a:lnTo>
                    <a:pt x="256120" y="19608"/>
                  </a:lnTo>
                  <a:lnTo>
                    <a:pt x="251590" y="16859"/>
                  </a:lnTo>
                  <a:lnTo>
                    <a:pt x="246974" y="14256"/>
                  </a:lnTo>
                  <a:lnTo>
                    <a:pt x="167167" y="161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460546" y="1735255"/>
              <a:ext cx="79807" cy="167167"/>
            </a:xfrm>
            <a:custGeom>
              <a:avLst/>
              <a:pathLst>
                <a:path w="79807" h="167167">
                  <a:moveTo>
                    <a:pt x="79807" y="20280"/>
                  </a:moveTo>
                  <a:lnTo>
                    <a:pt x="74535" y="17536"/>
                  </a:lnTo>
                  <a:lnTo>
                    <a:pt x="69170" y="14982"/>
                  </a:lnTo>
                  <a:lnTo>
                    <a:pt x="63717" y="12619"/>
                  </a:lnTo>
                  <a:lnTo>
                    <a:pt x="58184" y="10452"/>
                  </a:lnTo>
                  <a:lnTo>
                    <a:pt x="52577" y="8483"/>
                  </a:lnTo>
                  <a:lnTo>
                    <a:pt x="46904" y="6715"/>
                  </a:lnTo>
                  <a:lnTo>
                    <a:pt x="41171" y="5149"/>
                  </a:lnTo>
                  <a:lnTo>
                    <a:pt x="35387" y="3788"/>
                  </a:lnTo>
                  <a:lnTo>
                    <a:pt x="29557" y="2633"/>
                  </a:lnTo>
                  <a:lnTo>
                    <a:pt x="23691" y="1687"/>
                  </a:lnTo>
                  <a:lnTo>
                    <a:pt x="17794" y="949"/>
                  </a:lnTo>
                  <a:lnTo>
                    <a:pt x="11875" y="422"/>
                  </a:lnTo>
                  <a:lnTo>
                    <a:pt x="594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915682" y="1379510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0" y="83"/>
                  </a:lnTo>
                  <a:lnTo>
                    <a:pt x="156588" y="334"/>
                  </a:lnTo>
                  <a:lnTo>
                    <a:pt x="151317" y="752"/>
                  </a:lnTo>
                  <a:lnTo>
                    <a:pt x="146062" y="1336"/>
                  </a:lnTo>
                  <a:lnTo>
                    <a:pt x="140828" y="2086"/>
                  </a:lnTo>
                  <a:lnTo>
                    <a:pt x="135620" y="3001"/>
                  </a:lnTo>
                  <a:lnTo>
                    <a:pt x="130443" y="4081"/>
                  </a:lnTo>
                  <a:lnTo>
                    <a:pt x="125304" y="5324"/>
                  </a:lnTo>
                  <a:lnTo>
                    <a:pt x="120206" y="6728"/>
                  </a:lnTo>
                  <a:lnTo>
                    <a:pt x="115155" y="8294"/>
                  </a:lnTo>
                  <a:lnTo>
                    <a:pt x="110156" y="10018"/>
                  </a:lnTo>
                  <a:lnTo>
                    <a:pt x="105215" y="11899"/>
                  </a:lnTo>
                  <a:lnTo>
                    <a:pt x="100335" y="13936"/>
                  </a:lnTo>
                  <a:lnTo>
                    <a:pt x="95522" y="16126"/>
                  </a:lnTo>
                  <a:lnTo>
                    <a:pt x="90781" y="18467"/>
                  </a:lnTo>
                  <a:lnTo>
                    <a:pt x="86116" y="20957"/>
                  </a:lnTo>
                  <a:lnTo>
                    <a:pt x="81533" y="23593"/>
                  </a:lnTo>
                  <a:lnTo>
                    <a:pt x="77035" y="26373"/>
                  </a:lnTo>
                  <a:lnTo>
                    <a:pt x="72627" y="29294"/>
                  </a:lnTo>
                  <a:lnTo>
                    <a:pt x="68313" y="32353"/>
                  </a:lnTo>
                  <a:lnTo>
                    <a:pt x="64099" y="35546"/>
                  </a:lnTo>
                  <a:lnTo>
                    <a:pt x="59988" y="38872"/>
                  </a:lnTo>
                  <a:lnTo>
                    <a:pt x="55984" y="42325"/>
                  </a:lnTo>
                  <a:lnTo>
                    <a:pt x="52091" y="45904"/>
                  </a:lnTo>
                  <a:lnTo>
                    <a:pt x="48313" y="49604"/>
                  </a:lnTo>
                  <a:lnTo>
                    <a:pt x="44655" y="53421"/>
                  </a:lnTo>
                  <a:lnTo>
                    <a:pt x="41118" y="57353"/>
                  </a:lnTo>
                  <a:lnTo>
                    <a:pt x="37708" y="61394"/>
                  </a:lnTo>
                  <a:lnTo>
                    <a:pt x="34428" y="65541"/>
                  </a:lnTo>
                  <a:lnTo>
                    <a:pt x="31280" y="69790"/>
                  </a:lnTo>
                  <a:lnTo>
                    <a:pt x="28268" y="74136"/>
                  </a:lnTo>
                  <a:lnTo>
                    <a:pt x="25395" y="78575"/>
                  </a:lnTo>
                  <a:lnTo>
                    <a:pt x="22664" y="83103"/>
                  </a:lnTo>
                  <a:lnTo>
                    <a:pt x="20078" y="87715"/>
                  </a:lnTo>
                  <a:lnTo>
                    <a:pt x="17639" y="92406"/>
                  </a:lnTo>
                  <a:lnTo>
                    <a:pt x="15349" y="97172"/>
                  </a:lnTo>
                  <a:lnTo>
                    <a:pt x="13211" y="102009"/>
                  </a:lnTo>
                  <a:lnTo>
                    <a:pt x="11227" y="106910"/>
                  </a:lnTo>
                  <a:lnTo>
                    <a:pt x="9400" y="111872"/>
                  </a:lnTo>
                  <a:lnTo>
                    <a:pt x="7730" y="116889"/>
                  </a:lnTo>
                  <a:lnTo>
                    <a:pt x="6219" y="121957"/>
                  </a:lnTo>
                  <a:lnTo>
                    <a:pt x="4870" y="127069"/>
                  </a:lnTo>
                  <a:lnTo>
                    <a:pt x="3683" y="132222"/>
                  </a:lnTo>
                  <a:lnTo>
                    <a:pt x="2660" y="137410"/>
                  </a:lnTo>
                  <a:lnTo>
                    <a:pt x="1801" y="142627"/>
                  </a:lnTo>
                  <a:lnTo>
                    <a:pt x="1107" y="147869"/>
                  </a:lnTo>
                  <a:lnTo>
                    <a:pt x="580" y="153131"/>
                  </a:lnTo>
                  <a:lnTo>
                    <a:pt x="219" y="158406"/>
                  </a:lnTo>
                  <a:lnTo>
                    <a:pt x="26" y="163690"/>
                  </a:lnTo>
                  <a:lnTo>
                    <a:pt x="0" y="168978"/>
                  </a:lnTo>
                  <a:lnTo>
                    <a:pt x="140" y="174264"/>
                  </a:lnTo>
                  <a:lnTo>
                    <a:pt x="448" y="179542"/>
                  </a:lnTo>
                  <a:lnTo>
                    <a:pt x="923" y="184809"/>
                  </a:lnTo>
                  <a:lnTo>
                    <a:pt x="1564" y="190057"/>
                  </a:lnTo>
                  <a:lnTo>
                    <a:pt x="2371" y="195283"/>
                  </a:lnTo>
                  <a:lnTo>
                    <a:pt x="3343" y="200481"/>
                  </a:lnTo>
                  <a:lnTo>
                    <a:pt x="4478" y="205645"/>
                  </a:lnTo>
                  <a:lnTo>
                    <a:pt x="5777" y="210771"/>
                  </a:lnTo>
                  <a:lnTo>
                    <a:pt x="7237" y="215853"/>
                  </a:lnTo>
                  <a:lnTo>
                    <a:pt x="8856" y="220887"/>
                  </a:lnTo>
                  <a:lnTo>
                    <a:pt x="10635" y="225867"/>
                  </a:lnTo>
                  <a:lnTo>
                    <a:pt x="12569" y="230788"/>
                  </a:lnTo>
                  <a:lnTo>
                    <a:pt x="14659" y="235645"/>
                  </a:lnTo>
                  <a:lnTo>
                    <a:pt x="16901" y="240434"/>
                  </a:lnTo>
                  <a:lnTo>
                    <a:pt x="19293" y="245149"/>
                  </a:lnTo>
                  <a:lnTo>
                    <a:pt x="21834" y="249787"/>
                  </a:lnTo>
                  <a:lnTo>
                    <a:pt x="24519" y="254342"/>
                  </a:lnTo>
                  <a:lnTo>
                    <a:pt x="27348" y="258809"/>
                  </a:lnTo>
                  <a:lnTo>
                    <a:pt x="30316" y="263185"/>
                  </a:lnTo>
                  <a:lnTo>
                    <a:pt x="33422" y="267465"/>
                  </a:lnTo>
                  <a:lnTo>
                    <a:pt x="36661" y="271645"/>
                  </a:lnTo>
                  <a:lnTo>
                    <a:pt x="40030" y="275720"/>
                  </a:lnTo>
                  <a:lnTo>
                    <a:pt x="43527" y="279686"/>
                  </a:lnTo>
                  <a:lnTo>
                    <a:pt x="47148" y="283540"/>
                  </a:lnTo>
                  <a:lnTo>
                    <a:pt x="50888" y="287277"/>
                  </a:lnTo>
                  <a:lnTo>
                    <a:pt x="54745" y="290894"/>
                  </a:lnTo>
                  <a:lnTo>
                    <a:pt x="58715" y="294388"/>
                  </a:lnTo>
                  <a:lnTo>
                    <a:pt x="62792" y="297754"/>
                  </a:lnTo>
                  <a:lnTo>
                    <a:pt x="66975" y="300989"/>
                  </a:lnTo>
                  <a:lnTo>
                    <a:pt x="71257" y="304091"/>
                  </a:lnTo>
                  <a:lnTo>
                    <a:pt x="75636" y="307056"/>
                  </a:lnTo>
                  <a:lnTo>
                    <a:pt x="80106" y="309880"/>
                  </a:lnTo>
                  <a:lnTo>
                    <a:pt x="84663" y="312562"/>
                  </a:lnTo>
                  <a:lnTo>
                    <a:pt x="89303" y="315098"/>
                  </a:lnTo>
                  <a:lnTo>
                    <a:pt x="94020" y="317487"/>
                  </a:lnTo>
                  <a:lnTo>
                    <a:pt x="98811" y="319724"/>
                  </a:lnTo>
                  <a:lnTo>
                    <a:pt x="103670" y="321810"/>
                  </a:lnTo>
                  <a:lnTo>
                    <a:pt x="108593" y="323740"/>
                  </a:lnTo>
                  <a:lnTo>
                    <a:pt x="113574" y="325514"/>
                  </a:lnTo>
                  <a:lnTo>
                    <a:pt x="118609" y="327130"/>
                  </a:lnTo>
                  <a:lnTo>
                    <a:pt x="123693" y="328585"/>
                  </a:lnTo>
                  <a:lnTo>
                    <a:pt x="128820" y="329879"/>
                  </a:lnTo>
                  <a:lnTo>
                    <a:pt x="133985" y="331010"/>
                  </a:lnTo>
                  <a:lnTo>
                    <a:pt x="139184" y="331977"/>
                  </a:lnTo>
                  <a:lnTo>
                    <a:pt x="144410" y="332780"/>
                  </a:lnTo>
                  <a:lnTo>
                    <a:pt x="149659" y="333416"/>
                  </a:lnTo>
                  <a:lnTo>
                    <a:pt x="154926" y="333886"/>
                  </a:lnTo>
                  <a:lnTo>
                    <a:pt x="160205" y="334190"/>
                  </a:lnTo>
                  <a:lnTo>
                    <a:pt x="165491" y="334326"/>
                  </a:lnTo>
                  <a:lnTo>
                    <a:pt x="170779" y="334295"/>
                  </a:lnTo>
                  <a:lnTo>
                    <a:pt x="176063" y="334097"/>
                  </a:lnTo>
                  <a:lnTo>
                    <a:pt x="181338" y="333732"/>
                  </a:lnTo>
                  <a:lnTo>
                    <a:pt x="186599" y="333200"/>
                  </a:lnTo>
                  <a:lnTo>
                    <a:pt x="191840" y="332502"/>
                  </a:lnTo>
                  <a:lnTo>
                    <a:pt x="197057" y="331639"/>
                  </a:lnTo>
                  <a:lnTo>
                    <a:pt x="202244" y="330611"/>
                  </a:lnTo>
                  <a:lnTo>
                    <a:pt x="207396" y="329419"/>
                  </a:lnTo>
                  <a:lnTo>
                    <a:pt x="212507" y="328065"/>
                  </a:lnTo>
                  <a:lnTo>
                    <a:pt x="217573" y="326551"/>
                  </a:lnTo>
                  <a:lnTo>
                    <a:pt x="222589" y="324876"/>
                  </a:lnTo>
                  <a:lnTo>
                    <a:pt x="227549" y="323044"/>
                  </a:lnTo>
                  <a:lnTo>
                    <a:pt x="232449" y="321056"/>
                  </a:lnTo>
                  <a:lnTo>
                    <a:pt x="237283" y="318914"/>
                  </a:lnTo>
                  <a:lnTo>
                    <a:pt x="242047" y="316621"/>
                  </a:lnTo>
                  <a:lnTo>
                    <a:pt x="246737" y="314177"/>
                  </a:lnTo>
                  <a:lnTo>
                    <a:pt x="251347" y="311587"/>
                  </a:lnTo>
                  <a:lnTo>
                    <a:pt x="255872" y="308852"/>
                  </a:lnTo>
                  <a:lnTo>
                    <a:pt x="260309" y="305975"/>
                  </a:lnTo>
                  <a:lnTo>
                    <a:pt x="264652" y="302960"/>
                  </a:lnTo>
                  <a:lnTo>
                    <a:pt x="268898" y="299808"/>
                  </a:lnTo>
                  <a:lnTo>
                    <a:pt x="273042" y="296524"/>
                  </a:lnTo>
                  <a:lnTo>
                    <a:pt x="277081" y="293110"/>
                  </a:lnTo>
                  <a:lnTo>
                    <a:pt x="281009" y="289571"/>
                  </a:lnTo>
                  <a:lnTo>
                    <a:pt x="284823" y="285909"/>
                  </a:lnTo>
                  <a:lnTo>
                    <a:pt x="288520" y="282128"/>
                  </a:lnTo>
                  <a:lnTo>
                    <a:pt x="292095" y="278232"/>
                  </a:lnTo>
                  <a:lnTo>
                    <a:pt x="295545" y="274225"/>
                  </a:lnTo>
                  <a:lnTo>
                    <a:pt x="298867" y="270111"/>
                  </a:lnTo>
                  <a:lnTo>
                    <a:pt x="302057" y="265894"/>
                  </a:lnTo>
                  <a:lnTo>
                    <a:pt x="305112" y="261578"/>
                  </a:lnTo>
                  <a:lnTo>
                    <a:pt x="308029" y="257167"/>
                  </a:lnTo>
                  <a:lnTo>
                    <a:pt x="310805" y="252667"/>
                  </a:lnTo>
                  <a:lnTo>
                    <a:pt x="313437" y="248081"/>
                  </a:lnTo>
                  <a:lnTo>
                    <a:pt x="315923" y="243414"/>
                  </a:lnTo>
                  <a:lnTo>
                    <a:pt x="318260" y="238671"/>
                  </a:lnTo>
                  <a:lnTo>
                    <a:pt x="320446" y="233856"/>
                  </a:lnTo>
                  <a:lnTo>
                    <a:pt x="322479" y="228975"/>
                  </a:lnTo>
                  <a:lnTo>
                    <a:pt x="324356" y="224031"/>
                  </a:lnTo>
                  <a:lnTo>
                    <a:pt x="326076" y="219031"/>
                  </a:lnTo>
                  <a:lnTo>
                    <a:pt x="327636" y="213979"/>
                  </a:lnTo>
                  <a:lnTo>
                    <a:pt x="329037" y="208880"/>
                  </a:lnTo>
                  <a:lnTo>
                    <a:pt x="330275" y="203739"/>
                  </a:lnTo>
                  <a:lnTo>
                    <a:pt x="331350" y="198562"/>
                  </a:lnTo>
                  <a:lnTo>
                    <a:pt x="332261" y="193353"/>
                  </a:lnTo>
                  <a:lnTo>
                    <a:pt x="333006" y="188119"/>
                  </a:lnTo>
                  <a:lnTo>
                    <a:pt x="333586" y="182863"/>
                  </a:lnTo>
                  <a:lnTo>
                    <a:pt x="333999" y="177591"/>
                  </a:lnTo>
                  <a:lnTo>
                    <a:pt x="334245" y="172309"/>
                  </a:lnTo>
                  <a:lnTo>
                    <a:pt x="334325" y="167022"/>
                  </a:lnTo>
                  <a:lnTo>
                    <a:pt x="334236" y="161735"/>
                  </a:lnTo>
                  <a:lnTo>
                    <a:pt x="333981" y="156454"/>
                  </a:lnTo>
                  <a:lnTo>
                    <a:pt x="333559" y="151183"/>
                  </a:lnTo>
                  <a:lnTo>
                    <a:pt x="332970" y="145928"/>
                  </a:lnTo>
                  <a:lnTo>
                    <a:pt x="332215" y="140694"/>
                  </a:lnTo>
                  <a:lnTo>
                    <a:pt x="331295" y="135487"/>
                  </a:lnTo>
                  <a:lnTo>
                    <a:pt x="330211" y="130312"/>
                  </a:lnTo>
                  <a:lnTo>
                    <a:pt x="328964" y="125173"/>
                  </a:lnTo>
                  <a:lnTo>
                    <a:pt x="327555" y="120077"/>
                  </a:lnTo>
                  <a:lnTo>
                    <a:pt x="325985" y="115027"/>
                  </a:lnTo>
                  <a:lnTo>
                    <a:pt x="324257" y="11003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489541"/>
              <a:ext cx="157099" cy="57136"/>
            </a:xfrm>
            <a:custGeom>
              <a:avLst/>
              <a:pathLst>
                <a:path w="157099" h="57136">
                  <a:moveTo>
                    <a:pt x="157099" y="0"/>
                  </a:moveTo>
                  <a:lnTo>
                    <a:pt x="0" y="571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489444"/>
              <a:ext cx="157064" cy="57234"/>
            </a:xfrm>
            <a:custGeom>
              <a:avLst/>
              <a:pathLst>
                <a:path w="157064" h="57234">
                  <a:moveTo>
                    <a:pt x="157064" y="0"/>
                  </a:moveTo>
                  <a:lnTo>
                    <a:pt x="0" y="572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82840" y="1379510"/>
              <a:ext cx="157064" cy="167167"/>
            </a:xfrm>
            <a:custGeom>
              <a:avLst/>
              <a:pathLst>
                <a:path w="157064" h="167167">
                  <a:moveTo>
                    <a:pt x="157064" y="109933"/>
                  </a:moveTo>
                  <a:lnTo>
                    <a:pt x="155089" y="104780"/>
                  </a:lnTo>
                  <a:lnTo>
                    <a:pt x="152946" y="99696"/>
                  </a:lnTo>
                  <a:lnTo>
                    <a:pt x="150636" y="94685"/>
                  </a:lnTo>
                  <a:lnTo>
                    <a:pt x="148162" y="89753"/>
                  </a:lnTo>
                  <a:lnTo>
                    <a:pt x="145526" y="84905"/>
                  </a:lnTo>
                  <a:lnTo>
                    <a:pt x="142732" y="80147"/>
                  </a:lnTo>
                  <a:lnTo>
                    <a:pt x="139782" y="75484"/>
                  </a:lnTo>
                  <a:lnTo>
                    <a:pt x="136680" y="70920"/>
                  </a:lnTo>
                  <a:lnTo>
                    <a:pt x="133429" y="66462"/>
                  </a:lnTo>
                  <a:lnTo>
                    <a:pt x="130033" y="62113"/>
                  </a:lnTo>
                  <a:lnTo>
                    <a:pt x="126495" y="57879"/>
                  </a:lnTo>
                  <a:lnTo>
                    <a:pt x="122819" y="53764"/>
                  </a:lnTo>
                  <a:lnTo>
                    <a:pt x="119009" y="49772"/>
                  </a:lnTo>
                  <a:lnTo>
                    <a:pt x="115070" y="45908"/>
                  </a:lnTo>
                  <a:lnTo>
                    <a:pt x="111005" y="42176"/>
                  </a:lnTo>
                  <a:lnTo>
                    <a:pt x="106820" y="38581"/>
                  </a:lnTo>
                  <a:lnTo>
                    <a:pt x="102518" y="35125"/>
                  </a:lnTo>
                  <a:lnTo>
                    <a:pt x="98104" y="31814"/>
                  </a:lnTo>
                  <a:lnTo>
                    <a:pt x="93584" y="28650"/>
                  </a:lnTo>
                  <a:lnTo>
                    <a:pt x="88961" y="25637"/>
                  </a:lnTo>
                  <a:lnTo>
                    <a:pt x="84242" y="22778"/>
                  </a:lnTo>
                  <a:lnTo>
                    <a:pt x="79430" y="20076"/>
                  </a:lnTo>
                  <a:lnTo>
                    <a:pt x="74533" y="17535"/>
                  </a:lnTo>
                  <a:lnTo>
                    <a:pt x="69554" y="15156"/>
                  </a:lnTo>
                  <a:lnTo>
                    <a:pt x="64499" y="12944"/>
                  </a:lnTo>
                  <a:lnTo>
                    <a:pt x="59374" y="10899"/>
                  </a:lnTo>
                  <a:lnTo>
                    <a:pt x="54184" y="9025"/>
                  </a:lnTo>
                  <a:lnTo>
                    <a:pt x="48935" y="7322"/>
                  </a:lnTo>
                  <a:lnTo>
                    <a:pt x="43633" y="5795"/>
                  </a:lnTo>
                  <a:lnTo>
                    <a:pt x="38284" y="4442"/>
                  </a:lnTo>
                  <a:lnTo>
                    <a:pt x="32892" y="3268"/>
                  </a:lnTo>
                  <a:lnTo>
                    <a:pt x="27465" y="2271"/>
                  </a:lnTo>
                  <a:lnTo>
                    <a:pt x="22008" y="1455"/>
                  </a:lnTo>
                  <a:lnTo>
                    <a:pt x="16527" y="819"/>
                  </a:lnTo>
                  <a:lnTo>
                    <a:pt x="11028" y="364"/>
                  </a:lnTo>
                  <a:lnTo>
                    <a:pt x="551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465982" y="1120312"/>
              <a:ext cx="334315" cy="334332"/>
            </a:xfrm>
            <a:custGeom>
              <a:avLst/>
              <a:pathLst>
                <a:path w="334315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0" y="754"/>
                  </a:lnTo>
                  <a:lnTo>
                    <a:pt x="146027" y="1340"/>
                  </a:lnTo>
                  <a:lnTo>
                    <a:pt x="140786" y="2092"/>
                  </a:lnTo>
                  <a:lnTo>
                    <a:pt x="135571" y="3010"/>
                  </a:lnTo>
                  <a:lnTo>
                    <a:pt x="130388" y="4092"/>
                  </a:lnTo>
                  <a:lnTo>
                    <a:pt x="125241" y="5339"/>
                  </a:lnTo>
                  <a:lnTo>
                    <a:pt x="120137" y="6747"/>
                  </a:lnTo>
                  <a:lnTo>
                    <a:pt x="115079" y="8317"/>
                  </a:lnTo>
                  <a:lnTo>
                    <a:pt x="110074" y="10046"/>
                  </a:lnTo>
                  <a:lnTo>
                    <a:pt x="105127" y="11933"/>
                  </a:lnTo>
                  <a:lnTo>
                    <a:pt x="100241" y="13975"/>
                  </a:lnTo>
                  <a:lnTo>
                    <a:pt x="95423" y="16171"/>
                  </a:lnTo>
                  <a:lnTo>
                    <a:pt x="90676" y="18519"/>
                  </a:lnTo>
                  <a:lnTo>
                    <a:pt x="86007" y="21015"/>
                  </a:lnTo>
                  <a:lnTo>
                    <a:pt x="81418" y="23659"/>
                  </a:lnTo>
                  <a:lnTo>
                    <a:pt x="76916" y="26446"/>
                  </a:lnTo>
                  <a:lnTo>
                    <a:pt x="72505" y="29375"/>
                  </a:lnTo>
                  <a:lnTo>
                    <a:pt x="68188" y="32442"/>
                  </a:lnTo>
                  <a:lnTo>
                    <a:pt x="63970" y="35644"/>
                  </a:lnTo>
                  <a:lnTo>
                    <a:pt x="59857" y="38978"/>
                  </a:lnTo>
                  <a:lnTo>
                    <a:pt x="55850" y="42440"/>
                  </a:lnTo>
                  <a:lnTo>
                    <a:pt x="51956" y="46028"/>
                  </a:lnTo>
                  <a:lnTo>
                    <a:pt x="48177" y="49737"/>
                  </a:lnTo>
                  <a:lnTo>
                    <a:pt x="44517" y="53564"/>
                  </a:lnTo>
                  <a:lnTo>
                    <a:pt x="40981" y="57506"/>
                  </a:lnTo>
                  <a:lnTo>
                    <a:pt x="37571" y="61557"/>
                  </a:lnTo>
                  <a:lnTo>
                    <a:pt x="34291" y="65714"/>
                  </a:lnTo>
                  <a:lnTo>
                    <a:pt x="31144" y="69973"/>
                  </a:lnTo>
                  <a:lnTo>
                    <a:pt x="28134" y="74329"/>
                  </a:lnTo>
                  <a:lnTo>
                    <a:pt x="25264" y="78779"/>
                  </a:lnTo>
                  <a:lnTo>
                    <a:pt x="22535" y="83317"/>
                  </a:lnTo>
                  <a:lnTo>
                    <a:pt x="19952" y="87940"/>
                  </a:lnTo>
                  <a:lnTo>
                    <a:pt x="17517" y="92641"/>
                  </a:lnTo>
                  <a:lnTo>
                    <a:pt x="15231" y="97418"/>
                  </a:lnTo>
                  <a:lnTo>
                    <a:pt x="13099" y="102265"/>
                  </a:lnTo>
                  <a:lnTo>
                    <a:pt x="11120" y="107177"/>
                  </a:lnTo>
                  <a:lnTo>
                    <a:pt x="9298" y="112149"/>
                  </a:lnTo>
                  <a:lnTo>
                    <a:pt x="7635" y="117176"/>
                  </a:lnTo>
                  <a:lnTo>
                    <a:pt x="6132" y="122253"/>
                  </a:lnTo>
                  <a:lnTo>
                    <a:pt x="4790" y="127376"/>
                  </a:lnTo>
                  <a:lnTo>
                    <a:pt x="3611" y="132538"/>
                  </a:lnTo>
                  <a:lnTo>
                    <a:pt x="2597" y="137735"/>
                  </a:lnTo>
                  <a:lnTo>
                    <a:pt x="1747" y="142962"/>
                  </a:lnTo>
                  <a:lnTo>
                    <a:pt x="1063" y="148213"/>
                  </a:lnTo>
                  <a:lnTo>
                    <a:pt x="546" y="153482"/>
                  </a:lnTo>
                  <a:lnTo>
                    <a:pt x="196" y="158766"/>
                  </a:lnTo>
                  <a:lnTo>
                    <a:pt x="14" y="164058"/>
                  </a:lnTo>
                  <a:lnTo>
                    <a:pt x="0" y="169353"/>
                  </a:lnTo>
                  <a:lnTo>
                    <a:pt x="153" y="174646"/>
                  </a:lnTo>
                  <a:lnTo>
                    <a:pt x="473" y="179932"/>
                  </a:lnTo>
                  <a:lnTo>
                    <a:pt x="961" y="185205"/>
                  </a:lnTo>
                  <a:lnTo>
                    <a:pt x="1616" y="190459"/>
                  </a:lnTo>
                  <a:lnTo>
                    <a:pt x="2437" y="195690"/>
                  </a:lnTo>
                  <a:lnTo>
                    <a:pt x="3423" y="200893"/>
                  </a:lnTo>
                  <a:lnTo>
                    <a:pt x="4573" y="206062"/>
                  </a:lnTo>
                  <a:lnTo>
                    <a:pt x="5886" y="211192"/>
                  </a:lnTo>
                  <a:lnTo>
                    <a:pt x="7362" y="216277"/>
                  </a:lnTo>
                  <a:lnTo>
                    <a:pt x="8997" y="221313"/>
                  </a:lnTo>
                  <a:lnTo>
                    <a:pt x="10792" y="226295"/>
                  </a:lnTo>
                  <a:lnTo>
                    <a:pt x="12743" y="231218"/>
                  </a:lnTo>
                  <a:lnTo>
                    <a:pt x="14849" y="236076"/>
                  </a:lnTo>
                  <a:lnTo>
                    <a:pt x="17108" y="240866"/>
                  </a:lnTo>
                  <a:lnTo>
                    <a:pt x="19517" y="245581"/>
                  </a:lnTo>
                  <a:lnTo>
                    <a:pt x="22075" y="250218"/>
                  </a:lnTo>
                  <a:lnTo>
                    <a:pt x="24778" y="254771"/>
                  </a:lnTo>
                  <a:lnTo>
                    <a:pt x="27624" y="259236"/>
                  </a:lnTo>
                  <a:lnTo>
                    <a:pt x="30610" y="263609"/>
                  </a:lnTo>
                  <a:lnTo>
                    <a:pt x="33733" y="267885"/>
                  </a:lnTo>
                  <a:lnTo>
                    <a:pt x="36990" y="272061"/>
                  </a:lnTo>
                  <a:lnTo>
                    <a:pt x="40378" y="276130"/>
                  </a:lnTo>
                  <a:lnTo>
                    <a:pt x="43892" y="280091"/>
                  </a:lnTo>
                  <a:lnTo>
                    <a:pt x="47531" y="283938"/>
                  </a:lnTo>
                  <a:lnTo>
                    <a:pt x="51289" y="287668"/>
                  </a:lnTo>
                  <a:lnTo>
                    <a:pt x="55164" y="291278"/>
                  </a:lnTo>
                  <a:lnTo>
                    <a:pt x="59151" y="294762"/>
                  </a:lnTo>
                  <a:lnTo>
                    <a:pt x="63246" y="298119"/>
                  </a:lnTo>
                  <a:lnTo>
                    <a:pt x="67446" y="301344"/>
                  </a:lnTo>
                  <a:lnTo>
                    <a:pt x="71746" y="304435"/>
                  </a:lnTo>
                  <a:lnTo>
                    <a:pt x="76141" y="307388"/>
                  </a:lnTo>
                  <a:lnTo>
                    <a:pt x="80628" y="310200"/>
                  </a:lnTo>
                  <a:lnTo>
                    <a:pt x="85201" y="312869"/>
                  </a:lnTo>
                  <a:lnTo>
                    <a:pt x="89857" y="315391"/>
                  </a:lnTo>
                  <a:lnTo>
                    <a:pt x="94591" y="317765"/>
                  </a:lnTo>
                  <a:lnTo>
                    <a:pt x="99397" y="319987"/>
                  </a:lnTo>
                  <a:lnTo>
                    <a:pt x="104271" y="322057"/>
                  </a:lnTo>
                  <a:lnTo>
                    <a:pt x="109208" y="323971"/>
                  </a:lnTo>
                  <a:lnTo>
                    <a:pt x="114204" y="325727"/>
                  </a:lnTo>
                  <a:lnTo>
                    <a:pt x="119252" y="327325"/>
                  </a:lnTo>
                  <a:lnTo>
                    <a:pt x="124349" y="328761"/>
                  </a:lnTo>
                  <a:lnTo>
                    <a:pt x="129488" y="330036"/>
                  </a:lnTo>
                  <a:lnTo>
                    <a:pt x="134666" y="331147"/>
                  </a:lnTo>
                  <a:lnTo>
                    <a:pt x="139875" y="332094"/>
                  </a:lnTo>
                  <a:lnTo>
                    <a:pt x="145113" y="332875"/>
                  </a:lnTo>
                  <a:lnTo>
                    <a:pt x="150372" y="333490"/>
                  </a:lnTo>
                  <a:lnTo>
                    <a:pt x="155648" y="333938"/>
                  </a:lnTo>
                  <a:lnTo>
                    <a:pt x="160936" y="334219"/>
                  </a:lnTo>
                  <a:lnTo>
                    <a:pt x="166230" y="334332"/>
                  </a:lnTo>
                  <a:lnTo>
                    <a:pt x="171525" y="334277"/>
                  </a:lnTo>
                  <a:lnTo>
                    <a:pt x="176816" y="334055"/>
                  </a:lnTo>
                  <a:lnTo>
                    <a:pt x="182097" y="333665"/>
                  </a:lnTo>
                  <a:lnTo>
                    <a:pt x="187362" y="333108"/>
                  </a:lnTo>
                  <a:lnTo>
                    <a:pt x="192608" y="332385"/>
                  </a:lnTo>
                  <a:lnTo>
                    <a:pt x="197828" y="331496"/>
                  </a:lnTo>
                  <a:lnTo>
                    <a:pt x="203017" y="330442"/>
                  </a:lnTo>
                  <a:lnTo>
                    <a:pt x="208171" y="329224"/>
                  </a:lnTo>
                  <a:lnTo>
                    <a:pt x="213283" y="327844"/>
                  </a:lnTo>
                  <a:lnTo>
                    <a:pt x="218349" y="326302"/>
                  </a:lnTo>
                  <a:lnTo>
                    <a:pt x="223363" y="324601"/>
                  </a:lnTo>
                  <a:lnTo>
                    <a:pt x="228321" y="322741"/>
                  </a:lnTo>
                  <a:lnTo>
                    <a:pt x="233218" y="320726"/>
                  </a:lnTo>
                  <a:lnTo>
                    <a:pt x="238048" y="318556"/>
                  </a:lnTo>
                  <a:lnTo>
                    <a:pt x="242808" y="316235"/>
                  </a:lnTo>
                  <a:lnTo>
                    <a:pt x="247491" y="313764"/>
                  </a:lnTo>
                  <a:lnTo>
                    <a:pt x="252094" y="311146"/>
                  </a:lnTo>
                  <a:lnTo>
                    <a:pt x="256611" y="308384"/>
                  </a:lnTo>
                  <a:lnTo>
                    <a:pt x="261039" y="305479"/>
                  </a:lnTo>
                  <a:lnTo>
                    <a:pt x="265373" y="302436"/>
                  </a:lnTo>
                  <a:lnTo>
                    <a:pt x="269608" y="299258"/>
                  </a:lnTo>
                  <a:lnTo>
                    <a:pt x="273740" y="295946"/>
                  </a:lnTo>
                  <a:lnTo>
                    <a:pt x="277765" y="292506"/>
                  </a:lnTo>
                  <a:lnTo>
                    <a:pt x="281679" y="288940"/>
                  </a:lnTo>
                  <a:lnTo>
                    <a:pt x="285479" y="285251"/>
                  </a:lnTo>
                  <a:lnTo>
                    <a:pt x="289159" y="281444"/>
                  </a:lnTo>
                  <a:lnTo>
                    <a:pt x="292717" y="277523"/>
                  </a:lnTo>
                  <a:lnTo>
                    <a:pt x="296150" y="273491"/>
                  </a:lnTo>
                  <a:lnTo>
                    <a:pt x="299452" y="269352"/>
                  </a:lnTo>
                  <a:lnTo>
                    <a:pt x="302623" y="265110"/>
                  </a:lnTo>
                  <a:lnTo>
                    <a:pt x="305657" y="260770"/>
                  </a:lnTo>
                  <a:lnTo>
                    <a:pt x="308552" y="256337"/>
                  </a:lnTo>
                  <a:lnTo>
                    <a:pt x="311305" y="251813"/>
                  </a:lnTo>
                  <a:lnTo>
                    <a:pt x="313914" y="247205"/>
                  </a:lnTo>
                  <a:lnTo>
                    <a:pt x="316375" y="242517"/>
                  </a:lnTo>
                  <a:lnTo>
                    <a:pt x="318687" y="237753"/>
                  </a:lnTo>
                  <a:lnTo>
                    <a:pt x="320846" y="232918"/>
                  </a:lnTo>
                  <a:lnTo>
                    <a:pt x="322852" y="228017"/>
                  </a:lnTo>
                  <a:lnTo>
                    <a:pt x="324701" y="223055"/>
                  </a:lnTo>
                  <a:lnTo>
                    <a:pt x="326392" y="218038"/>
                  </a:lnTo>
                  <a:lnTo>
                    <a:pt x="327923" y="212969"/>
                  </a:lnTo>
                  <a:lnTo>
                    <a:pt x="329293" y="207854"/>
                  </a:lnTo>
                  <a:lnTo>
                    <a:pt x="330500" y="202698"/>
                  </a:lnTo>
                  <a:lnTo>
                    <a:pt x="331544" y="197506"/>
                  </a:lnTo>
                  <a:lnTo>
                    <a:pt x="332422" y="192285"/>
                  </a:lnTo>
                  <a:lnTo>
                    <a:pt x="333135" y="187038"/>
                  </a:lnTo>
                  <a:lnTo>
                    <a:pt x="333681" y="181771"/>
                  </a:lnTo>
                  <a:lnTo>
                    <a:pt x="334060" y="176489"/>
                  </a:lnTo>
                  <a:lnTo>
                    <a:pt x="334271" y="171198"/>
                  </a:lnTo>
                  <a:lnTo>
                    <a:pt x="334315" y="165903"/>
                  </a:lnTo>
                  <a:lnTo>
                    <a:pt x="334191" y="160609"/>
                  </a:lnTo>
                  <a:lnTo>
                    <a:pt x="333900" y="155322"/>
                  </a:lnTo>
                  <a:lnTo>
                    <a:pt x="333441" y="150047"/>
                  </a:lnTo>
                  <a:lnTo>
                    <a:pt x="332815" y="144788"/>
                  </a:lnTo>
                  <a:lnTo>
                    <a:pt x="332024" y="139553"/>
                  </a:lnTo>
                  <a:lnTo>
                    <a:pt x="331066" y="134345"/>
                  </a:lnTo>
                  <a:lnTo>
                    <a:pt x="329944" y="129170"/>
                  </a:lnTo>
                  <a:lnTo>
                    <a:pt x="328659" y="124033"/>
                  </a:lnTo>
                  <a:lnTo>
                    <a:pt x="327212" y="118939"/>
                  </a:lnTo>
                  <a:lnTo>
                    <a:pt x="325604" y="113894"/>
                  </a:lnTo>
                  <a:lnTo>
                    <a:pt x="323838" y="108902"/>
                  </a:lnTo>
                  <a:lnTo>
                    <a:pt x="321914" y="103969"/>
                  </a:lnTo>
                  <a:lnTo>
                    <a:pt x="319834" y="99099"/>
                  </a:lnTo>
                  <a:lnTo>
                    <a:pt x="317602" y="94297"/>
                  </a:lnTo>
                  <a:lnTo>
                    <a:pt x="315218" y="89569"/>
                  </a:lnTo>
                  <a:lnTo>
                    <a:pt x="312686" y="84918"/>
                  </a:lnTo>
                  <a:lnTo>
                    <a:pt x="310008" y="80350"/>
                  </a:lnTo>
                  <a:lnTo>
                    <a:pt x="307187" y="75869"/>
                  </a:lnTo>
                  <a:lnTo>
                    <a:pt x="304225" y="71480"/>
                  </a:lnTo>
                  <a:lnTo>
                    <a:pt x="301126" y="67186"/>
                  </a:lnTo>
                  <a:lnTo>
                    <a:pt x="297892" y="62993"/>
                  </a:lnTo>
                  <a:lnTo>
                    <a:pt x="294527" y="58905"/>
                  </a:lnTo>
                  <a:lnTo>
                    <a:pt x="291034" y="54925"/>
                  </a:lnTo>
                  <a:lnTo>
                    <a:pt x="287417" y="51057"/>
                  </a:lnTo>
                  <a:lnTo>
                    <a:pt x="283679" y="47307"/>
                  </a:lnTo>
                  <a:lnTo>
                    <a:pt x="279825" y="43676"/>
                  </a:lnTo>
                  <a:lnTo>
                    <a:pt x="275857" y="40169"/>
                  </a:lnTo>
                  <a:lnTo>
                    <a:pt x="271780" y="36790"/>
                  </a:lnTo>
                  <a:lnTo>
                    <a:pt x="267598" y="33542"/>
                  </a:lnTo>
                  <a:lnTo>
                    <a:pt x="263316" y="30428"/>
                  </a:lnTo>
                  <a:lnTo>
                    <a:pt x="258936" y="27451"/>
                  </a:lnTo>
                  <a:lnTo>
                    <a:pt x="254465" y="24614"/>
                  </a:lnTo>
                  <a:lnTo>
                    <a:pt x="249907" y="21920"/>
                  </a:lnTo>
                  <a:lnTo>
                    <a:pt x="245265" y="19372"/>
                  </a:lnTo>
                  <a:lnTo>
                    <a:pt x="240545" y="16972"/>
                  </a:lnTo>
                  <a:lnTo>
                    <a:pt x="235751" y="14723"/>
                  </a:lnTo>
                  <a:lnTo>
                    <a:pt x="230888" y="12626"/>
                  </a:lnTo>
                  <a:lnTo>
                    <a:pt x="225961" y="10685"/>
                  </a:lnTo>
                  <a:lnTo>
                    <a:pt x="220976" y="8901"/>
                  </a:lnTo>
                  <a:lnTo>
                    <a:pt x="215936" y="7276"/>
                  </a:lnTo>
                  <a:lnTo>
                    <a:pt x="210848" y="5811"/>
                  </a:lnTo>
                  <a:lnTo>
                    <a:pt x="205715" y="4508"/>
                  </a:lnTo>
                  <a:lnTo>
                    <a:pt x="200544" y="3368"/>
                  </a:lnTo>
                  <a:lnTo>
                    <a:pt x="195339" y="2393"/>
                  </a:lnTo>
                  <a:lnTo>
                    <a:pt x="190107" y="1583"/>
                  </a:lnTo>
                  <a:lnTo>
                    <a:pt x="184851" y="939"/>
                  </a:lnTo>
                  <a:lnTo>
                    <a:pt x="179577" y="462"/>
                  </a:lnTo>
                  <a:lnTo>
                    <a:pt x="174291" y="15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20465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20461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33135" y="1120312"/>
              <a:ext cx="7034" cy="167167"/>
            </a:xfrm>
            <a:custGeom>
              <a:avLst/>
              <a:pathLst>
                <a:path w="7034" h="167167">
                  <a:moveTo>
                    <a:pt x="7034" y="1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68517" y="971635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5" y="5321"/>
                  </a:lnTo>
                  <a:lnTo>
                    <a:pt x="120219" y="6725"/>
                  </a:lnTo>
                  <a:lnTo>
                    <a:pt x="115169" y="8289"/>
                  </a:lnTo>
                  <a:lnTo>
                    <a:pt x="110171" y="10013"/>
                  </a:lnTo>
                  <a:lnTo>
                    <a:pt x="105231" y="11893"/>
                  </a:lnTo>
                  <a:lnTo>
                    <a:pt x="100352" y="13929"/>
                  </a:lnTo>
                  <a:lnTo>
                    <a:pt x="95540" y="16118"/>
                  </a:lnTo>
                  <a:lnTo>
                    <a:pt x="90800" y="18458"/>
                  </a:lnTo>
                  <a:lnTo>
                    <a:pt x="86136" y="20946"/>
                  </a:lnTo>
                  <a:lnTo>
                    <a:pt x="81553" y="23581"/>
                  </a:lnTo>
                  <a:lnTo>
                    <a:pt x="77056" y="26360"/>
                  </a:lnTo>
                  <a:lnTo>
                    <a:pt x="72649" y="29279"/>
                  </a:lnTo>
                  <a:lnTo>
                    <a:pt x="68336" y="32336"/>
                  </a:lnTo>
                  <a:lnTo>
                    <a:pt x="64123" y="35528"/>
                  </a:lnTo>
                  <a:lnTo>
                    <a:pt x="60012" y="38852"/>
                  </a:lnTo>
                  <a:lnTo>
                    <a:pt x="56008" y="42304"/>
                  </a:lnTo>
                  <a:lnTo>
                    <a:pt x="52116" y="45881"/>
                  </a:lnTo>
                  <a:lnTo>
                    <a:pt x="48338" y="49579"/>
                  </a:lnTo>
                  <a:lnTo>
                    <a:pt x="44680" y="53395"/>
                  </a:lnTo>
                  <a:lnTo>
                    <a:pt x="41144" y="57325"/>
                  </a:lnTo>
                  <a:lnTo>
                    <a:pt x="37733" y="61364"/>
                  </a:lnTo>
                  <a:lnTo>
                    <a:pt x="34453" y="65509"/>
                  </a:lnTo>
                  <a:lnTo>
                    <a:pt x="31305" y="69756"/>
                  </a:lnTo>
                  <a:lnTo>
                    <a:pt x="28293" y="74100"/>
                  </a:lnTo>
                  <a:lnTo>
                    <a:pt x="25419" y="78538"/>
                  </a:lnTo>
                  <a:lnTo>
                    <a:pt x="22688" y="83063"/>
                  </a:lnTo>
                  <a:lnTo>
                    <a:pt x="20101" y="87674"/>
                  </a:lnTo>
                  <a:lnTo>
                    <a:pt x="17661" y="92363"/>
                  </a:lnTo>
                  <a:lnTo>
                    <a:pt x="15370" y="97127"/>
                  </a:lnTo>
                  <a:lnTo>
                    <a:pt x="13232" y="101962"/>
                  </a:lnTo>
                  <a:lnTo>
                    <a:pt x="11247" y="106861"/>
                  </a:lnTo>
                  <a:lnTo>
                    <a:pt x="9418" y="111821"/>
                  </a:lnTo>
                  <a:lnTo>
                    <a:pt x="7747" y="116837"/>
                  </a:lnTo>
                  <a:lnTo>
                    <a:pt x="6235" y="121902"/>
                  </a:lnTo>
                  <a:lnTo>
                    <a:pt x="4885" y="127013"/>
                  </a:lnTo>
                  <a:lnTo>
                    <a:pt x="3696" y="132164"/>
                  </a:lnTo>
                  <a:lnTo>
                    <a:pt x="2671" y="137350"/>
                  </a:lnTo>
                  <a:lnTo>
                    <a:pt x="1811" y="142566"/>
                  </a:lnTo>
                  <a:lnTo>
                    <a:pt x="1115" y="147806"/>
                  </a:lnTo>
                  <a:lnTo>
                    <a:pt x="586" y="153066"/>
                  </a:lnTo>
                  <a:lnTo>
                    <a:pt x="224" y="158340"/>
                  </a:lnTo>
                  <a:lnTo>
                    <a:pt x="28" y="163623"/>
                  </a:lnTo>
                  <a:lnTo>
                    <a:pt x="0" y="168909"/>
                  </a:lnTo>
                  <a:lnTo>
                    <a:pt x="138" y="174194"/>
                  </a:lnTo>
                  <a:lnTo>
                    <a:pt x="444" y="179471"/>
                  </a:lnTo>
                  <a:lnTo>
                    <a:pt x="916" y="184736"/>
                  </a:lnTo>
                  <a:lnTo>
                    <a:pt x="1555" y="189984"/>
                  </a:lnTo>
                  <a:lnTo>
                    <a:pt x="2359" y="195209"/>
                  </a:lnTo>
                  <a:lnTo>
                    <a:pt x="3328" y="200405"/>
                  </a:lnTo>
                  <a:lnTo>
                    <a:pt x="4461" y="205569"/>
                  </a:lnTo>
                  <a:lnTo>
                    <a:pt x="5757" y="210694"/>
                  </a:lnTo>
                  <a:lnTo>
                    <a:pt x="7214" y="215776"/>
                  </a:lnTo>
                  <a:lnTo>
                    <a:pt x="8831" y="220809"/>
                  </a:lnTo>
                  <a:lnTo>
                    <a:pt x="10606" y="225788"/>
                  </a:lnTo>
                  <a:lnTo>
                    <a:pt x="12538" y="230709"/>
                  </a:lnTo>
                  <a:lnTo>
                    <a:pt x="14624" y="235566"/>
                  </a:lnTo>
                  <a:lnTo>
                    <a:pt x="16863" y="240355"/>
                  </a:lnTo>
                  <a:lnTo>
                    <a:pt x="19252" y="245070"/>
                  </a:lnTo>
                  <a:lnTo>
                    <a:pt x="21790" y="249708"/>
                  </a:lnTo>
                  <a:lnTo>
                    <a:pt x="24472" y="254263"/>
                  </a:lnTo>
                  <a:lnTo>
                    <a:pt x="27297" y="258731"/>
                  </a:lnTo>
                  <a:lnTo>
                    <a:pt x="30263" y="263108"/>
                  </a:lnTo>
                  <a:lnTo>
                    <a:pt x="33365" y="267388"/>
                  </a:lnTo>
                  <a:lnTo>
                    <a:pt x="36600" y="271568"/>
                  </a:lnTo>
                  <a:lnTo>
                    <a:pt x="39967" y="275644"/>
                  </a:lnTo>
                  <a:lnTo>
                    <a:pt x="43460" y="279612"/>
                  </a:lnTo>
                  <a:lnTo>
                    <a:pt x="47077" y="283467"/>
                  </a:lnTo>
                  <a:lnTo>
                    <a:pt x="50815" y="287205"/>
                  </a:lnTo>
                  <a:lnTo>
                    <a:pt x="54669" y="290824"/>
                  </a:lnTo>
                  <a:lnTo>
                    <a:pt x="58635" y="294319"/>
                  </a:lnTo>
                  <a:lnTo>
                    <a:pt x="62709" y="297687"/>
                  </a:lnTo>
                  <a:lnTo>
                    <a:pt x="66889" y="300924"/>
                  </a:lnTo>
                  <a:lnTo>
                    <a:pt x="71168" y="304028"/>
                  </a:lnTo>
                  <a:lnTo>
                    <a:pt x="75543" y="306994"/>
                  </a:lnTo>
                  <a:lnTo>
                    <a:pt x="80010" y="309821"/>
                  </a:lnTo>
                  <a:lnTo>
                    <a:pt x="84565" y="312506"/>
                  </a:lnTo>
                  <a:lnTo>
                    <a:pt x="89201" y="315044"/>
                  </a:lnTo>
                  <a:lnTo>
                    <a:pt x="93916" y="317435"/>
                  </a:lnTo>
                  <a:lnTo>
                    <a:pt x="98704" y="319676"/>
                  </a:lnTo>
                  <a:lnTo>
                    <a:pt x="103560" y="321764"/>
                  </a:lnTo>
                  <a:lnTo>
                    <a:pt x="108480" y="323698"/>
                  </a:lnTo>
                  <a:lnTo>
                    <a:pt x="113459" y="325475"/>
                  </a:lnTo>
                  <a:lnTo>
                    <a:pt x="118492" y="327094"/>
                  </a:lnTo>
                  <a:lnTo>
                    <a:pt x="123573" y="328552"/>
                  </a:lnTo>
                  <a:lnTo>
                    <a:pt x="128697" y="329850"/>
                  </a:lnTo>
                  <a:lnTo>
                    <a:pt x="133860" y="330985"/>
                  </a:lnTo>
                  <a:lnTo>
                    <a:pt x="139057" y="331956"/>
                  </a:lnTo>
                  <a:lnTo>
                    <a:pt x="144281" y="332762"/>
                  </a:lnTo>
                  <a:lnTo>
                    <a:pt x="149529" y="333402"/>
                  </a:lnTo>
                  <a:lnTo>
                    <a:pt x="154794" y="333877"/>
                  </a:lnTo>
                  <a:lnTo>
                    <a:pt x="160071" y="334184"/>
                  </a:lnTo>
                  <a:lnTo>
                    <a:pt x="165356" y="334325"/>
                  </a:lnTo>
                  <a:lnTo>
                    <a:pt x="170642" y="334298"/>
                  </a:lnTo>
                  <a:lnTo>
                    <a:pt x="175925" y="334104"/>
                  </a:lnTo>
                  <a:lnTo>
                    <a:pt x="181199" y="333744"/>
                  </a:lnTo>
                  <a:lnTo>
                    <a:pt x="186459" y="333216"/>
                  </a:lnTo>
                  <a:lnTo>
                    <a:pt x="191699" y="332523"/>
                  </a:lnTo>
                  <a:lnTo>
                    <a:pt x="196916" y="331664"/>
                  </a:lnTo>
                  <a:lnTo>
                    <a:pt x="202102" y="330641"/>
                  </a:lnTo>
                  <a:lnTo>
                    <a:pt x="207253" y="329455"/>
                  </a:lnTo>
                  <a:lnTo>
                    <a:pt x="212365" y="328106"/>
                  </a:lnTo>
                  <a:lnTo>
                    <a:pt x="217431" y="326596"/>
                  </a:lnTo>
                  <a:lnTo>
                    <a:pt x="222447" y="324927"/>
                  </a:lnTo>
                  <a:lnTo>
                    <a:pt x="227407" y="323100"/>
                  </a:lnTo>
                  <a:lnTo>
                    <a:pt x="232308" y="321117"/>
                  </a:lnTo>
                  <a:lnTo>
                    <a:pt x="237143" y="318980"/>
                  </a:lnTo>
                  <a:lnTo>
                    <a:pt x="241908" y="316691"/>
                  </a:lnTo>
                  <a:lnTo>
                    <a:pt x="246598" y="314252"/>
                  </a:lnTo>
                  <a:lnTo>
                    <a:pt x="251209" y="311667"/>
                  </a:lnTo>
                  <a:lnTo>
                    <a:pt x="255736" y="308937"/>
                  </a:lnTo>
                  <a:lnTo>
                    <a:pt x="260175" y="306066"/>
                  </a:lnTo>
                  <a:lnTo>
                    <a:pt x="264520" y="303055"/>
                  </a:lnTo>
                  <a:lnTo>
                    <a:pt x="268768" y="299909"/>
                  </a:lnTo>
                  <a:lnTo>
                    <a:pt x="272914" y="296629"/>
                  </a:lnTo>
                  <a:lnTo>
                    <a:pt x="276955" y="293221"/>
                  </a:lnTo>
                  <a:lnTo>
                    <a:pt x="280886" y="289686"/>
                  </a:lnTo>
                  <a:lnTo>
                    <a:pt x="284703" y="286029"/>
                  </a:lnTo>
                  <a:lnTo>
                    <a:pt x="288402" y="282253"/>
                  </a:lnTo>
                  <a:lnTo>
                    <a:pt x="291981" y="278362"/>
                  </a:lnTo>
                  <a:lnTo>
                    <a:pt x="295434" y="274359"/>
                  </a:lnTo>
                  <a:lnTo>
                    <a:pt x="298759" y="270250"/>
                  </a:lnTo>
                  <a:lnTo>
                    <a:pt x="301953" y="266037"/>
                  </a:lnTo>
                  <a:lnTo>
                    <a:pt x="305012" y="261725"/>
                  </a:lnTo>
                  <a:lnTo>
                    <a:pt x="307933" y="257319"/>
                  </a:lnTo>
                  <a:lnTo>
                    <a:pt x="310713" y="252823"/>
                  </a:lnTo>
                  <a:lnTo>
                    <a:pt x="313349" y="248241"/>
                  </a:lnTo>
                  <a:lnTo>
                    <a:pt x="315840" y="243578"/>
                  </a:lnTo>
                  <a:lnTo>
                    <a:pt x="318181" y="238839"/>
                  </a:lnTo>
                  <a:lnTo>
                    <a:pt x="320372" y="234028"/>
                  </a:lnTo>
                  <a:lnTo>
                    <a:pt x="322410" y="229150"/>
                  </a:lnTo>
                  <a:lnTo>
                    <a:pt x="324292" y="224210"/>
                  </a:lnTo>
                  <a:lnTo>
                    <a:pt x="326017" y="219213"/>
                  </a:lnTo>
                  <a:lnTo>
                    <a:pt x="327583" y="214164"/>
                  </a:lnTo>
                  <a:lnTo>
                    <a:pt x="328989" y="209068"/>
                  </a:lnTo>
                  <a:lnTo>
                    <a:pt x="330233" y="203930"/>
                  </a:lnTo>
                  <a:lnTo>
                    <a:pt x="331314" y="198755"/>
                  </a:lnTo>
                  <a:lnTo>
                    <a:pt x="332230" y="193549"/>
                  </a:lnTo>
                  <a:lnTo>
                    <a:pt x="332982" y="188316"/>
                  </a:lnTo>
                  <a:lnTo>
                    <a:pt x="333568" y="183063"/>
                  </a:lnTo>
                  <a:lnTo>
                    <a:pt x="333987" y="177793"/>
                  </a:lnTo>
                  <a:lnTo>
                    <a:pt x="334240" y="172513"/>
                  </a:lnTo>
                  <a:lnTo>
                    <a:pt x="334325" y="167227"/>
                  </a:lnTo>
                  <a:lnTo>
                    <a:pt x="334244" y="161941"/>
                  </a:lnTo>
                  <a:lnTo>
                    <a:pt x="333995" y="156661"/>
                  </a:lnTo>
                  <a:lnTo>
                    <a:pt x="333579" y="151391"/>
                  </a:lnTo>
                  <a:lnTo>
                    <a:pt x="332997" y="146137"/>
                  </a:lnTo>
                  <a:lnTo>
                    <a:pt x="332249" y="140904"/>
                  </a:lnTo>
                  <a:lnTo>
                    <a:pt x="331336" y="135697"/>
                  </a:lnTo>
                  <a:lnTo>
                    <a:pt x="330259" y="130521"/>
                  </a:lnTo>
                  <a:lnTo>
                    <a:pt x="329019" y="125382"/>
                  </a:lnTo>
                  <a:lnTo>
                    <a:pt x="327617" y="120285"/>
                  </a:lnTo>
                  <a:lnTo>
                    <a:pt x="326054" y="115235"/>
                  </a:lnTo>
                  <a:lnTo>
                    <a:pt x="324333" y="110237"/>
                  </a:lnTo>
                  <a:lnTo>
                    <a:pt x="322454" y="105296"/>
                  </a:lnTo>
                  <a:lnTo>
                    <a:pt x="320420" y="100416"/>
                  </a:lnTo>
                  <a:lnTo>
                    <a:pt x="318233" y="95604"/>
                  </a:lnTo>
                  <a:lnTo>
                    <a:pt x="315895" y="90863"/>
                  </a:lnTo>
                  <a:lnTo>
                    <a:pt x="313408" y="86198"/>
                  </a:lnTo>
                  <a:lnTo>
                    <a:pt x="310774" y="81614"/>
                  </a:lnTo>
                  <a:lnTo>
                    <a:pt x="307997" y="77116"/>
                  </a:lnTo>
                  <a:lnTo>
                    <a:pt x="305080" y="72708"/>
                  </a:lnTo>
                  <a:lnTo>
                    <a:pt x="302024" y="68394"/>
                  </a:lnTo>
                  <a:lnTo>
                    <a:pt x="298833" y="64179"/>
                  </a:lnTo>
                  <a:lnTo>
                    <a:pt x="295511" y="60067"/>
                  </a:lnTo>
                  <a:lnTo>
                    <a:pt x="292061" y="56062"/>
                  </a:lnTo>
                  <a:lnTo>
                    <a:pt x="288485" y="5216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023804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1021202"/>
              <a:ext cx="121327" cy="117600"/>
            </a:xfrm>
            <a:custGeom>
              <a:avLst/>
              <a:pathLst>
                <a:path w="121327" h="117600">
                  <a:moveTo>
                    <a:pt x="121327" y="2601"/>
                  </a:moveTo>
                  <a:lnTo>
                    <a:pt x="118807" y="0"/>
                  </a:lnTo>
                  <a:lnTo>
                    <a:pt x="0" y="117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135676" y="971635"/>
              <a:ext cx="118807" cy="167167"/>
            </a:xfrm>
            <a:custGeom>
              <a:avLst/>
              <a:pathLst>
                <a:path w="118807" h="167167">
                  <a:moveTo>
                    <a:pt x="118807" y="49567"/>
                  </a:moveTo>
                  <a:lnTo>
                    <a:pt x="114870" y="45718"/>
                  </a:lnTo>
                  <a:lnTo>
                    <a:pt x="110808" y="42001"/>
                  </a:lnTo>
                  <a:lnTo>
                    <a:pt x="106626" y="38420"/>
                  </a:lnTo>
                  <a:lnTo>
                    <a:pt x="102328" y="34978"/>
                  </a:lnTo>
                  <a:lnTo>
                    <a:pt x="97919" y="31680"/>
                  </a:lnTo>
                  <a:lnTo>
                    <a:pt x="93404" y="28529"/>
                  </a:lnTo>
                  <a:lnTo>
                    <a:pt x="88788" y="25528"/>
                  </a:lnTo>
                  <a:lnTo>
                    <a:pt x="84076" y="22681"/>
                  </a:lnTo>
                  <a:lnTo>
                    <a:pt x="79272" y="19991"/>
                  </a:lnTo>
                  <a:lnTo>
                    <a:pt x="74382" y="17460"/>
                  </a:lnTo>
                  <a:lnTo>
                    <a:pt x="69412" y="15092"/>
                  </a:lnTo>
                  <a:lnTo>
                    <a:pt x="64366" y="12888"/>
                  </a:lnTo>
                  <a:lnTo>
                    <a:pt x="59250" y="10852"/>
                  </a:lnTo>
                  <a:lnTo>
                    <a:pt x="54070" y="8986"/>
                  </a:lnTo>
                  <a:lnTo>
                    <a:pt x="48832" y="7291"/>
                  </a:lnTo>
                  <a:lnTo>
                    <a:pt x="43540" y="5769"/>
                  </a:lnTo>
                  <a:lnTo>
                    <a:pt x="38202" y="4423"/>
                  </a:lnTo>
                  <a:lnTo>
                    <a:pt x="32822" y="3253"/>
                  </a:lnTo>
                  <a:lnTo>
                    <a:pt x="27406" y="2261"/>
                  </a:lnTo>
                  <a:lnTo>
                    <a:pt x="21960" y="1448"/>
                  </a:lnTo>
                  <a:lnTo>
                    <a:pt x="16491" y="815"/>
                  </a:lnTo>
                  <a:lnTo>
                    <a:pt x="11004" y="362"/>
                  </a:lnTo>
                  <a:lnTo>
                    <a:pt x="550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521295" y="941493"/>
              <a:ext cx="95984" cy="167167"/>
            </a:xfrm>
            <a:custGeom>
              <a:avLst/>
              <a:pathLst>
                <a:path w="95984" h="167167">
                  <a:moveTo>
                    <a:pt x="95984" y="0"/>
                  </a:moveTo>
                  <a:lnTo>
                    <a:pt x="90305" y="96"/>
                  </a:lnTo>
                  <a:lnTo>
                    <a:pt x="84633" y="385"/>
                  </a:lnTo>
                  <a:lnTo>
                    <a:pt x="78973" y="867"/>
                  </a:lnTo>
                  <a:lnTo>
                    <a:pt x="73334" y="1541"/>
                  </a:lnTo>
                  <a:lnTo>
                    <a:pt x="67720" y="2406"/>
                  </a:lnTo>
                  <a:lnTo>
                    <a:pt x="62139" y="3461"/>
                  </a:lnTo>
                  <a:lnTo>
                    <a:pt x="56598" y="4706"/>
                  </a:lnTo>
                  <a:lnTo>
                    <a:pt x="51101" y="6137"/>
                  </a:lnTo>
                  <a:lnTo>
                    <a:pt x="45657" y="7755"/>
                  </a:lnTo>
                  <a:lnTo>
                    <a:pt x="40270" y="9557"/>
                  </a:lnTo>
                  <a:lnTo>
                    <a:pt x="34948" y="11540"/>
                  </a:lnTo>
                  <a:lnTo>
                    <a:pt x="29697" y="13704"/>
                  </a:lnTo>
                  <a:lnTo>
                    <a:pt x="24522" y="16044"/>
                  </a:lnTo>
                  <a:lnTo>
                    <a:pt x="19429" y="18559"/>
                  </a:lnTo>
                  <a:lnTo>
                    <a:pt x="14425" y="21246"/>
                  </a:lnTo>
                  <a:lnTo>
                    <a:pt x="9515" y="24101"/>
                  </a:lnTo>
                  <a:lnTo>
                    <a:pt x="4704" y="27121"/>
                  </a:lnTo>
                  <a:lnTo>
                    <a:pt x="0" y="30302"/>
                  </a:lnTo>
                  <a:lnTo>
                    <a:pt x="9598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521295" y="971796"/>
              <a:ext cx="95984" cy="136864"/>
            </a:xfrm>
            <a:custGeom>
              <a:avLst/>
              <a:pathLst>
                <a:path w="95984" h="136864">
                  <a:moveTo>
                    <a:pt x="0" y="0"/>
                  </a:moveTo>
                  <a:lnTo>
                    <a:pt x="95984" y="1368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450122" y="971796"/>
              <a:ext cx="334317" cy="304032"/>
            </a:xfrm>
            <a:custGeom>
              <a:avLst/>
              <a:pathLst>
                <a:path w="334317" h="304032">
                  <a:moveTo>
                    <a:pt x="71173" y="0"/>
                  </a:moveTo>
                  <a:lnTo>
                    <a:pt x="66894" y="3103"/>
                  </a:lnTo>
                  <a:lnTo>
                    <a:pt x="62715" y="6339"/>
                  </a:lnTo>
                  <a:lnTo>
                    <a:pt x="58641" y="9707"/>
                  </a:lnTo>
                  <a:lnTo>
                    <a:pt x="54675" y="13201"/>
                  </a:lnTo>
                  <a:lnTo>
                    <a:pt x="50821" y="16819"/>
                  </a:lnTo>
                  <a:lnTo>
                    <a:pt x="47084" y="20558"/>
                  </a:lnTo>
                  <a:lnTo>
                    <a:pt x="43467" y="24412"/>
                  </a:lnTo>
                  <a:lnTo>
                    <a:pt x="39973" y="28379"/>
                  </a:lnTo>
                  <a:lnTo>
                    <a:pt x="36607" y="32454"/>
                  </a:lnTo>
                  <a:lnTo>
                    <a:pt x="33371" y="36634"/>
                  </a:lnTo>
                  <a:lnTo>
                    <a:pt x="30269" y="40914"/>
                  </a:lnTo>
                  <a:lnTo>
                    <a:pt x="27304" y="45290"/>
                  </a:lnTo>
                  <a:lnTo>
                    <a:pt x="24478" y="49757"/>
                  </a:lnTo>
                  <a:lnTo>
                    <a:pt x="21796" y="54312"/>
                  </a:lnTo>
                  <a:lnTo>
                    <a:pt x="19258" y="58949"/>
                  </a:lnTo>
                  <a:lnTo>
                    <a:pt x="16869" y="63664"/>
                  </a:lnTo>
                  <a:lnTo>
                    <a:pt x="14630" y="68452"/>
                  </a:lnTo>
                  <a:lnTo>
                    <a:pt x="12543" y="73309"/>
                  </a:lnTo>
                  <a:lnTo>
                    <a:pt x="10611" y="78229"/>
                  </a:lnTo>
                  <a:lnTo>
                    <a:pt x="8835" y="83207"/>
                  </a:lnTo>
                  <a:lnTo>
                    <a:pt x="7218" y="88240"/>
                  </a:lnTo>
                  <a:lnTo>
                    <a:pt x="5761" y="93321"/>
                  </a:lnTo>
                  <a:lnTo>
                    <a:pt x="4465" y="98445"/>
                  </a:lnTo>
                  <a:lnTo>
                    <a:pt x="3331" y="103608"/>
                  </a:lnTo>
                  <a:lnTo>
                    <a:pt x="2362" y="108805"/>
                  </a:lnTo>
                  <a:lnTo>
                    <a:pt x="1557" y="114029"/>
                  </a:lnTo>
                  <a:lnTo>
                    <a:pt x="918" y="119276"/>
                  </a:lnTo>
                  <a:lnTo>
                    <a:pt x="445" y="124541"/>
                  </a:lnTo>
                  <a:lnTo>
                    <a:pt x="139" y="129818"/>
                  </a:lnTo>
                  <a:lnTo>
                    <a:pt x="0" y="135102"/>
                  </a:lnTo>
                  <a:lnTo>
                    <a:pt x="27" y="140387"/>
                  </a:lnTo>
                  <a:lnTo>
                    <a:pt x="222" y="145670"/>
                  </a:lnTo>
                  <a:lnTo>
                    <a:pt x="584" y="150943"/>
                  </a:lnTo>
                  <a:lnTo>
                    <a:pt x="1113" y="156203"/>
                  </a:lnTo>
                  <a:lnTo>
                    <a:pt x="1807" y="161443"/>
                  </a:lnTo>
                  <a:lnTo>
                    <a:pt x="2667" y="166658"/>
                  </a:lnTo>
                  <a:lnTo>
                    <a:pt x="3691" y="171844"/>
                  </a:lnTo>
                  <a:lnTo>
                    <a:pt x="4879" y="176995"/>
                  </a:lnTo>
                  <a:lnTo>
                    <a:pt x="6229" y="182105"/>
                  </a:lnTo>
                  <a:lnTo>
                    <a:pt x="7739" y="187171"/>
                  </a:lnTo>
                  <a:lnTo>
                    <a:pt x="9410" y="192186"/>
                  </a:lnTo>
                  <a:lnTo>
                    <a:pt x="11237" y="197146"/>
                  </a:lnTo>
                  <a:lnTo>
                    <a:pt x="13221" y="202045"/>
                  </a:lnTo>
                  <a:lnTo>
                    <a:pt x="15359" y="206879"/>
                  </a:lnTo>
                  <a:lnTo>
                    <a:pt x="17649" y="211644"/>
                  </a:lnTo>
                  <a:lnTo>
                    <a:pt x="20088" y="216333"/>
                  </a:lnTo>
                  <a:lnTo>
                    <a:pt x="22674" y="220943"/>
                  </a:lnTo>
                  <a:lnTo>
                    <a:pt x="25404" y="225469"/>
                  </a:lnTo>
                  <a:lnTo>
                    <a:pt x="28276" y="229907"/>
                  </a:lnTo>
                  <a:lnTo>
                    <a:pt x="31287" y="234251"/>
                  </a:lnTo>
                  <a:lnTo>
                    <a:pt x="34434" y="238498"/>
                  </a:lnTo>
                  <a:lnTo>
                    <a:pt x="37714" y="242644"/>
                  </a:lnTo>
                  <a:lnTo>
                    <a:pt x="41123" y="246683"/>
                  </a:lnTo>
                  <a:lnTo>
                    <a:pt x="44658" y="250613"/>
                  </a:lnTo>
                  <a:lnTo>
                    <a:pt x="48316" y="254429"/>
                  </a:lnTo>
                  <a:lnTo>
                    <a:pt x="52092" y="258128"/>
                  </a:lnTo>
                  <a:lnTo>
                    <a:pt x="55984" y="261705"/>
                  </a:lnTo>
                  <a:lnTo>
                    <a:pt x="59986" y="265158"/>
                  </a:lnTo>
                  <a:lnTo>
                    <a:pt x="64096" y="268482"/>
                  </a:lnTo>
                  <a:lnTo>
                    <a:pt x="68309" y="271675"/>
                  </a:lnTo>
                  <a:lnTo>
                    <a:pt x="72620" y="274732"/>
                  </a:lnTo>
                  <a:lnTo>
                    <a:pt x="77026" y="277652"/>
                  </a:lnTo>
                  <a:lnTo>
                    <a:pt x="81523" y="280432"/>
                  </a:lnTo>
                  <a:lnTo>
                    <a:pt x="86105" y="283067"/>
                  </a:lnTo>
                  <a:lnTo>
                    <a:pt x="90768" y="285557"/>
                  </a:lnTo>
                  <a:lnTo>
                    <a:pt x="95507" y="287898"/>
                  </a:lnTo>
                  <a:lnTo>
                    <a:pt x="100318" y="290087"/>
                  </a:lnTo>
                  <a:lnTo>
                    <a:pt x="105196" y="292124"/>
                  </a:lnTo>
                  <a:lnTo>
                    <a:pt x="110135" y="294005"/>
                  </a:lnTo>
                  <a:lnTo>
                    <a:pt x="115132" y="295730"/>
                  </a:lnTo>
                  <a:lnTo>
                    <a:pt x="120181" y="297295"/>
                  </a:lnTo>
                  <a:lnTo>
                    <a:pt x="125277" y="298700"/>
                  </a:lnTo>
                  <a:lnTo>
                    <a:pt x="130414" y="299943"/>
                  </a:lnTo>
                  <a:lnTo>
                    <a:pt x="135589" y="301024"/>
                  </a:lnTo>
                  <a:lnTo>
                    <a:pt x="140794" y="301940"/>
                  </a:lnTo>
                  <a:lnTo>
                    <a:pt x="146027" y="302691"/>
                  </a:lnTo>
                  <a:lnTo>
                    <a:pt x="151280" y="303276"/>
                  </a:lnTo>
                  <a:lnTo>
                    <a:pt x="156549" y="303695"/>
                  </a:lnTo>
                  <a:lnTo>
                    <a:pt x="161829" y="303947"/>
                  </a:lnTo>
                  <a:lnTo>
                    <a:pt x="167114" y="304032"/>
                  </a:lnTo>
                  <a:lnTo>
                    <a:pt x="172400" y="303949"/>
                  </a:lnTo>
                  <a:lnTo>
                    <a:pt x="177680" y="303700"/>
                  </a:lnTo>
                  <a:lnTo>
                    <a:pt x="182949" y="303284"/>
                  </a:lnTo>
                  <a:lnTo>
                    <a:pt x="188203" y="302702"/>
                  </a:lnTo>
                  <a:lnTo>
                    <a:pt x="193436" y="301953"/>
                  </a:lnTo>
                  <a:lnTo>
                    <a:pt x="198642" y="301040"/>
                  </a:lnTo>
                  <a:lnTo>
                    <a:pt x="203817" y="299962"/>
                  </a:lnTo>
                  <a:lnTo>
                    <a:pt x="208955" y="298722"/>
                  </a:lnTo>
                  <a:lnTo>
                    <a:pt x="214051" y="297319"/>
                  </a:lnTo>
                  <a:lnTo>
                    <a:pt x="219101" y="295757"/>
                  </a:lnTo>
                  <a:lnTo>
                    <a:pt x="224099" y="294035"/>
                  </a:lnTo>
                  <a:lnTo>
                    <a:pt x="229039" y="292156"/>
                  </a:lnTo>
                  <a:lnTo>
                    <a:pt x="233918" y="290122"/>
                  </a:lnTo>
                  <a:lnTo>
                    <a:pt x="238730" y="287935"/>
                  </a:lnTo>
                  <a:lnTo>
                    <a:pt x="243471" y="285596"/>
                  </a:lnTo>
                  <a:lnTo>
                    <a:pt x="248135" y="283109"/>
                  </a:lnTo>
                  <a:lnTo>
                    <a:pt x="252718" y="280476"/>
                  </a:lnTo>
                  <a:lnTo>
                    <a:pt x="257216" y="277699"/>
                  </a:lnTo>
                  <a:lnTo>
                    <a:pt x="261624" y="274781"/>
                  </a:lnTo>
                  <a:lnTo>
                    <a:pt x="265937" y="271726"/>
                  </a:lnTo>
                  <a:lnTo>
                    <a:pt x="270151" y="268535"/>
                  </a:lnTo>
                  <a:lnTo>
                    <a:pt x="274263" y="265213"/>
                  </a:lnTo>
                  <a:lnTo>
                    <a:pt x="278267" y="261763"/>
                  </a:lnTo>
                  <a:lnTo>
                    <a:pt x="282160" y="258187"/>
                  </a:lnTo>
                  <a:lnTo>
                    <a:pt x="285939" y="254491"/>
                  </a:lnTo>
                  <a:lnTo>
                    <a:pt x="289598" y="250676"/>
                  </a:lnTo>
                  <a:lnTo>
                    <a:pt x="293135" y="246748"/>
                  </a:lnTo>
                  <a:lnTo>
                    <a:pt x="296547" y="242711"/>
                  </a:lnTo>
                  <a:lnTo>
                    <a:pt x="299828" y="238567"/>
                  </a:lnTo>
                  <a:lnTo>
                    <a:pt x="302978" y="234321"/>
                  </a:lnTo>
                  <a:lnTo>
                    <a:pt x="305991" y="229979"/>
                  </a:lnTo>
                  <a:lnTo>
                    <a:pt x="308865" y="225543"/>
                  </a:lnTo>
                  <a:lnTo>
                    <a:pt x="311598" y="221018"/>
                  </a:lnTo>
                  <a:lnTo>
                    <a:pt x="314187" y="216409"/>
                  </a:lnTo>
                  <a:lnTo>
                    <a:pt x="316628" y="211721"/>
                  </a:lnTo>
                  <a:lnTo>
                    <a:pt x="318920" y="206958"/>
                  </a:lnTo>
                  <a:lnTo>
                    <a:pt x="321060" y="202125"/>
                  </a:lnTo>
                  <a:lnTo>
                    <a:pt x="323047" y="197226"/>
                  </a:lnTo>
                  <a:lnTo>
                    <a:pt x="324877" y="192267"/>
                  </a:lnTo>
                  <a:lnTo>
                    <a:pt x="326550" y="187253"/>
                  </a:lnTo>
                  <a:lnTo>
                    <a:pt x="328063" y="182189"/>
                  </a:lnTo>
                  <a:lnTo>
                    <a:pt x="329416" y="177079"/>
                  </a:lnTo>
                  <a:lnTo>
                    <a:pt x="330606" y="171928"/>
                  </a:lnTo>
                  <a:lnTo>
                    <a:pt x="331633" y="166743"/>
                  </a:lnTo>
                  <a:lnTo>
                    <a:pt x="332496" y="161528"/>
                  </a:lnTo>
                  <a:lnTo>
                    <a:pt x="333193" y="156289"/>
                  </a:lnTo>
                  <a:lnTo>
                    <a:pt x="333724" y="151029"/>
                  </a:lnTo>
                  <a:lnTo>
                    <a:pt x="334088" y="145756"/>
                  </a:lnTo>
                  <a:lnTo>
                    <a:pt x="334286" y="140474"/>
                  </a:lnTo>
                  <a:lnTo>
                    <a:pt x="334317" y="135188"/>
                  </a:lnTo>
                  <a:lnTo>
                    <a:pt x="334180" y="129904"/>
                  </a:lnTo>
                  <a:lnTo>
                    <a:pt x="333877" y="124627"/>
                  </a:lnTo>
                  <a:lnTo>
                    <a:pt x="333406" y="119362"/>
                  </a:lnTo>
                  <a:lnTo>
                    <a:pt x="332770" y="114114"/>
                  </a:lnTo>
                  <a:lnTo>
                    <a:pt x="331968" y="108890"/>
                  </a:lnTo>
                  <a:lnTo>
                    <a:pt x="331001" y="103693"/>
                  </a:lnTo>
                  <a:lnTo>
                    <a:pt x="329870" y="98530"/>
                  </a:lnTo>
                  <a:lnTo>
                    <a:pt x="328577" y="93404"/>
                  </a:lnTo>
                  <a:lnTo>
                    <a:pt x="327122" y="88323"/>
                  </a:lnTo>
                  <a:lnTo>
                    <a:pt x="325508" y="83289"/>
                  </a:lnTo>
                  <a:lnTo>
                    <a:pt x="323735" y="78310"/>
                  </a:lnTo>
                  <a:lnTo>
                    <a:pt x="321805" y="73389"/>
                  </a:lnTo>
                  <a:lnTo>
                    <a:pt x="319721" y="68531"/>
                  </a:lnTo>
                  <a:lnTo>
                    <a:pt x="317484" y="63742"/>
                  </a:lnTo>
                  <a:lnTo>
                    <a:pt x="315097" y="59025"/>
                  </a:lnTo>
                  <a:lnTo>
                    <a:pt x="312562" y="54387"/>
                  </a:lnTo>
                  <a:lnTo>
                    <a:pt x="309882" y="49831"/>
                  </a:lnTo>
                  <a:lnTo>
                    <a:pt x="307059" y="45362"/>
                  </a:lnTo>
                  <a:lnTo>
                    <a:pt x="304096" y="40985"/>
                  </a:lnTo>
                  <a:lnTo>
                    <a:pt x="300996" y="36703"/>
                  </a:lnTo>
                  <a:lnTo>
                    <a:pt x="297762" y="32522"/>
                  </a:lnTo>
                  <a:lnTo>
                    <a:pt x="294398" y="28445"/>
                  </a:lnTo>
                  <a:lnTo>
                    <a:pt x="290907" y="24476"/>
                  </a:lnTo>
                  <a:lnTo>
                    <a:pt x="287292" y="20620"/>
                  </a:lnTo>
                  <a:lnTo>
                    <a:pt x="283556" y="16880"/>
                  </a:lnTo>
                  <a:lnTo>
                    <a:pt x="279705" y="13259"/>
                  </a:lnTo>
                  <a:lnTo>
                    <a:pt x="275741" y="9763"/>
                  </a:lnTo>
                  <a:lnTo>
                    <a:pt x="271668" y="6393"/>
                  </a:lnTo>
                  <a:lnTo>
                    <a:pt x="167158" y="1368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617280" y="941493"/>
              <a:ext cx="104510" cy="167167"/>
            </a:xfrm>
            <a:custGeom>
              <a:avLst/>
              <a:pathLst>
                <a:path w="104510" h="167167">
                  <a:moveTo>
                    <a:pt x="104510" y="36696"/>
                  </a:moveTo>
                  <a:lnTo>
                    <a:pt x="100045" y="33242"/>
                  </a:lnTo>
                  <a:lnTo>
                    <a:pt x="95467" y="29941"/>
                  </a:lnTo>
                  <a:lnTo>
                    <a:pt x="90779" y="26796"/>
                  </a:lnTo>
                  <a:lnTo>
                    <a:pt x="85988" y="23811"/>
                  </a:lnTo>
                  <a:lnTo>
                    <a:pt x="81099" y="20990"/>
                  </a:lnTo>
                  <a:lnTo>
                    <a:pt x="76118" y="18335"/>
                  </a:lnTo>
                  <a:lnTo>
                    <a:pt x="71050" y="15850"/>
                  </a:lnTo>
                  <a:lnTo>
                    <a:pt x="65900" y="13537"/>
                  </a:lnTo>
                  <a:lnTo>
                    <a:pt x="60676" y="11400"/>
                  </a:lnTo>
                  <a:lnTo>
                    <a:pt x="55382" y="9440"/>
                  </a:lnTo>
                  <a:lnTo>
                    <a:pt x="50026" y="7660"/>
                  </a:lnTo>
                  <a:lnTo>
                    <a:pt x="44612" y="6062"/>
                  </a:lnTo>
                  <a:lnTo>
                    <a:pt x="39147" y="4648"/>
                  </a:lnTo>
                  <a:lnTo>
                    <a:pt x="33638" y="3419"/>
                  </a:lnTo>
                  <a:lnTo>
                    <a:pt x="28090" y="2377"/>
                  </a:lnTo>
                  <a:lnTo>
                    <a:pt x="22511" y="1522"/>
                  </a:lnTo>
                  <a:lnTo>
                    <a:pt x="16905" y="857"/>
                  </a:lnTo>
                  <a:lnTo>
                    <a:pt x="11281" y="381"/>
                  </a:lnTo>
                  <a:lnTo>
                    <a:pt x="5643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38742" y="1031511"/>
              <a:ext cx="167152" cy="185601"/>
            </a:xfrm>
            <a:custGeom>
              <a:avLst/>
              <a:pathLst>
                <a:path w="167152" h="185601">
                  <a:moveTo>
                    <a:pt x="167152" y="0"/>
                  </a:moveTo>
                  <a:lnTo>
                    <a:pt x="161748" y="87"/>
                  </a:lnTo>
                  <a:lnTo>
                    <a:pt x="156349" y="349"/>
                  </a:lnTo>
                  <a:lnTo>
                    <a:pt x="150962" y="785"/>
                  </a:lnTo>
                  <a:lnTo>
                    <a:pt x="145592" y="1396"/>
                  </a:lnTo>
                  <a:lnTo>
                    <a:pt x="140245" y="2179"/>
                  </a:lnTo>
                  <a:lnTo>
                    <a:pt x="134925" y="3135"/>
                  </a:lnTo>
                  <a:lnTo>
                    <a:pt x="129639" y="4263"/>
                  </a:lnTo>
                  <a:lnTo>
                    <a:pt x="124393" y="5561"/>
                  </a:lnTo>
                  <a:lnTo>
                    <a:pt x="119191" y="7027"/>
                  </a:lnTo>
                  <a:lnTo>
                    <a:pt x="114039" y="8661"/>
                  </a:lnTo>
                  <a:lnTo>
                    <a:pt x="108943" y="10461"/>
                  </a:lnTo>
                  <a:lnTo>
                    <a:pt x="103907" y="12425"/>
                  </a:lnTo>
                  <a:lnTo>
                    <a:pt x="98938" y="14550"/>
                  </a:lnTo>
                  <a:lnTo>
                    <a:pt x="94040" y="16835"/>
                  </a:lnTo>
                  <a:lnTo>
                    <a:pt x="89219" y="19277"/>
                  </a:lnTo>
                  <a:lnTo>
                    <a:pt x="84478" y="21874"/>
                  </a:lnTo>
                  <a:lnTo>
                    <a:pt x="79825" y="24622"/>
                  </a:lnTo>
                  <a:lnTo>
                    <a:pt x="75262" y="27520"/>
                  </a:lnTo>
                  <a:lnTo>
                    <a:pt x="70796" y="30563"/>
                  </a:lnTo>
                  <a:lnTo>
                    <a:pt x="66430" y="33750"/>
                  </a:lnTo>
                  <a:lnTo>
                    <a:pt x="62170" y="37075"/>
                  </a:lnTo>
                  <a:lnTo>
                    <a:pt x="58020" y="40537"/>
                  </a:lnTo>
                  <a:lnTo>
                    <a:pt x="53983" y="44131"/>
                  </a:lnTo>
                  <a:lnTo>
                    <a:pt x="50065" y="47854"/>
                  </a:lnTo>
                  <a:lnTo>
                    <a:pt x="46269" y="51701"/>
                  </a:lnTo>
                  <a:lnTo>
                    <a:pt x="42599" y="55669"/>
                  </a:lnTo>
                  <a:lnTo>
                    <a:pt x="39060" y="59754"/>
                  </a:lnTo>
                  <a:lnTo>
                    <a:pt x="35655" y="63951"/>
                  </a:lnTo>
                  <a:lnTo>
                    <a:pt x="32387" y="68256"/>
                  </a:lnTo>
                  <a:lnTo>
                    <a:pt x="29260" y="72664"/>
                  </a:lnTo>
                  <a:lnTo>
                    <a:pt x="26277" y="77171"/>
                  </a:lnTo>
                  <a:lnTo>
                    <a:pt x="23441" y="81772"/>
                  </a:lnTo>
                  <a:lnTo>
                    <a:pt x="20756" y="86463"/>
                  </a:lnTo>
                  <a:lnTo>
                    <a:pt x="18223" y="91237"/>
                  </a:lnTo>
                  <a:lnTo>
                    <a:pt x="15847" y="96091"/>
                  </a:lnTo>
                  <a:lnTo>
                    <a:pt x="13628" y="101020"/>
                  </a:lnTo>
                  <a:lnTo>
                    <a:pt x="11570" y="106017"/>
                  </a:lnTo>
                  <a:lnTo>
                    <a:pt x="9675" y="111079"/>
                  </a:lnTo>
                  <a:lnTo>
                    <a:pt x="7944" y="116199"/>
                  </a:lnTo>
                  <a:lnTo>
                    <a:pt x="6379" y="121372"/>
                  </a:lnTo>
                  <a:lnTo>
                    <a:pt x="4983" y="126593"/>
                  </a:lnTo>
                  <a:lnTo>
                    <a:pt x="3756" y="131857"/>
                  </a:lnTo>
                  <a:lnTo>
                    <a:pt x="2700" y="137157"/>
                  </a:lnTo>
                  <a:lnTo>
                    <a:pt x="1816" y="142489"/>
                  </a:lnTo>
                  <a:lnTo>
                    <a:pt x="1104" y="147847"/>
                  </a:lnTo>
                  <a:lnTo>
                    <a:pt x="567" y="153225"/>
                  </a:lnTo>
                  <a:lnTo>
                    <a:pt x="203" y="158617"/>
                  </a:lnTo>
                  <a:lnTo>
                    <a:pt x="14" y="164019"/>
                  </a:lnTo>
                  <a:lnTo>
                    <a:pt x="0" y="169424"/>
                  </a:lnTo>
                  <a:lnTo>
                    <a:pt x="160" y="174826"/>
                  </a:lnTo>
                  <a:lnTo>
                    <a:pt x="495" y="180220"/>
                  </a:lnTo>
                  <a:lnTo>
                    <a:pt x="1004" y="185601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39746" y="1198679"/>
              <a:ext cx="166147" cy="18434"/>
            </a:xfrm>
            <a:custGeom>
              <a:avLst/>
              <a:pathLst>
                <a:path w="166147" h="18434">
                  <a:moveTo>
                    <a:pt x="0" y="18434"/>
                  </a:moveTo>
                  <a:lnTo>
                    <a:pt x="16614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939746" y="1198679"/>
              <a:ext cx="166147" cy="165023"/>
            </a:xfrm>
            <a:custGeom>
              <a:avLst/>
              <a:pathLst>
                <a:path w="166147" h="165023">
                  <a:moveTo>
                    <a:pt x="0" y="18434"/>
                  </a:moveTo>
                  <a:lnTo>
                    <a:pt x="686" y="23822"/>
                  </a:lnTo>
                  <a:lnTo>
                    <a:pt x="1548" y="29186"/>
                  </a:lnTo>
                  <a:lnTo>
                    <a:pt x="2583" y="34519"/>
                  </a:lnTo>
                  <a:lnTo>
                    <a:pt x="3791" y="39816"/>
                  </a:lnTo>
                  <a:lnTo>
                    <a:pt x="5171" y="45070"/>
                  </a:lnTo>
                  <a:lnTo>
                    <a:pt x="6720" y="50277"/>
                  </a:lnTo>
                  <a:lnTo>
                    <a:pt x="8438" y="55431"/>
                  </a:lnTo>
                  <a:lnTo>
                    <a:pt x="10322" y="60526"/>
                  </a:lnTo>
                  <a:lnTo>
                    <a:pt x="12371" y="65558"/>
                  </a:lnTo>
                  <a:lnTo>
                    <a:pt x="14583" y="70520"/>
                  </a:lnTo>
                  <a:lnTo>
                    <a:pt x="16954" y="75407"/>
                  </a:lnTo>
                  <a:lnTo>
                    <a:pt x="19483" y="80215"/>
                  </a:lnTo>
                  <a:lnTo>
                    <a:pt x="22167" y="84939"/>
                  </a:lnTo>
                  <a:lnTo>
                    <a:pt x="25003" y="89572"/>
                  </a:lnTo>
                  <a:lnTo>
                    <a:pt x="27988" y="94111"/>
                  </a:lnTo>
                  <a:lnTo>
                    <a:pt x="31119" y="98551"/>
                  </a:lnTo>
                  <a:lnTo>
                    <a:pt x="34393" y="102886"/>
                  </a:lnTo>
                  <a:lnTo>
                    <a:pt x="37806" y="107113"/>
                  </a:lnTo>
                  <a:lnTo>
                    <a:pt x="41354" y="111227"/>
                  </a:lnTo>
                  <a:lnTo>
                    <a:pt x="45034" y="115223"/>
                  </a:lnTo>
                  <a:lnTo>
                    <a:pt x="48842" y="119098"/>
                  </a:lnTo>
                  <a:lnTo>
                    <a:pt x="52774" y="122846"/>
                  </a:lnTo>
                  <a:lnTo>
                    <a:pt x="56825" y="126466"/>
                  </a:lnTo>
                  <a:lnTo>
                    <a:pt x="60992" y="129951"/>
                  </a:lnTo>
                  <a:lnTo>
                    <a:pt x="65271" y="133299"/>
                  </a:lnTo>
                  <a:lnTo>
                    <a:pt x="69655" y="136507"/>
                  </a:lnTo>
                  <a:lnTo>
                    <a:pt x="74142" y="139570"/>
                  </a:lnTo>
                  <a:lnTo>
                    <a:pt x="78726" y="142486"/>
                  </a:lnTo>
                  <a:lnTo>
                    <a:pt x="83402" y="145251"/>
                  </a:lnTo>
                  <a:lnTo>
                    <a:pt x="88165" y="147863"/>
                  </a:lnTo>
                  <a:lnTo>
                    <a:pt x="93011" y="150319"/>
                  </a:lnTo>
                  <a:lnTo>
                    <a:pt x="97934" y="152616"/>
                  </a:lnTo>
                  <a:lnTo>
                    <a:pt x="102929" y="154752"/>
                  </a:lnTo>
                  <a:lnTo>
                    <a:pt x="107991" y="156725"/>
                  </a:lnTo>
                  <a:lnTo>
                    <a:pt x="113114" y="158532"/>
                  </a:lnTo>
                  <a:lnTo>
                    <a:pt x="118293" y="160171"/>
                  </a:lnTo>
                  <a:lnTo>
                    <a:pt x="123523" y="161641"/>
                  </a:lnTo>
                  <a:lnTo>
                    <a:pt x="128798" y="162941"/>
                  </a:lnTo>
                  <a:lnTo>
                    <a:pt x="134112" y="164069"/>
                  </a:lnTo>
                  <a:lnTo>
                    <a:pt x="139460" y="165023"/>
                  </a:lnTo>
                  <a:lnTo>
                    <a:pt x="16614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4079207" y="1031511"/>
              <a:ext cx="193835" cy="334334"/>
            </a:xfrm>
            <a:custGeom>
              <a:avLst/>
              <a:pathLst>
                <a:path w="193835" h="334334">
                  <a:moveTo>
                    <a:pt x="0" y="332190"/>
                  </a:moveTo>
                  <a:lnTo>
                    <a:pt x="5251" y="332954"/>
                  </a:lnTo>
                  <a:lnTo>
                    <a:pt x="10525" y="333551"/>
                  </a:lnTo>
                  <a:lnTo>
                    <a:pt x="15815" y="333980"/>
                  </a:lnTo>
                  <a:lnTo>
                    <a:pt x="21116" y="334242"/>
                  </a:lnTo>
                  <a:lnTo>
                    <a:pt x="26422" y="334334"/>
                  </a:lnTo>
                  <a:lnTo>
                    <a:pt x="31729" y="334258"/>
                  </a:lnTo>
                  <a:lnTo>
                    <a:pt x="37030" y="334014"/>
                  </a:lnTo>
                  <a:lnTo>
                    <a:pt x="42321" y="333602"/>
                  </a:lnTo>
                  <a:lnTo>
                    <a:pt x="47597" y="333021"/>
                  </a:lnTo>
                  <a:lnTo>
                    <a:pt x="52851" y="332274"/>
                  </a:lnTo>
                  <a:lnTo>
                    <a:pt x="58079" y="331360"/>
                  </a:lnTo>
                  <a:lnTo>
                    <a:pt x="63275" y="330281"/>
                  </a:lnTo>
                  <a:lnTo>
                    <a:pt x="68435" y="329037"/>
                  </a:lnTo>
                  <a:lnTo>
                    <a:pt x="73552" y="327631"/>
                  </a:lnTo>
                  <a:lnTo>
                    <a:pt x="78622" y="326062"/>
                  </a:lnTo>
                  <a:lnTo>
                    <a:pt x="83640" y="324333"/>
                  </a:lnTo>
                  <a:lnTo>
                    <a:pt x="88601" y="322446"/>
                  </a:lnTo>
                  <a:lnTo>
                    <a:pt x="93499" y="320402"/>
                  </a:lnTo>
                  <a:lnTo>
                    <a:pt x="98329" y="318204"/>
                  </a:lnTo>
                  <a:lnTo>
                    <a:pt x="103088" y="315854"/>
                  </a:lnTo>
                  <a:lnTo>
                    <a:pt x="107769" y="313354"/>
                  </a:lnTo>
                  <a:lnTo>
                    <a:pt x="112369" y="310706"/>
                  </a:lnTo>
                  <a:lnTo>
                    <a:pt x="116882" y="307914"/>
                  </a:lnTo>
                  <a:lnTo>
                    <a:pt x="121304" y="304980"/>
                  </a:lnTo>
                  <a:lnTo>
                    <a:pt x="125631" y="301907"/>
                  </a:lnTo>
                  <a:lnTo>
                    <a:pt x="129859" y="298698"/>
                  </a:lnTo>
                  <a:lnTo>
                    <a:pt x="133982" y="295357"/>
                  </a:lnTo>
                  <a:lnTo>
                    <a:pt x="137997" y="291886"/>
                  </a:lnTo>
                  <a:lnTo>
                    <a:pt x="141900" y="288290"/>
                  </a:lnTo>
                  <a:lnTo>
                    <a:pt x="145687" y="284572"/>
                  </a:lnTo>
                  <a:lnTo>
                    <a:pt x="149354" y="280735"/>
                  </a:lnTo>
                  <a:lnTo>
                    <a:pt x="152897" y="276784"/>
                  </a:lnTo>
                  <a:lnTo>
                    <a:pt x="156313" y="272722"/>
                  </a:lnTo>
                  <a:lnTo>
                    <a:pt x="159599" y="268554"/>
                  </a:lnTo>
                  <a:lnTo>
                    <a:pt x="162750" y="264284"/>
                  </a:lnTo>
                  <a:lnTo>
                    <a:pt x="165764" y="259916"/>
                  </a:lnTo>
                  <a:lnTo>
                    <a:pt x="168639" y="255454"/>
                  </a:lnTo>
                  <a:lnTo>
                    <a:pt x="171370" y="250903"/>
                  </a:lnTo>
                  <a:lnTo>
                    <a:pt x="173955" y="246268"/>
                  </a:lnTo>
                  <a:lnTo>
                    <a:pt x="176392" y="241554"/>
                  </a:lnTo>
                  <a:lnTo>
                    <a:pt x="178678" y="236764"/>
                  </a:lnTo>
                  <a:lnTo>
                    <a:pt x="180810" y="231904"/>
                  </a:lnTo>
                  <a:lnTo>
                    <a:pt x="182788" y="226979"/>
                  </a:lnTo>
                  <a:lnTo>
                    <a:pt x="184608" y="221994"/>
                  </a:lnTo>
                  <a:lnTo>
                    <a:pt x="186268" y="216953"/>
                  </a:lnTo>
                  <a:lnTo>
                    <a:pt x="187768" y="211862"/>
                  </a:lnTo>
                  <a:lnTo>
                    <a:pt x="189106" y="206726"/>
                  </a:lnTo>
                  <a:lnTo>
                    <a:pt x="190280" y="201550"/>
                  </a:lnTo>
                  <a:lnTo>
                    <a:pt x="191289" y="196340"/>
                  </a:lnTo>
                  <a:lnTo>
                    <a:pt x="192132" y="191100"/>
                  </a:lnTo>
                  <a:lnTo>
                    <a:pt x="192808" y="185836"/>
                  </a:lnTo>
                  <a:lnTo>
                    <a:pt x="193317" y="180554"/>
                  </a:lnTo>
                  <a:lnTo>
                    <a:pt x="193658" y="175257"/>
                  </a:lnTo>
                  <a:lnTo>
                    <a:pt x="193831" y="169953"/>
                  </a:lnTo>
                  <a:lnTo>
                    <a:pt x="193835" y="164646"/>
                  </a:lnTo>
                  <a:lnTo>
                    <a:pt x="193671" y="159341"/>
                  </a:lnTo>
                  <a:lnTo>
                    <a:pt x="193338" y="154044"/>
                  </a:lnTo>
                  <a:lnTo>
                    <a:pt x="192838" y="148761"/>
                  </a:lnTo>
                  <a:lnTo>
                    <a:pt x="192170" y="143496"/>
                  </a:lnTo>
                  <a:lnTo>
                    <a:pt x="191335" y="138254"/>
                  </a:lnTo>
                  <a:lnTo>
                    <a:pt x="190334" y="133042"/>
                  </a:lnTo>
                  <a:lnTo>
                    <a:pt x="189168" y="127865"/>
                  </a:lnTo>
                  <a:lnTo>
                    <a:pt x="187839" y="122727"/>
                  </a:lnTo>
                  <a:lnTo>
                    <a:pt x="186347" y="117634"/>
                  </a:lnTo>
                  <a:lnTo>
                    <a:pt x="184694" y="112590"/>
                  </a:lnTo>
                  <a:lnTo>
                    <a:pt x="182882" y="107602"/>
                  </a:lnTo>
                  <a:lnTo>
                    <a:pt x="180913" y="102674"/>
                  </a:lnTo>
                  <a:lnTo>
                    <a:pt x="178788" y="97811"/>
                  </a:lnTo>
                  <a:lnTo>
                    <a:pt x="176509" y="93017"/>
                  </a:lnTo>
                  <a:lnTo>
                    <a:pt x="174080" y="88299"/>
                  </a:lnTo>
                  <a:lnTo>
                    <a:pt x="171502" y="83660"/>
                  </a:lnTo>
                  <a:lnTo>
                    <a:pt x="168778" y="79105"/>
                  </a:lnTo>
                  <a:lnTo>
                    <a:pt x="165911" y="74639"/>
                  </a:lnTo>
                  <a:lnTo>
                    <a:pt x="162904" y="70266"/>
                  </a:lnTo>
                  <a:lnTo>
                    <a:pt x="159759" y="65990"/>
                  </a:lnTo>
                  <a:lnTo>
                    <a:pt x="156480" y="61817"/>
                  </a:lnTo>
                  <a:lnTo>
                    <a:pt x="153071" y="57750"/>
                  </a:lnTo>
                  <a:lnTo>
                    <a:pt x="149534" y="53793"/>
                  </a:lnTo>
                  <a:lnTo>
                    <a:pt x="145873" y="49951"/>
                  </a:lnTo>
                  <a:lnTo>
                    <a:pt x="142092" y="46226"/>
                  </a:lnTo>
                  <a:lnTo>
                    <a:pt x="138195" y="42624"/>
                  </a:lnTo>
                  <a:lnTo>
                    <a:pt x="134185" y="39147"/>
                  </a:lnTo>
                  <a:lnTo>
                    <a:pt x="130067" y="35799"/>
                  </a:lnTo>
                  <a:lnTo>
                    <a:pt x="125845" y="32584"/>
                  </a:lnTo>
                  <a:lnTo>
                    <a:pt x="121522" y="29504"/>
                  </a:lnTo>
                  <a:lnTo>
                    <a:pt x="117105" y="26563"/>
                  </a:lnTo>
                  <a:lnTo>
                    <a:pt x="112596" y="23763"/>
                  </a:lnTo>
                  <a:lnTo>
                    <a:pt x="108000" y="21109"/>
                  </a:lnTo>
                  <a:lnTo>
                    <a:pt x="103323" y="18601"/>
                  </a:lnTo>
                  <a:lnTo>
                    <a:pt x="98568" y="16243"/>
                  </a:lnTo>
                  <a:lnTo>
                    <a:pt x="93741" y="14037"/>
                  </a:lnTo>
                  <a:lnTo>
                    <a:pt x="88846" y="11986"/>
                  </a:lnTo>
                  <a:lnTo>
                    <a:pt x="83889" y="10091"/>
                  </a:lnTo>
                  <a:lnTo>
                    <a:pt x="78874" y="8354"/>
                  </a:lnTo>
                  <a:lnTo>
                    <a:pt x="73806" y="6778"/>
                  </a:lnTo>
                  <a:lnTo>
                    <a:pt x="68691" y="5363"/>
                  </a:lnTo>
                  <a:lnTo>
                    <a:pt x="63534" y="4111"/>
                  </a:lnTo>
                  <a:lnTo>
                    <a:pt x="58339" y="3023"/>
                  </a:lnTo>
                  <a:lnTo>
                    <a:pt x="53113" y="2101"/>
                  </a:lnTo>
                  <a:lnTo>
                    <a:pt x="47859" y="1346"/>
                  </a:lnTo>
                  <a:lnTo>
                    <a:pt x="42585" y="757"/>
                  </a:lnTo>
                  <a:lnTo>
                    <a:pt x="37294" y="336"/>
                  </a:lnTo>
                  <a:lnTo>
                    <a:pt x="31993" y="84"/>
                  </a:lnTo>
                  <a:lnTo>
                    <a:pt x="26687" y="0"/>
                  </a:lnTo>
                  <a:lnTo>
                    <a:pt x="266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461922" y="1236837"/>
              <a:ext cx="167165" cy="330983"/>
            </a:xfrm>
            <a:custGeom>
              <a:avLst/>
              <a:pathLst>
                <a:path w="167165" h="330983">
                  <a:moveTo>
                    <a:pt x="167165" y="0"/>
                  </a:moveTo>
                  <a:lnTo>
                    <a:pt x="161822" y="85"/>
                  </a:lnTo>
                  <a:lnTo>
                    <a:pt x="156485" y="341"/>
                  </a:lnTo>
                  <a:lnTo>
                    <a:pt x="151158" y="768"/>
                  </a:lnTo>
                  <a:lnTo>
                    <a:pt x="145848" y="1364"/>
                  </a:lnTo>
                  <a:lnTo>
                    <a:pt x="140559" y="2130"/>
                  </a:lnTo>
                  <a:lnTo>
                    <a:pt x="135298" y="3065"/>
                  </a:lnTo>
                  <a:lnTo>
                    <a:pt x="130069" y="4167"/>
                  </a:lnTo>
                  <a:lnTo>
                    <a:pt x="124878" y="5436"/>
                  </a:lnTo>
                  <a:lnTo>
                    <a:pt x="119731" y="6871"/>
                  </a:lnTo>
                  <a:lnTo>
                    <a:pt x="114631" y="8469"/>
                  </a:lnTo>
                  <a:lnTo>
                    <a:pt x="109586" y="10229"/>
                  </a:lnTo>
                  <a:lnTo>
                    <a:pt x="104599" y="12149"/>
                  </a:lnTo>
                  <a:lnTo>
                    <a:pt x="99676" y="14228"/>
                  </a:lnTo>
                  <a:lnTo>
                    <a:pt x="94823" y="16464"/>
                  </a:lnTo>
                  <a:lnTo>
                    <a:pt x="90043" y="18853"/>
                  </a:lnTo>
                  <a:lnTo>
                    <a:pt x="85342" y="21394"/>
                  </a:lnTo>
                  <a:lnTo>
                    <a:pt x="80724" y="24083"/>
                  </a:lnTo>
                  <a:lnTo>
                    <a:pt x="76195" y="26919"/>
                  </a:lnTo>
                  <a:lnTo>
                    <a:pt x="71759" y="29899"/>
                  </a:lnTo>
                  <a:lnTo>
                    <a:pt x="67420" y="33018"/>
                  </a:lnTo>
                  <a:lnTo>
                    <a:pt x="63184" y="36275"/>
                  </a:lnTo>
                  <a:lnTo>
                    <a:pt x="59053" y="39665"/>
                  </a:lnTo>
                  <a:lnTo>
                    <a:pt x="55033" y="43186"/>
                  </a:lnTo>
                  <a:lnTo>
                    <a:pt x="51128" y="46833"/>
                  </a:lnTo>
                  <a:lnTo>
                    <a:pt x="47341" y="50603"/>
                  </a:lnTo>
                  <a:lnTo>
                    <a:pt x="43677" y="54493"/>
                  </a:lnTo>
                  <a:lnTo>
                    <a:pt x="40138" y="58497"/>
                  </a:lnTo>
                  <a:lnTo>
                    <a:pt x="36730" y="62613"/>
                  </a:lnTo>
                  <a:lnTo>
                    <a:pt x="33455" y="66835"/>
                  </a:lnTo>
                  <a:lnTo>
                    <a:pt x="30316" y="71160"/>
                  </a:lnTo>
                  <a:lnTo>
                    <a:pt x="27318" y="75583"/>
                  </a:lnTo>
                  <a:lnTo>
                    <a:pt x="24462" y="80100"/>
                  </a:lnTo>
                  <a:lnTo>
                    <a:pt x="21752" y="84706"/>
                  </a:lnTo>
                  <a:lnTo>
                    <a:pt x="19190" y="89395"/>
                  </a:lnTo>
                  <a:lnTo>
                    <a:pt x="16780" y="94165"/>
                  </a:lnTo>
                  <a:lnTo>
                    <a:pt x="14524" y="99009"/>
                  </a:lnTo>
                  <a:lnTo>
                    <a:pt x="12423" y="103922"/>
                  </a:lnTo>
                  <a:lnTo>
                    <a:pt x="10481" y="108901"/>
                  </a:lnTo>
                  <a:lnTo>
                    <a:pt x="8699" y="113938"/>
                  </a:lnTo>
                  <a:lnTo>
                    <a:pt x="7078" y="119030"/>
                  </a:lnTo>
                  <a:lnTo>
                    <a:pt x="5622" y="124172"/>
                  </a:lnTo>
                  <a:lnTo>
                    <a:pt x="4330" y="129357"/>
                  </a:lnTo>
                  <a:lnTo>
                    <a:pt x="3205" y="134581"/>
                  </a:lnTo>
                  <a:lnTo>
                    <a:pt x="2247" y="139838"/>
                  </a:lnTo>
                  <a:lnTo>
                    <a:pt x="1458" y="145123"/>
                  </a:lnTo>
                  <a:lnTo>
                    <a:pt x="838" y="150431"/>
                  </a:lnTo>
                  <a:lnTo>
                    <a:pt x="388" y="155756"/>
                  </a:lnTo>
                  <a:lnTo>
                    <a:pt x="108" y="161092"/>
                  </a:lnTo>
                  <a:lnTo>
                    <a:pt x="0" y="166435"/>
                  </a:lnTo>
                  <a:lnTo>
                    <a:pt x="62" y="171778"/>
                  </a:lnTo>
                  <a:lnTo>
                    <a:pt x="294" y="177117"/>
                  </a:lnTo>
                  <a:lnTo>
                    <a:pt x="698" y="182445"/>
                  </a:lnTo>
                  <a:lnTo>
                    <a:pt x="1271" y="187758"/>
                  </a:lnTo>
                  <a:lnTo>
                    <a:pt x="2014" y="193050"/>
                  </a:lnTo>
                  <a:lnTo>
                    <a:pt x="2925" y="198315"/>
                  </a:lnTo>
                  <a:lnTo>
                    <a:pt x="4005" y="203549"/>
                  </a:lnTo>
                  <a:lnTo>
                    <a:pt x="5251" y="208745"/>
                  </a:lnTo>
                  <a:lnTo>
                    <a:pt x="6663" y="213899"/>
                  </a:lnTo>
                  <a:lnTo>
                    <a:pt x="8238" y="219005"/>
                  </a:lnTo>
                  <a:lnTo>
                    <a:pt x="9977" y="224058"/>
                  </a:lnTo>
                  <a:lnTo>
                    <a:pt x="11875" y="229053"/>
                  </a:lnTo>
                  <a:lnTo>
                    <a:pt x="13933" y="233985"/>
                  </a:lnTo>
                  <a:lnTo>
                    <a:pt x="16147" y="238849"/>
                  </a:lnTo>
                  <a:lnTo>
                    <a:pt x="18515" y="243639"/>
                  </a:lnTo>
                  <a:lnTo>
                    <a:pt x="21035" y="248351"/>
                  </a:lnTo>
                  <a:lnTo>
                    <a:pt x="23705" y="252980"/>
                  </a:lnTo>
                  <a:lnTo>
                    <a:pt x="26521" y="257522"/>
                  </a:lnTo>
                  <a:lnTo>
                    <a:pt x="29480" y="261971"/>
                  </a:lnTo>
                  <a:lnTo>
                    <a:pt x="32581" y="266323"/>
                  </a:lnTo>
                  <a:lnTo>
                    <a:pt x="35819" y="270574"/>
                  </a:lnTo>
                  <a:lnTo>
                    <a:pt x="39191" y="274720"/>
                  </a:lnTo>
                  <a:lnTo>
                    <a:pt x="42694" y="278755"/>
                  </a:lnTo>
                  <a:lnTo>
                    <a:pt x="46324" y="282676"/>
                  </a:lnTo>
                  <a:lnTo>
                    <a:pt x="50078" y="286480"/>
                  </a:lnTo>
                  <a:lnTo>
                    <a:pt x="53951" y="290161"/>
                  </a:lnTo>
                  <a:lnTo>
                    <a:pt x="57940" y="293717"/>
                  </a:lnTo>
                  <a:lnTo>
                    <a:pt x="62041" y="297143"/>
                  </a:lnTo>
                  <a:lnTo>
                    <a:pt x="66249" y="300437"/>
                  </a:lnTo>
                  <a:lnTo>
                    <a:pt x="70560" y="303594"/>
                  </a:lnTo>
                  <a:lnTo>
                    <a:pt x="74970" y="306612"/>
                  </a:lnTo>
                  <a:lnTo>
                    <a:pt x="79474" y="309488"/>
                  </a:lnTo>
                  <a:lnTo>
                    <a:pt x="84068" y="312218"/>
                  </a:lnTo>
                  <a:lnTo>
                    <a:pt x="88746" y="314800"/>
                  </a:lnTo>
                  <a:lnTo>
                    <a:pt x="93505" y="317231"/>
                  </a:lnTo>
                  <a:lnTo>
                    <a:pt x="98339" y="319508"/>
                  </a:lnTo>
                  <a:lnTo>
                    <a:pt x="103244" y="321630"/>
                  </a:lnTo>
                  <a:lnTo>
                    <a:pt x="108213" y="323595"/>
                  </a:lnTo>
                  <a:lnTo>
                    <a:pt x="113243" y="325399"/>
                  </a:lnTo>
                  <a:lnTo>
                    <a:pt x="118328" y="327042"/>
                  </a:lnTo>
                  <a:lnTo>
                    <a:pt x="123463" y="328521"/>
                  </a:lnTo>
                  <a:lnTo>
                    <a:pt x="128643" y="329835"/>
                  </a:lnTo>
                  <a:lnTo>
                    <a:pt x="133861" y="330983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95784" y="1404005"/>
              <a:ext cx="33303" cy="163816"/>
            </a:xfrm>
            <a:custGeom>
              <a:avLst/>
              <a:pathLst>
                <a:path w="33303" h="163816">
                  <a:moveTo>
                    <a:pt x="0" y="163816"/>
                  </a:moveTo>
                  <a:lnTo>
                    <a:pt x="3330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595784" y="1237719"/>
              <a:ext cx="200467" cy="333444"/>
            </a:xfrm>
            <a:custGeom>
              <a:avLst/>
              <a:pathLst>
                <a:path w="200467" h="333444">
                  <a:moveTo>
                    <a:pt x="0" y="330101"/>
                  </a:moveTo>
                  <a:lnTo>
                    <a:pt x="5218" y="331076"/>
                  </a:lnTo>
                  <a:lnTo>
                    <a:pt x="10465" y="331885"/>
                  </a:lnTo>
                  <a:lnTo>
                    <a:pt x="15735" y="332527"/>
                  </a:lnTo>
                  <a:lnTo>
                    <a:pt x="21022" y="333001"/>
                  </a:lnTo>
                  <a:lnTo>
                    <a:pt x="26322" y="333307"/>
                  </a:lnTo>
                  <a:lnTo>
                    <a:pt x="31629" y="333444"/>
                  </a:lnTo>
                  <a:lnTo>
                    <a:pt x="36938" y="333413"/>
                  </a:lnTo>
                  <a:lnTo>
                    <a:pt x="42243" y="333213"/>
                  </a:lnTo>
                  <a:lnTo>
                    <a:pt x="47539" y="332845"/>
                  </a:lnTo>
                  <a:lnTo>
                    <a:pt x="52821" y="332309"/>
                  </a:lnTo>
                  <a:lnTo>
                    <a:pt x="58083" y="331606"/>
                  </a:lnTo>
                  <a:lnTo>
                    <a:pt x="63320" y="330736"/>
                  </a:lnTo>
                  <a:lnTo>
                    <a:pt x="68527" y="329700"/>
                  </a:lnTo>
                  <a:lnTo>
                    <a:pt x="73698" y="328499"/>
                  </a:lnTo>
                  <a:lnTo>
                    <a:pt x="78828" y="327134"/>
                  </a:lnTo>
                  <a:lnTo>
                    <a:pt x="83913" y="325608"/>
                  </a:lnTo>
                  <a:lnTo>
                    <a:pt x="88946" y="323920"/>
                  </a:lnTo>
                  <a:lnTo>
                    <a:pt x="93924" y="322074"/>
                  </a:lnTo>
                  <a:lnTo>
                    <a:pt x="98840" y="320070"/>
                  </a:lnTo>
                  <a:lnTo>
                    <a:pt x="103690" y="317912"/>
                  </a:lnTo>
                  <a:lnTo>
                    <a:pt x="108469" y="315600"/>
                  </a:lnTo>
                  <a:lnTo>
                    <a:pt x="113173" y="313138"/>
                  </a:lnTo>
                  <a:lnTo>
                    <a:pt x="117796" y="310528"/>
                  </a:lnTo>
                  <a:lnTo>
                    <a:pt x="122333" y="307772"/>
                  </a:lnTo>
                  <a:lnTo>
                    <a:pt x="126781" y="304874"/>
                  </a:lnTo>
                  <a:lnTo>
                    <a:pt x="131135" y="301836"/>
                  </a:lnTo>
                  <a:lnTo>
                    <a:pt x="135390" y="298661"/>
                  </a:lnTo>
                  <a:lnTo>
                    <a:pt x="139541" y="295353"/>
                  </a:lnTo>
                  <a:lnTo>
                    <a:pt x="143586" y="291914"/>
                  </a:lnTo>
                  <a:lnTo>
                    <a:pt x="147520" y="288349"/>
                  </a:lnTo>
                  <a:lnTo>
                    <a:pt x="151338" y="284661"/>
                  </a:lnTo>
                  <a:lnTo>
                    <a:pt x="155037" y="280853"/>
                  </a:lnTo>
                  <a:lnTo>
                    <a:pt x="158614" y="276930"/>
                  </a:lnTo>
                  <a:lnTo>
                    <a:pt x="162064" y="272895"/>
                  </a:lnTo>
                  <a:lnTo>
                    <a:pt x="165384" y="268752"/>
                  </a:lnTo>
                  <a:lnTo>
                    <a:pt x="168572" y="264507"/>
                  </a:lnTo>
                  <a:lnTo>
                    <a:pt x="171622" y="260162"/>
                  </a:lnTo>
                  <a:lnTo>
                    <a:pt x="174533" y="255723"/>
                  </a:lnTo>
                  <a:lnTo>
                    <a:pt x="177302" y="251193"/>
                  </a:lnTo>
                  <a:lnTo>
                    <a:pt x="179926" y="246578"/>
                  </a:lnTo>
                  <a:lnTo>
                    <a:pt x="182401" y="241881"/>
                  </a:lnTo>
                  <a:lnTo>
                    <a:pt x="184726" y="237109"/>
                  </a:lnTo>
                  <a:lnTo>
                    <a:pt x="186899" y="232265"/>
                  </a:lnTo>
                  <a:lnTo>
                    <a:pt x="188917" y="227354"/>
                  </a:lnTo>
                  <a:lnTo>
                    <a:pt x="190777" y="222382"/>
                  </a:lnTo>
                  <a:lnTo>
                    <a:pt x="192479" y="217354"/>
                  </a:lnTo>
                  <a:lnTo>
                    <a:pt x="194021" y="212274"/>
                  </a:lnTo>
                  <a:lnTo>
                    <a:pt x="195400" y="207147"/>
                  </a:lnTo>
                  <a:lnTo>
                    <a:pt x="196616" y="201979"/>
                  </a:lnTo>
                  <a:lnTo>
                    <a:pt x="197667" y="196776"/>
                  </a:lnTo>
                  <a:lnTo>
                    <a:pt x="198552" y="191541"/>
                  </a:lnTo>
                  <a:lnTo>
                    <a:pt x="199271" y="186281"/>
                  </a:lnTo>
                  <a:lnTo>
                    <a:pt x="199822" y="181001"/>
                  </a:lnTo>
                  <a:lnTo>
                    <a:pt x="200205" y="175706"/>
                  </a:lnTo>
                  <a:lnTo>
                    <a:pt x="200420" y="170402"/>
                  </a:lnTo>
                  <a:lnTo>
                    <a:pt x="200467" y="165093"/>
                  </a:lnTo>
                  <a:lnTo>
                    <a:pt x="200344" y="159786"/>
                  </a:lnTo>
                  <a:lnTo>
                    <a:pt x="200054" y="154485"/>
                  </a:lnTo>
                  <a:lnTo>
                    <a:pt x="199595" y="149196"/>
                  </a:lnTo>
                  <a:lnTo>
                    <a:pt x="198969" y="143924"/>
                  </a:lnTo>
                  <a:lnTo>
                    <a:pt x="198175" y="138675"/>
                  </a:lnTo>
                  <a:lnTo>
                    <a:pt x="197215" y="133454"/>
                  </a:lnTo>
                  <a:lnTo>
                    <a:pt x="196090" y="128265"/>
                  </a:lnTo>
                  <a:lnTo>
                    <a:pt x="194801" y="123116"/>
                  </a:lnTo>
                  <a:lnTo>
                    <a:pt x="193348" y="118009"/>
                  </a:lnTo>
                  <a:lnTo>
                    <a:pt x="191735" y="112952"/>
                  </a:lnTo>
                  <a:lnTo>
                    <a:pt x="189961" y="107948"/>
                  </a:lnTo>
                  <a:lnTo>
                    <a:pt x="188030" y="103003"/>
                  </a:lnTo>
                  <a:lnTo>
                    <a:pt x="185942" y="98121"/>
                  </a:lnTo>
                  <a:lnTo>
                    <a:pt x="183701" y="93309"/>
                  </a:lnTo>
                  <a:lnTo>
                    <a:pt x="181308" y="88570"/>
                  </a:lnTo>
                  <a:lnTo>
                    <a:pt x="178766" y="83910"/>
                  </a:lnTo>
                  <a:lnTo>
                    <a:pt x="176077" y="79332"/>
                  </a:lnTo>
                  <a:lnTo>
                    <a:pt x="173243" y="74843"/>
                  </a:lnTo>
                  <a:lnTo>
                    <a:pt x="170269" y="70445"/>
                  </a:lnTo>
                  <a:lnTo>
                    <a:pt x="167157" y="66144"/>
                  </a:lnTo>
                  <a:lnTo>
                    <a:pt x="163910" y="61945"/>
                  </a:lnTo>
                  <a:lnTo>
                    <a:pt x="160531" y="57850"/>
                  </a:lnTo>
                  <a:lnTo>
                    <a:pt x="157023" y="53865"/>
                  </a:lnTo>
                  <a:lnTo>
                    <a:pt x="153391" y="49993"/>
                  </a:lnTo>
                  <a:lnTo>
                    <a:pt x="149638" y="46238"/>
                  </a:lnTo>
                  <a:lnTo>
                    <a:pt x="145767" y="42605"/>
                  </a:lnTo>
                  <a:lnTo>
                    <a:pt x="141783" y="39096"/>
                  </a:lnTo>
                  <a:lnTo>
                    <a:pt x="137690" y="35716"/>
                  </a:lnTo>
                  <a:lnTo>
                    <a:pt x="133491" y="32467"/>
                  </a:lnTo>
                  <a:lnTo>
                    <a:pt x="129192" y="29353"/>
                  </a:lnTo>
                  <a:lnTo>
                    <a:pt x="124795" y="26377"/>
                  </a:lnTo>
                  <a:lnTo>
                    <a:pt x="120306" y="23543"/>
                  </a:lnTo>
                  <a:lnTo>
                    <a:pt x="115730" y="20852"/>
                  </a:lnTo>
                  <a:lnTo>
                    <a:pt x="111070" y="18308"/>
                  </a:lnTo>
                  <a:lnTo>
                    <a:pt x="106332" y="15913"/>
                  </a:lnTo>
                  <a:lnTo>
                    <a:pt x="101521" y="13670"/>
                  </a:lnTo>
                  <a:lnTo>
                    <a:pt x="96640" y="11581"/>
                  </a:lnTo>
                  <a:lnTo>
                    <a:pt x="91696" y="9648"/>
                  </a:lnTo>
                  <a:lnTo>
                    <a:pt x="86693" y="7873"/>
                  </a:lnTo>
                  <a:lnTo>
                    <a:pt x="81636" y="6257"/>
                  </a:lnTo>
                  <a:lnTo>
                    <a:pt x="76530" y="4803"/>
                  </a:lnTo>
                  <a:lnTo>
                    <a:pt x="71380" y="3512"/>
                  </a:lnTo>
                  <a:lnTo>
                    <a:pt x="66193" y="2385"/>
                  </a:lnTo>
                  <a:lnTo>
                    <a:pt x="60972" y="1423"/>
                  </a:lnTo>
                  <a:lnTo>
                    <a:pt x="55723" y="628"/>
                  </a:lnTo>
                  <a:lnTo>
                    <a:pt x="50451" y="0"/>
                  </a:lnTo>
                  <a:lnTo>
                    <a:pt x="33303" y="1662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629088" y="1236837"/>
              <a:ext cx="17147" cy="167167"/>
            </a:xfrm>
            <a:custGeom>
              <a:avLst/>
              <a:pathLst>
                <a:path w="17147" h="167167">
                  <a:moveTo>
                    <a:pt x="17147" y="881"/>
                  </a:moveTo>
                  <a:lnTo>
                    <a:pt x="8585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97981" y="1546402"/>
              <a:ext cx="114584" cy="167167"/>
            </a:xfrm>
            <a:custGeom>
              <a:avLst/>
              <a:pathLst>
                <a:path w="114584" h="167167">
                  <a:moveTo>
                    <a:pt x="114584" y="0"/>
                  </a:moveTo>
                  <a:lnTo>
                    <a:pt x="109096" y="90"/>
                  </a:lnTo>
                  <a:lnTo>
                    <a:pt x="103614" y="360"/>
                  </a:lnTo>
                  <a:lnTo>
                    <a:pt x="98144" y="810"/>
                  </a:lnTo>
                  <a:lnTo>
                    <a:pt x="92691" y="1439"/>
                  </a:lnTo>
                  <a:lnTo>
                    <a:pt x="87262" y="2247"/>
                  </a:lnTo>
                  <a:lnTo>
                    <a:pt x="81863" y="3233"/>
                  </a:lnTo>
                  <a:lnTo>
                    <a:pt x="76498" y="4396"/>
                  </a:lnTo>
                  <a:lnTo>
                    <a:pt x="71175" y="5734"/>
                  </a:lnTo>
                  <a:lnTo>
                    <a:pt x="65899" y="7246"/>
                  </a:lnTo>
                  <a:lnTo>
                    <a:pt x="60675" y="8931"/>
                  </a:lnTo>
                  <a:lnTo>
                    <a:pt x="55509" y="10786"/>
                  </a:lnTo>
                  <a:lnTo>
                    <a:pt x="50407" y="12810"/>
                  </a:lnTo>
                  <a:lnTo>
                    <a:pt x="45374" y="15000"/>
                  </a:lnTo>
                  <a:lnTo>
                    <a:pt x="40416" y="17354"/>
                  </a:lnTo>
                  <a:lnTo>
                    <a:pt x="35537" y="19870"/>
                  </a:lnTo>
                  <a:lnTo>
                    <a:pt x="30744" y="22544"/>
                  </a:lnTo>
                  <a:lnTo>
                    <a:pt x="26041" y="25374"/>
                  </a:lnTo>
                  <a:lnTo>
                    <a:pt x="21434" y="28358"/>
                  </a:lnTo>
                  <a:lnTo>
                    <a:pt x="16927" y="31491"/>
                  </a:lnTo>
                  <a:lnTo>
                    <a:pt x="12526" y="34770"/>
                  </a:lnTo>
                  <a:lnTo>
                    <a:pt x="8234" y="38192"/>
                  </a:lnTo>
                  <a:lnTo>
                    <a:pt x="4057" y="41753"/>
                  </a:lnTo>
                  <a:lnTo>
                    <a:pt x="0" y="45449"/>
                  </a:lnTo>
                  <a:lnTo>
                    <a:pt x="11458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97981" y="1591851"/>
              <a:ext cx="114584" cy="121718"/>
            </a:xfrm>
            <a:custGeom>
              <a:avLst/>
              <a:pathLst>
                <a:path w="114584" h="121718">
                  <a:moveTo>
                    <a:pt x="0" y="0"/>
                  </a:moveTo>
                  <a:lnTo>
                    <a:pt x="114584" y="1217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45403" y="1577722"/>
              <a:ext cx="334330" cy="303001"/>
            </a:xfrm>
            <a:custGeom>
              <a:avLst/>
              <a:pathLst>
                <a:path w="334330" h="303001">
                  <a:moveTo>
                    <a:pt x="52578" y="14128"/>
                  </a:moveTo>
                  <a:lnTo>
                    <a:pt x="48783" y="17815"/>
                  </a:lnTo>
                  <a:lnTo>
                    <a:pt x="45107" y="21621"/>
                  </a:lnTo>
                  <a:lnTo>
                    <a:pt x="41554" y="25540"/>
                  </a:lnTo>
                  <a:lnTo>
                    <a:pt x="38126" y="29571"/>
                  </a:lnTo>
                  <a:lnTo>
                    <a:pt x="34828" y="33707"/>
                  </a:lnTo>
                  <a:lnTo>
                    <a:pt x="31662" y="37946"/>
                  </a:lnTo>
                  <a:lnTo>
                    <a:pt x="28631" y="42283"/>
                  </a:lnTo>
                  <a:lnTo>
                    <a:pt x="25740" y="46714"/>
                  </a:lnTo>
                  <a:lnTo>
                    <a:pt x="22990" y="51234"/>
                  </a:lnTo>
                  <a:lnTo>
                    <a:pt x="20385" y="55839"/>
                  </a:lnTo>
                  <a:lnTo>
                    <a:pt x="17926" y="60523"/>
                  </a:lnTo>
                  <a:lnTo>
                    <a:pt x="15618" y="65284"/>
                  </a:lnTo>
                  <a:lnTo>
                    <a:pt x="13460" y="70115"/>
                  </a:lnTo>
                  <a:lnTo>
                    <a:pt x="11457" y="75012"/>
                  </a:lnTo>
                  <a:lnTo>
                    <a:pt x="9610" y="79969"/>
                  </a:lnTo>
                  <a:lnTo>
                    <a:pt x="7921" y="84983"/>
                  </a:lnTo>
                  <a:lnTo>
                    <a:pt x="6391" y="90048"/>
                  </a:lnTo>
                  <a:lnTo>
                    <a:pt x="5022" y="95159"/>
                  </a:lnTo>
                  <a:lnTo>
                    <a:pt x="3816" y="100310"/>
                  </a:lnTo>
                  <a:lnTo>
                    <a:pt x="2773" y="105497"/>
                  </a:lnTo>
                  <a:lnTo>
                    <a:pt x="1895" y="110714"/>
                  </a:lnTo>
                  <a:lnTo>
                    <a:pt x="1182" y="115957"/>
                  </a:lnTo>
                  <a:lnTo>
                    <a:pt x="636" y="121219"/>
                  </a:lnTo>
                  <a:lnTo>
                    <a:pt x="257" y="126496"/>
                  </a:lnTo>
                  <a:lnTo>
                    <a:pt x="44" y="131783"/>
                  </a:lnTo>
                  <a:lnTo>
                    <a:pt x="0" y="137073"/>
                  </a:lnTo>
                  <a:lnTo>
                    <a:pt x="122" y="142363"/>
                  </a:lnTo>
                  <a:lnTo>
                    <a:pt x="412" y="147645"/>
                  </a:lnTo>
                  <a:lnTo>
                    <a:pt x="869" y="152916"/>
                  </a:lnTo>
                  <a:lnTo>
                    <a:pt x="1492" y="158170"/>
                  </a:lnTo>
                  <a:lnTo>
                    <a:pt x="2282" y="163402"/>
                  </a:lnTo>
                  <a:lnTo>
                    <a:pt x="3236" y="168606"/>
                  </a:lnTo>
                  <a:lnTo>
                    <a:pt x="4355" y="173777"/>
                  </a:lnTo>
                  <a:lnTo>
                    <a:pt x="5637" y="178910"/>
                  </a:lnTo>
                  <a:lnTo>
                    <a:pt x="7081" y="184000"/>
                  </a:lnTo>
                  <a:lnTo>
                    <a:pt x="8685" y="189041"/>
                  </a:lnTo>
                  <a:lnTo>
                    <a:pt x="10447" y="194030"/>
                  </a:lnTo>
                  <a:lnTo>
                    <a:pt x="12367" y="198960"/>
                  </a:lnTo>
                  <a:lnTo>
                    <a:pt x="14442" y="203827"/>
                  </a:lnTo>
                  <a:lnTo>
                    <a:pt x="16669" y="208626"/>
                  </a:lnTo>
                  <a:lnTo>
                    <a:pt x="19048" y="213352"/>
                  </a:lnTo>
                  <a:lnTo>
                    <a:pt x="21575" y="218000"/>
                  </a:lnTo>
                  <a:lnTo>
                    <a:pt x="24248" y="222566"/>
                  </a:lnTo>
                  <a:lnTo>
                    <a:pt x="27063" y="227045"/>
                  </a:lnTo>
                  <a:lnTo>
                    <a:pt x="30020" y="231433"/>
                  </a:lnTo>
                  <a:lnTo>
                    <a:pt x="33113" y="235725"/>
                  </a:lnTo>
                  <a:lnTo>
                    <a:pt x="36341" y="239917"/>
                  </a:lnTo>
                  <a:lnTo>
                    <a:pt x="39700" y="244005"/>
                  </a:lnTo>
                  <a:lnTo>
                    <a:pt x="43186" y="247984"/>
                  </a:lnTo>
                  <a:lnTo>
                    <a:pt x="46797" y="251851"/>
                  </a:lnTo>
                  <a:lnTo>
                    <a:pt x="50528" y="255602"/>
                  </a:lnTo>
                  <a:lnTo>
                    <a:pt x="54376" y="259233"/>
                  </a:lnTo>
                  <a:lnTo>
                    <a:pt x="58338" y="262740"/>
                  </a:lnTo>
                  <a:lnTo>
                    <a:pt x="62408" y="266121"/>
                  </a:lnTo>
                  <a:lnTo>
                    <a:pt x="66583" y="269370"/>
                  </a:lnTo>
                  <a:lnTo>
                    <a:pt x="70858" y="272486"/>
                  </a:lnTo>
                  <a:lnTo>
                    <a:pt x="75231" y="275466"/>
                  </a:lnTo>
                  <a:lnTo>
                    <a:pt x="79695" y="278305"/>
                  </a:lnTo>
                  <a:lnTo>
                    <a:pt x="84247" y="281001"/>
                  </a:lnTo>
                  <a:lnTo>
                    <a:pt x="88882" y="283553"/>
                  </a:lnTo>
                  <a:lnTo>
                    <a:pt x="93595" y="285956"/>
                  </a:lnTo>
                  <a:lnTo>
                    <a:pt x="98382" y="288209"/>
                  </a:lnTo>
                  <a:lnTo>
                    <a:pt x="103238" y="290309"/>
                  </a:lnTo>
                  <a:lnTo>
                    <a:pt x="108158" y="292255"/>
                  </a:lnTo>
                  <a:lnTo>
                    <a:pt x="113138" y="294043"/>
                  </a:lnTo>
                  <a:lnTo>
                    <a:pt x="118171" y="295674"/>
                  </a:lnTo>
                  <a:lnTo>
                    <a:pt x="123253" y="297144"/>
                  </a:lnTo>
                  <a:lnTo>
                    <a:pt x="128379" y="298453"/>
                  </a:lnTo>
                  <a:lnTo>
                    <a:pt x="133545" y="299599"/>
                  </a:lnTo>
                  <a:lnTo>
                    <a:pt x="138743" y="300581"/>
                  </a:lnTo>
                  <a:lnTo>
                    <a:pt x="143971" y="301397"/>
                  </a:lnTo>
                  <a:lnTo>
                    <a:pt x="149221" y="302048"/>
                  </a:lnTo>
                  <a:lnTo>
                    <a:pt x="154490" y="302533"/>
                  </a:lnTo>
                  <a:lnTo>
                    <a:pt x="159771" y="302850"/>
                  </a:lnTo>
                  <a:lnTo>
                    <a:pt x="165059" y="303001"/>
                  </a:lnTo>
                  <a:lnTo>
                    <a:pt x="170350" y="302984"/>
                  </a:lnTo>
                  <a:lnTo>
                    <a:pt x="175638" y="302799"/>
                  </a:lnTo>
                  <a:lnTo>
                    <a:pt x="180917" y="302447"/>
                  </a:lnTo>
                  <a:lnTo>
                    <a:pt x="186182" y="301928"/>
                  </a:lnTo>
                  <a:lnTo>
                    <a:pt x="191428" y="301243"/>
                  </a:lnTo>
                  <a:lnTo>
                    <a:pt x="196650" y="300393"/>
                  </a:lnTo>
                  <a:lnTo>
                    <a:pt x="201842" y="299377"/>
                  </a:lnTo>
                  <a:lnTo>
                    <a:pt x="207000" y="298198"/>
                  </a:lnTo>
                  <a:lnTo>
                    <a:pt x="212118" y="296856"/>
                  </a:lnTo>
                  <a:lnTo>
                    <a:pt x="217190" y="295352"/>
                  </a:lnTo>
                  <a:lnTo>
                    <a:pt x="222213" y="293689"/>
                  </a:lnTo>
                  <a:lnTo>
                    <a:pt x="227180" y="291868"/>
                  </a:lnTo>
                  <a:lnTo>
                    <a:pt x="232088" y="289891"/>
                  </a:lnTo>
                  <a:lnTo>
                    <a:pt x="236930" y="287759"/>
                  </a:lnTo>
                  <a:lnTo>
                    <a:pt x="241702" y="285475"/>
                  </a:lnTo>
                  <a:lnTo>
                    <a:pt x="246400" y="283041"/>
                  </a:lnTo>
                  <a:lnTo>
                    <a:pt x="251018" y="280460"/>
                  </a:lnTo>
                  <a:lnTo>
                    <a:pt x="255553" y="277734"/>
                  </a:lnTo>
                  <a:lnTo>
                    <a:pt x="259998" y="274866"/>
                  </a:lnTo>
                  <a:lnTo>
                    <a:pt x="264351" y="271859"/>
                  </a:lnTo>
                  <a:lnTo>
                    <a:pt x="268607" y="268715"/>
                  </a:lnTo>
                  <a:lnTo>
                    <a:pt x="272761" y="265438"/>
                  </a:lnTo>
                  <a:lnTo>
                    <a:pt x="276809" y="262032"/>
                  </a:lnTo>
                  <a:lnTo>
                    <a:pt x="280747" y="258499"/>
                  </a:lnTo>
                  <a:lnTo>
                    <a:pt x="284571" y="254843"/>
                  </a:lnTo>
                  <a:lnTo>
                    <a:pt x="288278" y="251068"/>
                  </a:lnTo>
                  <a:lnTo>
                    <a:pt x="291864" y="247177"/>
                  </a:lnTo>
                  <a:lnTo>
                    <a:pt x="295324" y="243175"/>
                  </a:lnTo>
                  <a:lnTo>
                    <a:pt x="298657" y="239066"/>
                  </a:lnTo>
                  <a:lnTo>
                    <a:pt x="301857" y="234853"/>
                  </a:lnTo>
                  <a:lnTo>
                    <a:pt x="304923" y="230541"/>
                  </a:lnTo>
                  <a:lnTo>
                    <a:pt x="307850" y="226134"/>
                  </a:lnTo>
                  <a:lnTo>
                    <a:pt x="310637" y="221637"/>
                  </a:lnTo>
                  <a:lnTo>
                    <a:pt x="313280" y="217053"/>
                  </a:lnTo>
                  <a:lnTo>
                    <a:pt x="315777" y="212389"/>
                  </a:lnTo>
                  <a:lnTo>
                    <a:pt x="318125" y="207648"/>
                  </a:lnTo>
                  <a:lnTo>
                    <a:pt x="320321" y="202834"/>
                  </a:lnTo>
                  <a:lnTo>
                    <a:pt x="322364" y="197954"/>
                  </a:lnTo>
                  <a:lnTo>
                    <a:pt x="324252" y="193012"/>
                  </a:lnTo>
                  <a:lnTo>
                    <a:pt x="325982" y="188012"/>
                  </a:lnTo>
                  <a:lnTo>
                    <a:pt x="327554" y="182960"/>
                  </a:lnTo>
                  <a:lnTo>
                    <a:pt x="328964" y="177860"/>
                  </a:lnTo>
                  <a:lnTo>
                    <a:pt x="330213" y="172719"/>
                  </a:lnTo>
                  <a:lnTo>
                    <a:pt x="331298" y="167541"/>
                  </a:lnTo>
                  <a:lnTo>
                    <a:pt x="332219" y="162331"/>
                  </a:lnTo>
                  <a:lnTo>
                    <a:pt x="332974" y="157094"/>
                  </a:lnTo>
                  <a:lnTo>
                    <a:pt x="333563" y="151837"/>
                  </a:lnTo>
                  <a:lnTo>
                    <a:pt x="333986" y="146563"/>
                  </a:lnTo>
                  <a:lnTo>
                    <a:pt x="334242" y="141278"/>
                  </a:lnTo>
                  <a:lnTo>
                    <a:pt x="334330" y="135988"/>
                  </a:lnTo>
                  <a:lnTo>
                    <a:pt x="334251" y="130698"/>
                  </a:lnTo>
                  <a:lnTo>
                    <a:pt x="334004" y="125413"/>
                  </a:lnTo>
                  <a:lnTo>
                    <a:pt x="333590" y="120139"/>
                  </a:lnTo>
                  <a:lnTo>
                    <a:pt x="333010" y="114880"/>
                  </a:lnTo>
                  <a:lnTo>
                    <a:pt x="332263" y="109642"/>
                  </a:lnTo>
                  <a:lnTo>
                    <a:pt x="331351" y="104431"/>
                  </a:lnTo>
                  <a:lnTo>
                    <a:pt x="330275" y="99251"/>
                  </a:lnTo>
                  <a:lnTo>
                    <a:pt x="329035" y="94107"/>
                  </a:lnTo>
                  <a:lnTo>
                    <a:pt x="327633" y="89006"/>
                  </a:lnTo>
                  <a:lnTo>
                    <a:pt x="326071" y="83951"/>
                  </a:lnTo>
                  <a:lnTo>
                    <a:pt x="324349" y="78948"/>
                  </a:lnTo>
                  <a:lnTo>
                    <a:pt x="322469" y="74002"/>
                  </a:lnTo>
                  <a:lnTo>
                    <a:pt x="320435" y="69119"/>
                  </a:lnTo>
                  <a:lnTo>
                    <a:pt x="318246" y="64302"/>
                  </a:lnTo>
                  <a:lnTo>
                    <a:pt x="315906" y="59556"/>
                  </a:lnTo>
                  <a:lnTo>
                    <a:pt x="313418" y="54888"/>
                  </a:lnTo>
                  <a:lnTo>
                    <a:pt x="310783" y="50300"/>
                  </a:lnTo>
                  <a:lnTo>
                    <a:pt x="308003" y="45798"/>
                  </a:lnTo>
                  <a:lnTo>
                    <a:pt x="305083" y="41386"/>
                  </a:lnTo>
                  <a:lnTo>
                    <a:pt x="302025" y="37069"/>
                  </a:lnTo>
                  <a:lnTo>
                    <a:pt x="298832" y="32850"/>
                  </a:lnTo>
                  <a:lnTo>
                    <a:pt x="295506" y="28735"/>
                  </a:lnTo>
                  <a:lnTo>
                    <a:pt x="292053" y="24728"/>
                  </a:lnTo>
                  <a:lnTo>
                    <a:pt x="288474" y="20831"/>
                  </a:lnTo>
                  <a:lnTo>
                    <a:pt x="284773" y="17050"/>
                  </a:lnTo>
                  <a:lnTo>
                    <a:pt x="280955" y="13387"/>
                  </a:lnTo>
                  <a:lnTo>
                    <a:pt x="277023" y="9848"/>
                  </a:lnTo>
                  <a:lnTo>
                    <a:pt x="272980" y="6434"/>
                  </a:lnTo>
                  <a:lnTo>
                    <a:pt x="268832" y="3150"/>
                  </a:lnTo>
                  <a:lnTo>
                    <a:pt x="264582" y="0"/>
                  </a:lnTo>
                  <a:lnTo>
                    <a:pt x="167162" y="1358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212566" y="1546402"/>
              <a:ext cx="97419" cy="167167"/>
            </a:xfrm>
            <a:custGeom>
              <a:avLst/>
              <a:pathLst>
                <a:path w="97419" h="167167">
                  <a:moveTo>
                    <a:pt x="97419" y="31320"/>
                  </a:moveTo>
                  <a:lnTo>
                    <a:pt x="92667" y="28035"/>
                  </a:lnTo>
                  <a:lnTo>
                    <a:pt x="87803" y="24916"/>
                  </a:lnTo>
                  <a:lnTo>
                    <a:pt x="82835" y="21966"/>
                  </a:lnTo>
                  <a:lnTo>
                    <a:pt x="77768" y="19191"/>
                  </a:lnTo>
                  <a:lnTo>
                    <a:pt x="72608" y="16592"/>
                  </a:lnTo>
                  <a:lnTo>
                    <a:pt x="67362" y="14173"/>
                  </a:lnTo>
                  <a:lnTo>
                    <a:pt x="62035" y="11936"/>
                  </a:lnTo>
                  <a:lnTo>
                    <a:pt x="56634" y="9885"/>
                  </a:lnTo>
                  <a:lnTo>
                    <a:pt x="51165" y="8022"/>
                  </a:lnTo>
                  <a:lnTo>
                    <a:pt x="45635" y="6349"/>
                  </a:lnTo>
                  <a:lnTo>
                    <a:pt x="40050" y="4868"/>
                  </a:lnTo>
                  <a:lnTo>
                    <a:pt x="34418" y="3581"/>
                  </a:lnTo>
                  <a:lnTo>
                    <a:pt x="28745" y="2489"/>
                  </a:lnTo>
                  <a:lnTo>
                    <a:pt x="23037" y="1595"/>
                  </a:lnTo>
                  <a:lnTo>
                    <a:pt x="17302" y="897"/>
                  </a:lnTo>
                  <a:lnTo>
                    <a:pt x="11546" y="399"/>
                  </a:lnTo>
                  <a:lnTo>
                    <a:pt x="5776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97435" y="1943516"/>
              <a:ext cx="81348" cy="167167"/>
            </a:xfrm>
            <a:custGeom>
              <a:avLst/>
              <a:pathLst>
                <a:path w="81348" h="167167">
                  <a:moveTo>
                    <a:pt x="81348" y="0"/>
                  </a:moveTo>
                  <a:lnTo>
                    <a:pt x="75685" y="95"/>
                  </a:lnTo>
                  <a:lnTo>
                    <a:pt x="70029" y="383"/>
                  </a:lnTo>
                  <a:lnTo>
                    <a:pt x="64385" y="862"/>
                  </a:lnTo>
                  <a:lnTo>
                    <a:pt x="58762" y="1532"/>
                  </a:lnTo>
                  <a:lnTo>
                    <a:pt x="53164" y="2393"/>
                  </a:lnTo>
                  <a:lnTo>
                    <a:pt x="47598" y="3442"/>
                  </a:lnTo>
                  <a:lnTo>
                    <a:pt x="42071" y="4679"/>
                  </a:lnTo>
                  <a:lnTo>
                    <a:pt x="36589" y="6103"/>
                  </a:lnTo>
                  <a:lnTo>
                    <a:pt x="31159" y="7712"/>
                  </a:lnTo>
                  <a:lnTo>
                    <a:pt x="25786" y="9503"/>
                  </a:lnTo>
                  <a:lnTo>
                    <a:pt x="20477" y="11476"/>
                  </a:lnTo>
                  <a:lnTo>
                    <a:pt x="15238" y="13627"/>
                  </a:lnTo>
                  <a:lnTo>
                    <a:pt x="10075" y="15955"/>
                  </a:lnTo>
                  <a:lnTo>
                    <a:pt x="4993" y="18456"/>
                  </a:lnTo>
                  <a:lnTo>
                    <a:pt x="0" y="21128"/>
                  </a:lnTo>
                  <a:lnTo>
                    <a:pt x="81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97435" y="1964645"/>
              <a:ext cx="81348" cy="146038"/>
            </a:xfrm>
            <a:custGeom>
              <a:avLst/>
              <a:pathLst>
                <a:path w="81348" h="146038">
                  <a:moveTo>
                    <a:pt x="0" y="0"/>
                  </a:moveTo>
                  <a:lnTo>
                    <a:pt x="81348" y="1460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11636" y="1943516"/>
              <a:ext cx="334294" cy="334334"/>
            </a:xfrm>
            <a:custGeom>
              <a:avLst/>
              <a:pathLst>
                <a:path w="334294" h="334334">
                  <a:moveTo>
                    <a:pt x="85799" y="21128"/>
                  </a:moveTo>
                  <a:lnTo>
                    <a:pt x="81206" y="23782"/>
                  </a:lnTo>
                  <a:lnTo>
                    <a:pt x="76701" y="26581"/>
                  </a:lnTo>
                  <a:lnTo>
                    <a:pt x="72286" y="29521"/>
                  </a:lnTo>
                  <a:lnTo>
                    <a:pt x="67967" y="32600"/>
                  </a:lnTo>
                  <a:lnTo>
                    <a:pt x="63748" y="35814"/>
                  </a:lnTo>
                  <a:lnTo>
                    <a:pt x="59633" y="39161"/>
                  </a:lnTo>
                  <a:lnTo>
                    <a:pt x="55626" y="42636"/>
                  </a:lnTo>
                  <a:lnTo>
                    <a:pt x="51731" y="46237"/>
                  </a:lnTo>
                  <a:lnTo>
                    <a:pt x="47953" y="49959"/>
                  </a:lnTo>
                  <a:lnTo>
                    <a:pt x="44294" y="53800"/>
                  </a:lnTo>
                  <a:lnTo>
                    <a:pt x="40759" y="57754"/>
                  </a:lnTo>
                  <a:lnTo>
                    <a:pt x="37352" y="61819"/>
                  </a:lnTo>
                  <a:lnTo>
                    <a:pt x="34075" y="65990"/>
                  </a:lnTo>
                  <a:lnTo>
                    <a:pt x="30932" y="70262"/>
                  </a:lnTo>
                  <a:lnTo>
                    <a:pt x="27926" y="74633"/>
                  </a:lnTo>
                  <a:lnTo>
                    <a:pt x="25061" y="79096"/>
                  </a:lnTo>
                  <a:lnTo>
                    <a:pt x="22338" y="83648"/>
                  </a:lnTo>
                  <a:lnTo>
                    <a:pt x="19762" y="88284"/>
                  </a:lnTo>
                  <a:lnTo>
                    <a:pt x="17333" y="93000"/>
                  </a:lnTo>
                  <a:lnTo>
                    <a:pt x="15056" y="97790"/>
                  </a:lnTo>
                  <a:lnTo>
                    <a:pt x="12931" y="102650"/>
                  </a:lnTo>
                  <a:lnTo>
                    <a:pt x="10962" y="107575"/>
                  </a:lnTo>
                  <a:lnTo>
                    <a:pt x="9150" y="112560"/>
                  </a:lnTo>
                  <a:lnTo>
                    <a:pt x="7497" y="117600"/>
                  </a:lnTo>
                  <a:lnTo>
                    <a:pt x="6005" y="122690"/>
                  </a:lnTo>
                  <a:lnTo>
                    <a:pt x="4675" y="127825"/>
                  </a:lnTo>
                  <a:lnTo>
                    <a:pt x="3509" y="132999"/>
                  </a:lnTo>
                  <a:lnTo>
                    <a:pt x="2507" y="138207"/>
                  </a:lnTo>
                  <a:lnTo>
                    <a:pt x="1671" y="143445"/>
                  </a:lnTo>
                  <a:lnTo>
                    <a:pt x="1002" y="148707"/>
                  </a:lnTo>
                  <a:lnTo>
                    <a:pt x="500" y="153987"/>
                  </a:lnTo>
                  <a:lnTo>
                    <a:pt x="166" y="159281"/>
                  </a:lnTo>
                  <a:lnTo>
                    <a:pt x="0" y="164582"/>
                  </a:lnTo>
                  <a:lnTo>
                    <a:pt x="2" y="169886"/>
                  </a:lnTo>
                  <a:lnTo>
                    <a:pt x="172" y="175188"/>
                  </a:lnTo>
                  <a:lnTo>
                    <a:pt x="511" y="180481"/>
                  </a:lnTo>
                  <a:lnTo>
                    <a:pt x="1017" y="185761"/>
                  </a:lnTo>
                  <a:lnTo>
                    <a:pt x="1690" y="191022"/>
                  </a:lnTo>
                  <a:lnTo>
                    <a:pt x="2530" y="196259"/>
                  </a:lnTo>
                  <a:lnTo>
                    <a:pt x="3536" y="201467"/>
                  </a:lnTo>
                  <a:lnTo>
                    <a:pt x="4707" y="206640"/>
                  </a:lnTo>
                  <a:lnTo>
                    <a:pt x="6041" y="211774"/>
                  </a:lnTo>
                  <a:lnTo>
                    <a:pt x="7537" y="216863"/>
                  </a:lnTo>
                  <a:lnTo>
                    <a:pt x="9194" y="221901"/>
                  </a:lnTo>
                  <a:lnTo>
                    <a:pt x="11010" y="226885"/>
                  </a:lnTo>
                  <a:lnTo>
                    <a:pt x="12983" y="231808"/>
                  </a:lnTo>
                  <a:lnTo>
                    <a:pt x="15112" y="236667"/>
                  </a:lnTo>
                  <a:lnTo>
                    <a:pt x="17393" y="241455"/>
                  </a:lnTo>
                  <a:lnTo>
                    <a:pt x="19825" y="246168"/>
                  </a:lnTo>
                  <a:lnTo>
                    <a:pt x="22406" y="250803"/>
                  </a:lnTo>
                  <a:lnTo>
                    <a:pt x="25132" y="255352"/>
                  </a:lnTo>
                  <a:lnTo>
                    <a:pt x="28001" y="259813"/>
                  </a:lnTo>
                  <a:lnTo>
                    <a:pt x="31010" y="264181"/>
                  </a:lnTo>
                  <a:lnTo>
                    <a:pt x="34157" y="268451"/>
                  </a:lnTo>
                  <a:lnTo>
                    <a:pt x="37437" y="272620"/>
                  </a:lnTo>
                  <a:lnTo>
                    <a:pt x="40848" y="276682"/>
                  </a:lnTo>
                  <a:lnTo>
                    <a:pt x="44386" y="280633"/>
                  </a:lnTo>
                  <a:lnTo>
                    <a:pt x="48047" y="284471"/>
                  </a:lnTo>
                  <a:lnTo>
                    <a:pt x="51829" y="288190"/>
                  </a:lnTo>
                  <a:lnTo>
                    <a:pt x="55726" y="291788"/>
                  </a:lnTo>
                  <a:lnTo>
                    <a:pt x="59736" y="295260"/>
                  </a:lnTo>
                  <a:lnTo>
                    <a:pt x="63854" y="298603"/>
                  </a:lnTo>
                  <a:lnTo>
                    <a:pt x="68076" y="301814"/>
                  </a:lnTo>
                  <a:lnTo>
                    <a:pt x="72397" y="304889"/>
                  </a:lnTo>
                  <a:lnTo>
                    <a:pt x="76814" y="307826"/>
                  </a:lnTo>
                  <a:lnTo>
                    <a:pt x="81322" y="310621"/>
                  </a:lnTo>
                  <a:lnTo>
                    <a:pt x="85916" y="313271"/>
                  </a:lnTo>
                  <a:lnTo>
                    <a:pt x="90592" y="315775"/>
                  </a:lnTo>
                  <a:lnTo>
                    <a:pt x="95346" y="318129"/>
                  </a:lnTo>
                  <a:lnTo>
                    <a:pt x="100171" y="320331"/>
                  </a:lnTo>
                  <a:lnTo>
                    <a:pt x="105064" y="322379"/>
                  </a:lnTo>
                  <a:lnTo>
                    <a:pt x="110019" y="324270"/>
                  </a:lnTo>
                  <a:lnTo>
                    <a:pt x="115032" y="326003"/>
                  </a:lnTo>
                  <a:lnTo>
                    <a:pt x="120097" y="327577"/>
                  </a:lnTo>
                  <a:lnTo>
                    <a:pt x="125210" y="328989"/>
                  </a:lnTo>
                  <a:lnTo>
                    <a:pt x="130365" y="330238"/>
                  </a:lnTo>
                  <a:lnTo>
                    <a:pt x="135557" y="331322"/>
                  </a:lnTo>
                  <a:lnTo>
                    <a:pt x="140781" y="332242"/>
                  </a:lnTo>
                  <a:lnTo>
                    <a:pt x="146031" y="332995"/>
                  </a:lnTo>
                  <a:lnTo>
                    <a:pt x="151303" y="333582"/>
                  </a:lnTo>
                  <a:lnTo>
                    <a:pt x="156590" y="334001"/>
                  </a:lnTo>
                  <a:lnTo>
                    <a:pt x="161888" y="334252"/>
                  </a:lnTo>
                  <a:lnTo>
                    <a:pt x="167192" y="334334"/>
                  </a:lnTo>
                  <a:lnTo>
                    <a:pt x="172495" y="334249"/>
                  </a:lnTo>
                  <a:lnTo>
                    <a:pt x="177793" y="333995"/>
                  </a:lnTo>
                  <a:lnTo>
                    <a:pt x="183081" y="333573"/>
                  </a:lnTo>
                  <a:lnTo>
                    <a:pt x="188352" y="332984"/>
                  </a:lnTo>
                  <a:lnTo>
                    <a:pt x="193602" y="332228"/>
                  </a:lnTo>
                  <a:lnTo>
                    <a:pt x="198825" y="331305"/>
                  </a:lnTo>
                  <a:lnTo>
                    <a:pt x="204016" y="330218"/>
                  </a:lnTo>
                  <a:lnTo>
                    <a:pt x="209171" y="328966"/>
                  </a:lnTo>
                  <a:lnTo>
                    <a:pt x="214283" y="327551"/>
                  </a:lnTo>
                  <a:lnTo>
                    <a:pt x="219347" y="325975"/>
                  </a:lnTo>
                  <a:lnTo>
                    <a:pt x="224359" y="324239"/>
                  </a:lnTo>
                  <a:lnTo>
                    <a:pt x="229313" y="322345"/>
                  </a:lnTo>
                  <a:lnTo>
                    <a:pt x="234205" y="320295"/>
                  </a:lnTo>
                  <a:lnTo>
                    <a:pt x="239029" y="318090"/>
                  </a:lnTo>
                  <a:lnTo>
                    <a:pt x="243781" y="315734"/>
                  </a:lnTo>
                  <a:lnTo>
                    <a:pt x="248456" y="313228"/>
                  </a:lnTo>
                  <a:lnTo>
                    <a:pt x="253049" y="310575"/>
                  </a:lnTo>
                  <a:lnTo>
                    <a:pt x="257555" y="307777"/>
                  </a:lnTo>
                  <a:lnTo>
                    <a:pt x="261971" y="304838"/>
                  </a:lnTo>
                  <a:lnTo>
                    <a:pt x="266291" y="301761"/>
                  </a:lnTo>
                  <a:lnTo>
                    <a:pt x="270511" y="298548"/>
                  </a:lnTo>
                  <a:lnTo>
                    <a:pt x="274627" y="295202"/>
                  </a:lnTo>
                  <a:lnTo>
                    <a:pt x="278635" y="291728"/>
                  </a:lnTo>
                  <a:lnTo>
                    <a:pt x="282530" y="288128"/>
                  </a:lnTo>
                  <a:lnTo>
                    <a:pt x="286310" y="284407"/>
                  </a:lnTo>
                  <a:lnTo>
                    <a:pt x="289969" y="280567"/>
                  </a:lnTo>
                  <a:lnTo>
                    <a:pt x="293505" y="276614"/>
                  </a:lnTo>
                  <a:lnTo>
                    <a:pt x="296914" y="272550"/>
                  </a:lnTo>
                  <a:lnTo>
                    <a:pt x="300192" y="268380"/>
                  </a:lnTo>
                  <a:lnTo>
                    <a:pt x="303336" y="264108"/>
                  </a:lnTo>
                  <a:lnTo>
                    <a:pt x="306343" y="259739"/>
                  </a:lnTo>
                  <a:lnTo>
                    <a:pt x="309209" y="255276"/>
                  </a:lnTo>
                  <a:lnTo>
                    <a:pt x="311933" y="250725"/>
                  </a:lnTo>
                  <a:lnTo>
                    <a:pt x="314511" y="246089"/>
                  </a:lnTo>
                  <a:lnTo>
                    <a:pt x="316941" y="241374"/>
                  </a:lnTo>
                  <a:lnTo>
                    <a:pt x="319220" y="236585"/>
                  </a:lnTo>
                  <a:lnTo>
                    <a:pt x="321345" y="231725"/>
                  </a:lnTo>
                  <a:lnTo>
                    <a:pt x="323316" y="226801"/>
                  </a:lnTo>
                  <a:lnTo>
                    <a:pt x="325129" y="221816"/>
                  </a:lnTo>
                  <a:lnTo>
                    <a:pt x="326783" y="216777"/>
                  </a:lnTo>
                  <a:lnTo>
                    <a:pt x="328277" y="211687"/>
                  </a:lnTo>
                  <a:lnTo>
                    <a:pt x="329608" y="206553"/>
                  </a:lnTo>
                  <a:lnTo>
                    <a:pt x="330776" y="201379"/>
                  </a:lnTo>
                  <a:lnTo>
                    <a:pt x="331779" y="196171"/>
                  </a:lnTo>
                  <a:lnTo>
                    <a:pt x="332616" y="190933"/>
                  </a:lnTo>
                  <a:lnTo>
                    <a:pt x="333287" y="185672"/>
                  </a:lnTo>
                  <a:lnTo>
                    <a:pt x="333790" y="180391"/>
                  </a:lnTo>
                  <a:lnTo>
                    <a:pt x="334126" y="175098"/>
                  </a:lnTo>
                  <a:lnTo>
                    <a:pt x="334294" y="169797"/>
                  </a:lnTo>
                  <a:lnTo>
                    <a:pt x="334293" y="164492"/>
                  </a:lnTo>
                  <a:lnTo>
                    <a:pt x="334124" y="159191"/>
                  </a:lnTo>
                  <a:lnTo>
                    <a:pt x="333787" y="153898"/>
                  </a:lnTo>
                  <a:lnTo>
                    <a:pt x="333282" y="148618"/>
                  </a:lnTo>
                  <a:lnTo>
                    <a:pt x="332610" y="143356"/>
                  </a:lnTo>
                  <a:lnTo>
                    <a:pt x="331771" y="138119"/>
                  </a:lnTo>
                  <a:lnTo>
                    <a:pt x="330767" y="132911"/>
                  </a:lnTo>
                  <a:lnTo>
                    <a:pt x="329598" y="127737"/>
                  </a:lnTo>
                  <a:lnTo>
                    <a:pt x="328265" y="122603"/>
                  </a:lnTo>
                  <a:lnTo>
                    <a:pt x="326770" y="117514"/>
                  </a:lnTo>
                  <a:lnTo>
                    <a:pt x="325115" y="112475"/>
                  </a:lnTo>
                  <a:lnTo>
                    <a:pt x="323300" y="107491"/>
                  </a:lnTo>
                  <a:lnTo>
                    <a:pt x="321328" y="102567"/>
                  </a:lnTo>
                  <a:lnTo>
                    <a:pt x="319201" y="97708"/>
                  </a:lnTo>
                  <a:lnTo>
                    <a:pt x="316921" y="92919"/>
                  </a:lnTo>
                  <a:lnTo>
                    <a:pt x="314490" y="88205"/>
                  </a:lnTo>
                  <a:lnTo>
                    <a:pt x="311911" y="83570"/>
                  </a:lnTo>
                  <a:lnTo>
                    <a:pt x="309186" y="79020"/>
                  </a:lnTo>
                  <a:lnTo>
                    <a:pt x="306318" y="74558"/>
                  </a:lnTo>
                  <a:lnTo>
                    <a:pt x="303310" y="70189"/>
                  </a:lnTo>
                  <a:lnTo>
                    <a:pt x="300164" y="65918"/>
                  </a:lnTo>
                  <a:lnTo>
                    <a:pt x="296885" y="61749"/>
                  </a:lnTo>
                  <a:lnTo>
                    <a:pt x="293476" y="57686"/>
                  </a:lnTo>
                  <a:lnTo>
                    <a:pt x="289939" y="53734"/>
                  </a:lnTo>
                  <a:lnTo>
                    <a:pt x="286278" y="49895"/>
                  </a:lnTo>
                  <a:lnTo>
                    <a:pt x="282498" y="46175"/>
                  </a:lnTo>
                  <a:lnTo>
                    <a:pt x="278601" y="42576"/>
                  </a:lnTo>
                  <a:lnTo>
                    <a:pt x="274592" y="39103"/>
                  </a:lnTo>
                  <a:lnTo>
                    <a:pt x="270476" y="35759"/>
                  </a:lnTo>
                  <a:lnTo>
                    <a:pt x="266255" y="32547"/>
                  </a:lnTo>
                  <a:lnTo>
                    <a:pt x="261934" y="29470"/>
                  </a:lnTo>
                  <a:lnTo>
                    <a:pt x="257518" y="26532"/>
                  </a:lnTo>
                  <a:lnTo>
                    <a:pt x="253010" y="23736"/>
                  </a:lnTo>
                  <a:lnTo>
                    <a:pt x="248417" y="21084"/>
                  </a:lnTo>
                  <a:lnTo>
                    <a:pt x="243741" y="18579"/>
                  </a:lnTo>
                  <a:lnTo>
                    <a:pt x="238989" y="16224"/>
                  </a:lnTo>
                  <a:lnTo>
                    <a:pt x="234164" y="14021"/>
                  </a:lnTo>
                  <a:lnTo>
                    <a:pt x="229272" y="11972"/>
                  </a:lnTo>
                  <a:lnTo>
                    <a:pt x="224317" y="10079"/>
                  </a:lnTo>
                  <a:lnTo>
                    <a:pt x="219304" y="8345"/>
                  </a:lnTo>
                  <a:lnTo>
                    <a:pt x="214240" y="6770"/>
                  </a:lnTo>
                  <a:lnTo>
                    <a:pt x="209127" y="5357"/>
                  </a:lnTo>
                  <a:lnTo>
                    <a:pt x="203973" y="4106"/>
                  </a:lnTo>
                  <a:lnTo>
                    <a:pt x="198781" y="3020"/>
                  </a:lnTo>
                  <a:lnTo>
                    <a:pt x="193557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41546" y="2406772"/>
              <a:ext cx="104186" cy="167167"/>
            </a:xfrm>
            <a:custGeom>
              <a:avLst/>
              <a:pathLst>
                <a:path w="104186" h="167167">
                  <a:moveTo>
                    <a:pt x="104186" y="0"/>
                  </a:moveTo>
                  <a:lnTo>
                    <a:pt x="98563" y="94"/>
                  </a:lnTo>
                  <a:lnTo>
                    <a:pt x="92946" y="378"/>
                  </a:lnTo>
                  <a:lnTo>
                    <a:pt x="87342" y="850"/>
                  </a:lnTo>
                  <a:lnTo>
                    <a:pt x="81757" y="1511"/>
                  </a:lnTo>
                  <a:lnTo>
                    <a:pt x="76197" y="2359"/>
                  </a:lnTo>
                  <a:lnTo>
                    <a:pt x="70669" y="3394"/>
                  </a:lnTo>
                  <a:lnTo>
                    <a:pt x="65179" y="4614"/>
                  </a:lnTo>
                  <a:lnTo>
                    <a:pt x="59733" y="6018"/>
                  </a:lnTo>
                  <a:lnTo>
                    <a:pt x="54338" y="7605"/>
                  </a:lnTo>
                  <a:lnTo>
                    <a:pt x="48999" y="9372"/>
                  </a:lnTo>
                  <a:lnTo>
                    <a:pt x="43722" y="11318"/>
                  </a:lnTo>
                  <a:lnTo>
                    <a:pt x="38514" y="13440"/>
                  </a:lnTo>
                  <a:lnTo>
                    <a:pt x="33380" y="15736"/>
                  </a:lnTo>
                  <a:lnTo>
                    <a:pt x="28326" y="18203"/>
                  </a:lnTo>
                  <a:lnTo>
                    <a:pt x="23358" y="20839"/>
                  </a:lnTo>
                  <a:lnTo>
                    <a:pt x="18482" y="23641"/>
                  </a:lnTo>
                  <a:lnTo>
                    <a:pt x="13702" y="26605"/>
                  </a:lnTo>
                  <a:lnTo>
                    <a:pt x="9025" y="29728"/>
                  </a:lnTo>
                  <a:lnTo>
                    <a:pt x="4456" y="33007"/>
                  </a:lnTo>
                  <a:lnTo>
                    <a:pt x="0" y="36438"/>
                  </a:lnTo>
                  <a:lnTo>
                    <a:pt x="10418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41546" y="2443210"/>
              <a:ext cx="104186" cy="130729"/>
            </a:xfrm>
            <a:custGeom>
              <a:avLst/>
              <a:pathLst>
                <a:path w="104186" h="130729">
                  <a:moveTo>
                    <a:pt x="0" y="0"/>
                  </a:moveTo>
                  <a:lnTo>
                    <a:pt x="104186" y="1307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478576" y="2407581"/>
              <a:ext cx="334305" cy="333525"/>
            </a:xfrm>
            <a:custGeom>
              <a:avLst/>
              <a:pathLst>
                <a:path w="334305" h="333525">
                  <a:moveTo>
                    <a:pt x="62970" y="35629"/>
                  </a:moveTo>
                  <a:lnTo>
                    <a:pt x="58882" y="38994"/>
                  </a:lnTo>
                  <a:lnTo>
                    <a:pt x="54902" y="42487"/>
                  </a:lnTo>
                  <a:lnTo>
                    <a:pt x="51036" y="46105"/>
                  </a:lnTo>
                  <a:lnTo>
                    <a:pt x="47285" y="49843"/>
                  </a:lnTo>
                  <a:lnTo>
                    <a:pt x="43655" y="53698"/>
                  </a:lnTo>
                  <a:lnTo>
                    <a:pt x="40149" y="57666"/>
                  </a:lnTo>
                  <a:lnTo>
                    <a:pt x="36770" y="61743"/>
                  </a:lnTo>
                  <a:lnTo>
                    <a:pt x="33522" y="65925"/>
                  </a:lnTo>
                  <a:lnTo>
                    <a:pt x="30408" y="70208"/>
                  </a:lnTo>
                  <a:lnTo>
                    <a:pt x="27432" y="74588"/>
                  </a:lnTo>
                  <a:lnTo>
                    <a:pt x="24595" y="79059"/>
                  </a:lnTo>
                  <a:lnTo>
                    <a:pt x="21902" y="83618"/>
                  </a:lnTo>
                  <a:lnTo>
                    <a:pt x="19354" y="88260"/>
                  </a:lnTo>
                  <a:lnTo>
                    <a:pt x="16955" y="92981"/>
                  </a:lnTo>
                  <a:lnTo>
                    <a:pt x="14706" y="97775"/>
                  </a:lnTo>
                  <a:lnTo>
                    <a:pt x="12610" y="102638"/>
                  </a:lnTo>
                  <a:lnTo>
                    <a:pt x="10670" y="107564"/>
                  </a:lnTo>
                  <a:lnTo>
                    <a:pt x="8886" y="112550"/>
                  </a:lnTo>
                  <a:lnTo>
                    <a:pt x="7261" y="117590"/>
                  </a:lnTo>
                  <a:lnTo>
                    <a:pt x="5797" y="122679"/>
                  </a:lnTo>
                  <a:lnTo>
                    <a:pt x="4494" y="127811"/>
                  </a:lnTo>
                  <a:lnTo>
                    <a:pt x="3355" y="132982"/>
                  </a:lnTo>
                  <a:lnTo>
                    <a:pt x="2380" y="138187"/>
                  </a:lnTo>
                  <a:lnTo>
                    <a:pt x="1571" y="143420"/>
                  </a:lnTo>
                  <a:lnTo>
                    <a:pt x="927" y="148676"/>
                  </a:lnTo>
                  <a:lnTo>
                    <a:pt x="451" y="153950"/>
                  </a:lnTo>
                  <a:lnTo>
                    <a:pt x="141" y="159236"/>
                  </a:lnTo>
                  <a:lnTo>
                    <a:pt x="0" y="164529"/>
                  </a:lnTo>
                  <a:lnTo>
                    <a:pt x="25" y="169824"/>
                  </a:lnTo>
                  <a:lnTo>
                    <a:pt x="219" y="175116"/>
                  </a:lnTo>
                  <a:lnTo>
                    <a:pt x="580" y="180399"/>
                  </a:lnTo>
                  <a:lnTo>
                    <a:pt x="1108" y="185668"/>
                  </a:lnTo>
                  <a:lnTo>
                    <a:pt x="1803" y="190917"/>
                  </a:lnTo>
                  <a:lnTo>
                    <a:pt x="2664" y="196142"/>
                  </a:lnTo>
                  <a:lnTo>
                    <a:pt x="3690" y="201337"/>
                  </a:lnTo>
                  <a:lnTo>
                    <a:pt x="4880" y="206496"/>
                  </a:lnTo>
                  <a:lnTo>
                    <a:pt x="6233" y="211616"/>
                  </a:lnTo>
                  <a:lnTo>
                    <a:pt x="7747" y="216690"/>
                  </a:lnTo>
                  <a:lnTo>
                    <a:pt x="9421" y="221714"/>
                  </a:lnTo>
                  <a:lnTo>
                    <a:pt x="11253" y="226682"/>
                  </a:lnTo>
                  <a:lnTo>
                    <a:pt x="13242" y="231589"/>
                  </a:lnTo>
                  <a:lnTo>
                    <a:pt x="15385" y="236431"/>
                  </a:lnTo>
                  <a:lnTo>
                    <a:pt x="17681" y="241203"/>
                  </a:lnTo>
                  <a:lnTo>
                    <a:pt x="20126" y="245900"/>
                  </a:lnTo>
                  <a:lnTo>
                    <a:pt x="22719" y="250517"/>
                  </a:lnTo>
                  <a:lnTo>
                    <a:pt x="25457" y="255049"/>
                  </a:lnTo>
                  <a:lnTo>
                    <a:pt x="28337" y="259493"/>
                  </a:lnTo>
                  <a:lnTo>
                    <a:pt x="31357" y="263843"/>
                  </a:lnTo>
                  <a:lnTo>
                    <a:pt x="34512" y="268095"/>
                  </a:lnTo>
                  <a:lnTo>
                    <a:pt x="37801" y="272245"/>
                  </a:lnTo>
                  <a:lnTo>
                    <a:pt x="41220" y="276289"/>
                  </a:lnTo>
                  <a:lnTo>
                    <a:pt x="44765" y="280222"/>
                  </a:lnTo>
                  <a:lnTo>
                    <a:pt x="48432" y="284042"/>
                  </a:lnTo>
                  <a:lnTo>
                    <a:pt x="52219" y="287743"/>
                  </a:lnTo>
                  <a:lnTo>
                    <a:pt x="56121" y="291322"/>
                  </a:lnTo>
                  <a:lnTo>
                    <a:pt x="60135" y="294776"/>
                  </a:lnTo>
                  <a:lnTo>
                    <a:pt x="64256" y="298101"/>
                  </a:lnTo>
                  <a:lnTo>
                    <a:pt x="68480" y="301294"/>
                  </a:lnTo>
                  <a:lnTo>
                    <a:pt x="72803" y="304352"/>
                  </a:lnTo>
                  <a:lnTo>
                    <a:pt x="77221" y="307271"/>
                  </a:lnTo>
                  <a:lnTo>
                    <a:pt x="81730" y="310049"/>
                  </a:lnTo>
                  <a:lnTo>
                    <a:pt x="86323" y="312682"/>
                  </a:lnTo>
                  <a:lnTo>
                    <a:pt x="90998" y="315169"/>
                  </a:lnTo>
                  <a:lnTo>
                    <a:pt x="95750" y="317507"/>
                  </a:lnTo>
                  <a:lnTo>
                    <a:pt x="100573" y="319692"/>
                  </a:lnTo>
                  <a:lnTo>
                    <a:pt x="105463" y="321724"/>
                  </a:lnTo>
                  <a:lnTo>
                    <a:pt x="110414" y="323600"/>
                  </a:lnTo>
                  <a:lnTo>
                    <a:pt x="115423" y="325319"/>
                  </a:lnTo>
                  <a:lnTo>
                    <a:pt x="120484" y="326877"/>
                  </a:lnTo>
                  <a:lnTo>
                    <a:pt x="125591" y="328275"/>
                  </a:lnTo>
                  <a:lnTo>
                    <a:pt x="130740" y="329510"/>
                  </a:lnTo>
                  <a:lnTo>
                    <a:pt x="135926" y="330582"/>
                  </a:lnTo>
                  <a:lnTo>
                    <a:pt x="141143" y="331489"/>
                  </a:lnTo>
                  <a:lnTo>
                    <a:pt x="146386" y="332230"/>
                  </a:lnTo>
                  <a:lnTo>
                    <a:pt x="151650" y="332804"/>
                  </a:lnTo>
                  <a:lnTo>
                    <a:pt x="156929" y="333212"/>
                  </a:lnTo>
                  <a:lnTo>
                    <a:pt x="162219" y="333452"/>
                  </a:lnTo>
                  <a:lnTo>
                    <a:pt x="167514" y="333525"/>
                  </a:lnTo>
                  <a:lnTo>
                    <a:pt x="172808" y="333430"/>
                  </a:lnTo>
                  <a:lnTo>
                    <a:pt x="178097" y="333167"/>
                  </a:lnTo>
                  <a:lnTo>
                    <a:pt x="183375" y="332737"/>
                  </a:lnTo>
                  <a:lnTo>
                    <a:pt x="188636" y="332140"/>
                  </a:lnTo>
                  <a:lnTo>
                    <a:pt x="193876" y="331376"/>
                  </a:lnTo>
                  <a:lnTo>
                    <a:pt x="199089" y="330447"/>
                  </a:lnTo>
                  <a:lnTo>
                    <a:pt x="204270" y="329353"/>
                  </a:lnTo>
                  <a:lnTo>
                    <a:pt x="209414" y="328096"/>
                  </a:lnTo>
                  <a:lnTo>
                    <a:pt x="214515" y="326677"/>
                  </a:lnTo>
                  <a:lnTo>
                    <a:pt x="219569" y="325096"/>
                  </a:lnTo>
                  <a:lnTo>
                    <a:pt x="224570" y="323357"/>
                  </a:lnTo>
                  <a:lnTo>
                    <a:pt x="229514" y="321460"/>
                  </a:lnTo>
                  <a:lnTo>
                    <a:pt x="234395" y="319407"/>
                  </a:lnTo>
                  <a:lnTo>
                    <a:pt x="239209" y="317200"/>
                  </a:lnTo>
                  <a:lnTo>
                    <a:pt x="243950" y="314843"/>
                  </a:lnTo>
                  <a:lnTo>
                    <a:pt x="248614" y="312336"/>
                  </a:lnTo>
                  <a:lnTo>
                    <a:pt x="253197" y="309683"/>
                  </a:lnTo>
                  <a:lnTo>
                    <a:pt x="257693" y="306886"/>
                  </a:lnTo>
                  <a:lnTo>
                    <a:pt x="262099" y="303948"/>
                  </a:lnTo>
                  <a:lnTo>
                    <a:pt x="266409" y="300872"/>
                  </a:lnTo>
                  <a:lnTo>
                    <a:pt x="270619" y="297661"/>
                  </a:lnTo>
                  <a:lnTo>
                    <a:pt x="274726" y="294318"/>
                  </a:lnTo>
                  <a:lnTo>
                    <a:pt x="278725" y="290847"/>
                  </a:lnTo>
                  <a:lnTo>
                    <a:pt x="282612" y="287251"/>
                  </a:lnTo>
                  <a:lnTo>
                    <a:pt x="286383" y="283534"/>
                  </a:lnTo>
                  <a:lnTo>
                    <a:pt x="290034" y="279699"/>
                  </a:lnTo>
                  <a:lnTo>
                    <a:pt x="293562" y="275750"/>
                  </a:lnTo>
                  <a:lnTo>
                    <a:pt x="296964" y="271692"/>
                  </a:lnTo>
                  <a:lnTo>
                    <a:pt x="300235" y="267528"/>
                  </a:lnTo>
                  <a:lnTo>
                    <a:pt x="303372" y="263262"/>
                  </a:lnTo>
                  <a:lnTo>
                    <a:pt x="306373" y="258899"/>
                  </a:lnTo>
                  <a:lnTo>
                    <a:pt x="309234" y="254443"/>
                  </a:lnTo>
                  <a:lnTo>
                    <a:pt x="311953" y="249899"/>
                  </a:lnTo>
                  <a:lnTo>
                    <a:pt x="314526" y="245271"/>
                  </a:lnTo>
                  <a:lnTo>
                    <a:pt x="316951" y="240564"/>
                  </a:lnTo>
                  <a:lnTo>
                    <a:pt x="319226" y="235783"/>
                  </a:lnTo>
                  <a:lnTo>
                    <a:pt x="321349" y="230932"/>
                  </a:lnTo>
                  <a:lnTo>
                    <a:pt x="323317" y="226016"/>
                  </a:lnTo>
                  <a:lnTo>
                    <a:pt x="325128" y="221040"/>
                  </a:lnTo>
                  <a:lnTo>
                    <a:pt x="326781" y="216009"/>
                  </a:lnTo>
                  <a:lnTo>
                    <a:pt x="328273" y="210929"/>
                  </a:lnTo>
                  <a:lnTo>
                    <a:pt x="329604" y="205803"/>
                  </a:lnTo>
                  <a:lnTo>
                    <a:pt x="330772" y="200639"/>
                  </a:lnTo>
                  <a:lnTo>
                    <a:pt x="331775" y="195439"/>
                  </a:lnTo>
                  <a:lnTo>
                    <a:pt x="332614" y="190211"/>
                  </a:lnTo>
                  <a:lnTo>
                    <a:pt x="333286" y="184959"/>
                  </a:lnTo>
                  <a:lnTo>
                    <a:pt x="333792" y="179688"/>
                  </a:lnTo>
                  <a:lnTo>
                    <a:pt x="334131" y="174403"/>
                  </a:lnTo>
                  <a:lnTo>
                    <a:pt x="334302" y="169111"/>
                  </a:lnTo>
                  <a:lnTo>
                    <a:pt x="334305" y="163816"/>
                  </a:lnTo>
                  <a:lnTo>
                    <a:pt x="334141" y="158523"/>
                  </a:lnTo>
                  <a:lnTo>
                    <a:pt x="333809" y="153238"/>
                  </a:lnTo>
                  <a:lnTo>
                    <a:pt x="333310" y="147966"/>
                  </a:lnTo>
                  <a:lnTo>
                    <a:pt x="332644" y="142713"/>
                  </a:lnTo>
                  <a:lnTo>
                    <a:pt x="331812" y="137484"/>
                  </a:lnTo>
                  <a:lnTo>
                    <a:pt x="330815" y="132283"/>
                  </a:lnTo>
                  <a:lnTo>
                    <a:pt x="329653" y="127117"/>
                  </a:lnTo>
                  <a:lnTo>
                    <a:pt x="328329" y="121990"/>
                  </a:lnTo>
                  <a:lnTo>
                    <a:pt x="326843" y="116908"/>
                  </a:lnTo>
                  <a:lnTo>
                    <a:pt x="325197" y="111875"/>
                  </a:lnTo>
                  <a:lnTo>
                    <a:pt x="323392" y="106897"/>
                  </a:lnTo>
                  <a:lnTo>
                    <a:pt x="321430" y="101978"/>
                  </a:lnTo>
                  <a:lnTo>
                    <a:pt x="319314" y="97124"/>
                  </a:lnTo>
                  <a:lnTo>
                    <a:pt x="317045" y="92340"/>
                  </a:lnTo>
                  <a:lnTo>
                    <a:pt x="314625" y="87630"/>
                  </a:lnTo>
                  <a:lnTo>
                    <a:pt x="312058" y="82999"/>
                  </a:lnTo>
                  <a:lnTo>
                    <a:pt x="309345" y="78451"/>
                  </a:lnTo>
                  <a:lnTo>
                    <a:pt x="306489" y="73992"/>
                  </a:lnTo>
                  <a:lnTo>
                    <a:pt x="303494" y="69625"/>
                  </a:lnTo>
                  <a:lnTo>
                    <a:pt x="300362" y="65356"/>
                  </a:lnTo>
                  <a:lnTo>
                    <a:pt x="297096" y="61188"/>
                  </a:lnTo>
                  <a:lnTo>
                    <a:pt x="293700" y="57125"/>
                  </a:lnTo>
                  <a:lnTo>
                    <a:pt x="290177" y="53172"/>
                  </a:lnTo>
                  <a:lnTo>
                    <a:pt x="286530" y="49332"/>
                  </a:lnTo>
                  <a:lnTo>
                    <a:pt x="282764" y="45610"/>
                  </a:lnTo>
                  <a:lnTo>
                    <a:pt x="278882" y="42009"/>
                  </a:lnTo>
                  <a:lnTo>
                    <a:pt x="274887" y="38533"/>
                  </a:lnTo>
                  <a:lnTo>
                    <a:pt x="270785" y="35185"/>
                  </a:lnTo>
                  <a:lnTo>
                    <a:pt x="266578" y="31969"/>
                  </a:lnTo>
                  <a:lnTo>
                    <a:pt x="262272" y="28887"/>
                  </a:lnTo>
                  <a:lnTo>
                    <a:pt x="257870" y="25944"/>
                  </a:lnTo>
                  <a:lnTo>
                    <a:pt x="253377" y="23141"/>
                  </a:lnTo>
                  <a:lnTo>
                    <a:pt x="248798" y="20482"/>
                  </a:lnTo>
                  <a:lnTo>
                    <a:pt x="244137" y="17970"/>
                  </a:lnTo>
                  <a:lnTo>
                    <a:pt x="239399" y="15606"/>
                  </a:lnTo>
                  <a:lnTo>
                    <a:pt x="234588" y="13394"/>
                  </a:lnTo>
                  <a:lnTo>
                    <a:pt x="229709" y="11335"/>
                  </a:lnTo>
                  <a:lnTo>
                    <a:pt x="224768" y="9431"/>
                  </a:lnTo>
                  <a:lnTo>
                    <a:pt x="219769" y="7685"/>
                  </a:lnTo>
                  <a:lnTo>
                    <a:pt x="214717" y="6099"/>
                  </a:lnTo>
                  <a:lnTo>
                    <a:pt x="209617" y="4673"/>
                  </a:lnTo>
                  <a:lnTo>
                    <a:pt x="204475" y="3409"/>
                  </a:lnTo>
                  <a:lnTo>
                    <a:pt x="199296" y="2309"/>
                  </a:lnTo>
                  <a:lnTo>
                    <a:pt x="194084" y="1373"/>
                  </a:lnTo>
                  <a:lnTo>
                    <a:pt x="188845" y="603"/>
                  </a:lnTo>
                  <a:lnTo>
                    <a:pt x="183584" y="0"/>
                  </a:lnTo>
                  <a:lnTo>
                    <a:pt x="167157" y="1663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645733" y="2406772"/>
              <a:ext cx="16427" cy="167167"/>
            </a:xfrm>
            <a:custGeom>
              <a:avLst/>
              <a:pathLst>
                <a:path w="16427" h="167167">
                  <a:moveTo>
                    <a:pt x="16427" y="809"/>
                  </a:moveTo>
                  <a:lnTo>
                    <a:pt x="8223" y="2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358833" y="2911194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80" y="1345"/>
                  </a:lnTo>
                  <a:lnTo>
                    <a:pt x="140729" y="2100"/>
                  </a:lnTo>
                  <a:lnTo>
                    <a:pt x="135504" y="3022"/>
                  </a:lnTo>
                  <a:lnTo>
                    <a:pt x="130311" y="4108"/>
                  </a:lnTo>
                  <a:lnTo>
                    <a:pt x="125155" y="5360"/>
                  </a:lnTo>
                  <a:lnTo>
                    <a:pt x="120041" y="6774"/>
                  </a:lnTo>
                  <a:lnTo>
                    <a:pt x="114975" y="8349"/>
                  </a:lnTo>
                  <a:lnTo>
                    <a:pt x="109961" y="10085"/>
                  </a:lnTo>
                  <a:lnTo>
                    <a:pt x="105005" y="11979"/>
                  </a:lnTo>
                  <a:lnTo>
                    <a:pt x="100112" y="14029"/>
                  </a:lnTo>
                  <a:lnTo>
                    <a:pt x="95286" y="16233"/>
                  </a:lnTo>
                  <a:lnTo>
                    <a:pt x="90532" y="18590"/>
                  </a:lnTo>
                  <a:lnTo>
                    <a:pt x="85856" y="21096"/>
                  </a:lnTo>
                  <a:lnTo>
                    <a:pt x="81261" y="23749"/>
                  </a:lnTo>
                  <a:lnTo>
                    <a:pt x="76753" y="26547"/>
                  </a:lnTo>
                  <a:lnTo>
                    <a:pt x="72336" y="29486"/>
                  </a:lnTo>
                  <a:lnTo>
                    <a:pt x="68015" y="32564"/>
                  </a:lnTo>
                  <a:lnTo>
                    <a:pt x="63793" y="35778"/>
                  </a:lnTo>
                  <a:lnTo>
                    <a:pt x="59676" y="39124"/>
                  </a:lnTo>
                  <a:lnTo>
                    <a:pt x="55667" y="42599"/>
                  </a:lnTo>
                  <a:lnTo>
                    <a:pt x="51770" y="46199"/>
                  </a:lnTo>
                  <a:lnTo>
                    <a:pt x="47989" y="49922"/>
                  </a:lnTo>
                  <a:lnTo>
                    <a:pt x="44328" y="53762"/>
                  </a:lnTo>
                  <a:lnTo>
                    <a:pt x="40792" y="57717"/>
                  </a:lnTo>
                  <a:lnTo>
                    <a:pt x="37382" y="61782"/>
                  </a:lnTo>
                  <a:lnTo>
                    <a:pt x="34103" y="65953"/>
                  </a:lnTo>
                  <a:lnTo>
                    <a:pt x="30958" y="70226"/>
                  </a:lnTo>
                  <a:lnTo>
                    <a:pt x="27950" y="74597"/>
                  </a:lnTo>
                  <a:lnTo>
                    <a:pt x="25083" y="79060"/>
                  </a:lnTo>
                  <a:lnTo>
                    <a:pt x="22358" y="83613"/>
                  </a:lnTo>
                  <a:lnTo>
                    <a:pt x="19780" y="88250"/>
                  </a:lnTo>
                  <a:lnTo>
                    <a:pt x="17349" y="92966"/>
                  </a:lnTo>
                  <a:lnTo>
                    <a:pt x="15070" y="97757"/>
                  </a:lnTo>
                  <a:lnTo>
                    <a:pt x="12944" y="102618"/>
                  </a:lnTo>
                  <a:lnTo>
                    <a:pt x="10973" y="107544"/>
                  </a:lnTo>
                  <a:lnTo>
                    <a:pt x="9160" y="112530"/>
                  </a:lnTo>
                  <a:lnTo>
                    <a:pt x="7506" y="117571"/>
                  </a:lnTo>
                  <a:lnTo>
                    <a:pt x="6012" y="122663"/>
                  </a:lnTo>
                  <a:lnTo>
                    <a:pt x="4681" y="127798"/>
                  </a:lnTo>
                  <a:lnTo>
                    <a:pt x="3514" y="132974"/>
                  </a:lnTo>
                  <a:lnTo>
                    <a:pt x="2511" y="138184"/>
                  </a:lnTo>
                  <a:lnTo>
                    <a:pt x="1674" y="143423"/>
                  </a:lnTo>
                  <a:lnTo>
                    <a:pt x="1004" y="148686"/>
                  </a:lnTo>
                  <a:lnTo>
                    <a:pt x="501" y="153968"/>
                  </a:lnTo>
                  <a:lnTo>
                    <a:pt x="166" y="159263"/>
                  </a:lnTo>
                  <a:lnTo>
                    <a:pt x="0" y="164566"/>
                  </a:lnTo>
                  <a:lnTo>
                    <a:pt x="1" y="169871"/>
                  </a:lnTo>
                  <a:lnTo>
                    <a:pt x="171" y="175174"/>
                  </a:lnTo>
                  <a:lnTo>
                    <a:pt x="509" y="180469"/>
                  </a:lnTo>
                  <a:lnTo>
                    <a:pt x="1015" y="185751"/>
                  </a:lnTo>
                  <a:lnTo>
                    <a:pt x="1689" y="191013"/>
                  </a:lnTo>
                  <a:lnTo>
                    <a:pt x="2529" y="196252"/>
                  </a:lnTo>
                  <a:lnTo>
                    <a:pt x="3535" y="201461"/>
                  </a:lnTo>
                  <a:lnTo>
                    <a:pt x="4706" y="206636"/>
                  </a:lnTo>
                  <a:lnTo>
                    <a:pt x="6040" y="211771"/>
                  </a:lnTo>
                  <a:lnTo>
                    <a:pt x="7536" y="216861"/>
                  </a:lnTo>
                  <a:lnTo>
                    <a:pt x="9194" y="221901"/>
                  </a:lnTo>
                  <a:lnTo>
                    <a:pt x="11010" y="226886"/>
                  </a:lnTo>
                  <a:lnTo>
                    <a:pt x="12984" y="231811"/>
                  </a:lnTo>
                  <a:lnTo>
                    <a:pt x="15113" y="236671"/>
                  </a:lnTo>
                  <a:lnTo>
                    <a:pt x="17395" y="241460"/>
                  </a:lnTo>
                  <a:lnTo>
                    <a:pt x="19829" y="246175"/>
                  </a:lnTo>
                  <a:lnTo>
                    <a:pt x="22410" y="250810"/>
                  </a:lnTo>
                  <a:lnTo>
                    <a:pt x="25137" y="255361"/>
                  </a:lnTo>
                  <a:lnTo>
                    <a:pt x="28008" y="259824"/>
                  </a:lnTo>
                  <a:lnTo>
                    <a:pt x="31018" y="264192"/>
                  </a:lnTo>
                  <a:lnTo>
                    <a:pt x="34166" y="268463"/>
                  </a:lnTo>
                  <a:lnTo>
                    <a:pt x="37447" y="272632"/>
                  </a:lnTo>
                  <a:lnTo>
                    <a:pt x="40859" y="276695"/>
                  </a:lnTo>
                  <a:lnTo>
                    <a:pt x="44399" y="280648"/>
                  </a:lnTo>
                  <a:lnTo>
                    <a:pt x="48062" y="284486"/>
                  </a:lnTo>
                  <a:lnTo>
                    <a:pt x="51845" y="288206"/>
                  </a:lnTo>
                  <a:lnTo>
                    <a:pt x="55744" y="291804"/>
                  </a:lnTo>
                  <a:lnTo>
                    <a:pt x="59755" y="295276"/>
                  </a:lnTo>
                  <a:lnTo>
                    <a:pt x="63875" y="298620"/>
                  </a:lnTo>
                  <a:lnTo>
                    <a:pt x="68098" y="301831"/>
                  </a:lnTo>
                  <a:lnTo>
                    <a:pt x="72422" y="304906"/>
                  </a:lnTo>
                  <a:lnTo>
                    <a:pt x="76840" y="307843"/>
                  </a:lnTo>
                  <a:lnTo>
                    <a:pt x="81350" y="310638"/>
                  </a:lnTo>
                  <a:lnTo>
                    <a:pt x="85946" y="313288"/>
                  </a:lnTo>
                  <a:lnTo>
                    <a:pt x="90624" y="315792"/>
                  </a:lnTo>
                  <a:lnTo>
                    <a:pt x="95379" y="318145"/>
                  </a:lnTo>
                  <a:lnTo>
                    <a:pt x="100207" y="320346"/>
                  </a:lnTo>
                  <a:lnTo>
                    <a:pt x="105101" y="322394"/>
                  </a:lnTo>
                  <a:lnTo>
                    <a:pt x="110059" y="324284"/>
                  </a:lnTo>
                  <a:lnTo>
                    <a:pt x="115073" y="326017"/>
                  </a:lnTo>
                  <a:lnTo>
                    <a:pt x="120140" y="327589"/>
                  </a:lnTo>
                  <a:lnTo>
                    <a:pt x="125255" y="329000"/>
                  </a:lnTo>
                  <a:lnTo>
                    <a:pt x="130412" y="330248"/>
                  </a:lnTo>
                  <a:lnTo>
                    <a:pt x="135606" y="331332"/>
                  </a:lnTo>
                  <a:lnTo>
                    <a:pt x="140831" y="332250"/>
                  </a:lnTo>
                  <a:lnTo>
                    <a:pt x="146083" y="333002"/>
                  </a:lnTo>
                  <a:lnTo>
                    <a:pt x="151356" y="333587"/>
                  </a:lnTo>
                  <a:lnTo>
                    <a:pt x="156645" y="334004"/>
                  </a:lnTo>
                  <a:lnTo>
                    <a:pt x="161945" y="334253"/>
                  </a:lnTo>
                  <a:lnTo>
                    <a:pt x="167250" y="334334"/>
                  </a:lnTo>
                  <a:lnTo>
                    <a:pt x="172555" y="334247"/>
                  </a:lnTo>
                  <a:lnTo>
                    <a:pt x="177854" y="333991"/>
                  </a:lnTo>
                  <a:lnTo>
                    <a:pt x="183143" y="333567"/>
                  </a:lnTo>
                  <a:lnTo>
                    <a:pt x="188416" y="332976"/>
                  </a:lnTo>
                  <a:lnTo>
                    <a:pt x="193667" y="332217"/>
                  </a:lnTo>
                  <a:lnTo>
                    <a:pt x="198891" y="331293"/>
                  </a:lnTo>
                  <a:lnTo>
                    <a:pt x="204084" y="330203"/>
                  </a:lnTo>
                  <a:lnTo>
                    <a:pt x="209239" y="328948"/>
                  </a:lnTo>
                  <a:lnTo>
                    <a:pt x="214352" y="327531"/>
                  </a:lnTo>
                  <a:lnTo>
                    <a:pt x="219417" y="325952"/>
                  </a:lnTo>
                  <a:lnTo>
                    <a:pt x="224429" y="324214"/>
                  </a:lnTo>
                  <a:lnTo>
                    <a:pt x="229384" y="322317"/>
                  </a:lnTo>
                  <a:lnTo>
                    <a:pt x="234276" y="320263"/>
                  </a:lnTo>
                  <a:lnTo>
                    <a:pt x="239101" y="318056"/>
                  </a:lnTo>
                  <a:lnTo>
                    <a:pt x="243853" y="315697"/>
                  </a:lnTo>
                  <a:lnTo>
                    <a:pt x="248528" y="313188"/>
                  </a:lnTo>
                  <a:lnTo>
                    <a:pt x="253121" y="310532"/>
                  </a:lnTo>
                  <a:lnTo>
                    <a:pt x="257627" y="307731"/>
                  </a:lnTo>
                  <a:lnTo>
                    <a:pt x="262042" y="304789"/>
                  </a:lnTo>
                  <a:lnTo>
                    <a:pt x="266362" y="301708"/>
                  </a:lnTo>
                  <a:lnTo>
                    <a:pt x="270581" y="298492"/>
                  </a:lnTo>
                  <a:lnTo>
                    <a:pt x="274697" y="295143"/>
                  </a:lnTo>
                  <a:lnTo>
                    <a:pt x="278704" y="291666"/>
                  </a:lnTo>
                  <a:lnTo>
                    <a:pt x="282598" y="288063"/>
                  </a:lnTo>
                  <a:lnTo>
                    <a:pt x="286377" y="284338"/>
                  </a:lnTo>
                  <a:lnTo>
                    <a:pt x="290035" y="280496"/>
                  </a:lnTo>
                  <a:lnTo>
                    <a:pt x="293570" y="276539"/>
                  </a:lnTo>
                  <a:lnTo>
                    <a:pt x="296977" y="272472"/>
                  </a:lnTo>
                  <a:lnTo>
                    <a:pt x="300253" y="268299"/>
                  </a:lnTo>
                  <a:lnTo>
                    <a:pt x="303395" y="264024"/>
                  </a:lnTo>
                  <a:lnTo>
                    <a:pt x="306401" y="259651"/>
                  </a:lnTo>
                  <a:lnTo>
                    <a:pt x="309265" y="255185"/>
                  </a:lnTo>
                  <a:lnTo>
                    <a:pt x="311987" y="250631"/>
                  </a:lnTo>
                  <a:lnTo>
                    <a:pt x="314563" y="245993"/>
                  </a:lnTo>
                  <a:lnTo>
                    <a:pt x="316990" y="241275"/>
                  </a:lnTo>
                  <a:lnTo>
                    <a:pt x="319266" y="236482"/>
                  </a:lnTo>
                  <a:lnTo>
                    <a:pt x="321389" y="231620"/>
                  </a:lnTo>
                  <a:lnTo>
                    <a:pt x="323357" y="226693"/>
                  </a:lnTo>
                  <a:lnTo>
                    <a:pt x="325167" y="221706"/>
                  </a:lnTo>
                  <a:lnTo>
                    <a:pt x="326818" y="216664"/>
                  </a:lnTo>
                  <a:lnTo>
                    <a:pt x="328309" y="211572"/>
                  </a:lnTo>
                  <a:lnTo>
                    <a:pt x="329637" y="206435"/>
                  </a:lnTo>
                  <a:lnTo>
                    <a:pt x="330801" y="201259"/>
                  </a:lnTo>
                  <a:lnTo>
                    <a:pt x="331800" y="196048"/>
                  </a:lnTo>
                  <a:lnTo>
                    <a:pt x="332634" y="190808"/>
                  </a:lnTo>
                  <a:lnTo>
                    <a:pt x="333301" y="185545"/>
                  </a:lnTo>
                  <a:lnTo>
                    <a:pt x="333800" y="180263"/>
                  </a:lnTo>
                  <a:lnTo>
                    <a:pt x="334132" y="174968"/>
                  </a:lnTo>
                  <a:lnTo>
                    <a:pt x="334295" y="169665"/>
                  </a:lnTo>
                  <a:lnTo>
                    <a:pt x="334291" y="164359"/>
                  </a:lnTo>
                  <a:lnTo>
                    <a:pt x="334117" y="159056"/>
                  </a:lnTo>
                  <a:lnTo>
                    <a:pt x="333776" y="153762"/>
                  </a:lnTo>
                  <a:lnTo>
                    <a:pt x="333266" y="148481"/>
                  </a:lnTo>
                  <a:lnTo>
                    <a:pt x="332590" y="143218"/>
                  </a:lnTo>
                  <a:lnTo>
                    <a:pt x="331746" y="13798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049175"/>
              <a:ext cx="164599" cy="29186"/>
            </a:xfrm>
            <a:custGeom>
              <a:avLst/>
              <a:pathLst>
                <a:path w="164599" h="29186">
                  <a:moveTo>
                    <a:pt x="164599" y="0"/>
                  </a:moveTo>
                  <a:lnTo>
                    <a:pt x="0" y="291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2917441"/>
              <a:ext cx="164599" cy="160920"/>
            </a:xfrm>
            <a:custGeom>
              <a:avLst/>
              <a:pathLst>
                <a:path w="164599" h="160920">
                  <a:moveTo>
                    <a:pt x="164599" y="131734"/>
                  </a:moveTo>
                  <a:lnTo>
                    <a:pt x="163548" y="126323"/>
                  </a:lnTo>
                  <a:lnTo>
                    <a:pt x="162318" y="120950"/>
                  </a:lnTo>
                  <a:lnTo>
                    <a:pt x="160912" y="115621"/>
                  </a:lnTo>
                  <a:lnTo>
                    <a:pt x="159331" y="110341"/>
                  </a:lnTo>
                  <a:lnTo>
                    <a:pt x="157577" y="105116"/>
                  </a:lnTo>
                  <a:lnTo>
                    <a:pt x="155652" y="99951"/>
                  </a:lnTo>
                  <a:lnTo>
                    <a:pt x="153557" y="94853"/>
                  </a:lnTo>
                  <a:lnTo>
                    <a:pt x="151296" y="89827"/>
                  </a:lnTo>
                  <a:lnTo>
                    <a:pt x="148870" y="84878"/>
                  </a:lnTo>
                  <a:lnTo>
                    <a:pt x="146282" y="80011"/>
                  </a:lnTo>
                  <a:lnTo>
                    <a:pt x="143535" y="75233"/>
                  </a:lnTo>
                  <a:lnTo>
                    <a:pt x="140633" y="70547"/>
                  </a:lnTo>
                  <a:lnTo>
                    <a:pt x="137577" y="65960"/>
                  </a:lnTo>
                  <a:lnTo>
                    <a:pt x="134372" y="61476"/>
                  </a:lnTo>
                  <a:lnTo>
                    <a:pt x="131020" y="57101"/>
                  </a:lnTo>
                  <a:lnTo>
                    <a:pt x="127526" y="52838"/>
                  </a:lnTo>
                  <a:lnTo>
                    <a:pt x="123894" y="48692"/>
                  </a:lnTo>
                  <a:lnTo>
                    <a:pt x="120127" y="44669"/>
                  </a:lnTo>
                  <a:lnTo>
                    <a:pt x="116229" y="40772"/>
                  </a:lnTo>
                  <a:lnTo>
                    <a:pt x="112205" y="37006"/>
                  </a:lnTo>
                  <a:lnTo>
                    <a:pt x="108059" y="33374"/>
                  </a:lnTo>
                  <a:lnTo>
                    <a:pt x="103795" y="29881"/>
                  </a:lnTo>
                  <a:lnTo>
                    <a:pt x="99419" y="26530"/>
                  </a:lnTo>
                  <a:lnTo>
                    <a:pt x="94935" y="23326"/>
                  </a:lnTo>
                  <a:lnTo>
                    <a:pt x="90347" y="20271"/>
                  </a:lnTo>
                  <a:lnTo>
                    <a:pt x="85661" y="17369"/>
                  </a:lnTo>
                  <a:lnTo>
                    <a:pt x="80882" y="14623"/>
                  </a:lnTo>
                  <a:lnTo>
                    <a:pt x="76015" y="12036"/>
                  </a:lnTo>
                  <a:lnTo>
                    <a:pt x="71066" y="9611"/>
                  </a:lnTo>
                  <a:lnTo>
                    <a:pt x="66039" y="7350"/>
                  </a:lnTo>
                  <a:lnTo>
                    <a:pt x="60940" y="5257"/>
                  </a:lnTo>
                  <a:lnTo>
                    <a:pt x="55776" y="3332"/>
                  </a:lnTo>
                  <a:lnTo>
                    <a:pt x="50550" y="1579"/>
                  </a:lnTo>
                  <a:lnTo>
                    <a:pt x="45270" y="0"/>
                  </a:lnTo>
                  <a:lnTo>
                    <a:pt x="0" y="1609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2911194"/>
              <a:ext cx="45270" cy="167167"/>
            </a:xfrm>
            <a:custGeom>
              <a:avLst/>
              <a:pathLst>
                <a:path w="45270" h="167167">
                  <a:moveTo>
                    <a:pt x="45270" y="6246"/>
                  </a:moveTo>
                  <a:lnTo>
                    <a:pt x="38932" y="4596"/>
                  </a:lnTo>
                  <a:lnTo>
                    <a:pt x="32535" y="3196"/>
                  </a:lnTo>
                  <a:lnTo>
                    <a:pt x="26088" y="2048"/>
                  </a:lnTo>
                  <a:lnTo>
                    <a:pt x="19601" y="1153"/>
                  </a:lnTo>
                  <a:lnTo>
                    <a:pt x="13084" y="512"/>
                  </a:lnTo>
                  <a:lnTo>
                    <a:pt x="6547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358831" y="3429590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4" y="336"/>
                  </a:lnTo>
                  <a:lnTo>
                    <a:pt x="151270" y="755"/>
                  </a:lnTo>
                  <a:lnTo>
                    <a:pt x="146002" y="1342"/>
                  </a:lnTo>
                  <a:lnTo>
                    <a:pt x="140755" y="2096"/>
                  </a:lnTo>
                  <a:lnTo>
                    <a:pt x="135535" y="3016"/>
                  </a:lnTo>
                  <a:lnTo>
                    <a:pt x="130346" y="4101"/>
                  </a:lnTo>
                  <a:lnTo>
                    <a:pt x="125195" y="5350"/>
                  </a:lnTo>
                  <a:lnTo>
                    <a:pt x="120085" y="6761"/>
                  </a:lnTo>
                  <a:lnTo>
                    <a:pt x="115023" y="8334"/>
                  </a:lnTo>
                  <a:lnTo>
                    <a:pt x="110014" y="10067"/>
                  </a:lnTo>
                  <a:lnTo>
                    <a:pt x="105061" y="11957"/>
                  </a:lnTo>
                  <a:lnTo>
                    <a:pt x="100172" y="14004"/>
                  </a:lnTo>
                  <a:lnTo>
                    <a:pt x="95349" y="16204"/>
                  </a:lnTo>
                  <a:lnTo>
                    <a:pt x="90599" y="18556"/>
                  </a:lnTo>
                  <a:lnTo>
                    <a:pt x="85926" y="21058"/>
                  </a:lnTo>
                  <a:lnTo>
                    <a:pt x="81334" y="23707"/>
                  </a:lnTo>
                  <a:lnTo>
                    <a:pt x="76829" y="26500"/>
                  </a:lnTo>
                  <a:lnTo>
                    <a:pt x="72415" y="29434"/>
                  </a:lnTo>
                  <a:lnTo>
                    <a:pt x="68095" y="32507"/>
                  </a:lnTo>
                  <a:lnTo>
                    <a:pt x="63876" y="35715"/>
                  </a:lnTo>
                  <a:lnTo>
                    <a:pt x="59760" y="39055"/>
                  </a:lnTo>
                  <a:lnTo>
                    <a:pt x="55752" y="42525"/>
                  </a:lnTo>
                  <a:lnTo>
                    <a:pt x="51856" y="46119"/>
                  </a:lnTo>
                  <a:lnTo>
                    <a:pt x="48076" y="49835"/>
                  </a:lnTo>
                  <a:lnTo>
                    <a:pt x="44416" y="53670"/>
                  </a:lnTo>
                  <a:lnTo>
                    <a:pt x="40879" y="57618"/>
                  </a:lnTo>
                  <a:lnTo>
                    <a:pt x="37470" y="61676"/>
                  </a:lnTo>
                  <a:lnTo>
                    <a:pt x="34190" y="65841"/>
                  </a:lnTo>
                  <a:lnTo>
                    <a:pt x="31045" y="70107"/>
                  </a:lnTo>
                  <a:lnTo>
                    <a:pt x="28036" y="74471"/>
                  </a:lnTo>
                  <a:lnTo>
                    <a:pt x="25167" y="78928"/>
                  </a:lnTo>
                  <a:lnTo>
                    <a:pt x="22440" y="83474"/>
                  </a:lnTo>
                  <a:lnTo>
                    <a:pt x="19860" y="88104"/>
                  </a:lnTo>
                  <a:lnTo>
                    <a:pt x="17427" y="92814"/>
                  </a:lnTo>
                  <a:lnTo>
                    <a:pt x="15145" y="97598"/>
                  </a:lnTo>
                  <a:lnTo>
                    <a:pt x="13016" y="102453"/>
                  </a:lnTo>
                  <a:lnTo>
                    <a:pt x="11041" y="107372"/>
                  </a:lnTo>
                  <a:lnTo>
                    <a:pt x="9224" y="112351"/>
                  </a:lnTo>
                  <a:lnTo>
                    <a:pt x="7566" y="117386"/>
                  </a:lnTo>
                  <a:lnTo>
                    <a:pt x="6067" y="122471"/>
                  </a:lnTo>
                  <a:lnTo>
                    <a:pt x="4731" y="127600"/>
                  </a:lnTo>
                  <a:lnTo>
                    <a:pt x="3559" y="132770"/>
                  </a:lnTo>
                  <a:lnTo>
                    <a:pt x="2550" y="137974"/>
                  </a:lnTo>
                  <a:lnTo>
                    <a:pt x="1707" y="143207"/>
                  </a:lnTo>
                  <a:lnTo>
                    <a:pt x="1031" y="148464"/>
                  </a:lnTo>
                  <a:lnTo>
                    <a:pt x="521" y="153740"/>
                  </a:lnTo>
                  <a:lnTo>
                    <a:pt x="180" y="159030"/>
                  </a:lnTo>
                  <a:lnTo>
                    <a:pt x="5" y="164328"/>
                  </a:lnTo>
                  <a:lnTo>
                    <a:pt x="0" y="169629"/>
                  </a:lnTo>
                  <a:lnTo>
                    <a:pt x="162" y="174927"/>
                  </a:lnTo>
                  <a:lnTo>
                    <a:pt x="492" y="180217"/>
                  </a:lnTo>
                  <a:lnTo>
                    <a:pt x="989" y="185495"/>
                  </a:lnTo>
                  <a:lnTo>
                    <a:pt x="1654" y="190754"/>
                  </a:lnTo>
                  <a:lnTo>
                    <a:pt x="2485" y="195989"/>
                  </a:lnTo>
                  <a:lnTo>
                    <a:pt x="3481" y="201195"/>
                  </a:lnTo>
                  <a:lnTo>
                    <a:pt x="4642" y="206367"/>
                  </a:lnTo>
                  <a:lnTo>
                    <a:pt x="5967" y="211500"/>
                  </a:lnTo>
                  <a:lnTo>
                    <a:pt x="7454" y="216588"/>
                  </a:lnTo>
                  <a:lnTo>
                    <a:pt x="9101" y="221626"/>
                  </a:lnTo>
                  <a:lnTo>
                    <a:pt x="10907" y="226610"/>
                  </a:lnTo>
                  <a:lnTo>
                    <a:pt x="12870" y="231533"/>
                  </a:lnTo>
                  <a:lnTo>
                    <a:pt x="14988" y="236392"/>
                  </a:lnTo>
                  <a:lnTo>
                    <a:pt x="17260" y="241182"/>
                  </a:lnTo>
                  <a:lnTo>
                    <a:pt x="19682" y="245897"/>
                  </a:lnTo>
                  <a:lnTo>
                    <a:pt x="22252" y="250533"/>
                  </a:lnTo>
                  <a:lnTo>
                    <a:pt x="24968" y="255085"/>
                  </a:lnTo>
                  <a:lnTo>
                    <a:pt x="27827" y="259549"/>
                  </a:lnTo>
                  <a:lnTo>
                    <a:pt x="30826" y="263919"/>
                  </a:lnTo>
                  <a:lnTo>
                    <a:pt x="33962" y="268193"/>
                  </a:lnTo>
                  <a:lnTo>
                    <a:pt x="37232" y="272365"/>
                  </a:lnTo>
                  <a:lnTo>
                    <a:pt x="40633" y="276431"/>
                  </a:lnTo>
                  <a:lnTo>
                    <a:pt x="44160" y="280387"/>
                  </a:lnTo>
                  <a:lnTo>
                    <a:pt x="47812" y="284230"/>
                  </a:lnTo>
                  <a:lnTo>
                    <a:pt x="51583" y="287954"/>
                  </a:lnTo>
                  <a:lnTo>
                    <a:pt x="55471" y="291558"/>
                  </a:lnTo>
                  <a:lnTo>
                    <a:pt x="59471" y="295036"/>
                  </a:lnTo>
                  <a:lnTo>
                    <a:pt x="63579" y="298386"/>
                  </a:lnTo>
                  <a:lnTo>
                    <a:pt x="67792" y="301603"/>
                  </a:lnTo>
                  <a:lnTo>
                    <a:pt x="72104" y="304686"/>
                  </a:lnTo>
                  <a:lnTo>
                    <a:pt x="76512" y="307630"/>
                  </a:lnTo>
                  <a:lnTo>
                    <a:pt x="81011" y="310433"/>
                  </a:lnTo>
                  <a:lnTo>
                    <a:pt x="85596" y="313092"/>
                  </a:lnTo>
                  <a:lnTo>
                    <a:pt x="90264" y="315604"/>
                  </a:lnTo>
                  <a:lnTo>
                    <a:pt x="95009" y="317967"/>
                  </a:lnTo>
                  <a:lnTo>
                    <a:pt x="99826" y="320179"/>
                  </a:lnTo>
                  <a:lnTo>
                    <a:pt x="104711" y="322236"/>
                  </a:lnTo>
                  <a:lnTo>
                    <a:pt x="109659" y="324138"/>
                  </a:lnTo>
                  <a:lnTo>
                    <a:pt x="114665" y="325882"/>
                  </a:lnTo>
                  <a:lnTo>
                    <a:pt x="119723" y="327466"/>
                  </a:lnTo>
                  <a:lnTo>
                    <a:pt x="124830" y="328889"/>
                  </a:lnTo>
                  <a:lnTo>
                    <a:pt x="129978" y="330149"/>
                  </a:lnTo>
                  <a:lnTo>
                    <a:pt x="135164" y="331246"/>
                  </a:lnTo>
                  <a:lnTo>
                    <a:pt x="140383" y="332178"/>
                  </a:lnTo>
                  <a:lnTo>
                    <a:pt x="145628" y="332943"/>
                  </a:lnTo>
                  <a:lnTo>
                    <a:pt x="150894" y="333542"/>
                  </a:lnTo>
                  <a:lnTo>
                    <a:pt x="156178" y="333974"/>
                  </a:lnTo>
                  <a:lnTo>
                    <a:pt x="161472" y="334238"/>
                  </a:lnTo>
                  <a:lnTo>
                    <a:pt x="166772" y="334334"/>
                  </a:lnTo>
                  <a:lnTo>
                    <a:pt x="172072" y="334262"/>
                  </a:lnTo>
                  <a:lnTo>
                    <a:pt x="177367" y="334022"/>
                  </a:lnTo>
                  <a:lnTo>
                    <a:pt x="182652" y="333614"/>
                  </a:lnTo>
                  <a:lnTo>
                    <a:pt x="187922" y="333039"/>
                  </a:lnTo>
                  <a:lnTo>
                    <a:pt x="193170" y="332297"/>
                  </a:lnTo>
                  <a:lnTo>
                    <a:pt x="198393" y="331389"/>
                  </a:lnTo>
                  <a:lnTo>
                    <a:pt x="203583" y="330316"/>
                  </a:lnTo>
                  <a:lnTo>
                    <a:pt x="208738" y="329078"/>
                  </a:lnTo>
                  <a:lnTo>
                    <a:pt x="213850" y="327678"/>
                  </a:lnTo>
                  <a:lnTo>
                    <a:pt x="218916" y="326117"/>
                  </a:lnTo>
                  <a:lnTo>
                    <a:pt x="223929" y="324396"/>
                  </a:lnTo>
                  <a:lnTo>
                    <a:pt x="228886" y="322517"/>
                  </a:lnTo>
                  <a:lnTo>
                    <a:pt x="233780" y="320481"/>
                  </a:lnTo>
                  <a:lnTo>
                    <a:pt x="238608" y="318291"/>
                  </a:lnTo>
                  <a:lnTo>
                    <a:pt x="243363" y="315950"/>
                  </a:lnTo>
                  <a:lnTo>
                    <a:pt x="248042" y="313459"/>
                  </a:lnTo>
                  <a:lnTo>
                    <a:pt x="252639" y="310820"/>
                  </a:lnTo>
                  <a:lnTo>
                    <a:pt x="257151" y="308038"/>
                  </a:lnTo>
                  <a:lnTo>
                    <a:pt x="261572" y="305113"/>
                  </a:lnTo>
                  <a:lnTo>
                    <a:pt x="265898" y="302050"/>
                  </a:lnTo>
                  <a:lnTo>
                    <a:pt x="270125" y="298852"/>
                  </a:lnTo>
                  <a:lnTo>
                    <a:pt x="274248" y="295520"/>
                  </a:lnTo>
                  <a:lnTo>
                    <a:pt x="278264" y="292060"/>
                  </a:lnTo>
                  <a:lnTo>
                    <a:pt x="282168" y="288475"/>
                  </a:lnTo>
                  <a:lnTo>
                    <a:pt x="285956" y="284767"/>
                  </a:lnTo>
                  <a:lnTo>
                    <a:pt x="289625" y="280941"/>
                  </a:lnTo>
                  <a:lnTo>
                    <a:pt x="293171" y="277001"/>
                  </a:lnTo>
                  <a:lnTo>
                    <a:pt x="296590" y="272950"/>
                  </a:lnTo>
                  <a:lnTo>
                    <a:pt x="299878" y="268793"/>
                  </a:lnTo>
                  <a:lnTo>
                    <a:pt x="303034" y="264534"/>
                  </a:lnTo>
                  <a:lnTo>
                    <a:pt x="306052" y="260176"/>
                  </a:lnTo>
                  <a:lnTo>
                    <a:pt x="308931" y="255726"/>
                  </a:lnTo>
                  <a:lnTo>
                    <a:pt x="311668" y="251186"/>
                  </a:lnTo>
                  <a:lnTo>
                    <a:pt x="314259" y="246562"/>
                  </a:lnTo>
                  <a:lnTo>
                    <a:pt x="316702" y="241858"/>
                  </a:lnTo>
                  <a:lnTo>
                    <a:pt x="318995" y="237078"/>
                  </a:lnTo>
                  <a:lnTo>
                    <a:pt x="321135" y="232229"/>
                  </a:lnTo>
                  <a:lnTo>
                    <a:pt x="323121" y="227314"/>
                  </a:lnTo>
                  <a:lnTo>
                    <a:pt x="324949" y="222339"/>
                  </a:lnTo>
                  <a:lnTo>
                    <a:pt x="326619" y="217308"/>
                  </a:lnTo>
                  <a:lnTo>
                    <a:pt x="328129" y="212227"/>
                  </a:lnTo>
                  <a:lnTo>
                    <a:pt x="329477" y="207100"/>
                  </a:lnTo>
                  <a:lnTo>
                    <a:pt x="330661" y="201933"/>
                  </a:lnTo>
                  <a:lnTo>
                    <a:pt x="331681" y="196732"/>
                  </a:lnTo>
                  <a:lnTo>
                    <a:pt x="332536" y="191500"/>
                  </a:lnTo>
                  <a:lnTo>
                    <a:pt x="333224" y="186244"/>
                  </a:lnTo>
                  <a:lnTo>
                    <a:pt x="333745" y="180969"/>
                  </a:lnTo>
                  <a:lnTo>
                    <a:pt x="334099" y="175681"/>
                  </a:lnTo>
                  <a:lnTo>
                    <a:pt x="334285" y="170383"/>
                  </a:lnTo>
                  <a:lnTo>
                    <a:pt x="334303" y="165082"/>
                  </a:lnTo>
                  <a:lnTo>
                    <a:pt x="334153" y="159784"/>
                  </a:lnTo>
                  <a:lnTo>
                    <a:pt x="333835" y="154493"/>
                  </a:lnTo>
                  <a:lnTo>
                    <a:pt x="333349" y="149214"/>
                  </a:lnTo>
                  <a:lnTo>
                    <a:pt x="332697" y="143954"/>
                  </a:lnTo>
                  <a:lnTo>
                    <a:pt x="331877" y="138717"/>
                  </a:lnTo>
                  <a:lnTo>
                    <a:pt x="330893" y="133508"/>
                  </a:lnTo>
                  <a:lnTo>
                    <a:pt x="329743" y="128334"/>
                  </a:lnTo>
                  <a:lnTo>
                    <a:pt x="328430" y="123198"/>
                  </a:lnTo>
                  <a:lnTo>
                    <a:pt x="326955" y="118107"/>
                  </a:lnTo>
                  <a:lnTo>
                    <a:pt x="325319" y="113065"/>
                  </a:lnTo>
                  <a:lnTo>
                    <a:pt x="323524" y="108077"/>
                  </a:lnTo>
                  <a:lnTo>
                    <a:pt x="321572" y="103149"/>
                  </a:lnTo>
                  <a:lnTo>
                    <a:pt x="319465" y="98285"/>
                  </a:lnTo>
                  <a:lnTo>
                    <a:pt x="317205" y="93490"/>
                  </a:lnTo>
                  <a:lnTo>
                    <a:pt x="314793" y="88770"/>
                  </a:lnTo>
                  <a:lnTo>
                    <a:pt x="312233" y="84128"/>
                  </a:lnTo>
                  <a:lnTo>
                    <a:pt x="309528" y="79570"/>
                  </a:lnTo>
                  <a:lnTo>
                    <a:pt x="306679" y="75100"/>
                  </a:lnTo>
                  <a:lnTo>
                    <a:pt x="303690" y="70722"/>
                  </a:lnTo>
                  <a:lnTo>
                    <a:pt x="300563" y="66442"/>
                  </a:lnTo>
                  <a:lnTo>
                    <a:pt x="297303" y="62263"/>
                  </a:lnTo>
                  <a:lnTo>
                    <a:pt x="293911" y="58189"/>
                  </a:lnTo>
                  <a:lnTo>
                    <a:pt x="290392" y="54225"/>
                  </a:lnTo>
                  <a:lnTo>
                    <a:pt x="286750" y="50374"/>
                  </a:lnTo>
                  <a:lnTo>
                    <a:pt x="282986" y="46641"/>
                  </a:lnTo>
                  <a:lnTo>
                    <a:pt x="279107" y="43029"/>
                  </a:lnTo>
                  <a:lnTo>
                    <a:pt x="275115" y="39541"/>
                  </a:lnTo>
                  <a:lnTo>
                    <a:pt x="271014" y="36182"/>
                  </a:lnTo>
                  <a:lnTo>
                    <a:pt x="266809" y="32955"/>
                  </a:lnTo>
                  <a:lnTo>
                    <a:pt x="262504" y="29863"/>
                  </a:lnTo>
                  <a:lnTo>
                    <a:pt x="258103" y="26909"/>
                  </a:lnTo>
                  <a:lnTo>
                    <a:pt x="253610" y="24096"/>
                  </a:lnTo>
                  <a:lnTo>
                    <a:pt x="249030" y="21426"/>
                  </a:lnTo>
                  <a:lnTo>
                    <a:pt x="244368" y="18903"/>
                  </a:lnTo>
                  <a:lnTo>
                    <a:pt x="239629" y="16530"/>
                  </a:lnTo>
                  <a:lnTo>
                    <a:pt x="234817" y="14307"/>
                  </a:lnTo>
                  <a:lnTo>
                    <a:pt x="229936" y="12239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41829"/>
              <a:ext cx="62787" cy="154928"/>
            </a:xfrm>
            <a:custGeom>
              <a:avLst/>
              <a:pathLst>
                <a:path w="62787" h="154928">
                  <a:moveTo>
                    <a:pt x="62787" y="0"/>
                  </a:moveTo>
                  <a:lnTo>
                    <a:pt x="0" y="154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35921"/>
              <a:ext cx="62787" cy="160836"/>
            </a:xfrm>
            <a:custGeom>
              <a:avLst/>
              <a:pathLst>
                <a:path w="62787" h="160836">
                  <a:moveTo>
                    <a:pt x="62787" y="5908"/>
                  </a:moveTo>
                  <a:lnTo>
                    <a:pt x="54258" y="2719"/>
                  </a:lnTo>
                  <a:lnTo>
                    <a:pt x="45568" y="0"/>
                  </a:lnTo>
                  <a:lnTo>
                    <a:pt x="0" y="160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525980" y="3429590"/>
              <a:ext cx="45568" cy="167167"/>
            </a:xfrm>
            <a:custGeom>
              <a:avLst/>
              <a:pathLst>
                <a:path w="45568" h="167167">
                  <a:moveTo>
                    <a:pt x="45568" y="6330"/>
                  </a:moveTo>
                  <a:lnTo>
                    <a:pt x="39191" y="4659"/>
                  </a:lnTo>
                  <a:lnTo>
                    <a:pt x="32753" y="3240"/>
                  </a:lnTo>
                  <a:lnTo>
                    <a:pt x="26263" y="2076"/>
                  </a:lnTo>
                  <a:lnTo>
                    <a:pt x="19733" y="1168"/>
                  </a:lnTo>
                  <a:lnTo>
                    <a:pt x="13172" y="519"/>
                  </a:lnTo>
                  <a:lnTo>
                    <a:pt x="6591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478574" y="3934012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5" y="83"/>
                  </a:lnTo>
                  <a:lnTo>
                    <a:pt x="156597" y="333"/>
                  </a:lnTo>
                  <a:lnTo>
                    <a:pt x="151330" y="751"/>
                  </a:lnTo>
                  <a:lnTo>
                    <a:pt x="146078" y="1334"/>
                  </a:lnTo>
                  <a:lnTo>
                    <a:pt x="140847" y="2083"/>
                  </a:lnTo>
                  <a:lnTo>
                    <a:pt x="135642" y="2997"/>
                  </a:lnTo>
                  <a:lnTo>
                    <a:pt x="130469" y="4075"/>
                  </a:lnTo>
                  <a:lnTo>
                    <a:pt x="125333" y="5317"/>
                  </a:lnTo>
                  <a:lnTo>
                    <a:pt x="120238" y="6719"/>
                  </a:lnTo>
                  <a:lnTo>
                    <a:pt x="115191" y="8283"/>
                  </a:lnTo>
                  <a:lnTo>
                    <a:pt x="110195" y="10004"/>
                  </a:lnTo>
                  <a:lnTo>
                    <a:pt x="105256" y="11883"/>
                  </a:lnTo>
                  <a:lnTo>
                    <a:pt x="100379" y="13917"/>
                  </a:lnTo>
                  <a:lnTo>
                    <a:pt x="95569" y="16105"/>
                  </a:lnTo>
                  <a:lnTo>
                    <a:pt x="90830" y="18443"/>
                  </a:lnTo>
                  <a:lnTo>
                    <a:pt x="86168" y="20929"/>
                  </a:lnTo>
                  <a:lnTo>
                    <a:pt x="81586" y="23562"/>
                  </a:lnTo>
                  <a:lnTo>
                    <a:pt x="77090" y="26339"/>
                  </a:lnTo>
                  <a:lnTo>
                    <a:pt x="72684" y="29256"/>
                  </a:lnTo>
                  <a:lnTo>
                    <a:pt x="68373" y="32311"/>
                  </a:lnTo>
                  <a:lnTo>
                    <a:pt x="64160" y="35500"/>
                  </a:lnTo>
                  <a:lnTo>
                    <a:pt x="60050" y="38821"/>
                  </a:lnTo>
                  <a:lnTo>
                    <a:pt x="56047" y="42271"/>
                  </a:lnTo>
                  <a:lnTo>
                    <a:pt x="52155" y="45845"/>
                  </a:lnTo>
                  <a:lnTo>
                    <a:pt x="48378" y="49541"/>
                  </a:lnTo>
                  <a:lnTo>
                    <a:pt x="44719" y="53354"/>
                  </a:lnTo>
                  <a:lnTo>
                    <a:pt x="41183" y="57280"/>
                  </a:lnTo>
                  <a:lnTo>
                    <a:pt x="37773" y="61317"/>
                  </a:lnTo>
                  <a:lnTo>
                    <a:pt x="34492" y="65459"/>
                  </a:lnTo>
                  <a:lnTo>
                    <a:pt x="31344" y="69703"/>
                  </a:lnTo>
                  <a:lnTo>
                    <a:pt x="28331" y="74044"/>
                  </a:lnTo>
                  <a:lnTo>
                    <a:pt x="25458" y="78478"/>
                  </a:lnTo>
                  <a:lnTo>
                    <a:pt x="22725" y="83001"/>
                  </a:lnTo>
                  <a:lnTo>
                    <a:pt x="20137" y="87608"/>
                  </a:lnTo>
                  <a:lnTo>
                    <a:pt x="17696" y="92295"/>
                  </a:lnTo>
                  <a:lnTo>
                    <a:pt x="15404" y="97056"/>
                  </a:lnTo>
                  <a:lnTo>
                    <a:pt x="13264" y="101888"/>
                  </a:lnTo>
                  <a:lnTo>
                    <a:pt x="11278" y="106784"/>
                  </a:lnTo>
                  <a:lnTo>
                    <a:pt x="9447" y="111741"/>
                  </a:lnTo>
                  <a:lnTo>
                    <a:pt x="7774" y="116754"/>
                  </a:lnTo>
                  <a:lnTo>
                    <a:pt x="6261" y="121816"/>
                  </a:lnTo>
                  <a:lnTo>
                    <a:pt x="4908" y="126924"/>
                  </a:lnTo>
                  <a:lnTo>
                    <a:pt x="3717" y="132073"/>
                  </a:lnTo>
                  <a:lnTo>
                    <a:pt x="2689" y="137256"/>
                  </a:lnTo>
                  <a:lnTo>
                    <a:pt x="1826" y="142469"/>
                  </a:lnTo>
                  <a:lnTo>
                    <a:pt x="1128" y="147707"/>
                  </a:lnTo>
                  <a:lnTo>
                    <a:pt x="596" y="152964"/>
                  </a:lnTo>
                  <a:lnTo>
                    <a:pt x="230" y="158236"/>
                  </a:lnTo>
                  <a:lnTo>
                    <a:pt x="31" y="163516"/>
                  </a:lnTo>
                  <a:lnTo>
                    <a:pt x="0" y="168800"/>
                  </a:lnTo>
                  <a:lnTo>
                    <a:pt x="135" y="174083"/>
                  </a:lnTo>
                  <a:lnTo>
                    <a:pt x="437" y="179358"/>
                  </a:lnTo>
                  <a:lnTo>
                    <a:pt x="905" y="184621"/>
                  </a:lnTo>
                  <a:lnTo>
                    <a:pt x="1540" y="189867"/>
                  </a:lnTo>
                  <a:lnTo>
                    <a:pt x="2340" y="195091"/>
                  </a:lnTo>
                  <a:lnTo>
                    <a:pt x="3305" y="200286"/>
                  </a:lnTo>
                  <a:lnTo>
                    <a:pt x="4434" y="205448"/>
                  </a:lnTo>
                  <a:lnTo>
                    <a:pt x="5725" y="210572"/>
                  </a:lnTo>
                  <a:lnTo>
                    <a:pt x="7177" y="215653"/>
                  </a:lnTo>
                  <a:lnTo>
                    <a:pt x="8790" y="220685"/>
                  </a:lnTo>
                  <a:lnTo>
                    <a:pt x="10560" y="225664"/>
                  </a:lnTo>
                  <a:lnTo>
                    <a:pt x="12488" y="230584"/>
                  </a:lnTo>
                  <a:lnTo>
                    <a:pt x="14569" y="235441"/>
                  </a:lnTo>
                  <a:lnTo>
                    <a:pt x="16803" y="240229"/>
                  </a:lnTo>
                  <a:lnTo>
                    <a:pt x="19188" y="244945"/>
                  </a:lnTo>
                  <a:lnTo>
                    <a:pt x="21720" y="249583"/>
                  </a:lnTo>
                  <a:lnTo>
                    <a:pt x="24397" y="254139"/>
                  </a:lnTo>
                  <a:lnTo>
                    <a:pt x="27217" y="258607"/>
                  </a:lnTo>
                  <a:lnTo>
                    <a:pt x="30177" y="262985"/>
                  </a:lnTo>
                  <a:lnTo>
                    <a:pt x="33274" y="267266"/>
                  </a:lnTo>
                  <a:lnTo>
                    <a:pt x="36505" y="271448"/>
                  </a:lnTo>
                  <a:lnTo>
                    <a:pt x="39866" y="275525"/>
                  </a:lnTo>
                  <a:lnTo>
                    <a:pt x="43354" y="279494"/>
                  </a:lnTo>
                  <a:lnTo>
                    <a:pt x="46967" y="283351"/>
                  </a:lnTo>
                  <a:lnTo>
                    <a:pt x="50699" y="287092"/>
                  </a:lnTo>
                  <a:lnTo>
                    <a:pt x="54547" y="290713"/>
                  </a:lnTo>
                  <a:lnTo>
                    <a:pt x="58508" y="294210"/>
                  </a:lnTo>
                  <a:lnTo>
                    <a:pt x="62578" y="297581"/>
                  </a:lnTo>
                  <a:lnTo>
                    <a:pt x="66752" y="300821"/>
                  </a:lnTo>
                  <a:lnTo>
                    <a:pt x="71026" y="303928"/>
                  </a:lnTo>
                  <a:lnTo>
                    <a:pt x="75397" y="306898"/>
                  </a:lnTo>
                  <a:lnTo>
                    <a:pt x="79859" y="309728"/>
                  </a:lnTo>
                  <a:lnTo>
                    <a:pt x="84409" y="312416"/>
                  </a:lnTo>
                  <a:lnTo>
                    <a:pt x="89041" y="314959"/>
                  </a:lnTo>
                  <a:lnTo>
                    <a:pt x="93751" y="317354"/>
                  </a:lnTo>
                  <a:lnTo>
                    <a:pt x="98534" y="319599"/>
                  </a:lnTo>
                  <a:lnTo>
                    <a:pt x="103386" y="321692"/>
                  </a:lnTo>
                  <a:lnTo>
                    <a:pt x="108302" y="323630"/>
                  </a:lnTo>
                  <a:lnTo>
                    <a:pt x="113277" y="325413"/>
                  </a:lnTo>
                  <a:lnTo>
                    <a:pt x="118305" y="327036"/>
                  </a:lnTo>
                  <a:lnTo>
                    <a:pt x="123382" y="328501"/>
                  </a:lnTo>
                  <a:lnTo>
                    <a:pt x="128503" y="329804"/>
                  </a:lnTo>
                  <a:lnTo>
                    <a:pt x="133663" y="330944"/>
                  </a:lnTo>
                  <a:lnTo>
                    <a:pt x="138856" y="331921"/>
                  </a:lnTo>
                  <a:lnTo>
                    <a:pt x="144077" y="332733"/>
                  </a:lnTo>
                  <a:lnTo>
                    <a:pt x="149322" y="333380"/>
                  </a:lnTo>
                  <a:lnTo>
                    <a:pt x="154584" y="333861"/>
                  </a:lnTo>
                  <a:lnTo>
                    <a:pt x="159859" y="334175"/>
                  </a:lnTo>
                  <a:lnTo>
                    <a:pt x="165141" y="334322"/>
                  </a:lnTo>
                  <a:lnTo>
                    <a:pt x="170425" y="334302"/>
                  </a:lnTo>
                  <a:lnTo>
                    <a:pt x="175706" y="334116"/>
                  </a:lnTo>
                  <a:lnTo>
                    <a:pt x="180978" y="333762"/>
                  </a:lnTo>
                  <a:lnTo>
                    <a:pt x="186237" y="333242"/>
                  </a:lnTo>
                  <a:lnTo>
                    <a:pt x="191476" y="332556"/>
                  </a:lnTo>
                  <a:lnTo>
                    <a:pt x="196692" y="331705"/>
                  </a:lnTo>
                  <a:lnTo>
                    <a:pt x="201877" y="330689"/>
                  </a:lnTo>
                  <a:lnTo>
                    <a:pt x="207028" y="329510"/>
                  </a:lnTo>
                  <a:lnTo>
                    <a:pt x="212139" y="328169"/>
                  </a:lnTo>
                  <a:lnTo>
                    <a:pt x="217205" y="326667"/>
                  </a:lnTo>
                  <a:lnTo>
                    <a:pt x="222222" y="325006"/>
                  </a:lnTo>
                  <a:lnTo>
                    <a:pt x="227183" y="323186"/>
                  </a:lnTo>
                  <a:lnTo>
                    <a:pt x="232084" y="321211"/>
                  </a:lnTo>
                  <a:lnTo>
                    <a:pt x="236920" y="319082"/>
                  </a:lnTo>
                  <a:lnTo>
                    <a:pt x="241687" y="316802"/>
                  </a:lnTo>
                  <a:lnTo>
                    <a:pt x="246379" y="314371"/>
                  </a:lnTo>
                  <a:lnTo>
                    <a:pt x="250992" y="311794"/>
                  </a:lnTo>
                  <a:lnTo>
                    <a:pt x="255521" y="309072"/>
                  </a:lnTo>
                  <a:lnTo>
                    <a:pt x="259962" y="306208"/>
                  </a:lnTo>
                  <a:lnTo>
                    <a:pt x="264310" y="303206"/>
                  </a:lnTo>
                  <a:lnTo>
                    <a:pt x="268561" y="300067"/>
                  </a:lnTo>
                  <a:lnTo>
                    <a:pt x="272711" y="296796"/>
                  </a:lnTo>
                  <a:lnTo>
                    <a:pt x="276756" y="293395"/>
                  </a:lnTo>
                  <a:lnTo>
                    <a:pt x="280690" y="289868"/>
                  </a:lnTo>
                  <a:lnTo>
                    <a:pt x="284512" y="286219"/>
                  </a:lnTo>
                  <a:lnTo>
                    <a:pt x="288216" y="282450"/>
                  </a:lnTo>
                  <a:lnTo>
                    <a:pt x="291799" y="278566"/>
                  </a:lnTo>
                  <a:lnTo>
                    <a:pt x="295258" y="274571"/>
                  </a:lnTo>
                  <a:lnTo>
                    <a:pt x="298588" y="270469"/>
                  </a:lnTo>
                  <a:lnTo>
                    <a:pt x="301788" y="266263"/>
                  </a:lnTo>
                  <a:lnTo>
                    <a:pt x="304852" y="261959"/>
                  </a:lnTo>
                  <a:lnTo>
                    <a:pt x="307780" y="257559"/>
                  </a:lnTo>
                  <a:lnTo>
                    <a:pt x="310566" y="253070"/>
                  </a:lnTo>
                  <a:lnTo>
                    <a:pt x="313210" y="248494"/>
                  </a:lnTo>
                  <a:lnTo>
                    <a:pt x="315707" y="243838"/>
                  </a:lnTo>
                  <a:lnTo>
                    <a:pt x="318056" y="239104"/>
                  </a:lnTo>
                  <a:lnTo>
                    <a:pt x="320254" y="234299"/>
                  </a:lnTo>
                  <a:lnTo>
                    <a:pt x="322300" y="229427"/>
                  </a:lnTo>
                  <a:lnTo>
                    <a:pt x="324190" y="224492"/>
                  </a:lnTo>
                  <a:lnTo>
                    <a:pt x="325923" y="219501"/>
                  </a:lnTo>
                  <a:lnTo>
                    <a:pt x="327498" y="214456"/>
                  </a:lnTo>
                  <a:lnTo>
                    <a:pt x="328913" y="209365"/>
                  </a:lnTo>
                  <a:lnTo>
                    <a:pt x="330166" y="204232"/>
                  </a:lnTo>
                  <a:lnTo>
                    <a:pt x="331256" y="199061"/>
                  </a:lnTo>
                  <a:lnTo>
                    <a:pt x="332182" y="193859"/>
                  </a:lnTo>
                  <a:lnTo>
                    <a:pt x="332943" y="188630"/>
                  </a:lnTo>
                  <a:lnTo>
                    <a:pt x="333538" y="183379"/>
                  </a:lnTo>
                  <a:lnTo>
                    <a:pt x="333968" y="178113"/>
                  </a:lnTo>
                  <a:lnTo>
                    <a:pt x="334230" y="172835"/>
                  </a:lnTo>
                  <a:lnTo>
                    <a:pt x="334326" y="167552"/>
                  </a:lnTo>
                  <a:lnTo>
                    <a:pt x="334255" y="162268"/>
                  </a:lnTo>
                  <a:lnTo>
                    <a:pt x="334016" y="156989"/>
                  </a:lnTo>
                  <a:lnTo>
                    <a:pt x="333611" y="151721"/>
                  </a:lnTo>
                  <a:lnTo>
                    <a:pt x="333040" y="146467"/>
                  </a:lnTo>
                  <a:lnTo>
                    <a:pt x="332303" y="141235"/>
                  </a:lnTo>
                  <a:lnTo>
                    <a:pt x="331401" y="136028"/>
                  </a:lnTo>
                  <a:lnTo>
                    <a:pt x="330334" y="130853"/>
                  </a:lnTo>
                  <a:lnTo>
                    <a:pt x="329105" y="125714"/>
                  </a:lnTo>
                  <a:lnTo>
                    <a:pt x="327714" y="120616"/>
                  </a:lnTo>
                  <a:lnTo>
                    <a:pt x="326163" y="115565"/>
                  </a:lnTo>
                  <a:lnTo>
                    <a:pt x="324452" y="110565"/>
                  </a:lnTo>
                  <a:lnTo>
                    <a:pt x="322585" y="105622"/>
                  </a:lnTo>
                  <a:lnTo>
                    <a:pt x="320562" y="100740"/>
                  </a:lnTo>
                  <a:lnTo>
                    <a:pt x="318386" y="95925"/>
                  </a:lnTo>
                  <a:lnTo>
                    <a:pt x="316058" y="91181"/>
                  </a:lnTo>
                  <a:lnTo>
                    <a:pt x="313582" y="86513"/>
                  </a:lnTo>
                  <a:lnTo>
                    <a:pt x="310960" y="81925"/>
                  </a:lnTo>
                  <a:lnTo>
                    <a:pt x="308194" y="77423"/>
                  </a:lnTo>
                  <a:lnTo>
                    <a:pt x="305287" y="73010"/>
                  </a:lnTo>
                  <a:lnTo>
                    <a:pt x="302242" y="68691"/>
                  </a:lnTo>
                  <a:lnTo>
                    <a:pt x="299062" y="64471"/>
                  </a:lnTo>
                  <a:lnTo>
                    <a:pt x="295751" y="60353"/>
                  </a:lnTo>
                  <a:lnTo>
                    <a:pt x="292310" y="56342"/>
                  </a:lnTo>
                  <a:lnTo>
                    <a:pt x="288745" y="52442"/>
                  </a:lnTo>
                  <a:lnTo>
                    <a:pt x="285058" y="48657"/>
                  </a:lnTo>
                  <a:lnTo>
                    <a:pt x="281254" y="44990"/>
                  </a:lnTo>
                  <a:lnTo>
                    <a:pt x="277335" y="41444"/>
                  </a:lnTo>
                  <a:lnTo>
                    <a:pt x="273307" y="38025"/>
                  </a:lnTo>
                  <a:lnTo>
                    <a:pt x="269172" y="34735"/>
                  </a:lnTo>
                  <a:lnTo>
                    <a:pt x="264935" y="31577"/>
                  </a:lnTo>
                  <a:lnTo>
                    <a:pt x="260601" y="28554"/>
                  </a:lnTo>
                  <a:lnTo>
                    <a:pt x="256173" y="25670"/>
                  </a:lnTo>
                  <a:lnTo>
                    <a:pt x="251657" y="22927"/>
                  </a:lnTo>
                  <a:lnTo>
                    <a:pt x="247056" y="20329"/>
                  </a:lnTo>
                  <a:lnTo>
                    <a:pt x="242375" y="17877"/>
                  </a:lnTo>
                  <a:lnTo>
                    <a:pt x="237619" y="15574"/>
                  </a:lnTo>
                  <a:lnTo>
                    <a:pt x="232792" y="13423"/>
                  </a:lnTo>
                  <a:lnTo>
                    <a:pt x="227900" y="11425"/>
                  </a:lnTo>
                  <a:lnTo>
                    <a:pt x="222947" y="9583"/>
                  </a:lnTo>
                  <a:lnTo>
                    <a:pt x="217939" y="7899"/>
                  </a:lnTo>
                  <a:lnTo>
                    <a:pt x="212880" y="6373"/>
                  </a:lnTo>
                  <a:lnTo>
                    <a:pt x="207775" y="5009"/>
                  </a:lnTo>
                  <a:lnTo>
                    <a:pt x="202629" y="3806"/>
                  </a:lnTo>
                  <a:lnTo>
                    <a:pt x="197448" y="2767"/>
                  </a:lnTo>
                  <a:lnTo>
                    <a:pt x="192237" y="1891"/>
                  </a:lnTo>
                  <a:lnTo>
                    <a:pt x="187001" y="1181"/>
                  </a:lnTo>
                  <a:lnTo>
                    <a:pt x="181745" y="637"/>
                  </a:lnTo>
                  <a:lnTo>
                    <a:pt x="176474" y="259"/>
                  </a:lnTo>
                  <a:lnTo>
                    <a:pt x="171194" y="48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4061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4061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061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061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061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061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061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061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061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061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061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012"/>
              <a:ext cx="4035" cy="167167"/>
            </a:xfrm>
            <a:custGeom>
              <a:avLst/>
              <a:pathLst>
                <a:path w="4035" h="167167">
                  <a:moveTo>
                    <a:pt x="4035" y="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711624" y="4397268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5" y="83"/>
                  </a:lnTo>
                  <a:lnTo>
                    <a:pt x="156597" y="333"/>
                  </a:lnTo>
                  <a:lnTo>
                    <a:pt x="151330" y="751"/>
                  </a:lnTo>
                  <a:lnTo>
                    <a:pt x="146078" y="1334"/>
                  </a:lnTo>
                  <a:lnTo>
                    <a:pt x="140847" y="2083"/>
                  </a:lnTo>
                  <a:lnTo>
                    <a:pt x="135642" y="2997"/>
                  </a:lnTo>
                  <a:lnTo>
                    <a:pt x="130469" y="4075"/>
                  </a:lnTo>
                  <a:lnTo>
                    <a:pt x="125333" y="5317"/>
                  </a:lnTo>
                  <a:lnTo>
                    <a:pt x="120238" y="6719"/>
                  </a:lnTo>
                  <a:lnTo>
                    <a:pt x="115191" y="8283"/>
                  </a:lnTo>
                  <a:lnTo>
                    <a:pt x="110195" y="10004"/>
                  </a:lnTo>
                  <a:lnTo>
                    <a:pt x="105256" y="11883"/>
                  </a:lnTo>
                  <a:lnTo>
                    <a:pt x="100379" y="13917"/>
                  </a:lnTo>
                  <a:lnTo>
                    <a:pt x="95569" y="16105"/>
                  </a:lnTo>
                  <a:lnTo>
                    <a:pt x="90830" y="18443"/>
                  </a:lnTo>
                  <a:lnTo>
                    <a:pt x="86168" y="20929"/>
                  </a:lnTo>
                  <a:lnTo>
                    <a:pt x="81586" y="23562"/>
                  </a:lnTo>
                  <a:lnTo>
                    <a:pt x="77090" y="26339"/>
                  </a:lnTo>
                  <a:lnTo>
                    <a:pt x="72684" y="29256"/>
                  </a:lnTo>
                  <a:lnTo>
                    <a:pt x="68373" y="32311"/>
                  </a:lnTo>
                  <a:lnTo>
                    <a:pt x="64160" y="35500"/>
                  </a:lnTo>
                  <a:lnTo>
                    <a:pt x="60050" y="38821"/>
                  </a:lnTo>
                  <a:lnTo>
                    <a:pt x="56047" y="42271"/>
                  </a:lnTo>
                  <a:lnTo>
                    <a:pt x="52155" y="45845"/>
                  </a:lnTo>
                  <a:lnTo>
                    <a:pt x="48378" y="49541"/>
                  </a:lnTo>
                  <a:lnTo>
                    <a:pt x="44719" y="53354"/>
                  </a:lnTo>
                  <a:lnTo>
                    <a:pt x="41183" y="57280"/>
                  </a:lnTo>
                  <a:lnTo>
                    <a:pt x="37773" y="61317"/>
                  </a:lnTo>
                  <a:lnTo>
                    <a:pt x="34492" y="65459"/>
                  </a:lnTo>
                  <a:lnTo>
                    <a:pt x="31344" y="69703"/>
                  </a:lnTo>
                  <a:lnTo>
                    <a:pt x="28331" y="74044"/>
                  </a:lnTo>
                  <a:lnTo>
                    <a:pt x="25458" y="78478"/>
                  </a:lnTo>
                  <a:lnTo>
                    <a:pt x="22725" y="83001"/>
                  </a:lnTo>
                  <a:lnTo>
                    <a:pt x="20137" y="87608"/>
                  </a:lnTo>
                  <a:lnTo>
                    <a:pt x="17696" y="92295"/>
                  </a:lnTo>
                  <a:lnTo>
                    <a:pt x="15404" y="97056"/>
                  </a:lnTo>
                  <a:lnTo>
                    <a:pt x="13264" y="101888"/>
                  </a:lnTo>
                  <a:lnTo>
                    <a:pt x="11278" y="106784"/>
                  </a:lnTo>
                  <a:lnTo>
                    <a:pt x="9447" y="111741"/>
                  </a:lnTo>
                  <a:lnTo>
                    <a:pt x="7774" y="116754"/>
                  </a:lnTo>
                  <a:lnTo>
                    <a:pt x="6261" y="121816"/>
                  </a:lnTo>
                  <a:lnTo>
                    <a:pt x="4908" y="126924"/>
                  </a:lnTo>
                  <a:lnTo>
                    <a:pt x="3717" y="132073"/>
                  </a:lnTo>
                  <a:lnTo>
                    <a:pt x="2689" y="137256"/>
                  </a:lnTo>
                  <a:lnTo>
                    <a:pt x="1826" y="142469"/>
                  </a:lnTo>
                  <a:lnTo>
                    <a:pt x="1128" y="147707"/>
                  </a:lnTo>
                  <a:lnTo>
                    <a:pt x="596" y="152964"/>
                  </a:lnTo>
                  <a:lnTo>
                    <a:pt x="230" y="158236"/>
                  </a:lnTo>
                  <a:lnTo>
                    <a:pt x="31" y="163516"/>
                  </a:lnTo>
                  <a:lnTo>
                    <a:pt x="0" y="168800"/>
                  </a:lnTo>
                  <a:lnTo>
                    <a:pt x="135" y="174083"/>
                  </a:lnTo>
                  <a:lnTo>
                    <a:pt x="437" y="179358"/>
                  </a:lnTo>
                  <a:lnTo>
                    <a:pt x="905" y="184621"/>
                  </a:lnTo>
                  <a:lnTo>
                    <a:pt x="1540" y="189867"/>
                  </a:lnTo>
                  <a:lnTo>
                    <a:pt x="2340" y="195091"/>
                  </a:lnTo>
                  <a:lnTo>
                    <a:pt x="3305" y="200286"/>
                  </a:lnTo>
                  <a:lnTo>
                    <a:pt x="4434" y="205448"/>
                  </a:lnTo>
                  <a:lnTo>
                    <a:pt x="5725" y="210572"/>
                  </a:lnTo>
                  <a:lnTo>
                    <a:pt x="7177" y="215653"/>
                  </a:lnTo>
                  <a:lnTo>
                    <a:pt x="8790" y="220685"/>
                  </a:lnTo>
                  <a:lnTo>
                    <a:pt x="10560" y="225664"/>
                  </a:lnTo>
                  <a:lnTo>
                    <a:pt x="12488" y="230584"/>
                  </a:lnTo>
                  <a:lnTo>
                    <a:pt x="14569" y="235441"/>
                  </a:lnTo>
                  <a:lnTo>
                    <a:pt x="16803" y="240229"/>
                  </a:lnTo>
                  <a:lnTo>
                    <a:pt x="19188" y="244945"/>
                  </a:lnTo>
                  <a:lnTo>
                    <a:pt x="21720" y="249583"/>
                  </a:lnTo>
                  <a:lnTo>
                    <a:pt x="24397" y="254139"/>
                  </a:lnTo>
                  <a:lnTo>
                    <a:pt x="27217" y="258607"/>
                  </a:lnTo>
                  <a:lnTo>
                    <a:pt x="30177" y="262985"/>
                  </a:lnTo>
                  <a:lnTo>
                    <a:pt x="33274" y="267266"/>
                  </a:lnTo>
                  <a:lnTo>
                    <a:pt x="36505" y="271448"/>
                  </a:lnTo>
                  <a:lnTo>
                    <a:pt x="39866" y="275525"/>
                  </a:lnTo>
                  <a:lnTo>
                    <a:pt x="43354" y="279494"/>
                  </a:lnTo>
                  <a:lnTo>
                    <a:pt x="46967" y="283351"/>
                  </a:lnTo>
                  <a:lnTo>
                    <a:pt x="50699" y="287092"/>
                  </a:lnTo>
                  <a:lnTo>
                    <a:pt x="54547" y="290713"/>
                  </a:lnTo>
                  <a:lnTo>
                    <a:pt x="58508" y="294210"/>
                  </a:lnTo>
                  <a:lnTo>
                    <a:pt x="62578" y="297581"/>
                  </a:lnTo>
                  <a:lnTo>
                    <a:pt x="66752" y="300821"/>
                  </a:lnTo>
                  <a:lnTo>
                    <a:pt x="71026" y="303928"/>
                  </a:lnTo>
                  <a:lnTo>
                    <a:pt x="75397" y="306898"/>
                  </a:lnTo>
                  <a:lnTo>
                    <a:pt x="79859" y="309728"/>
                  </a:lnTo>
                  <a:lnTo>
                    <a:pt x="84409" y="312416"/>
                  </a:lnTo>
                  <a:lnTo>
                    <a:pt x="89041" y="314959"/>
                  </a:lnTo>
                  <a:lnTo>
                    <a:pt x="93751" y="317354"/>
                  </a:lnTo>
                  <a:lnTo>
                    <a:pt x="98534" y="319599"/>
                  </a:lnTo>
                  <a:lnTo>
                    <a:pt x="103386" y="321692"/>
                  </a:lnTo>
                  <a:lnTo>
                    <a:pt x="108302" y="323630"/>
                  </a:lnTo>
                  <a:lnTo>
                    <a:pt x="113277" y="325413"/>
                  </a:lnTo>
                  <a:lnTo>
                    <a:pt x="118305" y="327036"/>
                  </a:lnTo>
                  <a:lnTo>
                    <a:pt x="123382" y="328501"/>
                  </a:lnTo>
                  <a:lnTo>
                    <a:pt x="128503" y="329804"/>
                  </a:lnTo>
                  <a:lnTo>
                    <a:pt x="133663" y="330944"/>
                  </a:lnTo>
                  <a:lnTo>
                    <a:pt x="138856" y="331921"/>
                  </a:lnTo>
                  <a:lnTo>
                    <a:pt x="144077" y="332733"/>
                  </a:lnTo>
                  <a:lnTo>
                    <a:pt x="149322" y="333380"/>
                  </a:lnTo>
                  <a:lnTo>
                    <a:pt x="154584" y="333861"/>
                  </a:lnTo>
                  <a:lnTo>
                    <a:pt x="159859" y="334175"/>
                  </a:lnTo>
                  <a:lnTo>
                    <a:pt x="165141" y="334322"/>
                  </a:lnTo>
                  <a:lnTo>
                    <a:pt x="170425" y="334302"/>
                  </a:lnTo>
                  <a:lnTo>
                    <a:pt x="175706" y="334116"/>
                  </a:lnTo>
                  <a:lnTo>
                    <a:pt x="180978" y="333762"/>
                  </a:lnTo>
                  <a:lnTo>
                    <a:pt x="186237" y="333242"/>
                  </a:lnTo>
                  <a:lnTo>
                    <a:pt x="191476" y="332556"/>
                  </a:lnTo>
                  <a:lnTo>
                    <a:pt x="196692" y="331705"/>
                  </a:lnTo>
                  <a:lnTo>
                    <a:pt x="201877" y="330689"/>
                  </a:lnTo>
                  <a:lnTo>
                    <a:pt x="207028" y="329510"/>
                  </a:lnTo>
                  <a:lnTo>
                    <a:pt x="212139" y="328169"/>
                  </a:lnTo>
                  <a:lnTo>
                    <a:pt x="217205" y="326667"/>
                  </a:lnTo>
                  <a:lnTo>
                    <a:pt x="222222" y="325006"/>
                  </a:lnTo>
                  <a:lnTo>
                    <a:pt x="227183" y="323186"/>
                  </a:lnTo>
                  <a:lnTo>
                    <a:pt x="232084" y="321211"/>
                  </a:lnTo>
                  <a:lnTo>
                    <a:pt x="236920" y="319082"/>
                  </a:lnTo>
                  <a:lnTo>
                    <a:pt x="241687" y="316802"/>
                  </a:lnTo>
                  <a:lnTo>
                    <a:pt x="246379" y="314371"/>
                  </a:lnTo>
                  <a:lnTo>
                    <a:pt x="250992" y="311794"/>
                  </a:lnTo>
                  <a:lnTo>
                    <a:pt x="255521" y="309072"/>
                  </a:lnTo>
                  <a:lnTo>
                    <a:pt x="259962" y="306208"/>
                  </a:lnTo>
                  <a:lnTo>
                    <a:pt x="264310" y="303206"/>
                  </a:lnTo>
                  <a:lnTo>
                    <a:pt x="268561" y="300067"/>
                  </a:lnTo>
                  <a:lnTo>
                    <a:pt x="272711" y="296796"/>
                  </a:lnTo>
                  <a:lnTo>
                    <a:pt x="276756" y="293395"/>
                  </a:lnTo>
                  <a:lnTo>
                    <a:pt x="280690" y="289868"/>
                  </a:lnTo>
                  <a:lnTo>
                    <a:pt x="284512" y="286219"/>
                  </a:lnTo>
                  <a:lnTo>
                    <a:pt x="288216" y="282450"/>
                  </a:lnTo>
                  <a:lnTo>
                    <a:pt x="291799" y="278566"/>
                  </a:lnTo>
                  <a:lnTo>
                    <a:pt x="295258" y="274571"/>
                  </a:lnTo>
                  <a:lnTo>
                    <a:pt x="298588" y="270469"/>
                  </a:lnTo>
                  <a:lnTo>
                    <a:pt x="301788" y="266263"/>
                  </a:lnTo>
                  <a:lnTo>
                    <a:pt x="304852" y="261959"/>
                  </a:lnTo>
                  <a:lnTo>
                    <a:pt x="307780" y="257559"/>
                  </a:lnTo>
                  <a:lnTo>
                    <a:pt x="310566" y="253070"/>
                  </a:lnTo>
                  <a:lnTo>
                    <a:pt x="313210" y="248494"/>
                  </a:lnTo>
                  <a:lnTo>
                    <a:pt x="315707" y="243838"/>
                  </a:lnTo>
                  <a:lnTo>
                    <a:pt x="318056" y="239104"/>
                  </a:lnTo>
                  <a:lnTo>
                    <a:pt x="320254" y="234299"/>
                  </a:lnTo>
                  <a:lnTo>
                    <a:pt x="322300" y="229427"/>
                  </a:lnTo>
                  <a:lnTo>
                    <a:pt x="324190" y="224492"/>
                  </a:lnTo>
                  <a:lnTo>
                    <a:pt x="325923" y="219501"/>
                  </a:lnTo>
                  <a:lnTo>
                    <a:pt x="327498" y="214456"/>
                  </a:lnTo>
                  <a:lnTo>
                    <a:pt x="328913" y="209365"/>
                  </a:lnTo>
                  <a:lnTo>
                    <a:pt x="330166" y="204232"/>
                  </a:lnTo>
                  <a:lnTo>
                    <a:pt x="331256" y="199061"/>
                  </a:lnTo>
                  <a:lnTo>
                    <a:pt x="332182" y="193859"/>
                  </a:lnTo>
                  <a:lnTo>
                    <a:pt x="332943" y="188630"/>
                  </a:lnTo>
                  <a:lnTo>
                    <a:pt x="333538" y="183379"/>
                  </a:lnTo>
                  <a:lnTo>
                    <a:pt x="333968" y="178113"/>
                  </a:lnTo>
                  <a:lnTo>
                    <a:pt x="334230" y="172835"/>
                  </a:lnTo>
                  <a:lnTo>
                    <a:pt x="334326" y="167552"/>
                  </a:lnTo>
                  <a:lnTo>
                    <a:pt x="334255" y="162268"/>
                  </a:lnTo>
                  <a:lnTo>
                    <a:pt x="334016" y="156989"/>
                  </a:lnTo>
                  <a:lnTo>
                    <a:pt x="333611" y="151721"/>
                  </a:lnTo>
                  <a:lnTo>
                    <a:pt x="333040" y="146467"/>
                  </a:lnTo>
                  <a:lnTo>
                    <a:pt x="332303" y="141235"/>
                  </a:lnTo>
                  <a:lnTo>
                    <a:pt x="331401" y="136028"/>
                  </a:lnTo>
                  <a:lnTo>
                    <a:pt x="330334" y="130853"/>
                  </a:lnTo>
                  <a:lnTo>
                    <a:pt x="329105" y="125714"/>
                  </a:lnTo>
                  <a:lnTo>
                    <a:pt x="327714" y="120616"/>
                  </a:lnTo>
                  <a:lnTo>
                    <a:pt x="326163" y="115565"/>
                  </a:lnTo>
                  <a:lnTo>
                    <a:pt x="324452" y="110565"/>
                  </a:lnTo>
                  <a:lnTo>
                    <a:pt x="322585" y="105622"/>
                  </a:lnTo>
                  <a:lnTo>
                    <a:pt x="320562" y="100740"/>
                  </a:lnTo>
                  <a:lnTo>
                    <a:pt x="318386" y="95925"/>
                  </a:lnTo>
                  <a:lnTo>
                    <a:pt x="316058" y="91181"/>
                  </a:lnTo>
                  <a:lnTo>
                    <a:pt x="313582" y="86513"/>
                  </a:lnTo>
                  <a:lnTo>
                    <a:pt x="310960" y="81925"/>
                  </a:lnTo>
                  <a:lnTo>
                    <a:pt x="308194" y="77423"/>
                  </a:lnTo>
                  <a:lnTo>
                    <a:pt x="305287" y="73010"/>
                  </a:lnTo>
                  <a:lnTo>
                    <a:pt x="302242" y="68691"/>
                  </a:lnTo>
                  <a:lnTo>
                    <a:pt x="299062" y="64471"/>
                  </a:lnTo>
                  <a:lnTo>
                    <a:pt x="295751" y="60353"/>
                  </a:lnTo>
                  <a:lnTo>
                    <a:pt x="292310" y="56342"/>
                  </a:lnTo>
                  <a:lnTo>
                    <a:pt x="288745" y="52442"/>
                  </a:lnTo>
                  <a:lnTo>
                    <a:pt x="285058" y="48657"/>
                  </a:lnTo>
                  <a:lnTo>
                    <a:pt x="281254" y="44990"/>
                  </a:lnTo>
                  <a:lnTo>
                    <a:pt x="277335" y="41444"/>
                  </a:lnTo>
                  <a:lnTo>
                    <a:pt x="273307" y="38025"/>
                  </a:lnTo>
                  <a:lnTo>
                    <a:pt x="269172" y="34735"/>
                  </a:lnTo>
                  <a:lnTo>
                    <a:pt x="264935" y="31577"/>
                  </a:lnTo>
                  <a:lnTo>
                    <a:pt x="260601" y="28554"/>
                  </a:lnTo>
                  <a:lnTo>
                    <a:pt x="256173" y="25670"/>
                  </a:lnTo>
                  <a:lnTo>
                    <a:pt x="251657" y="22927"/>
                  </a:lnTo>
                  <a:lnTo>
                    <a:pt x="247056" y="20329"/>
                  </a:lnTo>
                  <a:lnTo>
                    <a:pt x="242375" y="17877"/>
                  </a:lnTo>
                  <a:lnTo>
                    <a:pt x="237619" y="15574"/>
                  </a:lnTo>
                  <a:lnTo>
                    <a:pt x="232792" y="13423"/>
                  </a:lnTo>
                  <a:lnTo>
                    <a:pt x="227900" y="11425"/>
                  </a:lnTo>
                  <a:lnTo>
                    <a:pt x="222947" y="9583"/>
                  </a:lnTo>
                  <a:lnTo>
                    <a:pt x="217939" y="7899"/>
                  </a:lnTo>
                  <a:lnTo>
                    <a:pt x="212880" y="6373"/>
                  </a:lnTo>
                  <a:lnTo>
                    <a:pt x="207775" y="5009"/>
                  </a:lnTo>
                  <a:lnTo>
                    <a:pt x="202629" y="3806"/>
                  </a:lnTo>
                  <a:lnTo>
                    <a:pt x="197448" y="2767"/>
                  </a:lnTo>
                  <a:lnTo>
                    <a:pt x="192237" y="1891"/>
                  </a:lnTo>
                  <a:lnTo>
                    <a:pt x="187001" y="1181"/>
                  </a:lnTo>
                  <a:lnTo>
                    <a:pt x="181745" y="637"/>
                  </a:lnTo>
                  <a:lnTo>
                    <a:pt x="176474" y="259"/>
                  </a:lnTo>
                  <a:lnTo>
                    <a:pt x="171194" y="48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397317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397317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317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317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317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317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317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317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317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317"/>
              <a:ext cx="4035" cy="167118"/>
            </a:xfrm>
            <a:custGeom>
              <a:avLst/>
              <a:pathLst>
                <a:path w="4035" h="167118">
                  <a:moveTo>
                    <a:pt x="4035" y="0"/>
                  </a:moveTo>
                  <a:lnTo>
                    <a:pt x="0" y="1671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268"/>
              <a:ext cx="4035" cy="167167"/>
            </a:xfrm>
            <a:custGeom>
              <a:avLst/>
              <a:pathLst>
                <a:path w="4035" h="167167">
                  <a:moveTo>
                    <a:pt x="4035" y="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045411" y="4794382"/>
              <a:ext cx="167155" cy="167167"/>
            </a:xfrm>
            <a:custGeom>
              <a:avLst/>
              <a:pathLst>
                <a:path w="167155" h="167167">
                  <a:moveTo>
                    <a:pt x="167155" y="0"/>
                  </a:moveTo>
                  <a:lnTo>
                    <a:pt x="161727" y="88"/>
                  </a:lnTo>
                  <a:lnTo>
                    <a:pt x="156305" y="352"/>
                  </a:lnTo>
                  <a:lnTo>
                    <a:pt x="150895" y="792"/>
                  </a:lnTo>
                  <a:lnTo>
                    <a:pt x="145502" y="1408"/>
                  </a:lnTo>
                  <a:lnTo>
                    <a:pt x="140131" y="2198"/>
                  </a:lnTo>
                  <a:lnTo>
                    <a:pt x="134789" y="3163"/>
                  </a:lnTo>
                  <a:lnTo>
                    <a:pt x="129482" y="4300"/>
                  </a:lnTo>
                  <a:lnTo>
                    <a:pt x="124214" y="5609"/>
                  </a:lnTo>
                  <a:lnTo>
                    <a:pt x="118991" y="7088"/>
                  </a:lnTo>
                  <a:lnTo>
                    <a:pt x="113819" y="8736"/>
                  </a:lnTo>
                  <a:lnTo>
                    <a:pt x="108703" y="10552"/>
                  </a:lnTo>
                  <a:lnTo>
                    <a:pt x="103649" y="12532"/>
                  </a:lnTo>
                  <a:lnTo>
                    <a:pt x="98662" y="14675"/>
                  </a:lnTo>
                  <a:lnTo>
                    <a:pt x="93747" y="16980"/>
                  </a:lnTo>
                  <a:lnTo>
                    <a:pt x="88909" y="19442"/>
                  </a:lnTo>
                  <a:lnTo>
                    <a:pt x="84154" y="22061"/>
                  </a:lnTo>
                  <a:lnTo>
                    <a:pt x="79487" y="24832"/>
                  </a:lnTo>
                  <a:lnTo>
                    <a:pt x="74912" y="27753"/>
                  </a:lnTo>
                  <a:lnTo>
                    <a:pt x="70434" y="30822"/>
                  </a:lnTo>
                  <a:lnTo>
                    <a:pt x="66058" y="34034"/>
                  </a:lnTo>
                  <a:lnTo>
                    <a:pt x="61789" y="37387"/>
                  </a:lnTo>
                  <a:lnTo>
                    <a:pt x="57631" y="40876"/>
                  </a:lnTo>
                  <a:lnTo>
                    <a:pt x="53588" y="44499"/>
                  </a:lnTo>
                  <a:lnTo>
                    <a:pt x="49665" y="48250"/>
                  </a:lnTo>
                  <a:lnTo>
                    <a:pt x="45866" y="52128"/>
                  </a:lnTo>
                  <a:lnTo>
                    <a:pt x="42195" y="56126"/>
                  </a:lnTo>
                  <a:lnTo>
                    <a:pt x="38656" y="60242"/>
                  </a:lnTo>
                  <a:lnTo>
                    <a:pt x="35252" y="64471"/>
                  </a:lnTo>
                  <a:lnTo>
                    <a:pt x="31987" y="68807"/>
                  </a:lnTo>
                  <a:lnTo>
                    <a:pt x="28865" y="73248"/>
                  </a:lnTo>
                  <a:lnTo>
                    <a:pt x="25888" y="77787"/>
                  </a:lnTo>
                  <a:lnTo>
                    <a:pt x="23061" y="82421"/>
                  </a:lnTo>
                  <a:lnTo>
                    <a:pt x="20385" y="87144"/>
                  </a:lnTo>
                  <a:lnTo>
                    <a:pt x="17864" y="91951"/>
                  </a:lnTo>
                  <a:lnTo>
                    <a:pt x="15501" y="96838"/>
                  </a:lnTo>
                  <a:lnTo>
                    <a:pt x="13298" y="101799"/>
                  </a:lnTo>
                  <a:lnTo>
                    <a:pt x="11256" y="106829"/>
                  </a:lnTo>
                  <a:lnTo>
                    <a:pt x="9380" y="111922"/>
                  </a:lnTo>
                  <a:lnTo>
                    <a:pt x="7669" y="117074"/>
                  </a:lnTo>
                  <a:lnTo>
                    <a:pt x="6127" y="122279"/>
                  </a:lnTo>
                  <a:lnTo>
                    <a:pt x="4754" y="127531"/>
                  </a:lnTo>
                  <a:lnTo>
                    <a:pt x="3553" y="132824"/>
                  </a:lnTo>
                  <a:lnTo>
                    <a:pt x="2524" y="138154"/>
                  </a:lnTo>
                  <a:lnTo>
                    <a:pt x="1669" y="143515"/>
                  </a:lnTo>
                  <a:lnTo>
                    <a:pt x="988" y="148900"/>
                  </a:lnTo>
                  <a:lnTo>
                    <a:pt x="483" y="154305"/>
                  </a:lnTo>
                  <a:lnTo>
                    <a:pt x="153" y="159723"/>
                  </a:lnTo>
                  <a:lnTo>
                    <a:pt x="0" y="16514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45411" y="4959532"/>
              <a:ext cx="167155" cy="2017"/>
            </a:xfrm>
            <a:custGeom>
              <a:avLst/>
              <a:pathLst>
                <a:path w="167155" h="2017">
                  <a:moveTo>
                    <a:pt x="0" y="0"/>
                  </a:moveTo>
                  <a:lnTo>
                    <a:pt x="167155" y="20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45411" y="4959532"/>
              <a:ext cx="167155" cy="2017"/>
            </a:xfrm>
            <a:custGeom>
              <a:avLst/>
              <a:pathLst>
                <a:path w="167155" h="2017">
                  <a:moveTo>
                    <a:pt x="0" y="0"/>
                  </a:moveTo>
                  <a:lnTo>
                    <a:pt x="167155" y="20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45411" y="4959532"/>
              <a:ext cx="167155" cy="2017"/>
            </a:xfrm>
            <a:custGeom>
              <a:avLst/>
              <a:pathLst>
                <a:path w="167155" h="2017">
                  <a:moveTo>
                    <a:pt x="0" y="0"/>
                  </a:moveTo>
                  <a:lnTo>
                    <a:pt x="167155" y="20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45411" y="4959532"/>
              <a:ext cx="167155" cy="2017"/>
            </a:xfrm>
            <a:custGeom>
              <a:avLst/>
              <a:pathLst>
                <a:path w="167155" h="2017">
                  <a:moveTo>
                    <a:pt x="0" y="0"/>
                  </a:moveTo>
                  <a:lnTo>
                    <a:pt x="167155" y="2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45411" y="4959532"/>
              <a:ext cx="167155" cy="2017"/>
            </a:xfrm>
            <a:custGeom>
              <a:avLst/>
              <a:pathLst>
                <a:path w="167155" h="2017">
                  <a:moveTo>
                    <a:pt x="0" y="0"/>
                  </a:moveTo>
                  <a:lnTo>
                    <a:pt x="167155" y="2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45411" y="4959532"/>
              <a:ext cx="167155" cy="2017"/>
            </a:xfrm>
            <a:custGeom>
              <a:avLst/>
              <a:pathLst>
                <a:path w="167155" h="2017">
                  <a:moveTo>
                    <a:pt x="0" y="0"/>
                  </a:moveTo>
                  <a:lnTo>
                    <a:pt x="167155" y="2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45411" y="4959532"/>
              <a:ext cx="167155" cy="2017"/>
            </a:xfrm>
            <a:custGeom>
              <a:avLst/>
              <a:pathLst>
                <a:path w="167155" h="2017">
                  <a:moveTo>
                    <a:pt x="0" y="0"/>
                  </a:moveTo>
                  <a:lnTo>
                    <a:pt x="167155" y="2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45411" y="4959532"/>
              <a:ext cx="167155" cy="2017"/>
            </a:xfrm>
            <a:custGeom>
              <a:avLst/>
              <a:pathLst>
                <a:path w="167155" h="2017">
                  <a:moveTo>
                    <a:pt x="0" y="0"/>
                  </a:moveTo>
                  <a:lnTo>
                    <a:pt x="167155" y="20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45411" y="4959532"/>
              <a:ext cx="167155" cy="2017"/>
            </a:xfrm>
            <a:custGeom>
              <a:avLst/>
              <a:pathLst>
                <a:path w="167155" h="2017">
                  <a:moveTo>
                    <a:pt x="0" y="0"/>
                  </a:moveTo>
                  <a:lnTo>
                    <a:pt x="167155" y="20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45411" y="4959532"/>
              <a:ext cx="167155" cy="22610"/>
            </a:xfrm>
            <a:custGeom>
              <a:avLst/>
              <a:pathLst>
                <a:path w="167155" h="22610">
                  <a:moveTo>
                    <a:pt x="0" y="0"/>
                  </a:moveTo>
                  <a:lnTo>
                    <a:pt x="79" y="7553"/>
                  </a:lnTo>
                  <a:lnTo>
                    <a:pt x="500" y="15094"/>
                  </a:lnTo>
                  <a:lnTo>
                    <a:pt x="1260" y="22610"/>
                  </a:lnTo>
                  <a:lnTo>
                    <a:pt x="167155" y="20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46672" y="4794382"/>
              <a:ext cx="333050" cy="334328"/>
            </a:xfrm>
            <a:custGeom>
              <a:avLst/>
              <a:pathLst>
                <a:path w="333050" h="334328">
                  <a:moveTo>
                    <a:pt x="0" y="187759"/>
                  </a:moveTo>
                  <a:lnTo>
                    <a:pt x="734" y="192998"/>
                  </a:lnTo>
                  <a:lnTo>
                    <a:pt x="1634" y="198211"/>
                  </a:lnTo>
                  <a:lnTo>
                    <a:pt x="2699" y="203393"/>
                  </a:lnTo>
                  <a:lnTo>
                    <a:pt x="3927" y="208539"/>
                  </a:lnTo>
                  <a:lnTo>
                    <a:pt x="5317" y="213643"/>
                  </a:lnTo>
                  <a:lnTo>
                    <a:pt x="6868" y="218701"/>
                  </a:lnTo>
                  <a:lnTo>
                    <a:pt x="8578" y="223707"/>
                  </a:lnTo>
                  <a:lnTo>
                    <a:pt x="10446" y="228657"/>
                  </a:lnTo>
                  <a:lnTo>
                    <a:pt x="12470" y="233545"/>
                  </a:lnTo>
                  <a:lnTo>
                    <a:pt x="14647" y="238366"/>
                  </a:lnTo>
                  <a:lnTo>
                    <a:pt x="16975" y="243116"/>
                  </a:lnTo>
                  <a:lnTo>
                    <a:pt x="19453" y="247790"/>
                  </a:lnTo>
                  <a:lnTo>
                    <a:pt x="22078" y="252384"/>
                  </a:lnTo>
                  <a:lnTo>
                    <a:pt x="24846" y="256892"/>
                  </a:lnTo>
                  <a:lnTo>
                    <a:pt x="27756" y="261310"/>
                  </a:lnTo>
                  <a:lnTo>
                    <a:pt x="30804" y="265634"/>
                  </a:lnTo>
                  <a:lnTo>
                    <a:pt x="33987" y="269859"/>
                  </a:lnTo>
                  <a:lnTo>
                    <a:pt x="37303" y="273981"/>
                  </a:lnTo>
                  <a:lnTo>
                    <a:pt x="40747" y="277997"/>
                  </a:lnTo>
                  <a:lnTo>
                    <a:pt x="44316" y="281901"/>
                  </a:lnTo>
                  <a:lnTo>
                    <a:pt x="48008" y="285691"/>
                  </a:lnTo>
                  <a:lnTo>
                    <a:pt x="51817" y="289361"/>
                  </a:lnTo>
                  <a:lnTo>
                    <a:pt x="55741" y="292910"/>
                  </a:lnTo>
                  <a:lnTo>
                    <a:pt x="59775" y="296332"/>
                  </a:lnTo>
                  <a:lnTo>
                    <a:pt x="63915" y="299626"/>
                  </a:lnTo>
                  <a:lnTo>
                    <a:pt x="68157" y="302786"/>
                  </a:lnTo>
                  <a:lnTo>
                    <a:pt x="72498" y="305811"/>
                  </a:lnTo>
                  <a:lnTo>
                    <a:pt x="76931" y="308697"/>
                  </a:lnTo>
                  <a:lnTo>
                    <a:pt x="81454" y="311441"/>
                  </a:lnTo>
                  <a:lnTo>
                    <a:pt x="86062" y="314040"/>
                  </a:lnTo>
                  <a:lnTo>
                    <a:pt x="90749" y="316493"/>
                  </a:lnTo>
                  <a:lnTo>
                    <a:pt x="95512" y="318796"/>
                  </a:lnTo>
                  <a:lnTo>
                    <a:pt x="100345" y="320947"/>
                  </a:lnTo>
                  <a:lnTo>
                    <a:pt x="105244" y="322944"/>
                  </a:lnTo>
                  <a:lnTo>
                    <a:pt x="110203" y="324785"/>
                  </a:lnTo>
                  <a:lnTo>
                    <a:pt x="115218" y="326468"/>
                  </a:lnTo>
                  <a:lnTo>
                    <a:pt x="120284" y="327992"/>
                  </a:lnTo>
                  <a:lnTo>
                    <a:pt x="125396" y="329355"/>
                  </a:lnTo>
                  <a:lnTo>
                    <a:pt x="130548" y="330555"/>
                  </a:lnTo>
                  <a:lnTo>
                    <a:pt x="135736" y="331592"/>
                  </a:lnTo>
                  <a:lnTo>
                    <a:pt x="140954" y="332464"/>
                  </a:lnTo>
                  <a:lnTo>
                    <a:pt x="146197" y="333170"/>
                  </a:lnTo>
                  <a:lnTo>
                    <a:pt x="151459" y="333710"/>
                  </a:lnTo>
                  <a:lnTo>
                    <a:pt x="156736" y="334083"/>
                  </a:lnTo>
                  <a:lnTo>
                    <a:pt x="162022" y="334290"/>
                  </a:lnTo>
                  <a:lnTo>
                    <a:pt x="167313" y="334328"/>
                  </a:lnTo>
                  <a:lnTo>
                    <a:pt x="172601" y="334200"/>
                  </a:lnTo>
                  <a:lnTo>
                    <a:pt x="177883" y="333904"/>
                  </a:lnTo>
                  <a:lnTo>
                    <a:pt x="183153" y="333441"/>
                  </a:lnTo>
                  <a:lnTo>
                    <a:pt x="188406" y="332812"/>
                  </a:lnTo>
                  <a:lnTo>
                    <a:pt x="193636" y="332016"/>
                  </a:lnTo>
                  <a:lnTo>
                    <a:pt x="198838" y="331056"/>
                  </a:lnTo>
                  <a:lnTo>
                    <a:pt x="204007" y="329932"/>
                  </a:lnTo>
                  <a:lnTo>
                    <a:pt x="209139" y="328644"/>
                  </a:lnTo>
                  <a:lnTo>
                    <a:pt x="214226" y="327195"/>
                  </a:lnTo>
                  <a:lnTo>
                    <a:pt x="219266" y="325585"/>
                  </a:lnTo>
                  <a:lnTo>
                    <a:pt x="224252" y="323817"/>
                  </a:lnTo>
                  <a:lnTo>
                    <a:pt x="229179" y="321892"/>
                  </a:lnTo>
                  <a:lnTo>
                    <a:pt x="234044" y="319812"/>
                  </a:lnTo>
                  <a:lnTo>
                    <a:pt x="238839" y="317579"/>
                  </a:lnTo>
                  <a:lnTo>
                    <a:pt x="243562" y="315196"/>
                  </a:lnTo>
                  <a:lnTo>
                    <a:pt x="248207" y="312664"/>
                  </a:lnTo>
                  <a:lnTo>
                    <a:pt x="252770" y="309987"/>
                  </a:lnTo>
                  <a:lnTo>
                    <a:pt x="257246" y="307166"/>
                  </a:lnTo>
                  <a:lnTo>
                    <a:pt x="261630" y="304205"/>
                  </a:lnTo>
                  <a:lnTo>
                    <a:pt x="265918" y="301108"/>
                  </a:lnTo>
                  <a:lnTo>
                    <a:pt x="270106" y="297876"/>
                  </a:lnTo>
                  <a:lnTo>
                    <a:pt x="274190" y="294513"/>
                  </a:lnTo>
                  <a:lnTo>
                    <a:pt x="278165" y="291022"/>
                  </a:lnTo>
                  <a:lnTo>
                    <a:pt x="282028" y="287407"/>
                  </a:lnTo>
                  <a:lnTo>
                    <a:pt x="285775" y="283673"/>
                  </a:lnTo>
                  <a:lnTo>
                    <a:pt x="289401" y="279821"/>
                  </a:lnTo>
                  <a:lnTo>
                    <a:pt x="292904" y="275856"/>
                  </a:lnTo>
                  <a:lnTo>
                    <a:pt x="296279" y="271783"/>
                  </a:lnTo>
                  <a:lnTo>
                    <a:pt x="299524" y="267605"/>
                  </a:lnTo>
                  <a:lnTo>
                    <a:pt x="302636" y="263326"/>
                  </a:lnTo>
                  <a:lnTo>
                    <a:pt x="305610" y="258951"/>
                  </a:lnTo>
                  <a:lnTo>
                    <a:pt x="308444" y="254485"/>
                  </a:lnTo>
                  <a:lnTo>
                    <a:pt x="311136" y="249930"/>
                  </a:lnTo>
                  <a:lnTo>
                    <a:pt x="313682" y="245293"/>
                  </a:lnTo>
                  <a:lnTo>
                    <a:pt x="316080" y="240578"/>
                  </a:lnTo>
                  <a:lnTo>
                    <a:pt x="318327" y="235789"/>
                  </a:lnTo>
                  <a:lnTo>
                    <a:pt x="320422" y="230931"/>
                  </a:lnTo>
                  <a:lnTo>
                    <a:pt x="322363" y="226009"/>
                  </a:lnTo>
                  <a:lnTo>
                    <a:pt x="324146" y="221029"/>
                  </a:lnTo>
                  <a:lnTo>
                    <a:pt x="325771" y="215994"/>
                  </a:lnTo>
                  <a:lnTo>
                    <a:pt x="327236" y="210911"/>
                  </a:lnTo>
                  <a:lnTo>
                    <a:pt x="328540" y="205784"/>
                  </a:lnTo>
                  <a:lnTo>
                    <a:pt x="329680" y="200618"/>
                  </a:lnTo>
                  <a:lnTo>
                    <a:pt x="330657" y="195419"/>
                  </a:lnTo>
                  <a:lnTo>
                    <a:pt x="331468" y="190191"/>
                  </a:lnTo>
                  <a:lnTo>
                    <a:pt x="332114" y="184940"/>
                  </a:lnTo>
                  <a:lnTo>
                    <a:pt x="332593" y="179672"/>
                  </a:lnTo>
                  <a:lnTo>
                    <a:pt x="332905" y="174391"/>
                  </a:lnTo>
                  <a:lnTo>
                    <a:pt x="333050" y="169103"/>
                  </a:lnTo>
                  <a:lnTo>
                    <a:pt x="333028" y="163813"/>
                  </a:lnTo>
                  <a:lnTo>
                    <a:pt x="332838" y="158526"/>
                  </a:lnTo>
                  <a:lnTo>
                    <a:pt x="332481" y="153248"/>
                  </a:lnTo>
                  <a:lnTo>
                    <a:pt x="331957" y="147983"/>
                  </a:lnTo>
                  <a:lnTo>
                    <a:pt x="331267" y="142738"/>
                  </a:lnTo>
                  <a:lnTo>
                    <a:pt x="330411" y="137518"/>
                  </a:lnTo>
                  <a:lnTo>
                    <a:pt x="329390" y="132327"/>
                  </a:lnTo>
                  <a:lnTo>
                    <a:pt x="328206" y="127171"/>
                  </a:lnTo>
                  <a:lnTo>
                    <a:pt x="326859" y="122055"/>
                  </a:lnTo>
                  <a:lnTo>
                    <a:pt x="325351" y="116984"/>
                  </a:lnTo>
                  <a:lnTo>
                    <a:pt x="323683" y="111964"/>
                  </a:lnTo>
                  <a:lnTo>
                    <a:pt x="321858" y="106999"/>
                  </a:lnTo>
                  <a:lnTo>
                    <a:pt x="319876" y="102094"/>
                  </a:lnTo>
                  <a:lnTo>
                    <a:pt x="317740" y="97254"/>
                  </a:lnTo>
                  <a:lnTo>
                    <a:pt x="315451" y="92484"/>
                  </a:lnTo>
                  <a:lnTo>
                    <a:pt x="313013" y="87789"/>
                  </a:lnTo>
                  <a:lnTo>
                    <a:pt x="310428" y="83174"/>
                  </a:lnTo>
                  <a:lnTo>
                    <a:pt x="307698" y="78643"/>
                  </a:lnTo>
                  <a:lnTo>
                    <a:pt x="304826" y="74200"/>
                  </a:lnTo>
                  <a:lnTo>
                    <a:pt x="301815" y="69850"/>
                  </a:lnTo>
                  <a:lnTo>
                    <a:pt x="298667" y="65598"/>
                  </a:lnTo>
                  <a:lnTo>
                    <a:pt x="295387" y="61448"/>
                  </a:lnTo>
                  <a:lnTo>
                    <a:pt x="291977" y="57403"/>
                  </a:lnTo>
                  <a:lnTo>
                    <a:pt x="288440" y="53469"/>
                  </a:lnTo>
                  <a:lnTo>
                    <a:pt x="284781" y="49648"/>
                  </a:lnTo>
                  <a:lnTo>
                    <a:pt x="281003" y="45945"/>
                  </a:lnTo>
                  <a:lnTo>
                    <a:pt x="277110" y="42363"/>
                  </a:lnTo>
                  <a:lnTo>
                    <a:pt x="273105" y="38907"/>
                  </a:lnTo>
                  <a:lnTo>
                    <a:pt x="268993" y="35579"/>
                  </a:lnTo>
                  <a:lnTo>
                    <a:pt x="264778" y="32382"/>
                  </a:lnTo>
                  <a:lnTo>
                    <a:pt x="260463" y="29321"/>
                  </a:lnTo>
                  <a:lnTo>
                    <a:pt x="256054" y="26397"/>
                  </a:lnTo>
                  <a:lnTo>
                    <a:pt x="251555" y="23615"/>
                  </a:lnTo>
                  <a:lnTo>
                    <a:pt x="246970" y="20976"/>
                  </a:lnTo>
                  <a:lnTo>
                    <a:pt x="242303" y="18484"/>
                  </a:lnTo>
                  <a:lnTo>
                    <a:pt x="237560" y="16141"/>
                  </a:lnTo>
                  <a:lnTo>
                    <a:pt x="232746" y="13949"/>
                  </a:lnTo>
                  <a:lnTo>
                    <a:pt x="227864" y="11910"/>
                  </a:lnTo>
                  <a:lnTo>
                    <a:pt x="222920" y="10027"/>
                  </a:lnTo>
                  <a:lnTo>
                    <a:pt x="217919" y="8301"/>
                  </a:lnTo>
                  <a:lnTo>
                    <a:pt x="212867" y="6735"/>
                  </a:lnTo>
                  <a:lnTo>
                    <a:pt x="207767" y="5329"/>
                  </a:lnTo>
                  <a:lnTo>
                    <a:pt x="202625" y="4085"/>
                  </a:lnTo>
                  <a:lnTo>
                    <a:pt x="197446" y="3004"/>
                  </a:lnTo>
                  <a:lnTo>
                    <a:pt x="192236" y="2088"/>
                  </a:lnTo>
                  <a:lnTo>
                    <a:pt x="186999" y="1337"/>
                  </a:lnTo>
                  <a:lnTo>
                    <a:pt x="181741" y="752"/>
                  </a:lnTo>
                  <a:lnTo>
                    <a:pt x="176468" y="334"/>
                  </a:lnTo>
                  <a:lnTo>
                    <a:pt x="171183" y="83"/>
                  </a:lnTo>
                  <a:lnTo>
                    <a:pt x="165894" y="0"/>
                  </a:lnTo>
                  <a:lnTo>
                    <a:pt x="1658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6398" y="5103947"/>
              <a:ext cx="2690" cy="167167"/>
            </a:xfrm>
            <a:custGeom>
              <a:avLst/>
              <a:pathLst>
                <a:path w="2690" h="167167">
                  <a:moveTo>
                    <a:pt x="2690" y="0"/>
                  </a:moveTo>
                  <a:lnTo>
                    <a:pt x="0" y="21"/>
                  </a:lnTo>
                  <a:lnTo>
                    <a:pt x="269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461925" y="5103961"/>
              <a:ext cx="334322" cy="334320"/>
            </a:xfrm>
            <a:custGeom>
              <a:avLst/>
              <a:pathLst>
                <a:path w="334322" h="334320">
                  <a:moveTo>
                    <a:pt x="164472" y="7"/>
                  </a:moveTo>
                  <a:lnTo>
                    <a:pt x="159195" y="175"/>
                  </a:lnTo>
                  <a:lnTo>
                    <a:pt x="153926" y="510"/>
                  </a:lnTo>
                  <a:lnTo>
                    <a:pt x="148670" y="1011"/>
                  </a:lnTo>
                  <a:lnTo>
                    <a:pt x="143432" y="1678"/>
                  </a:lnTo>
                  <a:lnTo>
                    <a:pt x="138218" y="2510"/>
                  </a:lnTo>
                  <a:lnTo>
                    <a:pt x="133033" y="3507"/>
                  </a:lnTo>
                  <a:lnTo>
                    <a:pt x="127882" y="4666"/>
                  </a:lnTo>
                  <a:lnTo>
                    <a:pt x="122770" y="5988"/>
                  </a:lnTo>
                  <a:lnTo>
                    <a:pt x="117702" y="7470"/>
                  </a:lnTo>
                  <a:lnTo>
                    <a:pt x="112684" y="9112"/>
                  </a:lnTo>
                  <a:lnTo>
                    <a:pt x="107720" y="10911"/>
                  </a:lnTo>
                  <a:lnTo>
                    <a:pt x="102815" y="12866"/>
                  </a:lnTo>
                  <a:lnTo>
                    <a:pt x="97975" y="14975"/>
                  </a:lnTo>
                  <a:lnTo>
                    <a:pt x="93203" y="17236"/>
                  </a:lnTo>
                  <a:lnTo>
                    <a:pt x="88506" y="19647"/>
                  </a:lnTo>
                  <a:lnTo>
                    <a:pt x="83887" y="22204"/>
                  </a:lnTo>
                  <a:lnTo>
                    <a:pt x="79351" y="24907"/>
                  </a:lnTo>
                  <a:lnTo>
                    <a:pt x="74902" y="27751"/>
                  </a:lnTo>
                  <a:lnTo>
                    <a:pt x="70546" y="30734"/>
                  </a:lnTo>
                  <a:lnTo>
                    <a:pt x="66286" y="33853"/>
                  </a:lnTo>
                  <a:lnTo>
                    <a:pt x="62126" y="37106"/>
                  </a:lnTo>
                  <a:lnTo>
                    <a:pt x="58072" y="40488"/>
                  </a:lnTo>
                  <a:lnTo>
                    <a:pt x="54126" y="43996"/>
                  </a:lnTo>
                  <a:lnTo>
                    <a:pt x="50293" y="47627"/>
                  </a:lnTo>
                  <a:lnTo>
                    <a:pt x="46576" y="51378"/>
                  </a:lnTo>
                  <a:lnTo>
                    <a:pt x="42980" y="55244"/>
                  </a:lnTo>
                  <a:lnTo>
                    <a:pt x="39508" y="59222"/>
                  </a:lnTo>
                  <a:lnTo>
                    <a:pt x="36163" y="63307"/>
                  </a:lnTo>
                  <a:lnTo>
                    <a:pt x="32949" y="67496"/>
                  </a:lnTo>
                  <a:lnTo>
                    <a:pt x="29868" y="71784"/>
                  </a:lnTo>
                  <a:lnTo>
                    <a:pt x="26925" y="76168"/>
                  </a:lnTo>
                  <a:lnTo>
                    <a:pt x="24122" y="80642"/>
                  </a:lnTo>
                  <a:lnTo>
                    <a:pt x="21461" y="85202"/>
                  </a:lnTo>
                  <a:lnTo>
                    <a:pt x="18945" y="89845"/>
                  </a:lnTo>
                  <a:lnTo>
                    <a:pt x="16578" y="94564"/>
                  </a:lnTo>
                  <a:lnTo>
                    <a:pt x="14361" y="99356"/>
                  </a:lnTo>
                  <a:lnTo>
                    <a:pt x="12296" y="104215"/>
                  </a:lnTo>
                  <a:lnTo>
                    <a:pt x="10385" y="109138"/>
                  </a:lnTo>
                  <a:lnTo>
                    <a:pt x="8631" y="114118"/>
                  </a:lnTo>
                  <a:lnTo>
                    <a:pt x="7036" y="119151"/>
                  </a:lnTo>
                  <a:lnTo>
                    <a:pt x="5599" y="124232"/>
                  </a:lnTo>
                  <a:lnTo>
                    <a:pt x="4325" y="129356"/>
                  </a:lnTo>
                  <a:lnTo>
                    <a:pt x="3212" y="134517"/>
                  </a:lnTo>
                  <a:lnTo>
                    <a:pt x="2263" y="139711"/>
                  </a:lnTo>
                  <a:lnTo>
                    <a:pt x="1479" y="144932"/>
                  </a:lnTo>
                  <a:lnTo>
                    <a:pt x="860" y="150176"/>
                  </a:lnTo>
                  <a:lnTo>
                    <a:pt x="407" y="155437"/>
                  </a:lnTo>
                  <a:lnTo>
                    <a:pt x="120" y="160709"/>
                  </a:lnTo>
                  <a:lnTo>
                    <a:pt x="0" y="165987"/>
                  </a:lnTo>
                  <a:lnTo>
                    <a:pt x="46" y="171267"/>
                  </a:lnTo>
                  <a:lnTo>
                    <a:pt x="259" y="176543"/>
                  </a:lnTo>
                  <a:lnTo>
                    <a:pt x="639" y="181809"/>
                  </a:lnTo>
                  <a:lnTo>
                    <a:pt x="1185" y="187061"/>
                  </a:lnTo>
                  <a:lnTo>
                    <a:pt x="1897" y="192293"/>
                  </a:lnTo>
                  <a:lnTo>
                    <a:pt x="2773" y="197499"/>
                  </a:lnTo>
                  <a:lnTo>
                    <a:pt x="3813" y="202676"/>
                  </a:lnTo>
                  <a:lnTo>
                    <a:pt x="5017" y="207817"/>
                  </a:lnTo>
                  <a:lnTo>
                    <a:pt x="6382" y="212917"/>
                  </a:lnTo>
                  <a:lnTo>
                    <a:pt x="7907" y="217972"/>
                  </a:lnTo>
                  <a:lnTo>
                    <a:pt x="9592" y="222976"/>
                  </a:lnTo>
                  <a:lnTo>
                    <a:pt x="11433" y="227925"/>
                  </a:lnTo>
                  <a:lnTo>
                    <a:pt x="13430" y="232812"/>
                  </a:lnTo>
                  <a:lnTo>
                    <a:pt x="15580" y="237635"/>
                  </a:lnTo>
                  <a:lnTo>
                    <a:pt x="17882" y="242387"/>
                  </a:lnTo>
                  <a:lnTo>
                    <a:pt x="20332" y="247064"/>
                  </a:lnTo>
                  <a:lnTo>
                    <a:pt x="22929" y="251661"/>
                  </a:lnTo>
                  <a:lnTo>
                    <a:pt x="25670" y="256174"/>
                  </a:lnTo>
                  <a:lnTo>
                    <a:pt x="28552" y="260598"/>
                  </a:lnTo>
                  <a:lnTo>
                    <a:pt x="31572" y="264929"/>
                  </a:lnTo>
                  <a:lnTo>
                    <a:pt x="34728" y="269162"/>
                  </a:lnTo>
                  <a:lnTo>
                    <a:pt x="38015" y="273294"/>
                  </a:lnTo>
                  <a:lnTo>
                    <a:pt x="41432" y="277319"/>
                  </a:lnTo>
                  <a:lnTo>
                    <a:pt x="44974" y="281235"/>
                  </a:lnTo>
                  <a:lnTo>
                    <a:pt x="48637" y="285037"/>
                  </a:lnTo>
                  <a:lnTo>
                    <a:pt x="52420" y="288721"/>
                  </a:lnTo>
                  <a:lnTo>
                    <a:pt x="56316" y="292284"/>
                  </a:lnTo>
                  <a:lnTo>
                    <a:pt x="60323" y="295723"/>
                  </a:lnTo>
                  <a:lnTo>
                    <a:pt x="64437" y="299033"/>
                  </a:lnTo>
                  <a:lnTo>
                    <a:pt x="68653" y="302211"/>
                  </a:lnTo>
                  <a:lnTo>
                    <a:pt x="72967" y="305255"/>
                  </a:lnTo>
                  <a:lnTo>
                    <a:pt x="77376" y="308161"/>
                  </a:lnTo>
                  <a:lnTo>
                    <a:pt x="81874" y="310926"/>
                  </a:lnTo>
                  <a:lnTo>
                    <a:pt x="86457" y="313548"/>
                  </a:lnTo>
                  <a:lnTo>
                    <a:pt x="91120" y="316024"/>
                  </a:lnTo>
                  <a:lnTo>
                    <a:pt x="95860" y="318351"/>
                  </a:lnTo>
                  <a:lnTo>
                    <a:pt x="100670" y="320527"/>
                  </a:lnTo>
                  <a:lnTo>
                    <a:pt x="105547" y="322551"/>
                  </a:lnTo>
                  <a:lnTo>
                    <a:pt x="110486" y="324419"/>
                  </a:lnTo>
                  <a:lnTo>
                    <a:pt x="115480" y="326130"/>
                  </a:lnTo>
                  <a:lnTo>
                    <a:pt x="120527" y="327683"/>
                  </a:lnTo>
                  <a:lnTo>
                    <a:pt x="125620" y="329076"/>
                  </a:lnTo>
                  <a:lnTo>
                    <a:pt x="130754" y="330307"/>
                  </a:lnTo>
                  <a:lnTo>
                    <a:pt x="135925" y="331376"/>
                  </a:lnTo>
                  <a:lnTo>
                    <a:pt x="141127" y="332280"/>
                  </a:lnTo>
                  <a:lnTo>
                    <a:pt x="146355" y="333020"/>
                  </a:lnTo>
                  <a:lnTo>
                    <a:pt x="151604" y="333595"/>
                  </a:lnTo>
                  <a:lnTo>
                    <a:pt x="156868" y="334003"/>
                  </a:lnTo>
                  <a:lnTo>
                    <a:pt x="162142" y="334245"/>
                  </a:lnTo>
                  <a:lnTo>
                    <a:pt x="167422" y="334320"/>
                  </a:lnTo>
                  <a:lnTo>
                    <a:pt x="172701" y="334229"/>
                  </a:lnTo>
                  <a:lnTo>
                    <a:pt x="177974" y="333970"/>
                  </a:lnTo>
                  <a:lnTo>
                    <a:pt x="183237" y="333546"/>
                  </a:lnTo>
                  <a:lnTo>
                    <a:pt x="188484" y="332955"/>
                  </a:lnTo>
                  <a:lnTo>
                    <a:pt x="193710" y="332199"/>
                  </a:lnTo>
                  <a:lnTo>
                    <a:pt x="198909" y="331278"/>
                  </a:lnTo>
                  <a:lnTo>
                    <a:pt x="204076" y="330194"/>
                  </a:lnTo>
                  <a:lnTo>
                    <a:pt x="209207" y="328947"/>
                  </a:lnTo>
                  <a:lnTo>
                    <a:pt x="214295" y="327538"/>
                  </a:lnTo>
                  <a:lnTo>
                    <a:pt x="219337" y="325970"/>
                  </a:lnTo>
                  <a:lnTo>
                    <a:pt x="224327" y="324243"/>
                  </a:lnTo>
                  <a:lnTo>
                    <a:pt x="229259" y="322359"/>
                  </a:lnTo>
                  <a:lnTo>
                    <a:pt x="234130" y="320321"/>
                  </a:lnTo>
                  <a:lnTo>
                    <a:pt x="238934" y="318129"/>
                  </a:lnTo>
                  <a:lnTo>
                    <a:pt x="243666" y="315787"/>
                  </a:lnTo>
                  <a:lnTo>
                    <a:pt x="248322" y="313297"/>
                  </a:lnTo>
                  <a:lnTo>
                    <a:pt x="252897" y="310661"/>
                  </a:lnTo>
                  <a:lnTo>
                    <a:pt x="257386" y="307882"/>
                  </a:lnTo>
                  <a:lnTo>
                    <a:pt x="261785" y="304963"/>
                  </a:lnTo>
                  <a:lnTo>
                    <a:pt x="266090" y="301906"/>
                  </a:lnTo>
                  <a:lnTo>
                    <a:pt x="270297" y="298714"/>
                  </a:lnTo>
                  <a:lnTo>
                    <a:pt x="274400" y="295391"/>
                  </a:lnTo>
                  <a:lnTo>
                    <a:pt x="278397" y="291941"/>
                  </a:lnTo>
                  <a:lnTo>
                    <a:pt x="282282" y="288366"/>
                  </a:lnTo>
                  <a:lnTo>
                    <a:pt x="286053" y="284670"/>
                  </a:lnTo>
                  <a:lnTo>
                    <a:pt x="289705" y="280856"/>
                  </a:lnTo>
                  <a:lnTo>
                    <a:pt x="293234" y="276930"/>
                  </a:lnTo>
                  <a:lnTo>
                    <a:pt x="296638" y="272893"/>
                  </a:lnTo>
                  <a:lnTo>
                    <a:pt x="299913" y="268752"/>
                  </a:lnTo>
                  <a:lnTo>
                    <a:pt x="303056" y="264509"/>
                  </a:lnTo>
                  <a:lnTo>
                    <a:pt x="306062" y="260168"/>
                  </a:lnTo>
                  <a:lnTo>
                    <a:pt x="308931" y="255735"/>
                  </a:lnTo>
                  <a:lnTo>
                    <a:pt x="311657" y="251214"/>
                  </a:lnTo>
                  <a:lnTo>
                    <a:pt x="314240" y="246609"/>
                  </a:lnTo>
                  <a:lnTo>
                    <a:pt x="316676" y="241924"/>
                  </a:lnTo>
                  <a:lnTo>
                    <a:pt x="318963" y="237165"/>
                  </a:lnTo>
                  <a:lnTo>
                    <a:pt x="321098" y="232336"/>
                  </a:lnTo>
                  <a:lnTo>
                    <a:pt x="323080" y="227442"/>
                  </a:lnTo>
                  <a:lnTo>
                    <a:pt x="324906" y="222488"/>
                  </a:lnTo>
                  <a:lnTo>
                    <a:pt x="326575" y="217479"/>
                  </a:lnTo>
                  <a:lnTo>
                    <a:pt x="328085" y="212419"/>
                  </a:lnTo>
                  <a:lnTo>
                    <a:pt x="329434" y="207315"/>
                  </a:lnTo>
                  <a:lnTo>
                    <a:pt x="330622" y="202170"/>
                  </a:lnTo>
                  <a:lnTo>
                    <a:pt x="331646" y="196990"/>
                  </a:lnTo>
                  <a:lnTo>
                    <a:pt x="332506" y="191781"/>
                  </a:lnTo>
                  <a:lnTo>
                    <a:pt x="333201" y="186547"/>
                  </a:lnTo>
                  <a:lnTo>
                    <a:pt x="333731" y="181294"/>
                  </a:lnTo>
                  <a:lnTo>
                    <a:pt x="334095" y="176026"/>
                  </a:lnTo>
                  <a:lnTo>
                    <a:pt x="334292" y="170750"/>
                  </a:lnTo>
                  <a:lnTo>
                    <a:pt x="334322" y="165470"/>
                  </a:lnTo>
                  <a:lnTo>
                    <a:pt x="334185" y="160192"/>
                  </a:lnTo>
                  <a:lnTo>
                    <a:pt x="333882" y="154920"/>
                  </a:lnTo>
                  <a:lnTo>
                    <a:pt x="333413" y="149661"/>
                  </a:lnTo>
                  <a:lnTo>
                    <a:pt x="332777" y="144420"/>
                  </a:lnTo>
                  <a:lnTo>
                    <a:pt x="331977" y="139201"/>
                  </a:lnTo>
                  <a:lnTo>
                    <a:pt x="331012" y="134010"/>
                  </a:lnTo>
                  <a:lnTo>
                    <a:pt x="329883" y="128852"/>
                  </a:lnTo>
                  <a:lnTo>
                    <a:pt x="328593" y="123732"/>
                  </a:lnTo>
                  <a:lnTo>
                    <a:pt x="327141" y="118656"/>
                  </a:lnTo>
                  <a:lnTo>
                    <a:pt x="325530" y="113627"/>
                  </a:lnTo>
                  <a:lnTo>
                    <a:pt x="323760" y="108653"/>
                  </a:lnTo>
                  <a:lnTo>
                    <a:pt x="321835" y="103736"/>
                  </a:lnTo>
                  <a:lnTo>
                    <a:pt x="319755" y="98883"/>
                  </a:lnTo>
                  <a:lnTo>
                    <a:pt x="317522" y="94098"/>
                  </a:lnTo>
                  <a:lnTo>
                    <a:pt x="315140" y="89386"/>
                  </a:lnTo>
                  <a:lnTo>
                    <a:pt x="312611" y="84752"/>
                  </a:lnTo>
                  <a:lnTo>
                    <a:pt x="309936" y="80200"/>
                  </a:lnTo>
                  <a:lnTo>
                    <a:pt x="307118" y="75734"/>
                  </a:lnTo>
                  <a:lnTo>
                    <a:pt x="304162" y="71360"/>
                  </a:lnTo>
                  <a:lnTo>
                    <a:pt x="301068" y="67081"/>
                  </a:lnTo>
                  <a:lnTo>
                    <a:pt x="297841" y="62902"/>
                  </a:lnTo>
                  <a:lnTo>
                    <a:pt x="294483" y="58827"/>
                  </a:lnTo>
                  <a:lnTo>
                    <a:pt x="290999" y="54860"/>
                  </a:lnTo>
                  <a:lnTo>
                    <a:pt x="287391" y="51005"/>
                  </a:lnTo>
                  <a:lnTo>
                    <a:pt x="283663" y="47266"/>
                  </a:lnTo>
                  <a:lnTo>
                    <a:pt x="279818" y="43647"/>
                  </a:lnTo>
                  <a:lnTo>
                    <a:pt x="275862" y="40151"/>
                  </a:lnTo>
                  <a:lnTo>
                    <a:pt x="271797" y="36781"/>
                  </a:lnTo>
                  <a:lnTo>
                    <a:pt x="267627" y="33542"/>
                  </a:lnTo>
                  <a:lnTo>
                    <a:pt x="263357" y="30436"/>
                  </a:lnTo>
                  <a:lnTo>
                    <a:pt x="258992" y="27466"/>
                  </a:lnTo>
                  <a:lnTo>
                    <a:pt x="254534" y="24636"/>
                  </a:lnTo>
                  <a:lnTo>
                    <a:pt x="249990" y="21947"/>
                  </a:lnTo>
                  <a:lnTo>
                    <a:pt x="245363" y="19404"/>
                  </a:lnTo>
                  <a:lnTo>
                    <a:pt x="240658" y="17008"/>
                  </a:lnTo>
                  <a:lnTo>
                    <a:pt x="235880" y="14762"/>
                  </a:lnTo>
                  <a:lnTo>
                    <a:pt x="231033" y="12668"/>
                  </a:lnTo>
                  <a:lnTo>
                    <a:pt x="226122" y="10728"/>
                  </a:lnTo>
                  <a:lnTo>
                    <a:pt x="221152" y="8944"/>
                  </a:lnTo>
                  <a:lnTo>
                    <a:pt x="216129" y="7318"/>
                  </a:lnTo>
                  <a:lnTo>
                    <a:pt x="211057" y="5851"/>
                  </a:lnTo>
                  <a:lnTo>
                    <a:pt x="205941" y="4545"/>
                  </a:lnTo>
                  <a:lnTo>
                    <a:pt x="200786" y="3402"/>
                  </a:lnTo>
                  <a:lnTo>
                    <a:pt x="195598" y="2422"/>
                  </a:lnTo>
                  <a:lnTo>
                    <a:pt x="190382" y="1606"/>
                  </a:lnTo>
                  <a:lnTo>
                    <a:pt x="185142" y="955"/>
                  </a:lnTo>
                  <a:lnTo>
                    <a:pt x="179884" y="470"/>
                  </a:lnTo>
                  <a:lnTo>
                    <a:pt x="174614" y="152"/>
                  </a:lnTo>
                  <a:lnTo>
                    <a:pt x="169336" y="0"/>
                  </a:lnTo>
                  <a:lnTo>
                    <a:pt x="167163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3629088" y="5103947"/>
              <a:ext cx="2173" cy="167167"/>
            </a:xfrm>
            <a:custGeom>
              <a:avLst/>
              <a:pathLst>
                <a:path w="2173" h="167167">
                  <a:moveTo>
                    <a:pt x="2173" y="1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3938737" y="5309273"/>
              <a:ext cx="167157" cy="185189"/>
            </a:xfrm>
            <a:custGeom>
              <a:avLst/>
              <a:pathLst>
                <a:path w="167157" h="185189">
                  <a:moveTo>
                    <a:pt x="167157" y="0"/>
                  </a:moveTo>
                  <a:lnTo>
                    <a:pt x="161760" y="87"/>
                  </a:lnTo>
                  <a:lnTo>
                    <a:pt x="156370" y="348"/>
                  </a:lnTo>
                  <a:lnTo>
                    <a:pt x="150991" y="783"/>
                  </a:lnTo>
                  <a:lnTo>
                    <a:pt x="145629" y="1391"/>
                  </a:lnTo>
                  <a:lnTo>
                    <a:pt x="140289" y="2173"/>
                  </a:lnTo>
                  <a:lnTo>
                    <a:pt x="134977" y="3126"/>
                  </a:lnTo>
                  <a:lnTo>
                    <a:pt x="129698" y="4250"/>
                  </a:lnTo>
                  <a:lnTo>
                    <a:pt x="124459" y="5544"/>
                  </a:lnTo>
                  <a:lnTo>
                    <a:pt x="119264" y="7007"/>
                  </a:lnTo>
                  <a:lnTo>
                    <a:pt x="114119" y="8636"/>
                  </a:lnTo>
                  <a:lnTo>
                    <a:pt x="109030" y="10431"/>
                  </a:lnTo>
                  <a:lnTo>
                    <a:pt x="104001" y="12389"/>
                  </a:lnTo>
                  <a:lnTo>
                    <a:pt x="99037" y="14508"/>
                  </a:lnTo>
                  <a:lnTo>
                    <a:pt x="94145" y="16786"/>
                  </a:lnTo>
                  <a:lnTo>
                    <a:pt x="89329" y="19222"/>
                  </a:lnTo>
                  <a:lnTo>
                    <a:pt x="84594" y="21811"/>
                  </a:lnTo>
                  <a:lnTo>
                    <a:pt x="79945" y="24552"/>
                  </a:lnTo>
                  <a:lnTo>
                    <a:pt x="75387" y="27441"/>
                  </a:lnTo>
                  <a:lnTo>
                    <a:pt x="70924" y="30476"/>
                  </a:lnTo>
                  <a:lnTo>
                    <a:pt x="66562" y="33654"/>
                  </a:lnTo>
                  <a:lnTo>
                    <a:pt x="62305" y="36970"/>
                  </a:lnTo>
                  <a:lnTo>
                    <a:pt x="58157" y="40423"/>
                  </a:lnTo>
                  <a:lnTo>
                    <a:pt x="54123" y="44007"/>
                  </a:lnTo>
                  <a:lnTo>
                    <a:pt x="50206" y="47720"/>
                  </a:lnTo>
                  <a:lnTo>
                    <a:pt x="46411" y="51557"/>
                  </a:lnTo>
                  <a:lnTo>
                    <a:pt x="42742" y="55515"/>
                  </a:lnTo>
                  <a:lnTo>
                    <a:pt x="39203" y="59590"/>
                  </a:lnTo>
                  <a:lnTo>
                    <a:pt x="35797" y="63776"/>
                  </a:lnTo>
                  <a:lnTo>
                    <a:pt x="32528" y="68070"/>
                  </a:lnTo>
                  <a:lnTo>
                    <a:pt x="29400" y="72467"/>
                  </a:lnTo>
                  <a:lnTo>
                    <a:pt x="26415" y="76963"/>
                  </a:lnTo>
                  <a:lnTo>
                    <a:pt x="23576" y="81553"/>
                  </a:lnTo>
                  <a:lnTo>
                    <a:pt x="20888" y="86233"/>
                  </a:lnTo>
                  <a:lnTo>
                    <a:pt x="18351" y="90996"/>
                  </a:lnTo>
                  <a:lnTo>
                    <a:pt x="15970" y="95839"/>
                  </a:lnTo>
                  <a:lnTo>
                    <a:pt x="13747" y="100757"/>
                  </a:lnTo>
                  <a:lnTo>
                    <a:pt x="11683" y="105743"/>
                  </a:lnTo>
                  <a:lnTo>
                    <a:pt x="9781" y="110794"/>
                  </a:lnTo>
                  <a:lnTo>
                    <a:pt x="8043" y="115903"/>
                  </a:lnTo>
                  <a:lnTo>
                    <a:pt x="6472" y="121066"/>
                  </a:lnTo>
                  <a:lnTo>
                    <a:pt x="5067" y="126277"/>
                  </a:lnTo>
                  <a:lnTo>
                    <a:pt x="3832" y="131530"/>
                  </a:lnTo>
                  <a:lnTo>
                    <a:pt x="2767" y="136821"/>
                  </a:lnTo>
                  <a:lnTo>
                    <a:pt x="1873" y="142143"/>
                  </a:lnTo>
                  <a:lnTo>
                    <a:pt x="1151" y="147491"/>
                  </a:lnTo>
                  <a:lnTo>
                    <a:pt x="602" y="152860"/>
                  </a:lnTo>
                  <a:lnTo>
                    <a:pt x="227" y="158244"/>
                  </a:lnTo>
                  <a:lnTo>
                    <a:pt x="26" y="163637"/>
                  </a:lnTo>
                  <a:lnTo>
                    <a:pt x="0" y="169034"/>
                  </a:lnTo>
                  <a:lnTo>
                    <a:pt x="147" y="174428"/>
                  </a:lnTo>
                  <a:lnTo>
                    <a:pt x="468" y="179815"/>
                  </a:lnTo>
                  <a:lnTo>
                    <a:pt x="963" y="18518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3939701" y="5309273"/>
              <a:ext cx="333342" cy="334334"/>
            </a:xfrm>
            <a:custGeom>
              <a:avLst/>
              <a:pathLst>
                <a:path w="333342" h="334334">
                  <a:moveTo>
                    <a:pt x="0" y="185189"/>
                  </a:moveTo>
                  <a:lnTo>
                    <a:pt x="655" y="190457"/>
                  </a:lnTo>
                  <a:lnTo>
                    <a:pt x="1478" y="195701"/>
                  </a:lnTo>
                  <a:lnTo>
                    <a:pt x="2467" y="200916"/>
                  </a:lnTo>
                  <a:lnTo>
                    <a:pt x="3621" y="206097"/>
                  </a:lnTo>
                  <a:lnTo>
                    <a:pt x="4939" y="211239"/>
                  </a:lnTo>
                  <a:lnTo>
                    <a:pt x="6420" y="216336"/>
                  </a:lnTo>
                  <a:lnTo>
                    <a:pt x="8061" y="221384"/>
                  </a:lnTo>
                  <a:lnTo>
                    <a:pt x="9862" y="226377"/>
                  </a:lnTo>
                  <a:lnTo>
                    <a:pt x="11821" y="231311"/>
                  </a:lnTo>
                  <a:lnTo>
                    <a:pt x="13935" y="236179"/>
                  </a:lnTo>
                  <a:lnTo>
                    <a:pt x="16203" y="240979"/>
                  </a:lnTo>
                  <a:lnTo>
                    <a:pt x="18622" y="245703"/>
                  </a:lnTo>
                  <a:lnTo>
                    <a:pt x="21190" y="250349"/>
                  </a:lnTo>
                  <a:lnTo>
                    <a:pt x="23904" y="254911"/>
                  </a:lnTo>
                  <a:lnTo>
                    <a:pt x="26762" y="259384"/>
                  </a:lnTo>
                  <a:lnTo>
                    <a:pt x="29760" y="263764"/>
                  </a:lnTo>
                  <a:lnTo>
                    <a:pt x="32895" y="268047"/>
                  </a:lnTo>
                  <a:lnTo>
                    <a:pt x="36165" y="272228"/>
                  </a:lnTo>
                  <a:lnTo>
                    <a:pt x="39567" y="276304"/>
                  </a:lnTo>
                  <a:lnTo>
                    <a:pt x="43095" y="280269"/>
                  </a:lnTo>
                  <a:lnTo>
                    <a:pt x="46748" y="284120"/>
                  </a:lnTo>
                  <a:lnTo>
                    <a:pt x="50522" y="287853"/>
                  </a:lnTo>
                  <a:lnTo>
                    <a:pt x="54412" y="291465"/>
                  </a:lnTo>
                  <a:lnTo>
                    <a:pt x="58414" y="294951"/>
                  </a:lnTo>
                  <a:lnTo>
                    <a:pt x="62526" y="298309"/>
                  </a:lnTo>
                  <a:lnTo>
                    <a:pt x="66742" y="301534"/>
                  </a:lnTo>
                  <a:lnTo>
                    <a:pt x="71058" y="304624"/>
                  </a:lnTo>
                  <a:lnTo>
                    <a:pt x="75470" y="307575"/>
                  </a:lnTo>
                  <a:lnTo>
                    <a:pt x="79973" y="310384"/>
                  </a:lnTo>
                  <a:lnTo>
                    <a:pt x="84564" y="313049"/>
                  </a:lnTo>
                  <a:lnTo>
                    <a:pt x="89237" y="315567"/>
                  </a:lnTo>
                  <a:lnTo>
                    <a:pt x="93987" y="317936"/>
                  </a:lnTo>
                  <a:lnTo>
                    <a:pt x="98810" y="320152"/>
                  </a:lnTo>
                  <a:lnTo>
                    <a:pt x="103701" y="322215"/>
                  </a:lnTo>
                  <a:lnTo>
                    <a:pt x="108655" y="324120"/>
                  </a:lnTo>
                  <a:lnTo>
                    <a:pt x="113667" y="325868"/>
                  </a:lnTo>
                  <a:lnTo>
                    <a:pt x="118732" y="327456"/>
                  </a:lnTo>
                  <a:lnTo>
                    <a:pt x="123845" y="328882"/>
                  </a:lnTo>
                  <a:lnTo>
                    <a:pt x="129001" y="330145"/>
                  </a:lnTo>
                  <a:lnTo>
                    <a:pt x="134194" y="331243"/>
                  </a:lnTo>
                  <a:lnTo>
                    <a:pt x="139419" y="332176"/>
                  </a:lnTo>
                  <a:lnTo>
                    <a:pt x="144672" y="332943"/>
                  </a:lnTo>
                  <a:lnTo>
                    <a:pt x="149946" y="333543"/>
                  </a:lnTo>
                  <a:lnTo>
                    <a:pt x="155236" y="333975"/>
                  </a:lnTo>
                  <a:lnTo>
                    <a:pt x="160538" y="334239"/>
                  </a:lnTo>
                  <a:lnTo>
                    <a:pt x="165845" y="334334"/>
                  </a:lnTo>
                  <a:lnTo>
                    <a:pt x="171153" y="334261"/>
                  </a:lnTo>
                  <a:lnTo>
                    <a:pt x="176455" y="334019"/>
                  </a:lnTo>
                  <a:lnTo>
                    <a:pt x="181747" y="333609"/>
                  </a:lnTo>
                  <a:lnTo>
                    <a:pt x="187024" y="333031"/>
                  </a:lnTo>
                  <a:lnTo>
                    <a:pt x="192279" y="332286"/>
                  </a:lnTo>
                  <a:lnTo>
                    <a:pt x="197509" y="331375"/>
                  </a:lnTo>
                  <a:lnTo>
                    <a:pt x="202706" y="330298"/>
                  </a:lnTo>
                  <a:lnTo>
                    <a:pt x="207867" y="329056"/>
                  </a:lnTo>
                  <a:lnTo>
                    <a:pt x="212986" y="327652"/>
                  </a:lnTo>
                  <a:lnTo>
                    <a:pt x="218057" y="326085"/>
                  </a:lnTo>
                  <a:lnTo>
                    <a:pt x="223077" y="324358"/>
                  </a:lnTo>
                  <a:lnTo>
                    <a:pt x="228039" y="322473"/>
                  </a:lnTo>
                  <a:lnTo>
                    <a:pt x="232938" y="320431"/>
                  </a:lnTo>
                  <a:lnTo>
                    <a:pt x="237771" y="318235"/>
                  </a:lnTo>
                  <a:lnTo>
                    <a:pt x="242531" y="315886"/>
                  </a:lnTo>
                  <a:lnTo>
                    <a:pt x="247214" y="313388"/>
                  </a:lnTo>
                  <a:lnTo>
                    <a:pt x="251816" y="310741"/>
                  </a:lnTo>
                  <a:lnTo>
                    <a:pt x="256331" y="307951"/>
                  </a:lnTo>
                  <a:lnTo>
                    <a:pt x="260755" y="305018"/>
                  </a:lnTo>
                  <a:lnTo>
                    <a:pt x="265084" y="301946"/>
                  </a:lnTo>
                  <a:lnTo>
                    <a:pt x="269313" y="298739"/>
                  </a:lnTo>
                  <a:lnTo>
                    <a:pt x="273439" y="295398"/>
                  </a:lnTo>
                  <a:lnTo>
                    <a:pt x="277456" y="291929"/>
                  </a:lnTo>
                  <a:lnTo>
                    <a:pt x="281361" y="288333"/>
                  </a:lnTo>
                  <a:lnTo>
                    <a:pt x="285149" y="284616"/>
                  </a:lnTo>
                  <a:lnTo>
                    <a:pt x="288818" y="280780"/>
                  </a:lnTo>
                  <a:lnTo>
                    <a:pt x="292364" y="276829"/>
                  </a:lnTo>
                  <a:lnTo>
                    <a:pt x="295782" y="272768"/>
                  </a:lnTo>
                  <a:lnTo>
                    <a:pt x="299069" y="268601"/>
                  </a:lnTo>
                  <a:lnTo>
                    <a:pt x="302223" y="264331"/>
                  </a:lnTo>
                  <a:lnTo>
                    <a:pt x="305239" y="259963"/>
                  </a:lnTo>
                  <a:lnTo>
                    <a:pt x="308115" y="255502"/>
                  </a:lnTo>
                  <a:lnTo>
                    <a:pt x="310848" y="250951"/>
                  </a:lnTo>
                  <a:lnTo>
                    <a:pt x="313435" y="246316"/>
                  </a:lnTo>
                  <a:lnTo>
                    <a:pt x="315874" y="241602"/>
                  </a:lnTo>
                  <a:lnTo>
                    <a:pt x="318161" y="236812"/>
                  </a:lnTo>
                  <a:lnTo>
                    <a:pt x="320296" y="231952"/>
                  </a:lnTo>
                  <a:lnTo>
                    <a:pt x="322275" y="227027"/>
                  </a:lnTo>
                  <a:lnTo>
                    <a:pt x="324097" y="222041"/>
                  </a:lnTo>
                  <a:lnTo>
                    <a:pt x="325760" y="217000"/>
                  </a:lnTo>
                  <a:lnTo>
                    <a:pt x="327261" y="211909"/>
                  </a:lnTo>
                  <a:lnTo>
                    <a:pt x="328601" y="206773"/>
                  </a:lnTo>
                  <a:lnTo>
                    <a:pt x="329776" y="201596"/>
                  </a:lnTo>
                  <a:lnTo>
                    <a:pt x="330787" y="196385"/>
                  </a:lnTo>
                  <a:lnTo>
                    <a:pt x="331631" y="191145"/>
                  </a:lnTo>
                  <a:lnTo>
                    <a:pt x="332309" y="185880"/>
                  </a:lnTo>
                  <a:lnTo>
                    <a:pt x="332820" y="180597"/>
                  </a:lnTo>
                  <a:lnTo>
                    <a:pt x="333162" y="175300"/>
                  </a:lnTo>
                  <a:lnTo>
                    <a:pt x="333336" y="169995"/>
                  </a:lnTo>
                  <a:lnTo>
                    <a:pt x="333342" y="164687"/>
                  </a:lnTo>
                  <a:lnTo>
                    <a:pt x="333179" y="159381"/>
                  </a:lnTo>
                  <a:lnTo>
                    <a:pt x="332847" y="154083"/>
                  </a:lnTo>
                  <a:lnTo>
                    <a:pt x="332348" y="148799"/>
                  </a:lnTo>
                  <a:lnTo>
                    <a:pt x="331681" y="143533"/>
                  </a:lnTo>
                  <a:lnTo>
                    <a:pt x="330847" y="138291"/>
                  </a:lnTo>
                  <a:lnTo>
                    <a:pt x="329847" y="133078"/>
                  </a:lnTo>
                  <a:lnTo>
                    <a:pt x="328683" y="127899"/>
                  </a:lnTo>
                  <a:lnTo>
                    <a:pt x="327354" y="122760"/>
                  </a:lnTo>
                  <a:lnTo>
                    <a:pt x="325863" y="117666"/>
                  </a:lnTo>
                  <a:lnTo>
                    <a:pt x="324211" y="112621"/>
                  </a:lnTo>
                  <a:lnTo>
                    <a:pt x="322399" y="107632"/>
                  </a:lnTo>
                  <a:lnTo>
                    <a:pt x="320430" y="102702"/>
                  </a:lnTo>
                  <a:lnTo>
                    <a:pt x="318306" y="97838"/>
                  </a:lnTo>
                  <a:lnTo>
                    <a:pt x="316028" y="93044"/>
                  </a:lnTo>
                  <a:lnTo>
                    <a:pt x="313599" y="88324"/>
                  </a:lnTo>
                  <a:lnTo>
                    <a:pt x="311022" y="83684"/>
                  </a:lnTo>
                  <a:lnTo>
                    <a:pt x="308298" y="79127"/>
                  </a:lnTo>
                  <a:lnTo>
                    <a:pt x="305431" y="74660"/>
                  </a:lnTo>
                  <a:lnTo>
                    <a:pt x="302424" y="70286"/>
                  </a:lnTo>
                  <a:lnTo>
                    <a:pt x="299280" y="66010"/>
                  </a:lnTo>
                  <a:lnTo>
                    <a:pt x="296001" y="61835"/>
                  </a:lnTo>
                  <a:lnTo>
                    <a:pt x="292591" y="57767"/>
                  </a:lnTo>
                  <a:lnTo>
                    <a:pt x="289054" y="53809"/>
                  </a:lnTo>
                  <a:lnTo>
                    <a:pt x="285393" y="49966"/>
                  </a:lnTo>
                  <a:lnTo>
                    <a:pt x="281612" y="46240"/>
                  </a:lnTo>
                  <a:lnTo>
                    <a:pt x="277715" y="42637"/>
                  </a:lnTo>
                  <a:lnTo>
                    <a:pt x="273705" y="39159"/>
                  </a:lnTo>
                  <a:lnTo>
                    <a:pt x="269587" y="35810"/>
                  </a:lnTo>
                  <a:lnTo>
                    <a:pt x="265364" y="32594"/>
                  </a:lnTo>
                  <a:lnTo>
                    <a:pt x="261041" y="29513"/>
                  </a:lnTo>
                  <a:lnTo>
                    <a:pt x="256623" y="26571"/>
                  </a:lnTo>
                  <a:lnTo>
                    <a:pt x="252114" y="23771"/>
                  </a:lnTo>
                  <a:lnTo>
                    <a:pt x="247518" y="21115"/>
                  </a:lnTo>
                  <a:lnTo>
                    <a:pt x="242840" y="18607"/>
                  </a:lnTo>
                  <a:lnTo>
                    <a:pt x="238085" y="16248"/>
                  </a:lnTo>
                  <a:lnTo>
                    <a:pt x="233257" y="14042"/>
                  </a:lnTo>
                  <a:lnTo>
                    <a:pt x="228362" y="11990"/>
                  </a:lnTo>
                  <a:lnTo>
                    <a:pt x="223404" y="10094"/>
                  </a:lnTo>
                  <a:lnTo>
                    <a:pt x="218388" y="8357"/>
                  </a:lnTo>
                  <a:lnTo>
                    <a:pt x="213319" y="6780"/>
                  </a:lnTo>
                  <a:lnTo>
                    <a:pt x="208204" y="5364"/>
                  </a:lnTo>
                  <a:lnTo>
                    <a:pt x="203045" y="4112"/>
                  </a:lnTo>
                  <a:lnTo>
                    <a:pt x="197850" y="3024"/>
                  </a:lnTo>
                  <a:lnTo>
                    <a:pt x="192623" y="2102"/>
                  </a:lnTo>
                  <a:lnTo>
                    <a:pt x="187369" y="1346"/>
                  </a:lnTo>
                  <a:lnTo>
                    <a:pt x="182093" y="757"/>
                  </a:lnTo>
                  <a:lnTo>
                    <a:pt x="176802" y="337"/>
                  </a:lnTo>
                  <a:lnTo>
                    <a:pt x="171500" y="84"/>
                  </a:lnTo>
                  <a:lnTo>
                    <a:pt x="166193" y="0"/>
                  </a:lnTo>
                  <a:lnTo>
                    <a:pt x="16619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596739" y="5399291"/>
              <a:ext cx="20540" cy="167167"/>
            </a:xfrm>
            <a:custGeom>
              <a:avLst/>
              <a:pathLst>
                <a:path w="20540" h="167167">
                  <a:moveTo>
                    <a:pt x="20540" y="0"/>
                  </a:moveTo>
                  <a:lnTo>
                    <a:pt x="10250" y="316"/>
                  </a:lnTo>
                  <a:lnTo>
                    <a:pt x="0" y="1266"/>
                  </a:lnTo>
                  <a:lnTo>
                    <a:pt x="205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96739" y="5400558"/>
              <a:ext cx="20540" cy="165900"/>
            </a:xfrm>
            <a:custGeom>
              <a:avLst/>
              <a:pathLst>
                <a:path w="20540" h="165900">
                  <a:moveTo>
                    <a:pt x="0" y="0"/>
                  </a:moveTo>
                  <a:lnTo>
                    <a:pt x="20540" y="165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6739" y="5400558"/>
              <a:ext cx="20540" cy="165900"/>
            </a:xfrm>
            <a:custGeom>
              <a:avLst/>
              <a:pathLst>
                <a:path w="20540" h="165900">
                  <a:moveTo>
                    <a:pt x="0" y="0"/>
                  </a:moveTo>
                  <a:lnTo>
                    <a:pt x="20540" y="165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6739" y="5400558"/>
              <a:ext cx="20540" cy="165900"/>
            </a:xfrm>
            <a:custGeom>
              <a:avLst/>
              <a:pathLst>
                <a:path w="20540" h="165900">
                  <a:moveTo>
                    <a:pt x="0" y="0"/>
                  </a:moveTo>
                  <a:lnTo>
                    <a:pt x="20540" y="165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6739" y="5400558"/>
              <a:ext cx="20540" cy="165900"/>
            </a:xfrm>
            <a:custGeom>
              <a:avLst/>
              <a:pathLst>
                <a:path w="20540" h="165900">
                  <a:moveTo>
                    <a:pt x="0" y="0"/>
                  </a:moveTo>
                  <a:lnTo>
                    <a:pt x="20540" y="165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6739" y="5400558"/>
              <a:ext cx="20540" cy="165900"/>
            </a:xfrm>
            <a:custGeom>
              <a:avLst/>
              <a:pathLst>
                <a:path w="20540" h="165900">
                  <a:moveTo>
                    <a:pt x="0" y="0"/>
                  </a:moveTo>
                  <a:lnTo>
                    <a:pt x="20540" y="1659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596739" y="5400558"/>
              <a:ext cx="20540" cy="165900"/>
            </a:xfrm>
            <a:custGeom>
              <a:avLst/>
              <a:pathLst>
                <a:path w="20540" h="165900">
                  <a:moveTo>
                    <a:pt x="0" y="0"/>
                  </a:moveTo>
                  <a:lnTo>
                    <a:pt x="20540" y="1659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450118" y="5400558"/>
              <a:ext cx="334328" cy="333057"/>
            </a:xfrm>
            <a:custGeom>
              <a:avLst/>
              <a:pathLst>
                <a:path w="334328" h="333057">
                  <a:moveTo>
                    <a:pt x="146620" y="0"/>
                  </a:moveTo>
                  <a:lnTo>
                    <a:pt x="141380" y="733"/>
                  </a:lnTo>
                  <a:lnTo>
                    <a:pt x="136166" y="1631"/>
                  </a:lnTo>
                  <a:lnTo>
                    <a:pt x="130983" y="2694"/>
                  </a:lnTo>
                  <a:lnTo>
                    <a:pt x="125836" y="3921"/>
                  </a:lnTo>
                  <a:lnTo>
                    <a:pt x="120731" y="5310"/>
                  </a:lnTo>
                  <a:lnTo>
                    <a:pt x="115672" y="6860"/>
                  </a:lnTo>
                  <a:lnTo>
                    <a:pt x="110665" y="8569"/>
                  </a:lnTo>
                  <a:lnTo>
                    <a:pt x="105714" y="10436"/>
                  </a:lnTo>
                  <a:lnTo>
                    <a:pt x="100825" y="12458"/>
                  </a:lnTo>
                  <a:lnTo>
                    <a:pt x="96002" y="14634"/>
                  </a:lnTo>
                  <a:lnTo>
                    <a:pt x="91250" y="16962"/>
                  </a:lnTo>
                  <a:lnTo>
                    <a:pt x="86575" y="19439"/>
                  </a:lnTo>
                  <a:lnTo>
                    <a:pt x="81980" y="22063"/>
                  </a:lnTo>
                  <a:lnTo>
                    <a:pt x="77471" y="24830"/>
                  </a:lnTo>
                  <a:lnTo>
                    <a:pt x="73052" y="27740"/>
                  </a:lnTo>
                  <a:lnTo>
                    <a:pt x="68726" y="30787"/>
                  </a:lnTo>
                  <a:lnTo>
                    <a:pt x="64500" y="33970"/>
                  </a:lnTo>
                  <a:lnTo>
                    <a:pt x="60376" y="37285"/>
                  </a:lnTo>
                  <a:lnTo>
                    <a:pt x="56359" y="40729"/>
                  </a:lnTo>
                  <a:lnTo>
                    <a:pt x="52453" y="44298"/>
                  </a:lnTo>
                  <a:lnTo>
                    <a:pt x="48663" y="47989"/>
                  </a:lnTo>
                  <a:lnTo>
                    <a:pt x="44990" y="51798"/>
                  </a:lnTo>
                  <a:lnTo>
                    <a:pt x="41441" y="55722"/>
                  </a:lnTo>
                  <a:lnTo>
                    <a:pt x="38017" y="59755"/>
                  </a:lnTo>
                  <a:lnTo>
                    <a:pt x="34722" y="63896"/>
                  </a:lnTo>
                  <a:lnTo>
                    <a:pt x="31561" y="68138"/>
                  </a:lnTo>
                  <a:lnTo>
                    <a:pt x="28535" y="72478"/>
                  </a:lnTo>
                  <a:lnTo>
                    <a:pt x="25647" y="76912"/>
                  </a:lnTo>
                  <a:lnTo>
                    <a:pt x="22902" y="81435"/>
                  </a:lnTo>
                  <a:lnTo>
                    <a:pt x="20301" y="86043"/>
                  </a:lnTo>
                  <a:lnTo>
                    <a:pt x="17848" y="90730"/>
                  </a:lnTo>
                  <a:lnTo>
                    <a:pt x="15544" y="95493"/>
                  </a:lnTo>
                  <a:lnTo>
                    <a:pt x="13391" y="100327"/>
                  </a:lnTo>
                  <a:lnTo>
                    <a:pt x="11393" y="105226"/>
                  </a:lnTo>
                  <a:lnTo>
                    <a:pt x="9551" y="110186"/>
                  </a:lnTo>
                  <a:lnTo>
                    <a:pt x="7867" y="115202"/>
                  </a:lnTo>
                  <a:lnTo>
                    <a:pt x="6342" y="120268"/>
                  </a:lnTo>
                  <a:lnTo>
                    <a:pt x="4979" y="125381"/>
                  </a:lnTo>
                  <a:lnTo>
                    <a:pt x="3778" y="130533"/>
                  </a:lnTo>
                  <a:lnTo>
                    <a:pt x="2740" y="135722"/>
                  </a:lnTo>
                  <a:lnTo>
                    <a:pt x="1868" y="140940"/>
                  </a:lnTo>
                  <a:lnTo>
                    <a:pt x="1160" y="146184"/>
                  </a:lnTo>
                  <a:lnTo>
                    <a:pt x="620" y="151447"/>
                  </a:lnTo>
                  <a:lnTo>
                    <a:pt x="246" y="156725"/>
                  </a:lnTo>
                  <a:lnTo>
                    <a:pt x="39" y="162012"/>
                  </a:lnTo>
                  <a:lnTo>
                    <a:pt x="0" y="167303"/>
                  </a:lnTo>
                  <a:lnTo>
                    <a:pt x="128" y="172592"/>
                  </a:lnTo>
                  <a:lnTo>
                    <a:pt x="423" y="177875"/>
                  </a:lnTo>
                  <a:lnTo>
                    <a:pt x="886" y="183145"/>
                  </a:lnTo>
                  <a:lnTo>
                    <a:pt x="1515" y="188399"/>
                  </a:lnTo>
                  <a:lnTo>
                    <a:pt x="2310" y="193630"/>
                  </a:lnTo>
                  <a:lnTo>
                    <a:pt x="3270" y="198833"/>
                  </a:lnTo>
                  <a:lnTo>
                    <a:pt x="4394" y="204003"/>
                  </a:lnTo>
                  <a:lnTo>
                    <a:pt x="5681" y="209135"/>
                  </a:lnTo>
                  <a:lnTo>
                    <a:pt x="7131" y="214224"/>
                  </a:lnTo>
                  <a:lnTo>
                    <a:pt x="8740" y="219264"/>
                  </a:lnTo>
                  <a:lnTo>
                    <a:pt x="10508" y="224251"/>
                  </a:lnTo>
                  <a:lnTo>
                    <a:pt x="12433" y="229179"/>
                  </a:lnTo>
                  <a:lnTo>
                    <a:pt x="14513" y="234044"/>
                  </a:lnTo>
                  <a:lnTo>
                    <a:pt x="16746" y="238841"/>
                  </a:lnTo>
                  <a:lnTo>
                    <a:pt x="19130" y="243564"/>
                  </a:lnTo>
                  <a:lnTo>
                    <a:pt x="21662" y="248210"/>
                  </a:lnTo>
                  <a:lnTo>
                    <a:pt x="24340" y="252774"/>
                  </a:lnTo>
                  <a:lnTo>
                    <a:pt x="27160" y="257250"/>
                  </a:lnTo>
                  <a:lnTo>
                    <a:pt x="30122" y="261635"/>
                  </a:lnTo>
                  <a:lnTo>
                    <a:pt x="33220" y="265924"/>
                  </a:lnTo>
                  <a:lnTo>
                    <a:pt x="36452" y="270112"/>
                  </a:lnTo>
                  <a:lnTo>
                    <a:pt x="39816" y="274197"/>
                  </a:lnTo>
                  <a:lnTo>
                    <a:pt x="43307" y="278173"/>
                  </a:lnTo>
                  <a:lnTo>
                    <a:pt x="46922" y="282036"/>
                  </a:lnTo>
                  <a:lnTo>
                    <a:pt x="50658" y="285783"/>
                  </a:lnTo>
                  <a:lnTo>
                    <a:pt x="54510" y="289410"/>
                  </a:lnTo>
                  <a:lnTo>
                    <a:pt x="58475" y="292913"/>
                  </a:lnTo>
                  <a:lnTo>
                    <a:pt x="62549" y="296289"/>
                  </a:lnTo>
                  <a:lnTo>
                    <a:pt x="66728" y="299534"/>
                  </a:lnTo>
                  <a:lnTo>
                    <a:pt x="71007" y="302646"/>
                  </a:lnTo>
                  <a:lnTo>
                    <a:pt x="75383" y="305620"/>
                  </a:lnTo>
                  <a:lnTo>
                    <a:pt x="79851" y="308455"/>
                  </a:lnTo>
                  <a:lnTo>
                    <a:pt x="84406" y="311147"/>
                  </a:lnTo>
                  <a:lnTo>
                    <a:pt x="89044" y="313693"/>
                  </a:lnTo>
                  <a:lnTo>
                    <a:pt x="93760" y="316091"/>
                  </a:lnTo>
                  <a:lnTo>
                    <a:pt x="98550" y="318339"/>
                  </a:lnTo>
                  <a:lnTo>
                    <a:pt x="103408" y="320433"/>
                  </a:lnTo>
                  <a:lnTo>
                    <a:pt x="108331" y="322374"/>
                  </a:lnTo>
                  <a:lnTo>
                    <a:pt x="113312" y="324157"/>
                  </a:lnTo>
                  <a:lnTo>
                    <a:pt x="118348" y="325782"/>
                  </a:lnTo>
                  <a:lnTo>
                    <a:pt x="123432" y="327247"/>
                  </a:lnTo>
                  <a:lnTo>
                    <a:pt x="128560" y="328550"/>
                  </a:lnTo>
                  <a:lnTo>
                    <a:pt x="133726" y="329690"/>
                  </a:lnTo>
                  <a:lnTo>
                    <a:pt x="138927" y="330666"/>
                  </a:lnTo>
                  <a:lnTo>
                    <a:pt x="144155" y="331477"/>
                  </a:lnTo>
                  <a:lnTo>
                    <a:pt x="149407" y="332122"/>
                  </a:lnTo>
                  <a:lnTo>
                    <a:pt x="154676" y="332601"/>
                  </a:lnTo>
                  <a:lnTo>
                    <a:pt x="159958" y="332912"/>
                  </a:lnTo>
                  <a:lnTo>
                    <a:pt x="165247" y="333057"/>
                  </a:lnTo>
                  <a:lnTo>
                    <a:pt x="170538" y="333033"/>
                  </a:lnTo>
                  <a:lnTo>
                    <a:pt x="175825" y="332843"/>
                  </a:lnTo>
                  <a:lnTo>
                    <a:pt x="181104" y="332485"/>
                  </a:lnTo>
                  <a:lnTo>
                    <a:pt x="186369" y="331960"/>
                  </a:lnTo>
                  <a:lnTo>
                    <a:pt x="191615" y="331269"/>
                  </a:lnTo>
                  <a:lnTo>
                    <a:pt x="196836" y="330413"/>
                  </a:lnTo>
                  <a:lnTo>
                    <a:pt x="202027" y="329391"/>
                  </a:lnTo>
                  <a:lnTo>
                    <a:pt x="207184" y="328206"/>
                  </a:lnTo>
                  <a:lnTo>
                    <a:pt x="212300" y="326858"/>
                  </a:lnTo>
                  <a:lnTo>
                    <a:pt x="217371" y="325349"/>
                  </a:lnTo>
                  <a:lnTo>
                    <a:pt x="222392" y="323680"/>
                  </a:lnTo>
                  <a:lnTo>
                    <a:pt x="227358" y="321853"/>
                  </a:lnTo>
                  <a:lnTo>
                    <a:pt x="232263" y="319870"/>
                  </a:lnTo>
                  <a:lnTo>
                    <a:pt x="237103" y="317732"/>
                  </a:lnTo>
                  <a:lnTo>
                    <a:pt x="241873" y="315443"/>
                  </a:lnTo>
                  <a:lnTo>
                    <a:pt x="246568" y="313004"/>
                  </a:lnTo>
                  <a:lnTo>
                    <a:pt x="251184" y="310417"/>
                  </a:lnTo>
                  <a:lnTo>
                    <a:pt x="255715" y="307686"/>
                  </a:lnTo>
                  <a:lnTo>
                    <a:pt x="260158" y="304812"/>
                  </a:lnTo>
                  <a:lnTo>
                    <a:pt x="264508" y="301799"/>
                  </a:lnTo>
                  <a:lnTo>
                    <a:pt x="268760" y="298651"/>
                  </a:lnTo>
                  <a:lnTo>
                    <a:pt x="272910" y="295369"/>
                  </a:lnTo>
                  <a:lnTo>
                    <a:pt x="276954" y="291957"/>
                  </a:lnTo>
                  <a:lnTo>
                    <a:pt x="280888" y="288420"/>
                  </a:lnTo>
                  <a:lnTo>
                    <a:pt x="284709" y="284759"/>
                  </a:lnTo>
                  <a:lnTo>
                    <a:pt x="288411" y="280980"/>
                  </a:lnTo>
                  <a:lnTo>
                    <a:pt x="291993" y="277085"/>
                  </a:lnTo>
                  <a:lnTo>
                    <a:pt x="295449" y="273079"/>
                  </a:lnTo>
                  <a:lnTo>
                    <a:pt x="298776" y="268965"/>
                  </a:lnTo>
                  <a:lnTo>
                    <a:pt x="301972" y="264748"/>
                  </a:lnTo>
                  <a:lnTo>
                    <a:pt x="305033" y="260432"/>
                  </a:lnTo>
                  <a:lnTo>
                    <a:pt x="307955" y="256022"/>
                  </a:lnTo>
                  <a:lnTo>
                    <a:pt x="310737" y="251521"/>
                  </a:lnTo>
                  <a:lnTo>
                    <a:pt x="313375" y="246934"/>
                  </a:lnTo>
                  <a:lnTo>
                    <a:pt x="315866" y="242267"/>
                  </a:lnTo>
                  <a:lnTo>
                    <a:pt x="318208" y="237522"/>
                  </a:lnTo>
                  <a:lnTo>
                    <a:pt x="320399" y="232706"/>
                  </a:lnTo>
                  <a:lnTo>
                    <a:pt x="322437" y="227823"/>
                  </a:lnTo>
                  <a:lnTo>
                    <a:pt x="324318" y="222878"/>
                  </a:lnTo>
                  <a:lnTo>
                    <a:pt x="326043" y="217876"/>
                  </a:lnTo>
                  <a:lnTo>
                    <a:pt x="327608" y="212822"/>
                  </a:lnTo>
                  <a:lnTo>
                    <a:pt x="329013" y="207721"/>
                  </a:lnTo>
                  <a:lnTo>
                    <a:pt x="330255" y="202578"/>
                  </a:lnTo>
                  <a:lnTo>
                    <a:pt x="331334" y="197398"/>
                  </a:lnTo>
                  <a:lnTo>
                    <a:pt x="332249" y="192187"/>
                  </a:lnTo>
                  <a:lnTo>
                    <a:pt x="332998" y="186949"/>
                  </a:lnTo>
                  <a:lnTo>
                    <a:pt x="333581" y="181690"/>
                  </a:lnTo>
                  <a:lnTo>
                    <a:pt x="333997" y="176416"/>
                  </a:lnTo>
                  <a:lnTo>
                    <a:pt x="334247" y="171131"/>
                  </a:lnTo>
                  <a:lnTo>
                    <a:pt x="334328" y="165840"/>
                  </a:lnTo>
                  <a:lnTo>
                    <a:pt x="334243" y="160550"/>
                  </a:lnTo>
                  <a:lnTo>
                    <a:pt x="333990" y="155265"/>
                  </a:lnTo>
                  <a:lnTo>
                    <a:pt x="333570" y="149991"/>
                  </a:lnTo>
                  <a:lnTo>
                    <a:pt x="332983" y="144732"/>
                  </a:lnTo>
                  <a:lnTo>
                    <a:pt x="332230" y="139495"/>
                  </a:lnTo>
                  <a:lnTo>
                    <a:pt x="331312" y="134285"/>
                  </a:lnTo>
                  <a:lnTo>
                    <a:pt x="330229" y="129106"/>
                  </a:lnTo>
                  <a:lnTo>
                    <a:pt x="328983" y="123963"/>
                  </a:lnTo>
                  <a:lnTo>
                    <a:pt x="327575" y="118863"/>
                  </a:lnTo>
                  <a:lnTo>
                    <a:pt x="326006" y="113810"/>
                  </a:lnTo>
                  <a:lnTo>
                    <a:pt x="324278" y="108809"/>
                  </a:lnTo>
                  <a:lnTo>
                    <a:pt x="322392" y="103866"/>
                  </a:lnTo>
                  <a:lnTo>
                    <a:pt x="320351" y="98984"/>
                  </a:lnTo>
                  <a:lnTo>
                    <a:pt x="318157" y="94170"/>
                  </a:lnTo>
                  <a:lnTo>
                    <a:pt x="315811" y="89427"/>
                  </a:lnTo>
                  <a:lnTo>
                    <a:pt x="313317" y="84761"/>
                  </a:lnTo>
                  <a:lnTo>
                    <a:pt x="310676" y="80176"/>
                  </a:lnTo>
                  <a:lnTo>
                    <a:pt x="307891" y="75678"/>
                  </a:lnTo>
                  <a:lnTo>
                    <a:pt x="304965" y="71269"/>
                  </a:lnTo>
                  <a:lnTo>
                    <a:pt x="301901" y="66955"/>
                  </a:lnTo>
                  <a:lnTo>
                    <a:pt x="298702" y="62741"/>
                  </a:lnTo>
                  <a:lnTo>
                    <a:pt x="295372" y="58630"/>
                  </a:lnTo>
                  <a:lnTo>
                    <a:pt x="291913" y="54626"/>
                  </a:lnTo>
                  <a:lnTo>
                    <a:pt x="288329" y="50734"/>
                  </a:lnTo>
                  <a:lnTo>
                    <a:pt x="284624" y="46957"/>
                  </a:lnTo>
                  <a:lnTo>
                    <a:pt x="280801" y="43299"/>
                  </a:lnTo>
                  <a:lnTo>
                    <a:pt x="276864" y="39764"/>
                  </a:lnTo>
                  <a:lnTo>
                    <a:pt x="272817" y="36356"/>
                  </a:lnTo>
                  <a:lnTo>
                    <a:pt x="268664" y="33077"/>
                  </a:lnTo>
                  <a:lnTo>
                    <a:pt x="264410" y="29931"/>
                  </a:lnTo>
                  <a:lnTo>
                    <a:pt x="260058" y="26922"/>
                  </a:lnTo>
                  <a:lnTo>
                    <a:pt x="255614" y="24051"/>
                  </a:lnTo>
                  <a:lnTo>
                    <a:pt x="251080" y="21323"/>
                  </a:lnTo>
                  <a:lnTo>
                    <a:pt x="246463" y="18740"/>
                  </a:lnTo>
                  <a:lnTo>
                    <a:pt x="241766" y="16304"/>
                  </a:lnTo>
                  <a:lnTo>
                    <a:pt x="236994" y="14018"/>
                  </a:lnTo>
                  <a:lnTo>
                    <a:pt x="232153" y="11884"/>
                  </a:lnTo>
                  <a:lnTo>
                    <a:pt x="227246" y="9904"/>
                  </a:lnTo>
                  <a:lnTo>
                    <a:pt x="222279" y="8081"/>
                  </a:lnTo>
                  <a:lnTo>
                    <a:pt x="217257" y="6416"/>
                  </a:lnTo>
                  <a:lnTo>
                    <a:pt x="212185" y="4910"/>
                  </a:lnTo>
                  <a:lnTo>
                    <a:pt x="207067" y="3566"/>
                  </a:lnTo>
                  <a:lnTo>
                    <a:pt x="201910" y="2384"/>
                  </a:lnTo>
                  <a:lnTo>
                    <a:pt x="196718" y="1366"/>
                  </a:lnTo>
                  <a:lnTo>
                    <a:pt x="191496" y="513"/>
                  </a:lnTo>
                  <a:lnTo>
                    <a:pt x="167161" y="1659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617280" y="5399291"/>
              <a:ext cx="24335" cy="167167"/>
            </a:xfrm>
            <a:custGeom>
              <a:avLst/>
              <a:pathLst>
                <a:path w="24335" h="167167">
                  <a:moveTo>
                    <a:pt x="24335" y="1780"/>
                  </a:moveTo>
                  <a:lnTo>
                    <a:pt x="16255" y="792"/>
                  </a:lnTo>
                  <a:lnTo>
                    <a:pt x="8137" y="1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4968521" y="5369149"/>
              <a:ext cx="167154" cy="217050"/>
            </a:xfrm>
            <a:custGeom>
              <a:avLst/>
              <a:pathLst>
                <a:path w="167154" h="217050">
                  <a:moveTo>
                    <a:pt x="167154" y="0"/>
                  </a:moveTo>
                  <a:lnTo>
                    <a:pt x="161755" y="87"/>
                  </a:lnTo>
                  <a:lnTo>
                    <a:pt x="156361" y="348"/>
                  </a:lnTo>
                  <a:lnTo>
                    <a:pt x="150978" y="784"/>
                  </a:lnTo>
                  <a:lnTo>
                    <a:pt x="145612" y="1393"/>
                  </a:lnTo>
                  <a:lnTo>
                    <a:pt x="140268" y="2176"/>
                  </a:lnTo>
                  <a:lnTo>
                    <a:pt x="134953" y="3130"/>
                  </a:lnTo>
                  <a:lnTo>
                    <a:pt x="129671" y="4256"/>
                  </a:lnTo>
                  <a:lnTo>
                    <a:pt x="124428" y="5552"/>
                  </a:lnTo>
                  <a:lnTo>
                    <a:pt x="119230" y="7016"/>
                  </a:lnTo>
                  <a:lnTo>
                    <a:pt x="114082" y="8648"/>
                  </a:lnTo>
                  <a:lnTo>
                    <a:pt x="108989" y="10445"/>
                  </a:lnTo>
                  <a:lnTo>
                    <a:pt x="103957" y="12406"/>
                  </a:lnTo>
                  <a:lnTo>
                    <a:pt x="98991" y="14528"/>
                  </a:lnTo>
                  <a:lnTo>
                    <a:pt x="94096" y="16809"/>
                  </a:lnTo>
                  <a:lnTo>
                    <a:pt x="89278" y="19247"/>
                  </a:lnTo>
                  <a:lnTo>
                    <a:pt x="84540" y="21840"/>
                  </a:lnTo>
                  <a:lnTo>
                    <a:pt x="79889" y="24585"/>
                  </a:lnTo>
                  <a:lnTo>
                    <a:pt x="75329" y="27478"/>
                  </a:lnTo>
                  <a:lnTo>
                    <a:pt x="70865" y="30517"/>
                  </a:lnTo>
                  <a:lnTo>
                    <a:pt x="66501" y="33698"/>
                  </a:lnTo>
                  <a:lnTo>
                    <a:pt x="62242" y="37019"/>
                  </a:lnTo>
                  <a:lnTo>
                    <a:pt x="58093" y="40476"/>
                  </a:lnTo>
                  <a:lnTo>
                    <a:pt x="54058" y="44065"/>
                  </a:lnTo>
                  <a:lnTo>
                    <a:pt x="50140" y="47782"/>
                  </a:lnTo>
                  <a:lnTo>
                    <a:pt x="46345" y="51624"/>
                  </a:lnTo>
                  <a:lnTo>
                    <a:pt x="42676" y="55587"/>
                  </a:lnTo>
                  <a:lnTo>
                    <a:pt x="39137" y="59666"/>
                  </a:lnTo>
                  <a:lnTo>
                    <a:pt x="35731" y="63857"/>
                  </a:lnTo>
                  <a:lnTo>
                    <a:pt x="32463" y="68156"/>
                  </a:lnTo>
                  <a:lnTo>
                    <a:pt x="29335" y="72559"/>
                  </a:lnTo>
                  <a:lnTo>
                    <a:pt x="26351" y="77060"/>
                  </a:lnTo>
                  <a:lnTo>
                    <a:pt x="23514" y="81655"/>
                  </a:lnTo>
                  <a:lnTo>
                    <a:pt x="20826" y="86340"/>
                  </a:lnTo>
                  <a:lnTo>
                    <a:pt x="18292" y="91108"/>
                  </a:lnTo>
                  <a:lnTo>
                    <a:pt x="15913" y="95957"/>
                  </a:lnTo>
                  <a:lnTo>
                    <a:pt x="13691" y="100879"/>
                  </a:lnTo>
                  <a:lnTo>
                    <a:pt x="11630" y="105871"/>
                  </a:lnTo>
                  <a:lnTo>
                    <a:pt x="9732" y="110926"/>
                  </a:lnTo>
                  <a:lnTo>
                    <a:pt x="7997" y="116041"/>
                  </a:lnTo>
                  <a:lnTo>
                    <a:pt x="6429" y="121208"/>
                  </a:lnTo>
                  <a:lnTo>
                    <a:pt x="5028" y="126424"/>
                  </a:lnTo>
                  <a:lnTo>
                    <a:pt x="3797" y="131682"/>
                  </a:lnTo>
                  <a:lnTo>
                    <a:pt x="2736" y="136978"/>
                  </a:lnTo>
                  <a:lnTo>
                    <a:pt x="1846" y="142304"/>
                  </a:lnTo>
                  <a:lnTo>
                    <a:pt x="1129" y="147657"/>
                  </a:lnTo>
                  <a:lnTo>
                    <a:pt x="586" y="153030"/>
                  </a:lnTo>
                  <a:lnTo>
                    <a:pt x="216" y="158418"/>
                  </a:lnTo>
                  <a:lnTo>
                    <a:pt x="21" y="163815"/>
                  </a:lnTo>
                  <a:lnTo>
                    <a:pt x="0" y="169215"/>
                  </a:lnTo>
                  <a:lnTo>
                    <a:pt x="153" y="174613"/>
                  </a:lnTo>
                  <a:lnTo>
                    <a:pt x="481" y="180004"/>
                  </a:lnTo>
                  <a:lnTo>
                    <a:pt x="982" y="185381"/>
                  </a:lnTo>
                  <a:lnTo>
                    <a:pt x="1657" y="190739"/>
                  </a:lnTo>
                  <a:lnTo>
                    <a:pt x="2505" y="196073"/>
                  </a:lnTo>
                  <a:lnTo>
                    <a:pt x="3525" y="201376"/>
                  </a:lnTo>
                  <a:lnTo>
                    <a:pt x="4715" y="206644"/>
                  </a:lnTo>
                  <a:lnTo>
                    <a:pt x="6075" y="211870"/>
                  </a:lnTo>
                  <a:lnTo>
                    <a:pt x="7603" y="21705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4976124" y="5536317"/>
              <a:ext cx="159551" cy="49882"/>
            </a:xfrm>
            <a:custGeom>
              <a:avLst/>
              <a:pathLst>
                <a:path w="159551" h="49882">
                  <a:moveTo>
                    <a:pt x="0" y="49882"/>
                  </a:moveTo>
                  <a:lnTo>
                    <a:pt x="1595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4976124" y="5536317"/>
              <a:ext cx="159551" cy="49882"/>
            </a:xfrm>
            <a:custGeom>
              <a:avLst/>
              <a:pathLst>
                <a:path w="159551" h="49882">
                  <a:moveTo>
                    <a:pt x="0" y="49882"/>
                  </a:moveTo>
                  <a:lnTo>
                    <a:pt x="1595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4976124" y="5536317"/>
              <a:ext cx="159551" cy="49882"/>
            </a:xfrm>
            <a:custGeom>
              <a:avLst/>
              <a:pathLst>
                <a:path w="159551" h="49882">
                  <a:moveTo>
                    <a:pt x="0" y="49882"/>
                  </a:moveTo>
                  <a:lnTo>
                    <a:pt x="1595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4976124" y="5536317"/>
              <a:ext cx="159551" cy="49882"/>
            </a:xfrm>
            <a:custGeom>
              <a:avLst/>
              <a:pathLst>
                <a:path w="159551" h="49882">
                  <a:moveTo>
                    <a:pt x="0" y="49882"/>
                  </a:moveTo>
                  <a:lnTo>
                    <a:pt x="15955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4976124" y="5536317"/>
              <a:ext cx="159551" cy="49882"/>
            </a:xfrm>
            <a:custGeom>
              <a:avLst/>
              <a:pathLst>
                <a:path w="159551" h="49882">
                  <a:moveTo>
                    <a:pt x="0" y="49882"/>
                  </a:moveTo>
                  <a:lnTo>
                    <a:pt x="15955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4976124" y="5536317"/>
              <a:ext cx="159551" cy="135967"/>
            </a:xfrm>
            <a:custGeom>
              <a:avLst/>
              <a:pathLst>
                <a:path w="159551" h="135967">
                  <a:moveTo>
                    <a:pt x="0" y="49882"/>
                  </a:moveTo>
                  <a:lnTo>
                    <a:pt x="1790" y="55285"/>
                  </a:lnTo>
                  <a:lnTo>
                    <a:pt x="3763" y="60623"/>
                  </a:lnTo>
                  <a:lnTo>
                    <a:pt x="5917" y="65891"/>
                  </a:lnTo>
                  <a:lnTo>
                    <a:pt x="8249" y="71082"/>
                  </a:lnTo>
                  <a:lnTo>
                    <a:pt x="10757" y="76191"/>
                  </a:lnTo>
                  <a:lnTo>
                    <a:pt x="13436" y="81212"/>
                  </a:lnTo>
                  <a:lnTo>
                    <a:pt x="16286" y="86139"/>
                  </a:lnTo>
                  <a:lnTo>
                    <a:pt x="19301" y="90966"/>
                  </a:lnTo>
                  <a:lnTo>
                    <a:pt x="22479" y="95687"/>
                  </a:lnTo>
                  <a:lnTo>
                    <a:pt x="25815" y="100298"/>
                  </a:lnTo>
                  <a:lnTo>
                    <a:pt x="29307" y="104792"/>
                  </a:lnTo>
                  <a:lnTo>
                    <a:pt x="32950" y="109165"/>
                  </a:lnTo>
                  <a:lnTo>
                    <a:pt x="36739" y="113411"/>
                  </a:lnTo>
                  <a:lnTo>
                    <a:pt x="40671" y="117526"/>
                  </a:lnTo>
                  <a:lnTo>
                    <a:pt x="44740" y="121505"/>
                  </a:lnTo>
                  <a:lnTo>
                    <a:pt x="48943" y="125342"/>
                  </a:lnTo>
                  <a:lnTo>
                    <a:pt x="53274" y="129035"/>
                  </a:lnTo>
                  <a:lnTo>
                    <a:pt x="57728" y="132578"/>
                  </a:lnTo>
                  <a:lnTo>
                    <a:pt x="62300" y="135967"/>
                  </a:lnTo>
                  <a:lnTo>
                    <a:pt x="15955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38424" y="5369149"/>
              <a:ext cx="264412" cy="334315"/>
            </a:xfrm>
            <a:custGeom>
              <a:avLst/>
              <a:pathLst>
                <a:path w="264412" h="334315">
                  <a:moveTo>
                    <a:pt x="0" y="303134"/>
                  </a:moveTo>
                  <a:lnTo>
                    <a:pt x="4384" y="306166"/>
                  </a:lnTo>
                  <a:lnTo>
                    <a:pt x="8862" y="309056"/>
                  </a:lnTo>
                  <a:lnTo>
                    <a:pt x="13430" y="311801"/>
                  </a:lnTo>
                  <a:lnTo>
                    <a:pt x="18084" y="314400"/>
                  </a:lnTo>
                  <a:lnTo>
                    <a:pt x="22818" y="316849"/>
                  </a:lnTo>
                  <a:lnTo>
                    <a:pt x="27628" y="319146"/>
                  </a:lnTo>
                  <a:lnTo>
                    <a:pt x="32508" y="321288"/>
                  </a:lnTo>
                  <a:lnTo>
                    <a:pt x="37455" y="323274"/>
                  </a:lnTo>
                  <a:lnTo>
                    <a:pt x="42462" y="325101"/>
                  </a:lnTo>
                  <a:lnTo>
                    <a:pt x="47524" y="326767"/>
                  </a:lnTo>
                  <a:lnTo>
                    <a:pt x="52638" y="328271"/>
                  </a:lnTo>
                  <a:lnTo>
                    <a:pt x="57796" y="329612"/>
                  </a:lnTo>
                  <a:lnTo>
                    <a:pt x="62995" y="330787"/>
                  </a:lnTo>
                  <a:lnTo>
                    <a:pt x="68229" y="331796"/>
                  </a:lnTo>
                  <a:lnTo>
                    <a:pt x="73492" y="332637"/>
                  </a:lnTo>
                  <a:lnTo>
                    <a:pt x="78779" y="333311"/>
                  </a:lnTo>
                  <a:lnTo>
                    <a:pt x="84085" y="333815"/>
                  </a:lnTo>
                  <a:lnTo>
                    <a:pt x="89405" y="334150"/>
                  </a:lnTo>
                  <a:lnTo>
                    <a:pt x="94732" y="334315"/>
                  </a:lnTo>
                  <a:lnTo>
                    <a:pt x="100062" y="334311"/>
                  </a:lnTo>
                  <a:lnTo>
                    <a:pt x="105389" y="334136"/>
                  </a:lnTo>
                  <a:lnTo>
                    <a:pt x="110708" y="333792"/>
                  </a:lnTo>
                  <a:lnTo>
                    <a:pt x="116013" y="333278"/>
                  </a:lnTo>
                  <a:lnTo>
                    <a:pt x="121299" y="332596"/>
                  </a:lnTo>
                  <a:lnTo>
                    <a:pt x="126561" y="331745"/>
                  </a:lnTo>
                  <a:lnTo>
                    <a:pt x="131793" y="330727"/>
                  </a:lnTo>
                  <a:lnTo>
                    <a:pt x="136990" y="329542"/>
                  </a:lnTo>
                  <a:lnTo>
                    <a:pt x="142146" y="328193"/>
                  </a:lnTo>
                  <a:lnTo>
                    <a:pt x="147257" y="326680"/>
                  </a:lnTo>
                  <a:lnTo>
                    <a:pt x="152317" y="325005"/>
                  </a:lnTo>
                  <a:lnTo>
                    <a:pt x="157320" y="323169"/>
                  </a:lnTo>
                  <a:lnTo>
                    <a:pt x="162263" y="321175"/>
                  </a:lnTo>
                  <a:lnTo>
                    <a:pt x="167140" y="319024"/>
                  </a:lnTo>
                  <a:lnTo>
                    <a:pt x="171946" y="316718"/>
                  </a:lnTo>
                  <a:lnTo>
                    <a:pt x="176675" y="314261"/>
                  </a:lnTo>
                  <a:lnTo>
                    <a:pt x="181324" y="311654"/>
                  </a:lnTo>
                  <a:lnTo>
                    <a:pt x="185888" y="308901"/>
                  </a:lnTo>
                  <a:lnTo>
                    <a:pt x="190361" y="306003"/>
                  </a:lnTo>
                  <a:lnTo>
                    <a:pt x="194740" y="302964"/>
                  </a:lnTo>
                  <a:lnTo>
                    <a:pt x="199020" y="299787"/>
                  </a:lnTo>
                  <a:lnTo>
                    <a:pt x="203196" y="296475"/>
                  </a:lnTo>
                  <a:lnTo>
                    <a:pt x="207264" y="293032"/>
                  </a:lnTo>
                  <a:lnTo>
                    <a:pt x="211221" y="289461"/>
                  </a:lnTo>
                  <a:lnTo>
                    <a:pt x="215062" y="285765"/>
                  </a:lnTo>
                  <a:lnTo>
                    <a:pt x="218783" y="281949"/>
                  </a:lnTo>
                  <a:lnTo>
                    <a:pt x="222380" y="278016"/>
                  </a:lnTo>
                  <a:lnTo>
                    <a:pt x="225851" y="273971"/>
                  </a:lnTo>
                  <a:lnTo>
                    <a:pt x="229190" y="269817"/>
                  </a:lnTo>
                  <a:lnTo>
                    <a:pt x="232396" y="265558"/>
                  </a:lnTo>
                  <a:lnTo>
                    <a:pt x="235464" y="261200"/>
                  </a:lnTo>
                  <a:lnTo>
                    <a:pt x="238391" y="256746"/>
                  </a:lnTo>
                  <a:lnTo>
                    <a:pt x="241175" y="252201"/>
                  </a:lnTo>
                  <a:lnTo>
                    <a:pt x="243813" y="247569"/>
                  </a:lnTo>
                  <a:lnTo>
                    <a:pt x="246302" y="242856"/>
                  </a:lnTo>
                  <a:lnTo>
                    <a:pt x="248639" y="238066"/>
                  </a:lnTo>
                  <a:lnTo>
                    <a:pt x="250822" y="233203"/>
                  </a:lnTo>
                  <a:lnTo>
                    <a:pt x="252849" y="228274"/>
                  </a:lnTo>
                  <a:lnTo>
                    <a:pt x="254718" y="223282"/>
                  </a:lnTo>
                  <a:lnTo>
                    <a:pt x="256427" y="218234"/>
                  </a:lnTo>
                  <a:lnTo>
                    <a:pt x="257974" y="213133"/>
                  </a:lnTo>
                  <a:lnTo>
                    <a:pt x="259358" y="207986"/>
                  </a:lnTo>
                  <a:lnTo>
                    <a:pt x="260577" y="202797"/>
                  </a:lnTo>
                  <a:lnTo>
                    <a:pt x="261630" y="197572"/>
                  </a:lnTo>
                  <a:lnTo>
                    <a:pt x="262516" y="192316"/>
                  </a:lnTo>
                  <a:lnTo>
                    <a:pt x="263233" y="187035"/>
                  </a:lnTo>
                  <a:lnTo>
                    <a:pt x="263782" y="181733"/>
                  </a:lnTo>
                  <a:lnTo>
                    <a:pt x="264162" y="176417"/>
                  </a:lnTo>
                  <a:lnTo>
                    <a:pt x="264372" y="171091"/>
                  </a:lnTo>
                  <a:lnTo>
                    <a:pt x="264412" y="165761"/>
                  </a:lnTo>
                  <a:lnTo>
                    <a:pt x="264282" y="160433"/>
                  </a:lnTo>
                  <a:lnTo>
                    <a:pt x="263983" y="155111"/>
                  </a:lnTo>
                  <a:lnTo>
                    <a:pt x="263514" y="149802"/>
                  </a:lnTo>
                  <a:lnTo>
                    <a:pt x="262876" y="144510"/>
                  </a:lnTo>
                  <a:lnTo>
                    <a:pt x="262069" y="139242"/>
                  </a:lnTo>
                  <a:lnTo>
                    <a:pt x="261095" y="134001"/>
                  </a:lnTo>
                  <a:lnTo>
                    <a:pt x="259955" y="128795"/>
                  </a:lnTo>
                  <a:lnTo>
                    <a:pt x="258649" y="123627"/>
                  </a:lnTo>
                  <a:lnTo>
                    <a:pt x="257178" y="118504"/>
                  </a:lnTo>
                  <a:lnTo>
                    <a:pt x="255546" y="113430"/>
                  </a:lnTo>
                  <a:lnTo>
                    <a:pt x="253752" y="108411"/>
                  </a:lnTo>
                  <a:lnTo>
                    <a:pt x="251800" y="103452"/>
                  </a:lnTo>
                  <a:lnTo>
                    <a:pt x="249690" y="98557"/>
                  </a:lnTo>
                  <a:lnTo>
                    <a:pt x="247425" y="93732"/>
                  </a:lnTo>
                  <a:lnTo>
                    <a:pt x="245008" y="88982"/>
                  </a:lnTo>
                  <a:lnTo>
                    <a:pt x="242440" y="84311"/>
                  </a:lnTo>
                  <a:lnTo>
                    <a:pt x="239725" y="79725"/>
                  </a:lnTo>
                  <a:lnTo>
                    <a:pt x="236865" y="75227"/>
                  </a:lnTo>
                  <a:lnTo>
                    <a:pt x="233863" y="70823"/>
                  </a:lnTo>
                  <a:lnTo>
                    <a:pt x="230722" y="66517"/>
                  </a:lnTo>
                  <a:lnTo>
                    <a:pt x="227445" y="62313"/>
                  </a:lnTo>
                  <a:lnTo>
                    <a:pt x="224036" y="58216"/>
                  </a:lnTo>
                  <a:lnTo>
                    <a:pt x="220498" y="54229"/>
                  </a:lnTo>
                  <a:lnTo>
                    <a:pt x="216835" y="50357"/>
                  </a:lnTo>
                  <a:lnTo>
                    <a:pt x="213051" y="46604"/>
                  </a:lnTo>
                  <a:lnTo>
                    <a:pt x="209148" y="42974"/>
                  </a:lnTo>
                  <a:lnTo>
                    <a:pt x="205132" y="39470"/>
                  </a:lnTo>
                  <a:lnTo>
                    <a:pt x="201006" y="36095"/>
                  </a:lnTo>
                  <a:lnTo>
                    <a:pt x="196775" y="32854"/>
                  </a:lnTo>
                  <a:lnTo>
                    <a:pt x="192442" y="29750"/>
                  </a:lnTo>
                  <a:lnTo>
                    <a:pt x="188013" y="26785"/>
                  </a:lnTo>
                  <a:lnTo>
                    <a:pt x="183492" y="23963"/>
                  </a:lnTo>
                  <a:lnTo>
                    <a:pt x="178882" y="21286"/>
                  </a:lnTo>
                  <a:lnTo>
                    <a:pt x="174190" y="18758"/>
                  </a:lnTo>
                  <a:lnTo>
                    <a:pt x="169420" y="16380"/>
                  </a:lnTo>
                  <a:lnTo>
                    <a:pt x="164576" y="14156"/>
                  </a:lnTo>
                  <a:lnTo>
                    <a:pt x="159664" y="12088"/>
                  </a:lnTo>
                  <a:lnTo>
                    <a:pt x="154688" y="10177"/>
                  </a:lnTo>
                  <a:lnTo>
                    <a:pt x="149654" y="8426"/>
                  </a:lnTo>
                  <a:lnTo>
                    <a:pt x="144567" y="6836"/>
                  </a:lnTo>
                  <a:lnTo>
                    <a:pt x="139431" y="5409"/>
                  </a:lnTo>
                  <a:lnTo>
                    <a:pt x="134253" y="4146"/>
                  </a:lnTo>
                  <a:lnTo>
                    <a:pt x="129037" y="3049"/>
                  </a:lnTo>
                  <a:lnTo>
                    <a:pt x="123789" y="2119"/>
                  </a:lnTo>
                  <a:lnTo>
                    <a:pt x="118514" y="1357"/>
                  </a:lnTo>
                  <a:lnTo>
                    <a:pt x="113217" y="764"/>
                  </a:lnTo>
                  <a:lnTo>
                    <a:pt x="107904" y="339"/>
                  </a:lnTo>
                  <a:lnTo>
                    <a:pt x="102580" y="84"/>
                  </a:lnTo>
                  <a:lnTo>
                    <a:pt x="97251" y="0"/>
                  </a:lnTo>
                  <a:lnTo>
                    <a:pt x="972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479583" y="5220472"/>
              <a:ext cx="153551" cy="167167"/>
            </a:xfrm>
            <a:custGeom>
              <a:avLst/>
              <a:pathLst>
                <a:path w="153551" h="167167">
                  <a:moveTo>
                    <a:pt x="153551" y="0"/>
                  </a:moveTo>
                  <a:lnTo>
                    <a:pt x="148145" y="87"/>
                  </a:lnTo>
                  <a:lnTo>
                    <a:pt x="142745" y="349"/>
                  </a:lnTo>
                  <a:lnTo>
                    <a:pt x="137356" y="786"/>
                  </a:lnTo>
                  <a:lnTo>
                    <a:pt x="131984" y="1397"/>
                  </a:lnTo>
                  <a:lnTo>
                    <a:pt x="126634" y="2181"/>
                  </a:lnTo>
                  <a:lnTo>
                    <a:pt x="121313" y="3138"/>
                  </a:lnTo>
                  <a:lnTo>
                    <a:pt x="116025" y="4266"/>
                  </a:lnTo>
                  <a:lnTo>
                    <a:pt x="110777" y="5565"/>
                  </a:lnTo>
                  <a:lnTo>
                    <a:pt x="105573" y="7032"/>
                  </a:lnTo>
                  <a:lnTo>
                    <a:pt x="100420" y="8668"/>
                  </a:lnTo>
                  <a:lnTo>
                    <a:pt x="95322" y="10469"/>
                  </a:lnTo>
                  <a:lnTo>
                    <a:pt x="90285" y="12434"/>
                  </a:lnTo>
                  <a:lnTo>
                    <a:pt x="85314" y="14561"/>
                  </a:lnTo>
                  <a:lnTo>
                    <a:pt x="80415" y="16847"/>
                  </a:lnTo>
                  <a:lnTo>
                    <a:pt x="75592" y="19291"/>
                  </a:lnTo>
                  <a:lnTo>
                    <a:pt x="70851" y="21890"/>
                  </a:lnTo>
                  <a:lnTo>
                    <a:pt x="66196" y="24640"/>
                  </a:lnTo>
                  <a:lnTo>
                    <a:pt x="61632" y="27540"/>
                  </a:lnTo>
                  <a:lnTo>
                    <a:pt x="57165" y="30585"/>
                  </a:lnTo>
                  <a:lnTo>
                    <a:pt x="52798" y="33774"/>
                  </a:lnTo>
                  <a:lnTo>
                    <a:pt x="48537" y="37102"/>
                  </a:lnTo>
                  <a:lnTo>
                    <a:pt x="44386" y="40566"/>
                  </a:lnTo>
                  <a:lnTo>
                    <a:pt x="40349" y="44162"/>
                  </a:lnTo>
                  <a:lnTo>
                    <a:pt x="36430" y="47887"/>
                  </a:lnTo>
                  <a:lnTo>
                    <a:pt x="32634" y="51737"/>
                  </a:lnTo>
                  <a:lnTo>
                    <a:pt x="28965" y="55708"/>
                  </a:lnTo>
                  <a:lnTo>
                    <a:pt x="25425" y="59795"/>
                  </a:lnTo>
                  <a:lnTo>
                    <a:pt x="22020" y="63995"/>
                  </a:lnTo>
                  <a:lnTo>
                    <a:pt x="18752" y="68302"/>
                  </a:lnTo>
                  <a:lnTo>
                    <a:pt x="15626" y="72713"/>
                  </a:lnTo>
                  <a:lnTo>
                    <a:pt x="12643" y="77223"/>
                  </a:lnTo>
                  <a:lnTo>
                    <a:pt x="9808" y="81827"/>
                  </a:lnTo>
                  <a:lnTo>
                    <a:pt x="7124" y="86520"/>
                  </a:lnTo>
                  <a:lnTo>
                    <a:pt x="4592" y="91298"/>
                  </a:lnTo>
                  <a:lnTo>
                    <a:pt x="2217" y="96154"/>
                  </a:lnTo>
                  <a:lnTo>
                    <a:pt x="0" y="101086"/>
                  </a:lnTo>
                  <a:lnTo>
                    <a:pt x="1535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479583" y="5321558"/>
              <a:ext cx="153551" cy="66081"/>
            </a:xfrm>
            <a:custGeom>
              <a:avLst/>
              <a:pathLst>
                <a:path w="153551" h="66081">
                  <a:moveTo>
                    <a:pt x="0" y="0"/>
                  </a:moveTo>
                  <a:lnTo>
                    <a:pt x="153551" y="66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479583" y="5321558"/>
              <a:ext cx="153551" cy="66081"/>
            </a:xfrm>
            <a:custGeom>
              <a:avLst/>
              <a:pathLst>
                <a:path w="153551" h="66081">
                  <a:moveTo>
                    <a:pt x="0" y="0"/>
                  </a:moveTo>
                  <a:lnTo>
                    <a:pt x="153551" y="66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479583" y="5321558"/>
              <a:ext cx="153551" cy="66081"/>
            </a:xfrm>
            <a:custGeom>
              <a:avLst/>
              <a:pathLst>
                <a:path w="153551" h="66081">
                  <a:moveTo>
                    <a:pt x="0" y="0"/>
                  </a:moveTo>
                  <a:lnTo>
                    <a:pt x="153551" y="660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479583" y="5321558"/>
              <a:ext cx="153551" cy="66081"/>
            </a:xfrm>
            <a:custGeom>
              <a:avLst/>
              <a:pathLst>
                <a:path w="153551" h="66081">
                  <a:moveTo>
                    <a:pt x="0" y="0"/>
                  </a:moveTo>
                  <a:lnTo>
                    <a:pt x="153551" y="660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465974" y="5321558"/>
              <a:ext cx="167160" cy="76681"/>
            </a:xfrm>
            <a:custGeom>
              <a:avLst/>
              <a:pathLst>
                <a:path w="167160" h="76681">
                  <a:moveTo>
                    <a:pt x="13608" y="0"/>
                  </a:moveTo>
                  <a:lnTo>
                    <a:pt x="11321" y="5591"/>
                  </a:lnTo>
                  <a:lnTo>
                    <a:pt x="9237" y="11262"/>
                  </a:lnTo>
                  <a:lnTo>
                    <a:pt x="7359" y="17004"/>
                  </a:lnTo>
                  <a:lnTo>
                    <a:pt x="5690" y="22810"/>
                  </a:lnTo>
                  <a:lnTo>
                    <a:pt x="4232" y="28673"/>
                  </a:lnTo>
                  <a:lnTo>
                    <a:pt x="2987" y="34585"/>
                  </a:lnTo>
                  <a:lnTo>
                    <a:pt x="1956" y="40538"/>
                  </a:lnTo>
                  <a:lnTo>
                    <a:pt x="1141" y="46524"/>
                  </a:lnTo>
                  <a:lnTo>
                    <a:pt x="543" y="52536"/>
                  </a:lnTo>
                  <a:lnTo>
                    <a:pt x="162" y="58565"/>
                  </a:lnTo>
                  <a:lnTo>
                    <a:pt x="0" y="64604"/>
                  </a:lnTo>
                  <a:lnTo>
                    <a:pt x="55" y="70645"/>
                  </a:lnTo>
                  <a:lnTo>
                    <a:pt x="329" y="76681"/>
                  </a:lnTo>
                  <a:lnTo>
                    <a:pt x="167160" y="660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466304" y="5220472"/>
              <a:ext cx="333989" cy="334325"/>
            </a:xfrm>
            <a:custGeom>
              <a:avLst/>
              <a:pathLst>
                <a:path w="333989" h="334325">
                  <a:moveTo>
                    <a:pt x="0" y="177767"/>
                  </a:moveTo>
                  <a:lnTo>
                    <a:pt x="422" y="183073"/>
                  </a:lnTo>
                  <a:lnTo>
                    <a:pt x="1012" y="188363"/>
                  </a:lnTo>
                  <a:lnTo>
                    <a:pt x="1771" y="193631"/>
                  </a:lnTo>
                  <a:lnTo>
                    <a:pt x="2697" y="198872"/>
                  </a:lnTo>
                  <a:lnTo>
                    <a:pt x="3790" y="204082"/>
                  </a:lnTo>
                  <a:lnTo>
                    <a:pt x="5048" y="209254"/>
                  </a:lnTo>
                  <a:lnTo>
                    <a:pt x="6470" y="214383"/>
                  </a:lnTo>
                  <a:lnTo>
                    <a:pt x="8054" y="219464"/>
                  </a:lnTo>
                  <a:lnTo>
                    <a:pt x="9800" y="224493"/>
                  </a:lnTo>
                  <a:lnTo>
                    <a:pt x="11704" y="229463"/>
                  </a:lnTo>
                  <a:lnTo>
                    <a:pt x="13766" y="234370"/>
                  </a:lnTo>
                  <a:lnTo>
                    <a:pt x="15983" y="239209"/>
                  </a:lnTo>
                  <a:lnTo>
                    <a:pt x="18353" y="243975"/>
                  </a:lnTo>
                  <a:lnTo>
                    <a:pt x="20874" y="248663"/>
                  </a:lnTo>
                  <a:lnTo>
                    <a:pt x="23543" y="253269"/>
                  </a:lnTo>
                  <a:lnTo>
                    <a:pt x="26356" y="257787"/>
                  </a:lnTo>
                  <a:lnTo>
                    <a:pt x="29313" y="262213"/>
                  </a:lnTo>
                  <a:lnTo>
                    <a:pt x="32408" y="266543"/>
                  </a:lnTo>
                  <a:lnTo>
                    <a:pt x="35640" y="270772"/>
                  </a:lnTo>
                  <a:lnTo>
                    <a:pt x="39005" y="274896"/>
                  </a:lnTo>
                  <a:lnTo>
                    <a:pt x="42500" y="278911"/>
                  </a:lnTo>
                  <a:lnTo>
                    <a:pt x="46120" y="282813"/>
                  </a:lnTo>
                  <a:lnTo>
                    <a:pt x="49863" y="286597"/>
                  </a:lnTo>
                  <a:lnTo>
                    <a:pt x="53725" y="290261"/>
                  </a:lnTo>
                  <a:lnTo>
                    <a:pt x="57701" y="293799"/>
                  </a:lnTo>
                  <a:lnTo>
                    <a:pt x="61788" y="297209"/>
                  </a:lnTo>
                  <a:lnTo>
                    <a:pt x="65981" y="300488"/>
                  </a:lnTo>
                  <a:lnTo>
                    <a:pt x="70277" y="303631"/>
                  </a:lnTo>
                  <a:lnTo>
                    <a:pt x="74670" y="306635"/>
                  </a:lnTo>
                  <a:lnTo>
                    <a:pt x="79157" y="309499"/>
                  </a:lnTo>
                  <a:lnTo>
                    <a:pt x="83733" y="312218"/>
                  </a:lnTo>
                  <a:lnTo>
                    <a:pt x="88393" y="314790"/>
                  </a:lnTo>
                  <a:lnTo>
                    <a:pt x="93133" y="317212"/>
                  </a:lnTo>
                  <a:lnTo>
                    <a:pt x="97947" y="319483"/>
                  </a:lnTo>
                  <a:lnTo>
                    <a:pt x="102831" y="321598"/>
                  </a:lnTo>
                  <a:lnTo>
                    <a:pt x="107780" y="323558"/>
                  </a:lnTo>
                  <a:lnTo>
                    <a:pt x="112789" y="325358"/>
                  </a:lnTo>
                  <a:lnTo>
                    <a:pt x="117853" y="326999"/>
                  </a:lnTo>
                  <a:lnTo>
                    <a:pt x="122966" y="328477"/>
                  </a:lnTo>
                  <a:lnTo>
                    <a:pt x="128124" y="329792"/>
                  </a:lnTo>
                  <a:lnTo>
                    <a:pt x="133321" y="330941"/>
                  </a:lnTo>
                  <a:lnTo>
                    <a:pt x="138552" y="331925"/>
                  </a:lnTo>
                  <a:lnTo>
                    <a:pt x="143812" y="332742"/>
                  </a:lnTo>
                  <a:lnTo>
                    <a:pt x="149095" y="333391"/>
                  </a:lnTo>
                  <a:lnTo>
                    <a:pt x="154396" y="333871"/>
                  </a:lnTo>
                  <a:lnTo>
                    <a:pt x="159709" y="334183"/>
                  </a:lnTo>
                  <a:lnTo>
                    <a:pt x="165030" y="334325"/>
                  </a:lnTo>
                  <a:lnTo>
                    <a:pt x="170353" y="334297"/>
                  </a:lnTo>
                  <a:lnTo>
                    <a:pt x="175672" y="334100"/>
                  </a:lnTo>
                  <a:lnTo>
                    <a:pt x="180982" y="333734"/>
                  </a:lnTo>
                  <a:lnTo>
                    <a:pt x="186278" y="333199"/>
                  </a:lnTo>
                  <a:lnTo>
                    <a:pt x="191554" y="332496"/>
                  </a:lnTo>
                  <a:lnTo>
                    <a:pt x="196805" y="331625"/>
                  </a:lnTo>
                  <a:lnTo>
                    <a:pt x="202026" y="330587"/>
                  </a:lnTo>
                  <a:lnTo>
                    <a:pt x="207210" y="329384"/>
                  </a:lnTo>
                  <a:lnTo>
                    <a:pt x="212354" y="328016"/>
                  </a:lnTo>
                  <a:lnTo>
                    <a:pt x="217452" y="326485"/>
                  </a:lnTo>
                  <a:lnTo>
                    <a:pt x="222499" y="324793"/>
                  </a:lnTo>
                  <a:lnTo>
                    <a:pt x="227489" y="322941"/>
                  </a:lnTo>
                  <a:lnTo>
                    <a:pt x="232417" y="320931"/>
                  </a:lnTo>
                  <a:lnTo>
                    <a:pt x="237280" y="318765"/>
                  </a:lnTo>
                  <a:lnTo>
                    <a:pt x="242070" y="316445"/>
                  </a:lnTo>
                  <a:lnTo>
                    <a:pt x="246785" y="313974"/>
                  </a:lnTo>
                  <a:lnTo>
                    <a:pt x="251418" y="311354"/>
                  </a:lnTo>
                  <a:lnTo>
                    <a:pt x="255965" y="308588"/>
                  </a:lnTo>
                  <a:lnTo>
                    <a:pt x="260423" y="305679"/>
                  </a:lnTo>
                  <a:lnTo>
                    <a:pt x="264785" y="302629"/>
                  </a:lnTo>
                  <a:lnTo>
                    <a:pt x="269048" y="299441"/>
                  </a:lnTo>
                  <a:lnTo>
                    <a:pt x="273207" y="296120"/>
                  </a:lnTo>
                  <a:lnTo>
                    <a:pt x="277259" y="292668"/>
                  </a:lnTo>
                  <a:lnTo>
                    <a:pt x="281198" y="289089"/>
                  </a:lnTo>
                  <a:lnTo>
                    <a:pt x="285022" y="285386"/>
                  </a:lnTo>
                  <a:lnTo>
                    <a:pt x="288726" y="281563"/>
                  </a:lnTo>
                  <a:lnTo>
                    <a:pt x="292306" y="277624"/>
                  </a:lnTo>
                  <a:lnTo>
                    <a:pt x="295759" y="273574"/>
                  </a:lnTo>
                  <a:lnTo>
                    <a:pt x="299081" y="269415"/>
                  </a:lnTo>
                  <a:lnTo>
                    <a:pt x="302269" y="265153"/>
                  </a:lnTo>
                  <a:lnTo>
                    <a:pt x="305320" y="260791"/>
                  </a:lnTo>
                  <a:lnTo>
                    <a:pt x="308231" y="256335"/>
                  </a:lnTo>
                  <a:lnTo>
                    <a:pt x="310998" y="251788"/>
                  </a:lnTo>
                  <a:lnTo>
                    <a:pt x="313619" y="247155"/>
                  </a:lnTo>
                  <a:lnTo>
                    <a:pt x="316091" y="242441"/>
                  </a:lnTo>
                  <a:lnTo>
                    <a:pt x="318412" y="237651"/>
                  </a:lnTo>
                  <a:lnTo>
                    <a:pt x="320579" y="232790"/>
                  </a:lnTo>
                  <a:lnTo>
                    <a:pt x="322590" y="227862"/>
                  </a:lnTo>
                  <a:lnTo>
                    <a:pt x="324444" y="222872"/>
                  </a:lnTo>
                  <a:lnTo>
                    <a:pt x="326137" y="217826"/>
                  </a:lnTo>
                  <a:lnTo>
                    <a:pt x="327669" y="212728"/>
                  </a:lnTo>
                  <a:lnTo>
                    <a:pt x="329038" y="207585"/>
                  </a:lnTo>
                  <a:lnTo>
                    <a:pt x="330243" y="202400"/>
                  </a:lnTo>
                  <a:lnTo>
                    <a:pt x="331282" y="197180"/>
                  </a:lnTo>
                  <a:lnTo>
                    <a:pt x="332154" y="191929"/>
                  </a:lnTo>
                  <a:lnTo>
                    <a:pt x="332858" y="186653"/>
                  </a:lnTo>
                  <a:lnTo>
                    <a:pt x="333395" y="181357"/>
                  </a:lnTo>
                  <a:lnTo>
                    <a:pt x="333762" y="176047"/>
                  </a:lnTo>
                  <a:lnTo>
                    <a:pt x="333960" y="170728"/>
                  </a:lnTo>
                  <a:lnTo>
                    <a:pt x="333989" y="165406"/>
                  </a:lnTo>
                  <a:lnTo>
                    <a:pt x="333848" y="160085"/>
                  </a:lnTo>
                  <a:lnTo>
                    <a:pt x="333538" y="154771"/>
                  </a:lnTo>
                  <a:lnTo>
                    <a:pt x="333059" y="149470"/>
                  </a:lnTo>
                  <a:lnTo>
                    <a:pt x="332411" y="144187"/>
                  </a:lnTo>
                  <a:lnTo>
                    <a:pt x="331595" y="138927"/>
                  </a:lnTo>
                  <a:lnTo>
                    <a:pt x="330613" y="133696"/>
                  </a:lnTo>
                  <a:lnTo>
                    <a:pt x="329464" y="128498"/>
                  </a:lnTo>
                  <a:lnTo>
                    <a:pt x="328151" y="123340"/>
                  </a:lnTo>
                  <a:lnTo>
                    <a:pt x="326674" y="118227"/>
                  </a:lnTo>
                  <a:lnTo>
                    <a:pt x="325034" y="113163"/>
                  </a:lnTo>
                  <a:lnTo>
                    <a:pt x="323235" y="108153"/>
                  </a:lnTo>
                  <a:lnTo>
                    <a:pt x="321277" y="103204"/>
                  </a:lnTo>
                  <a:lnTo>
                    <a:pt x="319162" y="98319"/>
                  </a:lnTo>
                  <a:lnTo>
                    <a:pt x="316893" y="93504"/>
                  </a:lnTo>
                  <a:lnTo>
                    <a:pt x="314472" y="88764"/>
                  </a:lnTo>
                  <a:lnTo>
                    <a:pt x="311901" y="84103"/>
                  </a:lnTo>
                  <a:lnTo>
                    <a:pt x="309183" y="79527"/>
                  </a:lnTo>
                  <a:lnTo>
                    <a:pt x="306321" y="75039"/>
                  </a:lnTo>
                  <a:lnTo>
                    <a:pt x="303317" y="70645"/>
                  </a:lnTo>
                  <a:lnTo>
                    <a:pt x="300175" y="66349"/>
                  </a:lnTo>
                  <a:lnTo>
                    <a:pt x="296897" y="62155"/>
                  </a:lnTo>
                  <a:lnTo>
                    <a:pt x="293488" y="58067"/>
                  </a:lnTo>
                  <a:lnTo>
                    <a:pt x="289951" y="54090"/>
                  </a:lnTo>
                  <a:lnTo>
                    <a:pt x="286288" y="50228"/>
                  </a:lnTo>
                  <a:lnTo>
                    <a:pt x="282505" y="46484"/>
                  </a:lnTo>
                  <a:lnTo>
                    <a:pt x="278604" y="42862"/>
                  </a:lnTo>
                  <a:lnTo>
                    <a:pt x="274590" y="39367"/>
                  </a:lnTo>
                  <a:lnTo>
                    <a:pt x="270467" y="36001"/>
                  </a:lnTo>
                  <a:lnTo>
                    <a:pt x="266238" y="32768"/>
                  </a:lnTo>
                  <a:lnTo>
                    <a:pt x="261909" y="29671"/>
                  </a:lnTo>
                  <a:lnTo>
                    <a:pt x="257483" y="26714"/>
                  </a:lnTo>
                  <a:lnTo>
                    <a:pt x="252966" y="23899"/>
                  </a:lnTo>
                  <a:lnTo>
                    <a:pt x="248361" y="21229"/>
                  </a:lnTo>
                  <a:lnTo>
                    <a:pt x="243673" y="18708"/>
                  </a:lnTo>
                  <a:lnTo>
                    <a:pt x="238908" y="16337"/>
                  </a:lnTo>
                  <a:lnTo>
                    <a:pt x="234070" y="14118"/>
                  </a:lnTo>
                  <a:lnTo>
                    <a:pt x="229163" y="12055"/>
                  </a:lnTo>
                  <a:lnTo>
                    <a:pt x="224193" y="10149"/>
                  </a:lnTo>
                  <a:lnTo>
                    <a:pt x="219165" y="8403"/>
                  </a:lnTo>
                  <a:lnTo>
                    <a:pt x="214084" y="6817"/>
                  </a:lnTo>
                  <a:lnTo>
                    <a:pt x="208955" y="5394"/>
                  </a:lnTo>
                  <a:lnTo>
                    <a:pt x="203783" y="4135"/>
                  </a:lnTo>
                  <a:lnTo>
                    <a:pt x="198574" y="3041"/>
                  </a:lnTo>
                  <a:lnTo>
                    <a:pt x="193333" y="2114"/>
                  </a:lnTo>
                  <a:lnTo>
                    <a:pt x="188065" y="1354"/>
                  </a:lnTo>
                  <a:lnTo>
                    <a:pt x="182775" y="762"/>
                  </a:lnTo>
                  <a:lnTo>
                    <a:pt x="177469" y="338"/>
                  </a:lnTo>
                  <a:lnTo>
                    <a:pt x="172153" y="84"/>
                  </a:lnTo>
                  <a:lnTo>
                    <a:pt x="166831" y="0"/>
                  </a:lnTo>
                  <a:lnTo>
                    <a:pt x="16683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5963379" y="4961274"/>
              <a:ext cx="119460" cy="167167"/>
            </a:xfrm>
            <a:custGeom>
              <a:avLst/>
              <a:pathLst>
                <a:path w="119460" h="167167">
                  <a:moveTo>
                    <a:pt x="119460" y="0"/>
                  </a:moveTo>
                  <a:lnTo>
                    <a:pt x="113916" y="91"/>
                  </a:lnTo>
                  <a:lnTo>
                    <a:pt x="108378" y="367"/>
                  </a:lnTo>
                  <a:lnTo>
                    <a:pt x="102853" y="826"/>
                  </a:lnTo>
                  <a:lnTo>
                    <a:pt x="97346" y="1469"/>
                  </a:lnTo>
                  <a:lnTo>
                    <a:pt x="91863" y="2293"/>
                  </a:lnTo>
                  <a:lnTo>
                    <a:pt x="86410" y="3299"/>
                  </a:lnTo>
                  <a:lnTo>
                    <a:pt x="80994" y="4485"/>
                  </a:lnTo>
                  <a:lnTo>
                    <a:pt x="75620" y="5851"/>
                  </a:lnTo>
                  <a:lnTo>
                    <a:pt x="70294" y="7393"/>
                  </a:lnTo>
                  <a:lnTo>
                    <a:pt x="65022" y="9112"/>
                  </a:lnTo>
                  <a:lnTo>
                    <a:pt x="59810" y="11004"/>
                  </a:lnTo>
                  <a:lnTo>
                    <a:pt x="54664" y="13068"/>
                  </a:lnTo>
                  <a:lnTo>
                    <a:pt x="49589" y="15302"/>
                  </a:lnTo>
                  <a:lnTo>
                    <a:pt x="44591" y="17702"/>
                  </a:lnTo>
                  <a:lnTo>
                    <a:pt x="39676" y="20268"/>
                  </a:lnTo>
                  <a:lnTo>
                    <a:pt x="34848" y="22994"/>
                  </a:lnTo>
                  <a:lnTo>
                    <a:pt x="30113" y="25880"/>
                  </a:lnTo>
                  <a:lnTo>
                    <a:pt x="25477" y="28921"/>
                  </a:lnTo>
                  <a:lnTo>
                    <a:pt x="20944" y="32113"/>
                  </a:lnTo>
                  <a:lnTo>
                    <a:pt x="16519" y="35455"/>
                  </a:lnTo>
                  <a:lnTo>
                    <a:pt x="12208" y="38941"/>
                  </a:lnTo>
                  <a:lnTo>
                    <a:pt x="8014" y="42569"/>
                  </a:lnTo>
                  <a:lnTo>
                    <a:pt x="3943" y="46333"/>
                  </a:lnTo>
                  <a:lnTo>
                    <a:pt x="0" y="50231"/>
                  </a:lnTo>
                  <a:lnTo>
                    <a:pt x="1194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63379" y="5011505"/>
              <a:ext cx="119460" cy="116936"/>
            </a:xfrm>
            <a:custGeom>
              <a:avLst/>
              <a:pathLst>
                <a:path w="119460" h="116936">
                  <a:moveTo>
                    <a:pt x="0" y="0"/>
                  </a:moveTo>
                  <a:lnTo>
                    <a:pt x="119460" y="116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63379" y="5011505"/>
              <a:ext cx="119460" cy="116936"/>
            </a:xfrm>
            <a:custGeom>
              <a:avLst/>
              <a:pathLst>
                <a:path w="119460" h="116936">
                  <a:moveTo>
                    <a:pt x="0" y="0"/>
                  </a:moveTo>
                  <a:lnTo>
                    <a:pt x="119460" y="1169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63379" y="5011505"/>
              <a:ext cx="119460" cy="116936"/>
            </a:xfrm>
            <a:custGeom>
              <a:avLst/>
              <a:pathLst>
                <a:path w="119460" h="116936">
                  <a:moveTo>
                    <a:pt x="0" y="0"/>
                  </a:moveTo>
                  <a:lnTo>
                    <a:pt x="119460" y="1169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43156" y="5011505"/>
              <a:ext cx="139684" cy="116936"/>
            </a:xfrm>
            <a:custGeom>
              <a:avLst/>
              <a:pathLst>
                <a:path w="139684" h="116936">
                  <a:moveTo>
                    <a:pt x="20223" y="0"/>
                  </a:moveTo>
                  <a:lnTo>
                    <a:pt x="15796" y="4700"/>
                  </a:lnTo>
                  <a:lnTo>
                    <a:pt x="11554" y="9568"/>
                  </a:lnTo>
                  <a:lnTo>
                    <a:pt x="7504" y="14596"/>
                  </a:lnTo>
                  <a:lnTo>
                    <a:pt x="3650" y="19777"/>
                  </a:lnTo>
                  <a:lnTo>
                    <a:pt x="0" y="25103"/>
                  </a:lnTo>
                  <a:lnTo>
                    <a:pt x="139684" y="1169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5915683" y="4961274"/>
              <a:ext cx="334307" cy="334334"/>
            </a:xfrm>
            <a:custGeom>
              <a:avLst/>
              <a:pathLst>
                <a:path w="334307" h="334334">
                  <a:moveTo>
                    <a:pt x="27473" y="75334"/>
                  </a:moveTo>
                  <a:lnTo>
                    <a:pt x="24632" y="79808"/>
                  </a:lnTo>
                  <a:lnTo>
                    <a:pt x="21935" y="84369"/>
                  </a:lnTo>
                  <a:lnTo>
                    <a:pt x="19384" y="89013"/>
                  </a:lnTo>
                  <a:lnTo>
                    <a:pt x="16981" y="93736"/>
                  </a:lnTo>
                  <a:lnTo>
                    <a:pt x="14729" y="98533"/>
                  </a:lnTo>
                  <a:lnTo>
                    <a:pt x="12630" y="103399"/>
                  </a:lnTo>
                  <a:lnTo>
                    <a:pt x="10686" y="108328"/>
                  </a:lnTo>
                  <a:lnTo>
                    <a:pt x="8900" y="113317"/>
                  </a:lnTo>
                  <a:lnTo>
                    <a:pt x="7273" y="118360"/>
                  </a:lnTo>
                  <a:lnTo>
                    <a:pt x="5806" y="123452"/>
                  </a:lnTo>
                  <a:lnTo>
                    <a:pt x="4502" y="128588"/>
                  </a:lnTo>
                  <a:lnTo>
                    <a:pt x="3361" y="133763"/>
                  </a:lnTo>
                  <a:lnTo>
                    <a:pt x="2384" y="138971"/>
                  </a:lnTo>
                  <a:lnTo>
                    <a:pt x="1574" y="144208"/>
                  </a:lnTo>
                  <a:lnTo>
                    <a:pt x="929" y="149468"/>
                  </a:lnTo>
                  <a:lnTo>
                    <a:pt x="452" y="154745"/>
                  </a:lnTo>
                  <a:lnTo>
                    <a:pt x="142" y="160035"/>
                  </a:lnTo>
                  <a:lnTo>
                    <a:pt x="0" y="165332"/>
                  </a:lnTo>
                  <a:lnTo>
                    <a:pt x="25" y="170631"/>
                  </a:lnTo>
                  <a:lnTo>
                    <a:pt x="219" y="175927"/>
                  </a:lnTo>
                  <a:lnTo>
                    <a:pt x="581" y="181214"/>
                  </a:lnTo>
                  <a:lnTo>
                    <a:pt x="1110" y="186486"/>
                  </a:lnTo>
                  <a:lnTo>
                    <a:pt x="1805" y="191739"/>
                  </a:lnTo>
                  <a:lnTo>
                    <a:pt x="2667" y="196968"/>
                  </a:lnTo>
                  <a:lnTo>
                    <a:pt x="3694" y="202167"/>
                  </a:lnTo>
                  <a:lnTo>
                    <a:pt x="4886" y="207330"/>
                  </a:lnTo>
                  <a:lnTo>
                    <a:pt x="6240" y="212453"/>
                  </a:lnTo>
                  <a:lnTo>
                    <a:pt x="7757" y="217530"/>
                  </a:lnTo>
                  <a:lnTo>
                    <a:pt x="9433" y="222557"/>
                  </a:lnTo>
                  <a:lnTo>
                    <a:pt x="11268" y="227529"/>
                  </a:lnTo>
                  <a:lnTo>
                    <a:pt x="13259" y="232439"/>
                  </a:lnTo>
                  <a:lnTo>
                    <a:pt x="15405" y="237284"/>
                  </a:lnTo>
                  <a:lnTo>
                    <a:pt x="17704" y="242059"/>
                  </a:lnTo>
                  <a:lnTo>
                    <a:pt x="20153" y="246758"/>
                  </a:lnTo>
                  <a:lnTo>
                    <a:pt x="22749" y="251377"/>
                  </a:lnTo>
                  <a:lnTo>
                    <a:pt x="25491" y="255912"/>
                  </a:lnTo>
                  <a:lnTo>
                    <a:pt x="28375" y="260358"/>
                  </a:lnTo>
                  <a:lnTo>
                    <a:pt x="31398" y="264710"/>
                  </a:lnTo>
                  <a:lnTo>
                    <a:pt x="34558" y="268963"/>
                  </a:lnTo>
                  <a:lnTo>
                    <a:pt x="37851" y="273115"/>
                  </a:lnTo>
                  <a:lnTo>
                    <a:pt x="41274" y="277160"/>
                  </a:lnTo>
                  <a:lnTo>
                    <a:pt x="44824" y="281095"/>
                  </a:lnTo>
                  <a:lnTo>
                    <a:pt x="48496" y="284915"/>
                  </a:lnTo>
                  <a:lnTo>
                    <a:pt x="52288" y="288617"/>
                  </a:lnTo>
                  <a:lnTo>
                    <a:pt x="56195" y="292196"/>
                  </a:lnTo>
                  <a:lnTo>
                    <a:pt x="60213" y="295651"/>
                  </a:lnTo>
                  <a:lnTo>
                    <a:pt x="64339" y="298976"/>
                  </a:lnTo>
                  <a:lnTo>
                    <a:pt x="68569" y="302168"/>
                  </a:lnTo>
                  <a:lnTo>
                    <a:pt x="72897" y="305225"/>
                  </a:lnTo>
                  <a:lnTo>
                    <a:pt x="77320" y="308143"/>
                  </a:lnTo>
                  <a:lnTo>
                    <a:pt x="81834" y="310920"/>
                  </a:lnTo>
                  <a:lnTo>
                    <a:pt x="86433" y="313552"/>
                  </a:lnTo>
                  <a:lnTo>
                    <a:pt x="91113" y="316037"/>
                  </a:lnTo>
                  <a:lnTo>
                    <a:pt x="95870" y="318372"/>
                  </a:lnTo>
                  <a:lnTo>
                    <a:pt x="100698" y="320556"/>
                  </a:lnTo>
                  <a:lnTo>
                    <a:pt x="105593" y="322585"/>
                  </a:lnTo>
                  <a:lnTo>
                    <a:pt x="110550" y="324458"/>
                  </a:lnTo>
                  <a:lnTo>
                    <a:pt x="115564" y="326174"/>
                  </a:lnTo>
                  <a:lnTo>
                    <a:pt x="120629" y="327729"/>
                  </a:lnTo>
                  <a:lnTo>
                    <a:pt x="125742" y="329123"/>
                  </a:lnTo>
                  <a:lnTo>
                    <a:pt x="130896" y="330354"/>
                  </a:lnTo>
                  <a:lnTo>
                    <a:pt x="136086" y="331422"/>
                  </a:lnTo>
                  <a:lnTo>
                    <a:pt x="141308" y="332324"/>
                  </a:lnTo>
                  <a:lnTo>
                    <a:pt x="146556" y="333060"/>
                  </a:lnTo>
                  <a:lnTo>
                    <a:pt x="151824" y="333630"/>
                  </a:lnTo>
                  <a:lnTo>
                    <a:pt x="157108" y="334032"/>
                  </a:lnTo>
                  <a:lnTo>
                    <a:pt x="162402" y="334267"/>
                  </a:lnTo>
                  <a:lnTo>
                    <a:pt x="167700" y="334334"/>
                  </a:lnTo>
                  <a:lnTo>
                    <a:pt x="172998" y="334232"/>
                  </a:lnTo>
                  <a:lnTo>
                    <a:pt x="178291" y="333963"/>
                  </a:lnTo>
                  <a:lnTo>
                    <a:pt x="183572" y="333527"/>
                  </a:lnTo>
                  <a:lnTo>
                    <a:pt x="188836" y="332923"/>
                  </a:lnTo>
                  <a:lnTo>
                    <a:pt x="194079" y="332152"/>
                  </a:lnTo>
                  <a:lnTo>
                    <a:pt x="199295" y="331216"/>
                  </a:lnTo>
                  <a:lnTo>
                    <a:pt x="204478" y="330115"/>
                  </a:lnTo>
                  <a:lnTo>
                    <a:pt x="209624" y="328850"/>
                  </a:lnTo>
                  <a:lnTo>
                    <a:pt x="214727" y="327423"/>
                  </a:lnTo>
                  <a:lnTo>
                    <a:pt x="219783" y="325835"/>
                  </a:lnTo>
                  <a:lnTo>
                    <a:pt x="224785" y="324087"/>
                  </a:lnTo>
                  <a:lnTo>
                    <a:pt x="229730" y="322182"/>
                  </a:lnTo>
                  <a:lnTo>
                    <a:pt x="234612" y="320121"/>
                  </a:lnTo>
                  <a:lnTo>
                    <a:pt x="239426" y="317906"/>
                  </a:lnTo>
                  <a:lnTo>
                    <a:pt x="244167" y="315539"/>
                  </a:lnTo>
                  <a:lnTo>
                    <a:pt x="248831" y="313024"/>
                  </a:lnTo>
                  <a:lnTo>
                    <a:pt x="253413" y="310362"/>
                  </a:lnTo>
                  <a:lnTo>
                    <a:pt x="257908" y="307556"/>
                  </a:lnTo>
                  <a:lnTo>
                    <a:pt x="262312" y="304609"/>
                  </a:lnTo>
                  <a:lnTo>
                    <a:pt x="266621" y="301524"/>
                  </a:lnTo>
                  <a:lnTo>
                    <a:pt x="270829" y="298304"/>
                  </a:lnTo>
                  <a:lnTo>
                    <a:pt x="274933" y="294953"/>
                  </a:lnTo>
                  <a:lnTo>
                    <a:pt x="278930" y="291472"/>
                  </a:lnTo>
                  <a:lnTo>
                    <a:pt x="282813" y="287867"/>
                  </a:lnTo>
                  <a:lnTo>
                    <a:pt x="286581" y="284141"/>
                  </a:lnTo>
                  <a:lnTo>
                    <a:pt x="290228" y="280297"/>
                  </a:lnTo>
                  <a:lnTo>
                    <a:pt x="293752" y="276339"/>
                  </a:lnTo>
                  <a:lnTo>
                    <a:pt x="297149" y="272272"/>
                  </a:lnTo>
                  <a:lnTo>
                    <a:pt x="300415" y="268099"/>
                  </a:lnTo>
                  <a:lnTo>
                    <a:pt x="303547" y="263825"/>
                  </a:lnTo>
                  <a:lnTo>
                    <a:pt x="306542" y="259453"/>
                  </a:lnTo>
                  <a:lnTo>
                    <a:pt x="309397" y="254989"/>
                  </a:lnTo>
                  <a:lnTo>
                    <a:pt x="312109" y="250437"/>
                  </a:lnTo>
                  <a:lnTo>
                    <a:pt x="314675" y="245801"/>
                  </a:lnTo>
                  <a:lnTo>
                    <a:pt x="317094" y="241085"/>
                  </a:lnTo>
                  <a:lnTo>
                    <a:pt x="319361" y="236296"/>
                  </a:lnTo>
                  <a:lnTo>
                    <a:pt x="321476" y="231437"/>
                  </a:lnTo>
                  <a:lnTo>
                    <a:pt x="323435" y="226514"/>
                  </a:lnTo>
                  <a:lnTo>
                    <a:pt x="325238" y="221531"/>
                  </a:lnTo>
                  <a:lnTo>
                    <a:pt x="326881" y="216493"/>
                  </a:lnTo>
                  <a:lnTo>
                    <a:pt x="328364" y="211406"/>
                  </a:lnTo>
                  <a:lnTo>
                    <a:pt x="329686" y="206274"/>
                  </a:lnTo>
                  <a:lnTo>
                    <a:pt x="330843" y="201103"/>
                  </a:lnTo>
                  <a:lnTo>
                    <a:pt x="331837" y="195898"/>
                  </a:lnTo>
                  <a:lnTo>
                    <a:pt x="332665" y="190664"/>
                  </a:lnTo>
                  <a:lnTo>
                    <a:pt x="333326" y="185406"/>
                  </a:lnTo>
                  <a:lnTo>
                    <a:pt x="333821" y="180130"/>
                  </a:lnTo>
                  <a:lnTo>
                    <a:pt x="334148" y="174841"/>
                  </a:lnTo>
                  <a:lnTo>
                    <a:pt x="334307" y="169545"/>
                  </a:lnTo>
                  <a:lnTo>
                    <a:pt x="334299" y="164246"/>
                  </a:lnTo>
                  <a:lnTo>
                    <a:pt x="334122" y="158950"/>
                  </a:lnTo>
                  <a:lnTo>
                    <a:pt x="333778" y="153662"/>
                  </a:lnTo>
                  <a:lnTo>
                    <a:pt x="333266" y="148387"/>
                  </a:lnTo>
                  <a:lnTo>
                    <a:pt x="332587" y="143132"/>
                  </a:lnTo>
                  <a:lnTo>
                    <a:pt x="331743" y="137901"/>
                  </a:lnTo>
                  <a:lnTo>
                    <a:pt x="330732" y="132699"/>
                  </a:lnTo>
                  <a:lnTo>
                    <a:pt x="329558" y="127532"/>
                  </a:lnTo>
                  <a:lnTo>
                    <a:pt x="328220" y="122404"/>
                  </a:lnTo>
                  <a:lnTo>
                    <a:pt x="326720" y="117322"/>
                  </a:lnTo>
                  <a:lnTo>
                    <a:pt x="325060" y="112290"/>
                  </a:lnTo>
                  <a:lnTo>
                    <a:pt x="323241" y="107312"/>
                  </a:lnTo>
                  <a:lnTo>
                    <a:pt x="321266" y="102395"/>
                  </a:lnTo>
                  <a:lnTo>
                    <a:pt x="319136" y="97543"/>
                  </a:lnTo>
                  <a:lnTo>
                    <a:pt x="316852" y="92761"/>
                  </a:lnTo>
                  <a:lnTo>
                    <a:pt x="314419" y="88054"/>
                  </a:lnTo>
                  <a:lnTo>
                    <a:pt x="311837" y="83426"/>
                  </a:lnTo>
                  <a:lnTo>
                    <a:pt x="309111" y="78883"/>
                  </a:lnTo>
                  <a:lnTo>
                    <a:pt x="306241" y="74428"/>
                  </a:lnTo>
                  <a:lnTo>
                    <a:pt x="303232" y="70066"/>
                  </a:lnTo>
                  <a:lnTo>
                    <a:pt x="300086" y="65802"/>
                  </a:lnTo>
                  <a:lnTo>
                    <a:pt x="296806" y="61640"/>
                  </a:lnTo>
                  <a:lnTo>
                    <a:pt x="293396" y="57584"/>
                  </a:lnTo>
                  <a:lnTo>
                    <a:pt x="289860" y="53637"/>
                  </a:lnTo>
                  <a:lnTo>
                    <a:pt x="286200" y="49805"/>
                  </a:lnTo>
                  <a:lnTo>
                    <a:pt x="282420" y="46091"/>
                  </a:lnTo>
                  <a:lnTo>
                    <a:pt x="278525" y="42499"/>
                  </a:lnTo>
                  <a:lnTo>
                    <a:pt x="274517" y="39032"/>
                  </a:lnTo>
                  <a:lnTo>
                    <a:pt x="270402" y="35693"/>
                  </a:lnTo>
                  <a:lnTo>
                    <a:pt x="266183" y="32487"/>
                  </a:lnTo>
                  <a:lnTo>
                    <a:pt x="261865" y="29416"/>
                  </a:lnTo>
                  <a:lnTo>
                    <a:pt x="257451" y="26483"/>
                  </a:lnTo>
                  <a:lnTo>
                    <a:pt x="252947" y="23692"/>
                  </a:lnTo>
                  <a:lnTo>
                    <a:pt x="248356" y="21045"/>
                  </a:lnTo>
                  <a:lnTo>
                    <a:pt x="243684" y="18545"/>
                  </a:lnTo>
                  <a:lnTo>
                    <a:pt x="238935" y="16194"/>
                  </a:lnTo>
                  <a:lnTo>
                    <a:pt x="234114" y="13995"/>
                  </a:lnTo>
                  <a:lnTo>
                    <a:pt x="229226" y="11950"/>
                  </a:lnTo>
                  <a:lnTo>
                    <a:pt x="224275" y="10060"/>
                  </a:lnTo>
                  <a:lnTo>
                    <a:pt x="219267" y="8329"/>
                  </a:lnTo>
                  <a:lnTo>
                    <a:pt x="214206" y="6757"/>
                  </a:lnTo>
                  <a:lnTo>
                    <a:pt x="209098" y="5346"/>
                  </a:lnTo>
                  <a:lnTo>
                    <a:pt x="203948" y="4098"/>
                  </a:lnTo>
                  <a:lnTo>
                    <a:pt x="198761" y="3014"/>
                  </a:lnTo>
                  <a:lnTo>
                    <a:pt x="193542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293399" y="4605529"/>
              <a:ext cx="323269" cy="334334"/>
            </a:xfrm>
            <a:custGeom>
              <a:avLst/>
              <a:pathLst>
                <a:path w="323269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6" y="336"/>
                  </a:lnTo>
                  <a:lnTo>
                    <a:pt x="151258" y="756"/>
                  </a:lnTo>
                  <a:lnTo>
                    <a:pt x="145987" y="1344"/>
                  </a:lnTo>
                  <a:lnTo>
                    <a:pt x="140737" y="2099"/>
                  </a:lnTo>
                  <a:lnTo>
                    <a:pt x="135514" y="3020"/>
                  </a:lnTo>
                  <a:lnTo>
                    <a:pt x="130323" y="4106"/>
                  </a:lnTo>
                  <a:lnTo>
                    <a:pt x="125168" y="5356"/>
                  </a:lnTo>
                  <a:lnTo>
                    <a:pt x="120056" y="6769"/>
                  </a:lnTo>
                  <a:lnTo>
                    <a:pt x="114992" y="8344"/>
                  </a:lnTo>
                  <a:lnTo>
                    <a:pt x="109980" y="10078"/>
                  </a:lnTo>
                  <a:lnTo>
                    <a:pt x="105025" y="11971"/>
                  </a:lnTo>
                  <a:lnTo>
                    <a:pt x="100133" y="14020"/>
                  </a:lnTo>
                  <a:lnTo>
                    <a:pt x="95308" y="16223"/>
                  </a:lnTo>
                  <a:lnTo>
                    <a:pt x="90556" y="18578"/>
                  </a:lnTo>
                  <a:lnTo>
                    <a:pt x="85881" y="21082"/>
                  </a:lnTo>
                  <a:lnTo>
                    <a:pt x="81287" y="23734"/>
                  </a:lnTo>
                  <a:lnTo>
                    <a:pt x="76780" y="26530"/>
                  </a:lnTo>
                  <a:lnTo>
                    <a:pt x="72364" y="29467"/>
                  </a:lnTo>
                  <a:lnTo>
                    <a:pt x="68044" y="32543"/>
                  </a:lnTo>
                  <a:lnTo>
                    <a:pt x="63823" y="35755"/>
                  </a:lnTo>
                  <a:lnTo>
                    <a:pt x="59706" y="39099"/>
                  </a:lnTo>
                  <a:lnTo>
                    <a:pt x="55697" y="42572"/>
                  </a:lnTo>
                  <a:lnTo>
                    <a:pt x="51801" y="46170"/>
                  </a:lnTo>
                  <a:lnTo>
                    <a:pt x="48020" y="49890"/>
                  </a:lnTo>
                  <a:lnTo>
                    <a:pt x="44360" y="53728"/>
                  </a:lnTo>
                  <a:lnTo>
                    <a:pt x="40823" y="57680"/>
                  </a:lnTo>
                  <a:lnTo>
                    <a:pt x="37413" y="61743"/>
                  </a:lnTo>
                  <a:lnTo>
                    <a:pt x="34134" y="65912"/>
                  </a:lnTo>
                  <a:lnTo>
                    <a:pt x="30989" y="70182"/>
                  </a:lnTo>
                  <a:lnTo>
                    <a:pt x="27981" y="74550"/>
                  </a:lnTo>
                  <a:lnTo>
                    <a:pt x="25113" y="79012"/>
                  </a:lnTo>
                  <a:lnTo>
                    <a:pt x="22387" y="83562"/>
                  </a:lnTo>
                  <a:lnTo>
                    <a:pt x="19808" y="88196"/>
                  </a:lnTo>
                  <a:lnTo>
                    <a:pt x="17377" y="92910"/>
                  </a:lnTo>
                  <a:lnTo>
                    <a:pt x="15097" y="97699"/>
                  </a:lnTo>
                  <a:lnTo>
                    <a:pt x="12969" y="102557"/>
                  </a:lnTo>
                  <a:lnTo>
                    <a:pt x="10997" y="107481"/>
                  </a:lnTo>
                  <a:lnTo>
                    <a:pt x="9183" y="112465"/>
                  </a:lnTo>
                  <a:lnTo>
                    <a:pt x="7527" y="117503"/>
                  </a:lnTo>
                  <a:lnTo>
                    <a:pt x="6032" y="122592"/>
                  </a:lnTo>
                  <a:lnTo>
                    <a:pt x="4699" y="127726"/>
                  </a:lnTo>
                  <a:lnTo>
                    <a:pt x="3529" y="132899"/>
                  </a:lnTo>
                  <a:lnTo>
                    <a:pt x="2524" y="138107"/>
                  </a:lnTo>
                  <a:lnTo>
                    <a:pt x="1685" y="143344"/>
                  </a:lnTo>
                  <a:lnTo>
                    <a:pt x="1013" y="148605"/>
                  </a:lnTo>
                  <a:lnTo>
                    <a:pt x="508" y="153884"/>
                  </a:lnTo>
                  <a:lnTo>
                    <a:pt x="170" y="159177"/>
                  </a:lnTo>
                  <a:lnTo>
                    <a:pt x="1" y="164478"/>
                  </a:lnTo>
                  <a:lnTo>
                    <a:pt x="0" y="169782"/>
                  </a:lnTo>
                  <a:lnTo>
                    <a:pt x="167" y="175083"/>
                  </a:lnTo>
                  <a:lnTo>
                    <a:pt x="502" y="180377"/>
                  </a:lnTo>
                  <a:lnTo>
                    <a:pt x="1005" y="185656"/>
                  </a:lnTo>
                  <a:lnTo>
                    <a:pt x="1675" y="190918"/>
                  </a:lnTo>
                  <a:lnTo>
                    <a:pt x="2512" y="196155"/>
                  </a:lnTo>
                  <a:lnTo>
                    <a:pt x="3514" y="201363"/>
                  </a:lnTo>
                  <a:lnTo>
                    <a:pt x="4681" y="206537"/>
                  </a:lnTo>
                  <a:lnTo>
                    <a:pt x="6012" y="211671"/>
                  </a:lnTo>
                  <a:lnTo>
                    <a:pt x="7505" y="216761"/>
                  </a:lnTo>
                  <a:lnTo>
                    <a:pt x="9159" y="221800"/>
                  </a:lnTo>
                  <a:lnTo>
                    <a:pt x="10971" y="226785"/>
                  </a:lnTo>
                  <a:lnTo>
                    <a:pt x="12941" y="231709"/>
                  </a:lnTo>
                  <a:lnTo>
                    <a:pt x="15066" y="236568"/>
                  </a:lnTo>
                  <a:lnTo>
                    <a:pt x="17344" y="241358"/>
                  </a:lnTo>
                  <a:lnTo>
                    <a:pt x="19773" y="246073"/>
                  </a:lnTo>
                  <a:lnTo>
                    <a:pt x="22351" y="250708"/>
                  </a:lnTo>
                  <a:lnTo>
                    <a:pt x="25074" y="255260"/>
                  </a:lnTo>
                  <a:lnTo>
                    <a:pt x="27940" y="259722"/>
                  </a:lnTo>
                  <a:lnTo>
                    <a:pt x="30946" y="264092"/>
                  </a:lnTo>
                  <a:lnTo>
                    <a:pt x="34090" y="268364"/>
                  </a:lnTo>
                  <a:lnTo>
                    <a:pt x="37367" y="272534"/>
                  </a:lnTo>
                  <a:lnTo>
                    <a:pt x="40775" y="276598"/>
                  </a:lnTo>
                  <a:lnTo>
                    <a:pt x="44310" y="280552"/>
                  </a:lnTo>
                  <a:lnTo>
                    <a:pt x="47969" y="284392"/>
                  </a:lnTo>
                  <a:lnTo>
                    <a:pt x="51748" y="288113"/>
                  </a:lnTo>
                  <a:lnTo>
                    <a:pt x="55643" y="291713"/>
                  </a:lnTo>
                  <a:lnTo>
                    <a:pt x="59650" y="295188"/>
                  </a:lnTo>
                  <a:lnTo>
                    <a:pt x="63765" y="298534"/>
                  </a:lnTo>
                  <a:lnTo>
                    <a:pt x="67985" y="301747"/>
                  </a:lnTo>
                  <a:lnTo>
                    <a:pt x="72304" y="304825"/>
                  </a:lnTo>
                  <a:lnTo>
                    <a:pt x="76719" y="307765"/>
                  </a:lnTo>
                  <a:lnTo>
                    <a:pt x="81224" y="310563"/>
                  </a:lnTo>
                  <a:lnTo>
                    <a:pt x="85817" y="313216"/>
                  </a:lnTo>
                  <a:lnTo>
                    <a:pt x="90491" y="315723"/>
                  </a:lnTo>
                  <a:lnTo>
                    <a:pt x="95242" y="318080"/>
                  </a:lnTo>
                  <a:lnTo>
                    <a:pt x="100066" y="320285"/>
                  </a:lnTo>
                  <a:lnTo>
                    <a:pt x="104957" y="322336"/>
                  </a:lnTo>
                  <a:lnTo>
                    <a:pt x="109911" y="324231"/>
                  </a:lnTo>
                  <a:lnTo>
                    <a:pt x="114922" y="325967"/>
                  </a:lnTo>
                  <a:lnTo>
                    <a:pt x="119986" y="327544"/>
                  </a:lnTo>
                  <a:lnTo>
                    <a:pt x="125098" y="328960"/>
                  </a:lnTo>
                  <a:lnTo>
                    <a:pt x="130251" y="330212"/>
                  </a:lnTo>
                  <a:lnTo>
                    <a:pt x="135442" y="331300"/>
                  </a:lnTo>
                  <a:lnTo>
                    <a:pt x="140665" y="332224"/>
                  </a:lnTo>
                  <a:lnTo>
                    <a:pt x="145915" y="332981"/>
                  </a:lnTo>
                  <a:lnTo>
                    <a:pt x="151185" y="333571"/>
                  </a:lnTo>
                  <a:lnTo>
                    <a:pt x="156472" y="333993"/>
                  </a:lnTo>
                  <a:lnTo>
                    <a:pt x="161770" y="334248"/>
                  </a:lnTo>
                  <a:lnTo>
                    <a:pt x="167073" y="334334"/>
                  </a:lnTo>
                  <a:lnTo>
                    <a:pt x="172376" y="334253"/>
                  </a:lnTo>
                  <a:lnTo>
                    <a:pt x="177674" y="334003"/>
                  </a:lnTo>
                  <a:lnTo>
                    <a:pt x="182962" y="333585"/>
                  </a:lnTo>
                  <a:lnTo>
                    <a:pt x="188233" y="332999"/>
                  </a:lnTo>
                  <a:lnTo>
                    <a:pt x="193483" y="332247"/>
                  </a:lnTo>
                  <a:lnTo>
                    <a:pt x="198707" y="331328"/>
                  </a:lnTo>
                  <a:lnTo>
                    <a:pt x="203899" y="330244"/>
                  </a:lnTo>
                  <a:lnTo>
                    <a:pt x="209054" y="328996"/>
                  </a:lnTo>
                  <a:lnTo>
                    <a:pt x="214166" y="327585"/>
                  </a:lnTo>
                  <a:lnTo>
                    <a:pt x="219232" y="326013"/>
                  </a:lnTo>
                  <a:lnTo>
                    <a:pt x="224245" y="324281"/>
                  </a:lnTo>
                  <a:lnTo>
                    <a:pt x="229200" y="322390"/>
                  </a:lnTo>
                  <a:lnTo>
                    <a:pt x="234093" y="320344"/>
                  </a:lnTo>
                  <a:lnTo>
                    <a:pt x="238919" y="318143"/>
                  </a:lnTo>
                  <a:lnTo>
                    <a:pt x="243672" y="315790"/>
                  </a:lnTo>
                  <a:lnTo>
                    <a:pt x="248348" y="313287"/>
                  </a:lnTo>
                  <a:lnTo>
                    <a:pt x="252943" y="310638"/>
                  </a:lnTo>
                  <a:lnTo>
                    <a:pt x="257451" y="307844"/>
                  </a:lnTo>
                  <a:lnTo>
                    <a:pt x="261868" y="304908"/>
                  </a:lnTo>
                  <a:lnTo>
                    <a:pt x="266190" y="301834"/>
                  </a:lnTo>
                  <a:lnTo>
                    <a:pt x="270413" y="298624"/>
                  </a:lnTo>
                  <a:lnTo>
                    <a:pt x="274531" y="295282"/>
                  </a:lnTo>
                  <a:lnTo>
                    <a:pt x="278541" y="291811"/>
                  </a:lnTo>
                  <a:lnTo>
                    <a:pt x="282439" y="288215"/>
                  </a:lnTo>
                  <a:lnTo>
                    <a:pt x="286221" y="284496"/>
                  </a:lnTo>
                  <a:lnTo>
                    <a:pt x="289884" y="280660"/>
                  </a:lnTo>
                  <a:lnTo>
                    <a:pt x="293422" y="276709"/>
                  </a:lnTo>
                  <a:lnTo>
                    <a:pt x="296834" y="272648"/>
                  </a:lnTo>
                  <a:lnTo>
                    <a:pt x="300115" y="268481"/>
                  </a:lnTo>
                  <a:lnTo>
                    <a:pt x="303262" y="264211"/>
                  </a:lnTo>
                  <a:lnTo>
                    <a:pt x="306272" y="259844"/>
                  </a:lnTo>
                  <a:lnTo>
                    <a:pt x="309142" y="255384"/>
                  </a:lnTo>
                  <a:lnTo>
                    <a:pt x="311869" y="250835"/>
                  </a:lnTo>
                  <a:lnTo>
                    <a:pt x="314450" y="246202"/>
                  </a:lnTo>
                  <a:lnTo>
                    <a:pt x="316883" y="241489"/>
                  </a:lnTo>
                  <a:lnTo>
                    <a:pt x="319166" y="236702"/>
                  </a:lnTo>
                  <a:lnTo>
                    <a:pt x="321295" y="231844"/>
                  </a:lnTo>
                  <a:lnTo>
                    <a:pt x="323269" y="226921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60546" y="4772696"/>
              <a:ext cx="156122" cy="59754"/>
            </a:xfrm>
            <a:custGeom>
              <a:avLst/>
              <a:pathLst>
                <a:path w="156122" h="59754">
                  <a:moveTo>
                    <a:pt x="156122" y="59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60546" y="4772696"/>
              <a:ext cx="156122" cy="59754"/>
            </a:xfrm>
            <a:custGeom>
              <a:avLst/>
              <a:pathLst>
                <a:path w="156122" h="59754">
                  <a:moveTo>
                    <a:pt x="156122" y="59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60546" y="4693572"/>
              <a:ext cx="167167" cy="138878"/>
            </a:xfrm>
            <a:custGeom>
              <a:avLst/>
              <a:pathLst>
                <a:path w="167167" h="138878">
                  <a:moveTo>
                    <a:pt x="156122" y="138878"/>
                  </a:moveTo>
                  <a:lnTo>
                    <a:pt x="158010" y="133691"/>
                  </a:lnTo>
                  <a:lnTo>
                    <a:pt x="159726" y="128444"/>
                  </a:lnTo>
                  <a:lnTo>
                    <a:pt x="161267" y="123144"/>
                  </a:lnTo>
                  <a:lnTo>
                    <a:pt x="162632" y="117795"/>
                  </a:lnTo>
                  <a:lnTo>
                    <a:pt x="163821" y="112404"/>
                  </a:lnTo>
                  <a:lnTo>
                    <a:pt x="164830" y="106977"/>
                  </a:lnTo>
                  <a:lnTo>
                    <a:pt x="165660" y="101520"/>
                  </a:lnTo>
                  <a:lnTo>
                    <a:pt x="166309" y="96038"/>
                  </a:lnTo>
                  <a:lnTo>
                    <a:pt x="166777" y="90538"/>
                  </a:lnTo>
                  <a:lnTo>
                    <a:pt x="167063" y="85025"/>
                  </a:lnTo>
                  <a:lnTo>
                    <a:pt x="167167" y="79506"/>
                  </a:lnTo>
                  <a:lnTo>
                    <a:pt x="167088" y="73986"/>
                  </a:lnTo>
                  <a:lnTo>
                    <a:pt x="166827" y="68472"/>
                  </a:lnTo>
                  <a:lnTo>
                    <a:pt x="166385" y="62970"/>
                  </a:lnTo>
                  <a:lnTo>
                    <a:pt x="165761" y="57485"/>
                  </a:lnTo>
                  <a:lnTo>
                    <a:pt x="164956" y="52024"/>
                  </a:lnTo>
                  <a:lnTo>
                    <a:pt x="163971" y="46593"/>
                  </a:lnTo>
                  <a:lnTo>
                    <a:pt x="162808" y="41196"/>
                  </a:lnTo>
                  <a:lnTo>
                    <a:pt x="161467" y="35842"/>
                  </a:lnTo>
                  <a:lnTo>
                    <a:pt x="159949" y="30534"/>
                  </a:lnTo>
                  <a:lnTo>
                    <a:pt x="158258" y="25279"/>
                  </a:lnTo>
                  <a:lnTo>
                    <a:pt x="156394" y="20084"/>
                  </a:lnTo>
                  <a:lnTo>
                    <a:pt x="154359" y="14952"/>
                  </a:lnTo>
                  <a:lnTo>
                    <a:pt x="152156" y="9891"/>
                  </a:lnTo>
                  <a:lnTo>
                    <a:pt x="149788" y="4905"/>
                  </a:lnTo>
                  <a:lnTo>
                    <a:pt x="147255" y="0"/>
                  </a:lnTo>
                  <a:lnTo>
                    <a:pt x="0" y="79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460546" y="4605529"/>
              <a:ext cx="147255" cy="167167"/>
            </a:xfrm>
            <a:custGeom>
              <a:avLst/>
              <a:pathLst>
                <a:path w="147255" h="167167">
                  <a:moveTo>
                    <a:pt x="147255" y="88043"/>
                  </a:moveTo>
                  <a:lnTo>
                    <a:pt x="144593" y="83277"/>
                  </a:lnTo>
                  <a:lnTo>
                    <a:pt x="141777" y="78600"/>
                  </a:lnTo>
                  <a:lnTo>
                    <a:pt x="138809" y="74018"/>
                  </a:lnTo>
                  <a:lnTo>
                    <a:pt x="135694" y="69535"/>
                  </a:lnTo>
                  <a:lnTo>
                    <a:pt x="132433" y="65156"/>
                  </a:lnTo>
                  <a:lnTo>
                    <a:pt x="129032" y="60886"/>
                  </a:lnTo>
                  <a:lnTo>
                    <a:pt x="125493" y="56729"/>
                  </a:lnTo>
                  <a:lnTo>
                    <a:pt x="121820" y="52691"/>
                  </a:lnTo>
                  <a:lnTo>
                    <a:pt x="118017" y="48774"/>
                  </a:lnTo>
                  <a:lnTo>
                    <a:pt x="114088" y="44983"/>
                  </a:lnTo>
                  <a:lnTo>
                    <a:pt x="110037" y="41323"/>
                  </a:lnTo>
                  <a:lnTo>
                    <a:pt x="105870" y="37797"/>
                  </a:lnTo>
                  <a:lnTo>
                    <a:pt x="101589" y="34409"/>
                  </a:lnTo>
                  <a:lnTo>
                    <a:pt x="97200" y="31163"/>
                  </a:lnTo>
                  <a:lnTo>
                    <a:pt x="92707" y="28062"/>
                  </a:lnTo>
                  <a:lnTo>
                    <a:pt x="88115" y="25109"/>
                  </a:lnTo>
                  <a:lnTo>
                    <a:pt x="83430" y="22307"/>
                  </a:lnTo>
                  <a:lnTo>
                    <a:pt x="78655" y="19660"/>
                  </a:lnTo>
                  <a:lnTo>
                    <a:pt x="73797" y="17171"/>
                  </a:lnTo>
                  <a:lnTo>
                    <a:pt x="68860" y="14841"/>
                  </a:lnTo>
                  <a:lnTo>
                    <a:pt x="63849" y="12674"/>
                  </a:lnTo>
                  <a:lnTo>
                    <a:pt x="58770" y="10671"/>
                  </a:lnTo>
                  <a:lnTo>
                    <a:pt x="53629" y="8835"/>
                  </a:lnTo>
                  <a:lnTo>
                    <a:pt x="48430" y="7169"/>
                  </a:lnTo>
                  <a:lnTo>
                    <a:pt x="43180" y="5673"/>
                  </a:lnTo>
                  <a:lnTo>
                    <a:pt x="37884" y="4349"/>
                  </a:lnTo>
                  <a:lnTo>
                    <a:pt x="32547" y="3199"/>
                  </a:lnTo>
                  <a:lnTo>
                    <a:pt x="27176" y="2223"/>
                  </a:lnTo>
                  <a:lnTo>
                    <a:pt x="21775" y="1424"/>
                  </a:lnTo>
                  <a:lnTo>
                    <a:pt x="16352" y="801"/>
                  </a:lnTo>
                  <a:lnTo>
                    <a:pt x="10911" y="356"/>
                  </a:lnTo>
                  <a:lnTo>
                    <a:pt x="545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578733" y="4172415"/>
              <a:ext cx="167159" cy="281337"/>
            </a:xfrm>
            <a:custGeom>
              <a:avLst/>
              <a:pathLst>
                <a:path w="167159" h="281337">
                  <a:moveTo>
                    <a:pt x="167159" y="0"/>
                  </a:moveTo>
                  <a:lnTo>
                    <a:pt x="161767" y="86"/>
                  </a:lnTo>
                  <a:lnTo>
                    <a:pt x="156381" y="347"/>
                  </a:lnTo>
                  <a:lnTo>
                    <a:pt x="151006" y="782"/>
                  </a:lnTo>
                  <a:lnTo>
                    <a:pt x="145648" y="1389"/>
                  </a:lnTo>
                  <a:lnTo>
                    <a:pt x="140313" y="2169"/>
                  </a:lnTo>
                  <a:lnTo>
                    <a:pt x="135005" y="3121"/>
                  </a:lnTo>
                  <a:lnTo>
                    <a:pt x="129731" y="4243"/>
                  </a:lnTo>
                  <a:lnTo>
                    <a:pt x="124495" y="5535"/>
                  </a:lnTo>
                  <a:lnTo>
                    <a:pt x="119305" y="6995"/>
                  </a:lnTo>
                  <a:lnTo>
                    <a:pt x="114163" y="8622"/>
                  </a:lnTo>
                  <a:lnTo>
                    <a:pt x="109078" y="10414"/>
                  </a:lnTo>
                  <a:lnTo>
                    <a:pt x="104052" y="12369"/>
                  </a:lnTo>
                  <a:lnTo>
                    <a:pt x="99092" y="14485"/>
                  </a:lnTo>
                  <a:lnTo>
                    <a:pt x="94203" y="16759"/>
                  </a:lnTo>
                  <a:lnTo>
                    <a:pt x="89390" y="19191"/>
                  </a:lnTo>
                  <a:lnTo>
                    <a:pt x="84658" y="21776"/>
                  </a:lnTo>
                  <a:lnTo>
                    <a:pt x="80011" y="24512"/>
                  </a:lnTo>
                  <a:lnTo>
                    <a:pt x="75456" y="27397"/>
                  </a:lnTo>
                  <a:lnTo>
                    <a:pt x="70995" y="30428"/>
                  </a:lnTo>
                  <a:lnTo>
                    <a:pt x="66635" y="33601"/>
                  </a:lnTo>
                  <a:lnTo>
                    <a:pt x="62380" y="36912"/>
                  </a:lnTo>
                  <a:lnTo>
                    <a:pt x="58233" y="40359"/>
                  </a:lnTo>
                  <a:lnTo>
                    <a:pt x="54200" y="43939"/>
                  </a:lnTo>
                  <a:lnTo>
                    <a:pt x="50284" y="47646"/>
                  </a:lnTo>
                  <a:lnTo>
                    <a:pt x="46490" y="51478"/>
                  </a:lnTo>
                  <a:lnTo>
                    <a:pt x="42822" y="55430"/>
                  </a:lnTo>
                  <a:lnTo>
                    <a:pt x="39282" y="59498"/>
                  </a:lnTo>
                  <a:lnTo>
                    <a:pt x="35876" y="63679"/>
                  </a:lnTo>
                  <a:lnTo>
                    <a:pt x="32607" y="67967"/>
                  </a:lnTo>
                  <a:lnTo>
                    <a:pt x="29477" y="72358"/>
                  </a:lnTo>
                  <a:lnTo>
                    <a:pt x="26491" y="76848"/>
                  </a:lnTo>
                  <a:lnTo>
                    <a:pt x="23651" y="81432"/>
                  </a:lnTo>
                  <a:lnTo>
                    <a:pt x="20961" y="86105"/>
                  </a:lnTo>
                  <a:lnTo>
                    <a:pt x="18422" y="90862"/>
                  </a:lnTo>
                  <a:lnTo>
                    <a:pt x="16039" y="95699"/>
                  </a:lnTo>
                  <a:lnTo>
                    <a:pt x="13812" y="100611"/>
                  </a:lnTo>
                  <a:lnTo>
                    <a:pt x="11745" y="105591"/>
                  </a:lnTo>
                  <a:lnTo>
                    <a:pt x="9840" y="110636"/>
                  </a:lnTo>
                  <a:lnTo>
                    <a:pt x="8099" y="115739"/>
                  </a:lnTo>
                  <a:lnTo>
                    <a:pt x="6523" y="120896"/>
                  </a:lnTo>
                  <a:lnTo>
                    <a:pt x="5114" y="126101"/>
                  </a:lnTo>
                  <a:lnTo>
                    <a:pt x="3874" y="131349"/>
                  </a:lnTo>
                  <a:lnTo>
                    <a:pt x="2803" y="136634"/>
                  </a:lnTo>
                  <a:lnTo>
                    <a:pt x="1904" y="141951"/>
                  </a:lnTo>
                  <a:lnTo>
                    <a:pt x="1177" y="147294"/>
                  </a:lnTo>
                  <a:lnTo>
                    <a:pt x="622" y="152657"/>
                  </a:lnTo>
                  <a:lnTo>
                    <a:pt x="241" y="158036"/>
                  </a:lnTo>
                  <a:lnTo>
                    <a:pt x="33" y="163425"/>
                  </a:lnTo>
                  <a:lnTo>
                    <a:pt x="0" y="168817"/>
                  </a:lnTo>
                  <a:lnTo>
                    <a:pt x="140" y="174207"/>
                  </a:lnTo>
                  <a:lnTo>
                    <a:pt x="454" y="179591"/>
                  </a:lnTo>
                  <a:lnTo>
                    <a:pt x="941" y="184961"/>
                  </a:lnTo>
                  <a:lnTo>
                    <a:pt x="1601" y="190313"/>
                  </a:lnTo>
                  <a:lnTo>
                    <a:pt x="2434" y="195640"/>
                  </a:lnTo>
                  <a:lnTo>
                    <a:pt x="3438" y="200938"/>
                  </a:lnTo>
                  <a:lnTo>
                    <a:pt x="4613" y="206201"/>
                  </a:lnTo>
                  <a:lnTo>
                    <a:pt x="5956" y="211423"/>
                  </a:lnTo>
                  <a:lnTo>
                    <a:pt x="7467" y="216600"/>
                  </a:lnTo>
                  <a:lnTo>
                    <a:pt x="9145" y="221724"/>
                  </a:lnTo>
                  <a:lnTo>
                    <a:pt x="10987" y="226793"/>
                  </a:lnTo>
                  <a:lnTo>
                    <a:pt x="12991" y="231799"/>
                  </a:lnTo>
                  <a:lnTo>
                    <a:pt x="15156" y="236737"/>
                  </a:lnTo>
                  <a:lnTo>
                    <a:pt x="17479" y="241604"/>
                  </a:lnTo>
                  <a:lnTo>
                    <a:pt x="19957" y="246392"/>
                  </a:lnTo>
                  <a:lnTo>
                    <a:pt x="22589" y="251099"/>
                  </a:lnTo>
                  <a:lnTo>
                    <a:pt x="25371" y="255718"/>
                  </a:lnTo>
                  <a:lnTo>
                    <a:pt x="28301" y="260245"/>
                  </a:lnTo>
                  <a:lnTo>
                    <a:pt x="31376" y="264675"/>
                  </a:lnTo>
                  <a:lnTo>
                    <a:pt x="34591" y="269004"/>
                  </a:lnTo>
                  <a:lnTo>
                    <a:pt x="37945" y="273227"/>
                  </a:lnTo>
                  <a:lnTo>
                    <a:pt x="41433" y="277339"/>
                  </a:lnTo>
                  <a:lnTo>
                    <a:pt x="45051" y="281337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623785" y="4339583"/>
              <a:ext cx="122107" cy="114169"/>
            </a:xfrm>
            <a:custGeom>
              <a:avLst/>
              <a:pathLst>
                <a:path w="122107" h="114169">
                  <a:moveTo>
                    <a:pt x="0" y="114169"/>
                  </a:moveTo>
                  <a:lnTo>
                    <a:pt x="12210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623785" y="4339583"/>
              <a:ext cx="122107" cy="156868"/>
            </a:xfrm>
            <a:custGeom>
              <a:avLst/>
              <a:pathLst>
                <a:path w="122107" h="156868">
                  <a:moveTo>
                    <a:pt x="0" y="114169"/>
                  </a:moveTo>
                  <a:lnTo>
                    <a:pt x="4171" y="118473"/>
                  </a:lnTo>
                  <a:lnTo>
                    <a:pt x="8494" y="122625"/>
                  </a:lnTo>
                  <a:lnTo>
                    <a:pt x="12963" y="126619"/>
                  </a:lnTo>
                  <a:lnTo>
                    <a:pt x="17572" y="130450"/>
                  </a:lnTo>
                  <a:lnTo>
                    <a:pt x="22316" y="134114"/>
                  </a:lnTo>
                  <a:lnTo>
                    <a:pt x="27188" y="137605"/>
                  </a:lnTo>
                  <a:lnTo>
                    <a:pt x="32182" y="140919"/>
                  </a:lnTo>
                  <a:lnTo>
                    <a:pt x="37291" y="144052"/>
                  </a:lnTo>
                  <a:lnTo>
                    <a:pt x="42510" y="147000"/>
                  </a:lnTo>
                  <a:lnTo>
                    <a:pt x="47831" y="149759"/>
                  </a:lnTo>
                  <a:lnTo>
                    <a:pt x="53247" y="152326"/>
                  </a:lnTo>
                  <a:lnTo>
                    <a:pt x="58752" y="154696"/>
                  </a:lnTo>
                  <a:lnTo>
                    <a:pt x="64338" y="156868"/>
                  </a:lnTo>
                  <a:lnTo>
                    <a:pt x="12210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688124" y="4172415"/>
              <a:ext cx="224919" cy="334333"/>
            </a:xfrm>
            <a:custGeom>
              <a:avLst/>
              <a:pathLst>
                <a:path w="224919" h="334333">
                  <a:moveTo>
                    <a:pt x="0" y="324036"/>
                  </a:moveTo>
                  <a:lnTo>
                    <a:pt x="5011" y="325791"/>
                  </a:lnTo>
                  <a:lnTo>
                    <a:pt x="10076" y="327387"/>
                  </a:lnTo>
                  <a:lnTo>
                    <a:pt x="15189" y="328821"/>
                  </a:lnTo>
                  <a:lnTo>
                    <a:pt x="20345" y="330092"/>
                  </a:lnTo>
                  <a:lnTo>
                    <a:pt x="25539" y="331198"/>
                  </a:lnTo>
                  <a:lnTo>
                    <a:pt x="30765" y="332139"/>
                  </a:lnTo>
                  <a:lnTo>
                    <a:pt x="36019" y="332913"/>
                  </a:lnTo>
                  <a:lnTo>
                    <a:pt x="41294" y="333521"/>
                  </a:lnTo>
                  <a:lnTo>
                    <a:pt x="46586" y="333960"/>
                  </a:lnTo>
                  <a:lnTo>
                    <a:pt x="51890" y="334231"/>
                  </a:lnTo>
                  <a:lnTo>
                    <a:pt x="57199" y="334333"/>
                  </a:lnTo>
                  <a:lnTo>
                    <a:pt x="62509" y="334267"/>
                  </a:lnTo>
                  <a:lnTo>
                    <a:pt x="67814" y="334032"/>
                  </a:lnTo>
                  <a:lnTo>
                    <a:pt x="73109" y="333629"/>
                  </a:lnTo>
                  <a:lnTo>
                    <a:pt x="78388" y="333058"/>
                  </a:lnTo>
                  <a:lnTo>
                    <a:pt x="83647" y="332319"/>
                  </a:lnTo>
                  <a:lnTo>
                    <a:pt x="88879" y="331414"/>
                  </a:lnTo>
                  <a:lnTo>
                    <a:pt x="94081" y="330343"/>
                  </a:lnTo>
                  <a:lnTo>
                    <a:pt x="99245" y="329107"/>
                  </a:lnTo>
                  <a:lnTo>
                    <a:pt x="104368" y="327708"/>
                  </a:lnTo>
                  <a:lnTo>
                    <a:pt x="109443" y="326147"/>
                  </a:lnTo>
                  <a:lnTo>
                    <a:pt x="114467" y="324425"/>
                  </a:lnTo>
                  <a:lnTo>
                    <a:pt x="119433" y="322545"/>
                  </a:lnTo>
                  <a:lnTo>
                    <a:pt x="124337" y="320508"/>
                  </a:lnTo>
                  <a:lnTo>
                    <a:pt x="129174" y="318316"/>
                  </a:lnTo>
                  <a:lnTo>
                    <a:pt x="133939" y="315972"/>
                  </a:lnTo>
                  <a:lnTo>
                    <a:pt x="138627" y="313478"/>
                  </a:lnTo>
                  <a:lnTo>
                    <a:pt x="143233" y="310835"/>
                  </a:lnTo>
                  <a:lnTo>
                    <a:pt x="147753" y="308048"/>
                  </a:lnTo>
                  <a:lnTo>
                    <a:pt x="152183" y="305119"/>
                  </a:lnTo>
                  <a:lnTo>
                    <a:pt x="156517" y="302051"/>
                  </a:lnTo>
                  <a:lnTo>
                    <a:pt x="160751" y="298846"/>
                  </a:lnTo>
                  <a:lnTo>
                    <a:pt x="164882" y="295509"/>
                  </a:lnTo>
                  <a:lnTo>
                    <a:pt x="168904" y="292042"/>
                  </a:lnTo>
                  <a:lnTo>
                    <a:pt x="172814" y="288449"/>
                  </a:lnTo>
                  <a:lnTo>
                    <a:pt x="176608" y="284734"/>
                  </a:lnTo>
                  <a:lnTo>
                    <a:pt x="180283" y="280900"/>
                  </a:lnTo>
                  <a:lnTo>
                    <a:pt x="183833" y="276951"/>
                  </a:lnTo>
                  <a:lnTo>
                    <a:pt x="187257" y="272891"/>
                  </a:lnTo>
                  <a:lnTo>
                    <a:pt x="190549" y="268725"/>
                  </a:lnTo>
                  <a:lnTo>
                    <a:pt x="193708" y="264456"/>
                  </a:lnTo>
                  <a:lnTo>
                    <a:pt x="196730" y="260090"/>
                  </a:lnTo>
                  <a:lnTo>
                    <a:pt x="199611" y="255629"/>
                  </a:lnTo>
                  <a:lnTo>
                    <a:pt x="202349" y="251079"/>
                  </a:lnTo>
                  <a:lnTo>
                    <a:pt x="204941" y="246444"/>
                  </a:lnTo>
                  <a:lnTo>
                    <a:pt x="207385" y="241730"/>
                  </a:lnTo>
                  <a:lnTo>
                    <a:pt x="209678" y="236940"/>
                  </a:lnTo>
                  <a:lnTo>
                    <a:pt x="211818" y="232080"/>
                  </a:lnTo>
                  <a:lnTo>
                    <a:pt x="213802" y="227154"/>
                  </a:lnTo>
                  <a:lnTo>
                    <a:pt x="215628" y="222168"/>
                  </a:lnTo>
                  <a:lnTo>
                    <a:pt x="217295" y="217126"/>
                  </a:lnTo>
                  <a:lnTo>
                    <a:pt x="218802" y="212034"/>
                  </a:lnTo>
                  <a:lnTo>
                    <a:pt x="220146" y="206897"/>
                  </a:lnTo>
                  <a:lnTo>
                    <a:pt x="221326" y="201719"/>
                  </a:lnTo>
                  <a:lnTo>
                    <a:pt x="222341" y="196507"/>
                  </a:lnTo>
                  <a:lnTo>
                    <a:pt x="223189" y="191265"/>
                  </a:lnTo>
                  <a:lnTo>
                    <a:pt x="223871" y="185998"/>
                  </a:lnTo>
                  <a:lnTo>
                    <a:pt x="224386" y="180713"/>
                  </a:lnTo>
                  <a:lnTo>
                    <a:pt x="224732" y="175414"/>
                  </a:lnTo>
                  <a:lnTo>
                    <a:pt x="224910" y="170107"/>
                  </a:lnTo>
                  <a:lnTo>
                    <a:pt x="224919" y="164796"/>
                  </a:lnTo>
                  <a:lnTo>
                    <a:pt x="224759" y="159488"/>
                  </a:lnTo>
                  <a:lnTo>
                    <a:pt x="224431" y="154188"/>
                  </a:lnTo>
                  <a:lnTo>
                    <a:pt x="223935" y="148901"/>
                  </a:lnTo>
                  <a:lnTo>
                    <a:pt x="223271" y="143633"/>
                  </a:lnTo>
                  <a:lnTo>
                    <a:pt x="222440" y="138388"/>
                  </a:lnTo>
                  <a:lnTo>
                    <a:pt x="221442" y="133172"/>
                  </a:lnTo>
                  <a:lnTo>
                    <a:pt x="220280" y="127990"/>
                  </a:lnTo>
                  <a:lnTo>
                    <a:pt x="218954" y="122848"/>
                  </a:lnTo>
                  <a:lnTo>
                    <a:pt x="217465" y="117751"/>
                  </a:lnTo>
                  <a:lnTo>
                    <a:pt x="215815" y="112704"/>
                  </a:lnTo>
                  <a:lnTo>
                    <a:pt x="214005" y="107711"/>
                  </a:lnTo>
                  <a:lnTo>
                    <a:pt x="212038" y="102779"/>
                  </a:lnTo>
                  <a:lnTo>
                    <a:pt x="209915" y="97911"/>
                  </a:lnTo>
                  <a:lnTo>
                    <a:pt x="207638" y="93114"/>
                  </a:lnTo>
                  <a:lnTo>
                    <a:pt x="205210" y="88391"/>
                  </a:lnTo>
                  <a:lnTo>
                    <a:pt x="202634" y="83748"/>
                  </a:lnTo>
                  <a:lnTo>
                    <a:pt x="199911" y="79188"/>
                  </a:lnTo>
                  <a:lnTo>
                    <a:pt x="197045" y="74718"/>
                  </a:lnTo>
                  <a:lnTo>
                    <a:pt x="194039" y="70341"/>
                  </a:lnTo>
                  <a:lnTo>
                    <a:pt x="190894" y="66061"/>
                  </a:lnTo>
                  <a:lnTo>
                    <a:pt x="187616" y="61884"/>
                  </a:lnTo>
                  <a:lnTo>
                    <a:pt x="184206" y="57813"/>
                  </a:lnTo>
                  <a:lnTo>
                    <a:pt x="180669" y="53852"/>
                  </a:lnTo>
                  <a:lnTo>
                    <a:pt x="177008" y="50006"/>
                  </a:lnTo>
                  <a:lnTo>
                    <a:pt x="173227" y="46277"/>
                  </a:lnTo>
                  <a:lnTo>
                    <a:pt x="169329" y="42671"/>
                  </a:lnTo>
                  <a:lnTo>
                    <a:pt x="165318" y="39191"/>
                  </a:lnTo>
                  <a:lnTo>
                    <a:pt x="161199" y="35839"/>
                  </a:lnTo>
                  <a:lnTo>
                    <a:pt x="156975" y="32620"/>
                  </a:lnTo>
                  <a:lnTo>
                    <a:pt x="152652" y="29537"/>
                  </a:lnTo>
                  <a:lnTo>
                    <a:pt x="148233" y="26593"/>
                  </a:lnTo>
                  <a:lnTo>
                    <a:pt x="143722" y="23790"/>
                  </a:lnTo>
                  <a:lnTo>
                    <a:pt x="139125" y="21133"/>
                  </a:lnTo>
                  <a:lnTo>
                    <a:pt x="134445" y="18622"/>
                  </a:lnTo>
                  <a:lnTo>
                    <a:pt x="129688" y="16262"/>
                  </a:lnTo>
                  <a:lnTo>
                    <a:pt x="124859" y="14053"/>
                  </a:lnTo>
                  <a:lnTo>
                    <a:pt x="119962" y="12000"/>
                  </a:lnTo>
                  <a:lnTo>
                    <a:pt x="115002" y="10103"/>
                  </a:lnTo>
                  <a:lnTo>
                    <a:pt x="109984" y="8364"/>
                  </a:lnTo>
                  <a:lnTo>
                    <a:pt x="104914" y="6786"/>
                  </a:lnTo>
                  <a:lnTo>
                    <a:pt x="99796" y="5369"/>
                  </a:lnTo>
                  <a:lnTo>
                    <a:pt x="94636" y="4116"/>
                  </a:lnTo>
                  <a:lnTo>
                    <a:pt x="89438" y="3027"/>
                  </a:lnTo>
                  <a:lnTo>
                    <a:pt x="84209" y="2104"/>
                  </a:lnTo>
                  <a:lnTo>
                    <a:pt x="78953" y="1347"/>
                  </a:lnTo>
                  <a:lnTo>
                    <a:pt x="73675" y="758"/>
                  </a:lnTo>
                  <a:lnTo>
                    <a:pt x="68382" y="337"/>
                  </a:lnTo>
                  <a:lnTo>
                    <a:pt x="63078" y="84"/>
                  </a:lnTo>
                  <a:lnTo>
                    <a:pt x="57768" y="0"/>
                  </a:lnTo>
                  <a:lnTo>
                    <a:pt x="577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756331" y="3685283"/>
              <a:ext cx="180911" cy="334319"/>
            </a:xfrm>
            <a:custGeom>
              <a:avLst/>
              <a:pathLst>
                <a:path w="180911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8" y="340"/>
                  </a:lnTo>
                  <a:lnTo>
                    <a:pt x="151180" y="765"/>
                  </a:lnTo>
                  <a:lnTo>
                    <a:pt x="145877" y="1360"/>
                  </a:lnTo>
                  <a:lnTo>
                    <a:pt x="140596" y="2124"/>
                  </a:lnTo>
                  <a:lnTo>
                    <a:pt x="135343" y="3056"/>
                  </a:lnTo>
                  <a:lnTo>
                    <a:pt x="130121" y="4155"/>
                  </a:lnTo>
                  <a:lnTo>
                    <a:pt x="124938" y="5420"/>
                  </a:lnTo>
                  <a:lnTo>
                    <a:pt x="119797" y="6850"/>
                  </a:lnTo>
                  <a:lnTo>
                    <a:pt x="114705" y="8444"/>
                  </a:lnTo>
                  <a:lnTo>
                    <a:pt x="109666" y="10199"/>
                  </a:lnTo>
                  <a:lnTo>
                    <a:pt x="104686" y="12114"/>
                  </a:lnTo>
                  <a:lnTo>
                    <a:pt x="99769" y="14187"/>
                  </a:lnTo>
                  <a:lnTo>
                    <a:pt x="94921" y="16415"/>
                  </a:lnTo>
                  <a:lnTo>
                    <a:pt x="90147" y="18798"/>
                  </a:lnTo>
                  <a:lnTo>
                    <a:pt x="85451" y="21331"/>
                  </a:lnTo>
                  <a:lnTo>
                    <a:pt x="80838" y="24013"/>
                  </a:lnTo>
                  <a:lnTo>
                    <a:pt x="76313" y="26841"/>
                  </a:lnTo>
                  <a:lnTo>
                    <a:pt x="71881" y="29812"/>
                  </a:lnTo>
                  <a:lnTo>
                    <a:pt x="67546" y="32923"/>
                  </a:lnTo>
                  <a:lnTo>
                    <a:pt x="63313" y="36171"/>
                  </a:lnTo>
                  <a:lnTo>
                    <a:pt x="59185" y="39552"/>
                  </a:lnTo>
                  <a:lnTo>
                    <a:pt x="55167" y="43063"/>
                  </a:lnTo>
                  <a:lnTo>
                    <a:pt x="51263" y="46701"/>
                  </a:lnTo>
                  <a:lnTo>
                    <a:pt x="47478" y="50461"/>
                  </a:lnTo>
                  <a:lnTo>
                    <a:pt x="43814" y="54340"/>
                  </a:lnTo>
                  <a:lnTo>
                    <a:pt x="40276" y="58334"/>
                  </a:lnTo>
                  <a:lnTo>
                    <a:pt x="36867" y="62439"/>
                  </a:lnTo>
                  <a:lnTo>
                    <a:pt x="33591" y="66651"/>
                  </a:lnTo>
                  <a:lnTo>
                    <a:pt x="30451" y="70965"/>
                  </a:lnTo>
                  <a:lnTo>
                    <a:pt x="27451" y="75377"/>
                  </a:lnTo>
                  <a:lnTo>
                    <a:pt x="24593" y="79883"/>
                  </a:lnTo>
                  <a:lnTo>
                    <a:pt x="21879" y="84477"/>
                  </a:lnTo>
                  <a:lnTo>
                    <a:pt x="19314" y="89156"/>
                  </a:lnTo>
                  <a:lnTo>
                    <a:pt x="16900" y="93914"/>
                  </a:lnTo>
                  <a:lnTo>
                    <a:pt x="14639" y="98747"/>
                  </a:lnTo>
                  <a:lnTo>
                    <a:pt x="12533" y="103650"/>
                  </a:lnTo>
                  <a:lnTo>
                    <a:pt x="10585" y="108617"/>
                  </a:lnTo>
                  <a:lnTo>
                    <a:pt x="8796" y="113644"/>
                  </a:lnTo>
                  <a:lnTo>
                    <a:pt x="7168" y="118726"/>
                  </a:lnTo>
                  <a:lnTo>
                    <a:pt x="5704" y="123856"/>
                  </a:lnTo>
                  <a:lnTo>
                    <a:pt x="4404" y="129031"/>
                  </a:lnTo>
                  <a:lnTo>
                    <a:pt x="3270" y="134245"/>
                  </a:lnTo>
                  <a:lnTo>
                    <a:pt x="2302" y="139493"/>
                  </a:lnTo>
                  <a:lnTo>
                    <a:pt x="1503" y="144768"/>
                  </a:lnTo>
                  <a:lnTo>
                    <a:pt x="873" y="150067"/>
                  </a:lnTo>
                  <a:lnTo>
                    <a:pt x="412" y="155382"/>
                  </a:lnTo>
                  <a:lnTo>
                    <a:pt x="120" y="160710"/>
                  </a:lnTo>
                  <a:lnTo>
                    <a:pt x="0" y="166045"/>
                  </a:lnTo>
                  <a:lnTo>
                    <a:pt x="49" y="171380"/>
                  </a:lnTo>
                  <a:lnTo>
                    <a:pt x="268" y="176711"/>
                  </a:lnTo>
                  <a:lnTo>
                    <a:pt x="658" y="182033"/>
                  </a:lnTo>
                  <a:lnTo>
                    <a:pt x="1217" y="187339"/>
                  </a:lnTo>
                  <a:lnTo>
                    <a:pt x="1946" y="192625"/>
                  </a:lnTo>
                  <a:lnTo>
                    <a:pt x="2842" y="197885"/>
                  </a:lnTo>
                  <a:lnTo>
                    <a:pt x="3906" y="203114"/>
                  </a:lnTo>
                  <a:lnTo>
                    <a:pt x="5137" y="208305"/>
                  </a:lnTo>
                  <a:lnTo>
                    <a:pt x="6532" y="213456"/>
                  </a:lnTo>
                  <a:lnTo>
                    <a:pt x="8091" y="218558"/>
                  </a:lnTo>
                  <a:lnTo>
                    <a:pt x="9812" y="223609"/>
                  </a:lnTo>
                  <a:lnTo>
                    <a:pt x="11694" y="228602"/>
                  </a:lnTo>
                  <a:lnTo>
                    <a:pt x="13734" y="233532"/>
                  </a:lnTo>
                  <a:lnTo>
                    <a:pt x="15930" y="238395"/>
                  </a:lnTo>
                  <a:lnTo>
                    <a:pt x="18280" y="243186"/>
                  </a:lnTo>
                  <a:lnTo>
                    <a:pt x="20782" y="247898"/>
                  </a:lnTo>
                  <a:lnTo>
                    <a:pt x="23433" y="252529"/>
                  </a:lnTo>
                  <a:lnTo>
                    <a:pt x="26231" y="257073"/>
                  </a:lnTo>
                  <a:lnTo>
                    <a:pt x="29172" y="261525"/>
                  </a:lnTo>
                  <a:lnTo>
                    <a:pt x="32254" y="265880"/>
                  </a:lnTo>
                  <a:lnTo>
                    <a:pt x="35473" y="270136"/>
                  </a:lnTo>
                  <a:lnTo>
                    <a:pt x="38826" y="274286"/>
                  </a:lnTo>
                  <a:lnTo>
                    <a:pt x="42310" y="278327"/>
                  </a:lnTo>
                  <a:lnTo>
                    <a:pt x="45921" y="282255"/>
                  </a:lnTo>
                  <a:lnTo>
                    <a:pt x="49656" y="286066"/>
                  </a:lnTo>
                  <a:lnTo>
                    <a:pt x="53511" y="289756"/>
                  </a:lnTo>
                  <a:lnTo>
                    <a:pt x="57481" y="293321"/>
                  </a:lnTo>
                  <a:lnTo>
                    <a:pt x="61563" y="296757"/>
                  </a:lnTo>
                  <a:lnTo>
                    <a:pt x="65752" y="300061"/>
                  </a:lnTo>
                  <a:lnTo>
                    <a:pt x="70045" y="303230"/>
                  </a:lnTo>
                  <a:lnTo>
                    <a:pt x="74437" y="306260"/>
                  </a:lnTo>
                  <a:lnTo>
                    <a:pt x="78924" y="309148"/>
                  </a:lnTo>
                  <a:lnTo>
                    <a:pt x="83500" y="311892"/>
                  </a:lnTo>
                  <a:lnTo>
                    <a:pt x="88161" y="314489"/>
                  </a:lnTo>
                  <a:lnTo>
                    <a:pt x="92903" y="316935"/>
                  </a:lnTo>
                  <a:lnTo>
                    <a:pt x="97721" y="319228"/>
                  </a:lnTo>
                  <a:lnTo>
                    <a:pt x="102609" y="321367"/>
                  </a:lnTo>
                  <a:lnTo>
                    <a:pt x="107563" y="323349"/>
                  </a:lnTo>
                  <a:lnTo>
                    <a:pt x="112578" y="325171"/>
                  </a:lnTo>
                  <a:lnTo>
                    <a:pt x="117649" y="326833"/>
                  </a:lnTo>
                  <a:lnTo>
                    <a:pt x="122769" y="328332"/>
                  </a:lnTo>
                  <a:lnTo>
                    <a:pt x="127936" y="329667"/>
                  </a:lnTo>
                  <a:lnTo>
                    <a:pt x="133142" y="330836"/>
                  </a:lnTo>
                  <a:lnTo>
                    <a:pt x="138382" y="331838"/>
                  </a:lnTo>
                  <a:lnTo>
                    <a:pt x="143653" y="332673"/>
                  </a:lnTo>
                  <a:lnTo>
                    <a:pt x="148947" y="333339"/>
                  </a:lnTo>
                  <a:lnTo>
                    <a:pt x="154259" y="333836"/>
                  </a:lnTo>
                  <a:lnTo>
                    <a:pt x="159585" y="334163"/>
                  </a:lnTo>
                  <a:lnTo>
                    <a:pt x="164918" y="334319"/>
                  </a:lnTo>
                  <a:lnTo>
                    <a:pt x="170254" y="334306"/>
                  </a:lnTo>
                  <a:lnTo>
                    <a:pt x="175587" y="334122"/>
                  </a:lnTo>
                  <a:lnTo>
                    <a:pt x="180911" y="333768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923495" y="3685301"/>
              <a:ext cx="167150" cy="333750"/>
            </a:xfrm>
            <a:custGeom>
              <a:avLst/>
              <a:pathLst>
                <a:path w="167150" h="333750">
                  <a:moveTo>
                    <a:pt x="13747" y="333750"/>
                  </a:moveTo>
                  <a:lnTo>
                    <a:pt x="19078" y="333224"/>
                  </a:lnTo>
                  <a:lnTo>
                    <a:pt x="24389" y="332527"/>
                  </a:lnTo>
                  <a:lnTo>
                    <a:pt x="29676" y="331661"/>
                  </a:lnTo>
                  <a:lnTo>
                    <a:pt x="34932" y="330625"/>
                  </a:lnTo>
                  <a:lnTo>
                    <a:pt x="40152" y="329422"/>
                  </a:lnTo>
                  <a:lnTo>
                    <a:pt x="45330" y="328052"/>
                  </a:lnTo>
                  <a:lnTo>
                    <a:pt x="50463" y="326517"/>
                  </a:lnTo>
                  <a:lnTo>
                    <a:pt x="55543" y="324819"/>
                  </a:lnTo>
                  <a:lnTo>
                    <a:pt x="60566" y="322958"/>
                  </a:lnTo>
                  <a:lnTo>
                    <a:pt x="65528" y="320937"/>
                  </a:lnTo>
                  <a:lnTo>
                    <a:pt x="70422" y="318759"/>
                  </a:lnTo>
                  <a:lnTo>
                    <a:pt x="75243" y="316425"/>
                  </a:lnTo>
                  <a:lnTo>
                    <a:pt x="79987" y="313937"/>
                  </a:lnTo>
                  <a:lnTo>
                    <a:pt x="84650" y="311299"/>
                  </a:lnTo>
                  <a:lnTo>
                    <a:pt x="89225" y="308513"/>
                  </a:lnTo>
                  <a:lnTo>
                    <a:pt x="93708" y="305581"/>
                  </a:lnTo>
                  <a:lnTo>
                    <a:pt x="98096" y="302508"/>
                  </a:lnTo>
                  <a:lnTo>
                    <a:pt x="102382" y="299295"/>
                  </a:lnTo>
                  <a:lnTo>
                    <a:pt x="106564" y="295947"/>
                  </a:lnTo>
                  <a:lnTo>
                    <a:pt x="110636" y="292466"/>
                  </a:lnTo>
                  <a:lnTo>
                    <a:pt x="114595" y="288857"/>
                  </a:lnTo>
                  <a:lnTo>
                    <a:pt x="118435" y="285123"/>
                  </a:lnTo>
                  <a:lnTo>
                    <a:pt x="122155" y="281267"/>
                  </a:lnTo>
                  <a:lnTo>
                    <a:pt x="125748" y="277295"/>
                  </a:lnTo>
                  <a:lnTo>
                    <a:pt x="129213" y="273209"/>
                  </a:lnTo>
                  <a:lnTo>
                    <a:pt x="132545" y="269014"/>
                  </a:lnTo>
                  <a:lnTo>
                    <a:pt x="135741" y="264715"/>
                  </a:lnTo>
                  <a:lnTo>
                    <a:pt x="138797" y="260316"/>
                  </a:lnTo>
                  <a:lnTo>
                    <a:pt x="141711" y="255821"/>
                  </a:lnTo>
                  <a:lnTo>
                    <a:pt x="144479" y="251235"/>
                  </a:lnTo>
                  <a:lnTo>
                    <a:pt x="147099" y="246562"/>
                  </a:lnTo>
                  <a:lnTo>
                    <a:pt x="149568" y="241808"/>
                  </a:lnTo>
                  <a:lnTo>
                    <a:pt x="151884" y="236978"/>
                  </a:lnTo>
                  <a:lnTo>
                    <a:pt x="154043" y="232075"/>
                  </a:lnTo>
                  <a:lnTo>
                    <a:pt x="156044" y="227106"/>
                  </a:lnTo>
                  <a:lnTo>
                    <a:pt x="157885" y="222076"/>
                  </a:lnTo>
                  <a:lnTo>
                    <a:pt x="159564" y="216989"/>
                  </a:lnTo>
                  <a:lnTo>
                    <a:pt x="161079" y="211851"/>
                  </a:lnTo>
                  <a:lnTo>
                    <a:pt x="162429" y="206666"/>
                  </a:lnTo>
                  <a:lnTo>
                    <a:pt x="163612" y="201442"/>
                  </a:lnTo>
                  <a:lnTo>
                    <a:pt x="164626" y="196182"/>
                  </a:lnTo>
                  <a:lnTo>
                    <a:pt x="165472" y="190892"/>
                  </a:lnTo>
                  <a:lnTo>
                    <a:pt x="166148" y="185578"/>
                  </a:lnTo>
                  <a:lnTo>
                    <a:pt x="166653" y="180245"/>
                  </a:lnTo>
                  <a:lnTo>
                    <a:pt x="166987" y="174899"/>
                  </a:lnTo>
                  <a:lnTo>
                    <a:pt x="167150" y="169544"/>
                  </a:lnTo>
                  <a:lnTo>
                    <a:pt x="167141" y="164187"/>
                  </a:lnTo>
                  <a:lnTo>
                    <a:pt x="166960" y="158834"/>
                  </a:lnTo>
                  <a:lnTo>
                    <a:pt x="166608" y="153488"/>
                  </a:lnTo>
                  <a:lnTo>
                    <a:pt x="166085" y="148157"/>
                  </a:lnTo>
                  <a:lnTo>
                    <a:pt x="165391" y="142845"/>
                  </a:lnTo>
                  <a:lnTo>
                    <a:pt x="164527" y="137558"/>
                  </a:lnTo>
                  <a:lnTo>
                    <a:pt x="163495" y="132302"/>
                  </a:lnTo>
                  <a:lnTo>
                    <a:pt x="162294" y="127081"/>
                  </a:lnTo>
                  <a:lnTo>
                    <a:pt x="160927" y="121902"/>
                  </a:lnTo>
                  <a:lnTo>
                    <a:pt x="159395" y="116769"/>
                  </a:lnTo>
                  <a:lnTo>
                    <a:pt x="157699" y="111688"/>
                  </a:lnTo>
                  <a:lnTo>
                    <a:pt x="155841" y="106663"/>
                  </a:lnTo>
                  <a:lnTo>
                    <a:pt x="153823" y="101701"/>
                  </a:lnTo>
                  <a:lnTo>
                    <a:pt x="151647" y="96806"/>
                  </a:lnTo>
                  <a:lnTo>
                    <a:pt x="149315" y="91983"/>
                  </a:lnTo>
                  <a:lnTo>
                    <a:pt x="146830" y="87238"/>
                  </a:lnTo>
                  <a:lnTo>
                    <a:pt x="144194" y="82574"/>
                  </a:lnTo>
                  <a:lnTo>
                    <a:pt x="141410" y="77997"/>
                  </a:lnTo>
                  <a:lnTo>
                    <a:pt x="138481" y="73512"/>
                  </a:lnTo>
                  <a:lnTo>
                    <a:pt x="135410" y="69123"/>
                  </a:lnTo>
                  <a:lnTo>
                    <a:pt x="132200" y="64835"/>
                  </a:lnTo>
                  <a:lnTo>
                    <a:pt x="128854" y="60652"/>
                  </a:lnTo>
                  <a:lnTo>
                    <a:pt x="125375" y="56578"/>
                  </a:lnTo>
                  <a:lnTo>
                    <a:pt x="121768" y="52617"/>
                  </a:lnTo>
                  <a:lnTo>
                    <a:pt x="118036" y="48775"/>
                  </a:lnTo>
                  <a:lnTo>
                    <a:pt x="114182" y="45053"/>
                  </a:lnTo>
                  <a:lnTo>
                    <a:pt x="110212" y="41457"/>
                  </a:lnTo>
                  <a:lnTo>
                    <a:pt x="106128" y="37991"/>
                  </a:lnTo>
                  <a:lnTo>
                    <a:pt x="101935" y="34657"/>
                  </a:lnTo>
                  <a:lnTo>
                    <a:pt x="97638" y="31459"/>
                  </a:lnTo>
                  <a:lnTo>
                    <a:pt x="93240" y="28400"/>
                  </a:lnTo>
                  <a:lnTo>
                    <a:pt x="88746" y="25484"/>
                  </a:lnTo>
                  <a:lnTo>
                    <a:pt x="84162" y="22713"/>
                  </a:lnTo>
                  <a:lnTo>
                    <a:pt x="79491" y="20090"/>
                  </a:lnTo>
                  <a:lnTo>
                    <a:pt x="74738" y="17619"/>
                  </a:lnTo>
                  <a:lnTo>
                    <a:pt x="69908" y="15301"/>
                  </a:lnTo>
                  <a:lnTo>
                    <a:pt x="65007" y="13139"/>
                  </a:lnTo>
                  <a:lnTo>
                    <a:pt x="60039" y="11135"/>
                  </a:lnTo>
                  <a:lnTo>
                    <a:pt x="55010" y="9291"/>
                  </a:lnTo>
                  <a:lnTo>
                    <a:pt x="49923" y="7610"/>
                  </a:lnTo>
                  <a:lnTo>
                    <a:pt x="44786" y="6092"/>
                  </a:lnTo>
                  <a:lnTo>
                    <a:pt x="39603" y="4740"/>
                  </a:lnTo>
                  <a:lnTo>
                    <a:pt x="34379" y="3554"/>
                  </a:lnTo>
                  <a:lnTo>
                    <a:pt x="29119" y="2537"/>
                  </a:lnTo>
                  <a:lnTo>
                    <a:pt x="23830" y="1688"/>
                  </a:lnTo>
                  <a:lnTo>
                    <a:pt x="18516" y="1010"/>
                  </a:lnTo>
                  <a:lnTo>
                    <a:pt x="13184" y="502"/>
                  </a:lnTo>
                  <a:lnTo>
                    <a:pt x="7837" y="165"/>
                  </a:lnTo>
                  <a:lnTo>
                    <a:pt x="2483" y="0"/>
                  </a:lnTo>
                  <a:lnTo>
                    <a:pt x="0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6923495" y="3685283"/>
              <a:ext cx="2483" cy="167167"/>
            </a:xfrm>
            <a:custGeom>
              <a:avLst/>
              <a:pathLst>
                <a:path w="2483" h="167167">
                  <a:moveTo>
                    <a:pt x="2483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tx95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2025-06-26T12:13:27Z</dcterms:modified>
  <cp:category/>
</cp:coreProperties>
</file>