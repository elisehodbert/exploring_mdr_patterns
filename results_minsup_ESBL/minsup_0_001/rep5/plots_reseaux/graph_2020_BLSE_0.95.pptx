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2020_BLSE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617949" y="1543600"/>
              <a:ext cx="919170" cy="1395166"/>
            </a:xfrm>
            <a:custGeom>
              <a:avLst/>
              <a:pathLst>
                <a:path w="919170" h="1395166">
                  <a:moveTo>
                    <a:pt x="919170" y="0"/>
                  </a:moveTo>
                  <a:lnTo>
                    <a:pt x="0" y="1395166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01106" y="1553340"/>
              <a:ext cx="952855" cy="1894082"/>
            </a:xfrm>
            <a:custGeom>
              <a:avLst/>
              <a:pathLst>
                <a:path w="952855" h="1894082">
                  <a:moveTo>
                    <a:pt x="952855" y="0"/>
                  </a:moveTo>
                  <a:lnTo>
                    <a:pt x="0" y="1894082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3686348" y="1561060"/>
              <a:ext cx="1392067" cy="3818202"/>
            </a:xfrm>
            <a:custGeom>
              <a:avLst/>
              <a:pathLst>
                <a:path w="1392067" h="3818202">
                  <a:moveTo>
                    <a:pt x="0" y="0"/>
                  </a:moveTo>
                  <a:lnTo>
                    <a:pt x="1392067" y="3818202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02993" y="1561060"/>
              <a:ext cx="868834" cy="2383065"/>
            </a:xfrm>
            <a:custGeom>
              <a:avLst/>
              <a:pathLst>
                <a:path w="868834" h="2383065">
                  <a:moveTo>
                    <a:pt x="868834" y="0"/>
                  </a:moveTo>
                  <a:lnTo>
                    <a:pt x="0" y="2383065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17396" y="1566652"/>
              <a:ext cx="673078" cy="2835136"/>
            </a:xfrm>
            <a:custGeom>
              <a:avLst/>
              <a:pathLst>
                <a:path w="673078" h="2835136">
                  <a:moveTo>
                    <a:pt x="673078" y="0"/>
                  </a:moveTo>
                  <a:lnTo>
                    <a:pt x="0" y="2835136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00473" y="1518619"/>
              <a:ext cx="506924" cy="477449"/>
            </a:xfrm>
            <a:custGeom>
              <a:avLst/>
              <a:pathLst>
                <a:path w="506924" h="477449">
                  <a:moveTo>
                    <a:pt x="506924" y="0"/>
                  </a:moveTo>
                  <a:lnTo>
                    <a:pt x="0" y="477449"/>
                  </a:lnTo>
                </a:path>
              </a:pathLst>
            </a:custGeom>
            <a:ln w="26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232006" y="1570038"/>
              <a:ext cx="377643" cy="3225478"/>
            </a:xfrm>
            <a:custGeom>
              <a:avLst/>
              <a:pathLst>
                <a:path w="377643" h="3225478">
                  <a:moveTo>
                    <a:pt x="377643" y="0"/>
                  </a:moveTo>
                  <a:lnTo>
                    <a:pt x="0" y="3225478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2753293" y="1531973"/>
              <a:ext cx="768235" cy="913998"/>
            </a:xfrm>
            <a:custGeom>
              <a:avLst/>
              <a:pathLst>
                <a:path w="768235" h="913998">
                  <a:moveTo>
                    <a:pt x="768235" y="0"/>
                  </a:moveTo>
                  <a:lnTo>
                    <a:pt x="0" y="913998"/>
                  </a:lnTo>
                </a:path>
              </a:pathLst>
            </a:custGeom>
            <a:ln w="264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3704214" y="1553340"/>
              <a:ext cx="1853794" cy="3684963"/>
            </a:xfrm>
            <a:custGeom>
              <a:avLst/>
              <a:pathLst>
                <a:path w="1853794" h="3684963">
                  <a:moveTo>
                    <a:pt x="0" y="0"/>
                  </a:moveTo>
                  <a:lnTo>
                    <a:pt x="1853794" y="3684963"/>
                  </a:lnTo>
                </a:path>
              </a:pathLst>
            </a:custGeom>
            <a:ln w="3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3750778" y="1518619"/>
              <a:ext cx="2873423" cy="2706349"/>
            </a:xfrm>
            <a:custGeom>
              <a:avLst/>
              <a:pathLst>
                <a:path w="2873423" h="2706349">
                  <a:moveTo>
                    <a:pt x="0" y="0"/>
                  </a:moveTo>
                  <a:lnTo>
                    <a:pt x="2873423" y="2706349"/>
                  </a:lnTo>
                </a:path>
              </a:pathLst>
            </a:custGeom>
            <a:ln w="3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721057" y="1543600"/>
              <a:ext cx="2269814" cy="3445246"/>
            </a:xfrm>
            <a:custGeom>
              <a:avLst/>
              <a:pathLst>
                <a:path w="2269814" h="3445246">
                  <a:moveTo>
                    <a:pt x="0" y="0"/>
                  </a:moveTo>
                  <a:lnTo>
                    <a:pt x="2269814" y="3445246"/>
                  </a:lnTo>
                </a:path>
              </a:pathLst>
            </a:custGeom>
            <a:ln w="3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3736648" y="1531973"/>
              <a:ext cx="2616338" cy="3112755"/>
            </a:xfrm>
            <a:custGeom>
              <a:avLst/>
              <a:pathLst>
                <a:path w="2616338" h="3112755">
                  <a:moveTo>
                    <a:pt x="0" y="0"/>
                  </a:moveTo>
                  <a:lnTo>
                    <a:pt x="2616338" y="3112755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763258" y="1503722"/>
              <a:ext cx="3026066" cy="2249011"/>
            </a:xfrm>
            <a:custGeom>
              <a:avLst/>
              <a:pathLst>
                <a:path w="3026066" h="2249011">
                  <a:moveTo>
                    <a:pt x="0" y="0"/>
                  </a:moveTo>
                  <a:lnTo>
                    <a:pt x="3026066" y="2249011"/>
                  </a:lnTo>
                </a:path>
              </a:pathLst>
            </a:custGeom>
            <a:ln w="30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346736" y="1503722"/>
              <a:ext cx="148182" cy="110131"/>
            </a:xfrm>
            <a:custGeom>
              <a:avLst/>
              <a:pathLst>
                <a:path w="148182" h="110131">
                  <a:moveTo>
                    <a:pt x="148182" y="0"/>
                  </a:moveTo>
                  <a:lnTo>
                    <a:pt x="0" y="110131"/>
                  </a:lnTo>
                </a:path>
              </a:pathLst>
            </a:custGeom>
            <a:ln w="3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795974" y="1297183"/>
              <a:ext cx="1670275" cy="97117"/>
            </a:xfrm>
            <a:custGeom>
              <a:avLst/>
              <a:pathLst>
                <a:path w="1670275" h="97117">
                  <a:moveTo>
                    <a:pt x="1670275" y="0"/>
                  </a:moveTo>
                  <a:lnTo>
                    <a:pt x="0" y="97117"/>
                  </a:lnTo>
                </a:path>
              </a:pathLst>
            </a:custGeom>
            <a:ln w="201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0813" y="1370958"/>
              <a:ext cx="2817489" cy="1623926"/>
            </a:xfrm>
            <a:custGeom>
              <a:avLst/>
              <a:pathLst>
                <a:path w="2817489" h="1623926">
                  <a:moveTo>
                    <a:pt x="2817489" y="0"/>
                  </a:moveTo>
                  <a:lnTo>
                    <a:pt x="0" y="1623926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60150" y="1387197"/>
              <a:ext cx="2838815" cy="2109844"/>
            </a:xfrm>
            <a:custGeom>
              <a:avLst/>
              <a:pathLst>
                <a:path w="2838815" h="2109844">
                  <a:moveTo>
                    <a:pt x="2838815" y="0"/>
                  </a:moveTo>
                  <a:lnTo>
                    <a:pt x="0" y="2109844"/>
                  </a:lnTo>
                </a:path>
              </a:pathLst>
            </a:custGeom>
            <a:ln w="258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5155115" y="1453513"/>
              <a:ext cx="458580" cy="3916770"/>
            </a:xfrm>
            <a:custGeom>
              <a:avLst/>
              <a:pathLst>
                <a:path w="458580" h="3916770">
                  <a:moveTo>
                    <a:pt x="458580" y="0"/>
                  </a:moveTo>
                  <a:lnTo>
                    <a:pt x="0" y="3916770"/>
                  </a:lnTo>
                </a:path>
              </a:pathLst>
            </a:custGeom>
            <a:ln w="28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67423" y="1402094"/>
              <a:ext cx="2744021" cy="2584471"/>
            </a:xfrm>
            <a:custGeom>
              <a:avLst/>
              <a:pathLst>
                <a:path w="2744021" h="2584471">
                  <a:moveTo>
                    <a:pt x="2744021" y="0"/>
                  </a:moveTo>
                  <a:lnTo>
                    <a:pt x="0" y="2584471"/>
                  </a:lnTo>
                </a:path>
              </a:pathLst>
            </a:custGeom>
            <a:ln w="3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986343" y="1415448"/>
              <a:ext cx="2539232" cy="3021019"/>
            </a:xfrm>
            <a:custGeom>
              <a:avLst/>
              <a:pathLst>
                <a:path w="2539232" h="3021019">
                  <a:moveTo>
                    <a:pt x="2539232" y="0"/>
                  </a:moveTo>
                  <a:lnTo>
                    <a:pt x="0" y="3021019"/>
                  </a:lnTo>
                </a:path>
              </a:pathLst>
            </a:custGeom>
            <a:ln w="286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038950" y="1335350"/>
              <a:ext cx="2434018" cy="727464"/>
            </a:xfrm>
            <a:custGeom>
              <a:avLst/>
              <a:pathLst>
                <a:path w="2434018" h="727464">
                  <a:moveTo>
                    <a:pt x="2434018" y="0"/>
                  </a:moveTo>
                  <a:lnTo>
                    <a:pt x="0" y="727464"/>
                  </a:lnTo>
                </a:path>
              </a:pathLst>
            </a:custGeom>
            <a:ln w="26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304535" y="1427075"/>
              <a:ext cx="2236631" cy="3394879"/>
            </a:xfrm>
            <a:custGeom>
              <a:avLst/>
              <a:pathLst>
                <a:path w="2236631" h="3394879">
                  <a:moveTo>
                    <a:pt x="2236631" y="0"/>
                  </a:moveTo>
                  <a:lnTo>
                    <a:pt x="0" y="3394879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99270" y="1353597"/>
              <a:ext cx="2680328" cy="1154224"/>
            </a:xfrm>
            <a:custGeom>
              <a:avLst/>
              <a:pathLst>
                <a:path w="2680328" h="1154224">
                  <a:moveTo>
                    <a:pt x="2680328" y="0"/>
                  </a:moveTo>
                  <a:lnTo>
                    <a:pt x="0" y="1154224"/>
                  </a:lnTo>
                </a:path>
              </a:pathLst>
            </a:custGeom>
            <a:ln w="49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633135" y="1454647"/>
              <a:ext cx="0" cy="3765824"/>
            </a:xfrm>
            <a:custGeom>
              <a:avLst/>
              <a:pathLst>
                <a:path w="0" h="3765824">
                  <a:moveTo>
                    <a:pt x="0" y="0"/>
                  </a:moveTo>
                  <a:lnTo>
                    <a:pt x="0" y="3765824"/>
                  </a:lnTo>
                </a:path>
              </a:pathLst>
            </a:custGeom>
            <a:ln w="52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4781916" y="1137641"/>
              <a:ext cx="686582" cy="120858"/>
            </a:xfrm>
            <a:custGeom>
              <a:avLst/>
              <a:pathLst>
                <a:path w="686582" h="120858">
                  <a:moveTo>
                    <a:pt x="686582" y="120858"/>
                  </a:moveTo>
                  <a:lnTo>
                    <a:pt x="0" y="0"/>
                  </a:lnTo>
                </a:path>
              </a:pathLst>
            </a:custGeom>
            <a:ln w="430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5690395" y="1444535"/>
              <a:ext cx="998236" cy="2737993"/>
            </a:xfrm>
            <a:custGeom>
              <a:avLst/>
              <a:pathLst>
                <a:path w="998236" h="2737993">
                  <a:moveTo>
                    <a:pt x="0" y="0"/>
                  </a:moveTo>
                  <a:lnTo>
                    <a:pt x="998236" y="2737993"/>
                  </a:lnTo>
                </a:path>
              </a:pathLst>
            </a:custGeom>
            <a:ln w="55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5652574" y="1453513"/>
              <a:ext cx="410826" cy="3508894"/>
            </a:xfrm>
            <a:custGeom>
              <a:avLst/>
              <a:pathLst>
                <a:path w="410826" h="3508894">
                  <a:moveTo>
                    <a:pt x="0" y="0"/>
                  </a:moveTo>
                  <a:lnTo>
                    <a:pt x="410826" y="3508894"/>
                  </a:lnTo>
                </a:path>
              </a:pathLst>
            </a:custGeom>
            <a:ln w="3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5671748" y="1450127"/>
              <a:ext cx="750184" cy="3159922"/>
            </a:xfrm>
            <a:custGeom>
              <a:avLst/>
              <a:pathLst>
                <a:path w="750184" h="3159922">
                  <a:moveTo>
                    <a:pt x="0" y="0"/>
                  </a:moveTo>
                  <a:lnTo>
                    <a:pt x="750184" y="3159922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272780" y="1208382"/>
              <a:ext cx="1193469" cy="69394"/>
            </a:xfrm>
            <a:custGeom>
              <a:avLst/>
              <a:pathLst>
                <a:path w="1193469" h="69394">
                  <a:moveTo>
                    <a:pt x="1193469" y="69394"/>
                  </a:moveTo>
                  <a:lnTo>
                    <a:pt x="0" y="0"/>
                  </a:lnTo>
                </a:path>
              </a:pathLst>
            </a:custGeom>
            <a:ln w="92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5295843" y="1186672"/>
              <a:ext cx="177125" cy="52938"/>
            </a:xfrm>
            <a:custGeom>
              <a:avLst/>
              <a:pathLst>
                <a:path w="177125" h="52938">
                  <a:moveTo>
                    <a:pt x="177125" y="52938"/>
                  </a:moveTo>
                  <a:lnTo>
                    <a:pt x="0" y="0"/>
                  </a:lnTo>
                </a:path>
              </a:pathLst>
            </a:custGeom>
            <a:ln w="3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5708261" y="1436815"/>
              <a:ext cx="1140107" cy="2266299"/>
            </a:xfrm>
            <a:custGeom>
              <a:avLst/>
              <a:pathLst>
                <a:path w="1140107" h="2266299">
                  <a:moveTo>
                    <a:pt x="0" y="0"/>
                  </a:moveTo>
                  <a:lnTo>
                    <a:pt x="1140107" y="2266299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377202" y="1316461"/>
              <a:ext cx="2091296" cy="368128"/>
            </a:xfrm>
            <a:custGeom>
              <a:avLst/>
              <a:pathLst>
                <a:path w="2091296" h="368128">
                  <a:moveTo>
                    <a:pt x="2091296" y="0"/>
                  </a:moveTo>
                  <a:lnTo>
                    <a:pt x="0" y="368128"/>
                  </a:lnTo>
                </a:path>
              </a:pathLst>
            </a:custGeom>
            <a:ln w="107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525980" y="3245529"/>
              <a:ext cx="0" cy="184060"/>
            </a:xfrm>
            <a:custGeom>
              <a:avLst/>
              <a:pathLst>
                <a:path w="0" h="184060">
                  <a:moveTo>
                    <a:pt x="0" y="0"/>
                  </a:moveTo>
                  <a:lnTo>
                    <a:pt x="0" y="184060"/>
                  </a:lnTo>
                </a:path>
              </a:pathLst>
            </a:custGeom>
            <a:ln w="404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647670" y="3192976"/>
              <a:ext cx="2366315" cy="2228726"/>
            </a:xfrm>
            <a:custGeom>
              <a:avLst/>
              <a:pathLst>
                <a:path w="2366315" h="2228726">
                  <a:moveTo>
                    <a:pt x="0" y="0"/>
                  </a:moveTo>
                  <a:lnTo>
                    <a:pt x="2366315" y="2228726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545420" y="3244395"/>
              <a:ext cx="80874" cy="690751"/>
            </a:xfrm>
            <a:custGeom>
              <a:avLst/>
              <a:pathLst>
                <a:path w="80874" h="690751">
                  <a:moveTo>
                    <a:pt x="0" y="0"/>
                  </a:moveTo>
                  <a:lnTo>
                    <a:pt x="80874" y="690751"/>
                  </a:lnTo>
                </a:path>
              </a:pathLst>
            </a:custGeom>
            <a:ln w="100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564594" y="3241008"/>
              <a:ext cx="275576" cy="1160780"/>
            </a:xfrm>
            <a:custGeom>
              <a:avLst/>
              <a:pathLst>
                <a:path w="275576" h="1160780">
                  <a:moveTo>
                    <a:pt x="0" y="0"/>
                  </a:moveTo>
                  <a:lnTo>
                    <a:pt x="275576" y="1160780"/>
                  </a:lnTo>
                </a:path>
              </a:pathLst>
            </a:custGeom>
            <a:ln w="432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583240" y="3235416"/>
              <a:ext cx="572065" cy="1569078"/>
            </a:xfrm>
            <a:custGeom>
              <a:avLst/>
              <a:pathLst>
                <a:path w="572065" h="1569078">
                  <a:moveTo>
                    <a:pt x="0" y="0"/>
                  </a:moveTo>
                  <a:lnTo>
                    <a:pt x="572065" y="1569078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60150" y="3178078"/>
              <a:ext cx="2838815" cy="2109844"/>
            </a:xfrm>
            <a:custGeom>
              <a:avLst/>
              <a:pathLst>
                <a:path w="2838815" h="2109844">
                  <a:moveTo>
                    <a:pt x="0" y="0"/>
                  </a:moveTo>
                  <a:lnTo>
                    <a:pt x="2838815" y="2109844"/>
                  </a:lnTo>
                </a:path>
              </a:pathLst>
            </a:custGeom>
            <a:ln w="105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86147" y="3126231"/>
              <a:ext cx="3899578" cy="1165481"/>
            </a:xfrm>
            <a:custGeom>
              <a:avLst/>
              <a:pathLst>
                <a:path w="3899578" h="1165481">
                  <a:moveTo>
                    <a:pt x="0" y="0"/>
                  </a:moveTo>
                  <a:lnTo>
                    <a:pt x="3899578" y="1165481"/>
                  </a:lnTo>
                </a:path>
              </a:pathLst>
            </a:custGeom>
            <a:ln w="53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670813" y="3161839"/>
              <a:ext cx="3267194" cy="1883124"/>
            </a:xfrm>
            <a:custGeom>
              <a:avLst/>
              <a:pathLst>
                <a:path w="3267194" h="1883124">
                  <a:moveTo>
                    <a:pt x="0" y="0"/>
                  </a:moveTo>
                  <a:lnTo>
                    <a:pt x="3267194" y="1883124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679517" y="3144479"/>
              <a:ext cx="3627493" cy="1562100"/>
            </a:xfrm>
            <a:custGeom>
              <a:avLst/>
              <a:pathLst>
                <a:path w="3627493" h="1562100">
                  <a:moveTo>
                    <a:pt x="0" y="0"/>
                  </a:moveTo>
                  <a:lnTo>
                    <a:pt x="3627493" y="1562100"/>
                  </a:lnTo>
                </a:path>
              </a:pathLst>
            </a:custGeom>
            <a:ln w="10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90616" y="3107342"/>
              <a:ext cx="4068242" cy="716127"/>
            </a:xfrm>
            <a:custGeom>
              <a:avLst/>
              <a:pathLst>
                <a:path w="4068242" h="716127">
                  <a:moveTo>
                    <a:pt x="0" y="0"/>
                  </a:moveTo>
                  <a:lnTo>
                    <a:pt x="4068242" y="716127"/>
                  </a:lnTo>
                </a:path>
              </a:pathLst>
            </a:custGeom>
            <a:ln w="462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660150" y="3696474"/>
              <a:ext cx="2341355" cy="1740125"/>
            </a:xfrm>
            <a:custGeom>
              <a:avLst/>
              <a:pathLst>
                <a:path w="2341355" h="1740125">
                  <a:moveTo>
                    <a:pt x="0" y="0"/>
                  </a:moveTo>
                  <a:lnTo>
                    <a:pt x="2341355" y="1740125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4594" y="3759404"/>
              <a:ext cx="42526" cy="179128"/>
            </a:xfrm>
            <a:custGeom>
              <a:avLst/>
              <a:pathLst>
                <a:path w="42526" h="179128">
                  <a:moveTo>
                    <a:pt x="0" y="0"/>
                  </a:moveTo>
                  <a:lnTo>
                    <a:pt x="42526" y="179128"/>
                  </a:lnTo>
                </a:path>
              </a:pathLst>
            </a:custGeom>
            <a:ln w="117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3240" y="3753812"/>
              <a:ext cx="238282" cy="653568"/>
            </a:xfrm>
            <a:custGeom>
              <a:avLst/>
              <a:pathLst>
                <a:path w="238282" h="653568">
                  <a:moveTo>
                    <a:pt x="0" y="0"/>
                  </a:moveTo>
                  <a:lnTo>
                    <a:pt x="238282" y="653568"/>
                  </a:lnTo>
                </a:path>
              </a:pathLst>
            </a:custGeom>
            <a:ln w="5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01106" y="3746093"/>
              <a:ext cx="536333" cy="1066121"/>
            </a:xfrm>
            <a:custGeom>
              <a:avLst/>
              <a:pathLst>
                <a:path w="536333" h="1066121">
                  <a:moveTo>
                    <a:pt x="0" y="0"/>
                  </a:moveTo>
                  <a:lnTo>
                    <a:pt x="536333" y="1066121"/>
                  </a:lnTo>
                </a:path>
              </a:pathLst>
            </a:custGeom>
            <a:ln w="43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70813" y="3680235"/>
              <a:ext cx="2817489" cy="1623926"/>
            </a:xfrm>
            <a:custGeom>
              <a:avLst/>
              <a:pathLst>
                <a:path w="2817489" h="1623926">
                  <a:moveTo>
                    <a:pt x="0" y="0"/>
                  </a:moveTo>
                  <a:lnTo>
                    <a:pt x="2817489" y="1623926"/>
                  </a:lnTo>
                </a:path>
              </a:pathLst>
            </a:custGeom>
            <a:ln w="117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90616" y="3625738"/>
              <a:ext cx="3890639" cy="684864"/>
            </a:xfrm>
            <a:custGeom>
              <a:avLst/>
              <a:pathLst>
                <a:path w="3890639" h="684864">
                  <a:moveTo>
                    <a:pt x="0" y="0"/>
                  </a:moveTo>
                  <a:lnTo>
                    <a:pt x="3890639" y="684864"/>
                  </a:lnTo>
                </a:path>
              </a:pathLst>
            </a:custGeom>
            <a:ln w="55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79517" y="3662875"/>
              <a:ext cx="3249786" cy="1399449"/>
            </a:xfrm>
            <a:custGeom>
              <a:avLst/>
              <a:pathLst>
                <a:path w="3249786" h="1399449">
                  <a:moveTo>
                    <a:pt x="0" y="0"/>
                  </a:moveTo>
                  <a:lnTo>
                    <a:pt x="3249786" y="1399449"/>
                  </a:lnTo>
                </a:path>
              </a:pathLst>
            </a:custGeom>
            <a:ln w="39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86147" y="3644627"/>
              <a:ext cx="3614232" cy="1080199"/>
            </a:xfrm>
            <a:custGeom>
              <a:avLst/>
              <a:pathLst>
                <a:path w="3614232" h="1080199">
                  <a:moveTo>
                    <a:pt x="0" y="0"/>
                  </a:moveTo>
                  <a:lnTo>
                    <a:pt x="3614232" y="1080199"/>
                  </a:lnTo>
                </a:path>
              </a:pathLst>
            </a:custGeom>
            <a:ln w="382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692866" y="3606461"/>
              <a:ext cx="4063743" cy="236285"/>
            </a:xfrm>
            <a:custGeom>
              <a:avLst/>
              <a:pathLst>
                <a:path w="4063743" h="236285">
                  <a:moveTo>
                    <a:pt x="0" y="0"/>
                  </a:moveTo>
                  <a:lnTo>
                    <a:pt x="4063743" y="236285"/>
                  </a:lnTo>
                </a:path>
              </a:pathLst>
            </a:custGeom>
            <a:ln w="214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295843" y="5435509"/>
              <a:ext cx="177125" cy="52938"/>
            </a:xfrm>
            <a:custGeom>
              <a:avLst/>
              <a:pathLst>
                <a:path w="177125" h="52938">
                  <a:moveTo>
                    <a:pt x="0" y="52938"/>
                  </a:moveTo>
                  <a:lnTo>
                    <a:pt x="177125" y="0"/>
                  </a:lnTo>
                </a:path>
              </a:pathLst>
            </a:custGeom>
            <a:ln w="223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269845" y="4439300"/>
              <a:ext cx="1341877" cy="997300"/>
            </a:xfrm>
            <a:custGeom>
              <a:avLst/>
              <a:pathLst>
                <a:path w="1341877" h="997300">
                  <a:moveTo>
                    <a:pt x="0" y="997300"/>
                  </a:moveTo>
                  <a:lnTo>
                    <a:pt x="1341877" y="0"/>
                  </a:lnTo>
                </a:path>
              </a:pathLst>
            </a:custGeom>
            <a:ln w="163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289212" y="5194558"/>
              <a:ext cx="640091" cy="275641"/>
            </a:xfrm>
            <a:custGeom>
              <a:avLst/>
              <a:pathLst>
                <a:path w="640091" h="275641">
                  <a:moveTo>
                    <a:pt x="0" y="275641"/>
                  </a:moveTo>
                  <a:lnTo>
                    <a:pt x="640091" y="0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280508" y="4856174"/>
              <a:ext cx="1035205" cy="596665"/>
            </a:xfrm>
            <a:custGeom>
              <a:avLst/>
              <a:pathLst>
                <a:path w="1035205" h="596665">
                  <a:moveTo>
                    <a:pt x="0" y="596665"/>
                  </a:moveTo>
                  <a:lnTo>
                    <a:pt x="1035205" y="0"/>
                  </a:lnTo>
                </a:path>
              </a:pathLst>
            </a:custGeom>
            <a:ln w="119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5257366" y="3967065"/>
              <a:ext cx="1544438" cy="1454637"/>
            </a:xfrm>
            <a:custGeom>
              <a:avLst/>
              <a:pathLst>
                <a:path w="1544438" h="1454637">
                  <a:moveTo>
                    <a:pt x="0" y="1454637"/>
                  </a:moveTo>
                  <a:lnTo>
                    <a:pt x="1544438" y="0"/>
                  </a:lnTo>
                </a:path>
              </a:pathLst>
            </a:custGeom>
            <a:ln w="2232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790566" y="4184657"/>
              <a:ext cx="2200277" cy="1268181"/>
            </a:xfrm>
            <a:custGeom>
              <a:avLst/>
              <a:pathLst>
                <a:path w="2200277" h="1268181">
                  <a:moveTo>
                    <a:pt x="0" y="0"/>
                  </a:moveTo>
                  <a:lnTo>
                    <a:pt x="2200277" y="1268181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720859" y="4250515"/>
              <a:ext cx="82797" cy="164584"/>
            </a:xfrm>
            <a:custGeom>
              <a:avLst/>
              <a:pathLst>
                <a:path w="82797" h="164584">
                  <a:moveTo>
                    <a:pt x="0" y="0"/>
                  </a:moveTo>
                  <a:lnTo>
                    <a:pt x="82797" y="164584"/>
                  </a:lnTo>
                </a:path>
              </a:pathLst>
            </a:custGeom>
            <a:ln w="119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7702" y="4240775"/>
              <a:ext cx="382895" cy="581179"/>
            </a:xfrm>
            <a:custGeom>
              <a:avLst/>
              <a:pathLst>
                <a:path w="382895" h="581179">
                  <a:moveTo>
                    <a:pt x="0" y="0"/>
                  </a:moveTo>
                  <a:lnTo>
                    <a:pt x="382895" y="581179"/>
                  </a:lnTo>
                </a:path>
              </a:pathLst>
            </a:custGeom>
            <a:ln w="163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99270" y="4167297"/>
              <a:ext cx="2680328" cy="1154224"/>
            </a:xfrm>
            <a:custGeom>
              <a:avLst/>
              <a:pathLst>
                <a:path w="2680328" h="1154224">
                  <a:moveTo>
                    <a:pt x="0" y="0"/>
                  </a:moveTo>
                  <a:lnTo>
                    <a:pt x="2680328" y="1154224"/>
                  </a:lnTo>
                </a:path>
              </a:pathLst>
            </a:custGeom>
            <a:ln w="26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812619" y="4110883"/>
              <a:ext cx="3766388" cy="218995"/>
            </a:xfrm>
            <a:custGeom>
              <a:avLst/>
              <a:pathLst>
                <a:path w="3766388" h="218995">
                  <a:moveTo>
                    <a:pt x="0" y="0"/>
                  </a:moveTo>
                  <a:lnTo>
                    <a:pt x="3766388" y="218995"/>
                  </a:lnTo>
                </a:path>
              </a:pathLst>
            </a:custGeom>
            <a:ln w="193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805900" y="4149050"/>
              <a:ext cx="3116772" cy="931521"/>
            </a:xfrm>
            <a:custGeom>
              <a:avLst/>
              <a:pathLst>
                <a:path w="3116772" h="931521">
                  <a:moveTo>
                    <a:pt x="0" y="0"/>
                  </a:moveTo>
                  <a:lnTo>
                    <a:pt x="3116772" y="931521"/>
                  </a:lnTo>
                </a:path>
              </a:pathLst>
            </a:custGeom>
            <a:ln w="449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810369" y="4130161"/>
              <a:ext cx="3485540" cy="613555"/>
            </a:xfrm>
            <a:custGeom>
              <a:avLst/>
              <a:pathLst>
                <a:path w="3485540" h="613555">
                  <a:moveTo>
                    <a:pt x="0" y="0"/>
                  </a:moveTo>
                  <a:lnTo>
                    <a:pt x="3485540" y="613555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12619" y="3862154"/>
              <a:ext cx="3943990" cy="229322"/>
            </a:xfrm>
            <a:custGeom>
              <a:avLst/>
              <a:pathLst>
                <a:path w="3943990" h="229322">
                  <a:moveTo>
                    <a:pt x="0" y="229322"/>
                  </a:moveTo>
                  <a:lnTo>
                    <a:pt x="3943990" y="0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32320" y="4630552"/>
              <a:ext cx="1949819" cy="839647"/>
            </a:xfrm>
            <a:custGeom>
              <a:avLst/>
              <a:pathLst>
                <a:path w="1949819" h="839647">
                  <a:moveTo>
                    <a:pt x="0" y="0"/>
                  </a:moveTo>
                  <a:lnTo>
                    <a:pt x="1949819" y="839647"/>
                  </a:lnTo>
                </a:path>
              </a:pathLst>
            </a:custGeom>
            <a:ln w="19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86343" y="4692403"/>
              <a:ext cx="118663" cy="141178"/>
            </a:xfrm>
            <a:custGeom>
              <a:avLst/>
              <a:pathLst>
                <a:path w="118663" h="141178">
                  <a:moveTo>
                    <a:pt x="0" y="0"/>
                  </a:moveTo>
                  <a:lnTo>
                    <a:pt x="118663" y="141178"/>
                  </a:lnTo>
                </a:path>
              </a:pathLst>
            </a:custGeom>
            <a:ln w="48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038950" y="4612305"/>
              <a:ext cx="2434018" cy="727464"/>
            </a:xfrm>
            <a:custGeom>
              <a:avLst/>
              <a:pathLst>
                <a:path w="2434018" h="727464">
                  <a:moveTo>
                    <a:pt x="0" y="0"/>
                  </a:moveTo>
                  <a:lnTo>
                    <a:pt x="2434018" y="727464"/>
                  </a:lnTo>
                </a:path>
              </a:pathLst>
            </a:custGeom>
            <a:ln w="220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045669" y="4349286"/>
              <a:ext cx="3533338" cy="205445"/>
            </a:xfrm>
            <a:custGeom>
              <a:avLst/>
              <a:pathLst>
                <a:path w="3533338" h="205445">
                  <a:moveTo>
                    <a:pt x="0" y="205445"/>
                  </a:moveTo>
                  <a:lnTo>
                    <a:pt x="3533338" y="0"/>
                  </a:lnTo>
                </a:path>
              </a:pathLst>
            </a:custGeom>
            <a:ln w="471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3043419" y="4593416"/>
              <a:ext cx="2874784" cy="506044"/>
            </a:xfrm>
            <a:custGeom>
              <a:avLst/>
              <a:pathLst>
                <a:path w="2874784" h="506044">
                  <a:moveTo>
                    <a:pt x="0" y="0"/>
                  </a:moveTo>
                  <a:lnTo>
                    <a:pt x="2874784" y="506044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3045669" y="4574139"/>
              <a:ext cx="3247992" cy="188853"/>
            </a:xfrm>
            <a:custGeom>
              <a:avLst/>
              <a:pathLst>
                <a:path w="3247992" h="188853">
                  <a:moveTo>
                    <a:pt x="0" y="0"/>
                  </a:moveTo>
                  <a:lnTo>
                    <a:pt x="3247992" y="188853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3043419" y="3881431"/>
              <a:ext cx="3715439" cy="654023"/>
            </a:xfrm>
            <a:custGeom>
              <a:avLst/>
              <a:pathLst>
                <a:path w="3715439" h="654023">
                  <a:moveTo>
                    <a:pt x="0" y="654023"/>
                  </a:moveTo>
                  <a:lnTo>
                    <a:pt x="3715439" y="0"/>
                  </a:lnTo>
                </a:path>
              </a:pathLst>
            </a:custGeom>
            <a:ln w="218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3240" y="2267739"/>
              <a:ext cx="238282" cy="653568"/>
            </a:xfrm>
            <a:custGeom>
              <a:avLst/>
              <a:pathLst>
                <a:path w="238282" h="653568">
                  <a:moveTo>
                    <a:pt x="238282" y="0"/>
                  </a:moveTo>
                  <a:lnTo>
                    <a:pt x="0" y="653568"/>
                  </a:lnTo>
                </a:path>
              </a:pathLst>
            </a:custGeom>
            <a:ln w="505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2564594" y="2273330"/>
              <a:ext cx="275576" cy="1160780"/>
            </a:xfrm>
            <a:custGeom>
              <a:avLst/>
              <a:pathLst>
                <a:path w="275576" h="1160780">
                  <a:moveTo>
                    <a:pt x="275576" y="0"/>
                  </a:moveTo>
                  <a:lnTo>
                    <a:pt x="0" y="1160780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970752" y="2250279"/>
              <a:ext cx="2072955" cy="3146443"/>
            </a:xfrm>
            <a:custGeom>
              <a:avLst/>
              <a:pathLst>
                <a:path w="2072955" h="3146443">
                  <a:moveTo>
                    <a:pt x="0" y="0"/>
                  </a:moveTo>
                  <a:lnTo>
                    <a:pt x="2072955" y="3146443"/>
                  </a:lnTo>
                </a:path>
              </a:pathLst>
            </a:custGeom>
            <a:ln w="2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665173" y="2276717"/>
              <a:ext cx="194171" cy="1658429"/>
            </a:xfrm>
            <a:custGeom>
              <a:avLst/>
              <a:pathLst>
                <a:path w="194171" h="1658429">
                  <a:moveTo>
                    <a:pt x="194171" y="0"/>
                  </a:moveTo>
                  <a:lnTo>
                    <a:pt x="0" y="1658429"/>
                  </a:lnTo>
                </a:path>
              </a:pathLst>
            </a:custGeom>
            <a:ln w="53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2878783" y="2277851"/>
              <a:ext cx="0" cy="2119416"/>
            </a:xfrm>
            <a:custGeom>
              <a:avLst/>
              <a:pathLst>
                <a:path w="0" h="2119416">
                  <a:moveTo>
                    <a:pt x="0" y="0"/>
                  </a:moveTo>
                  <a:lnTo>
                    <a:pt x="0" y="2119416"/>
                  </a:lnTo>
                </a:path>
              </a:pathLst>
            </a:custGeom>
            <a:ln w="349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2898223" y="2276717"/>
              <a:ext cx="294904" cy="2518799"/>
            </a:xfrm>
            <a:custGeom>
              <a:avLst/>
              <a:pathLst>
                <a:path w="294904" h="2518799">
                  <a:moveTo>
                    <a:pt x="0" y="0"/>
                  </a:moveTo>
                  <a:lnTo>
                    <a:pt x="294904" y="2518799"/>
                  </a:lnTo>
                </a:path>
              </a:pathLst>
            </a:custGeom>
            <a:ln w="2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2986343" y="2238652"/>
              <a:ext cx="2539232" cy="3021019"/>
            </a:xfrm>
            <a:custGeom>
              <a:avLst/>
              <a:pathLst>
                <a:path w="2539232" h="3021019">
                  <a:moveTo>
                    <a:pt x="0" y="0"/>
                  </a:moveTo>
                  <a:lnTo>
                    <a:pt x="2539232" y="3021019"/>
                  </a:lnTo>
                </a:path>
              </a:pathLst>
            </a:custGeom>
            <a:ln w="53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023616" y="2194161"/>
              <a:ext cx="3577444" cy="2061944"/>
            </a:xfrm>
            <a:custGeom>
              <a:avLst/>
              <a:pathLst>
                <a:path w="3577444" h="2061944">
                  <a:moveTo>
                    <a:pt x="0" y="0"/>
                  </a:moveTo>
                  <a:lnTo>
                    <a:pt x="3577444" y="2061944"/>
                  </a:lnTo>
                </a:path>
              </a:pathLst>
            </a:custGeom>
            <a:ln w="41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000473" y="2225298"/>
              <a:ext cx="2960676" cy="2788528"/>
            </a:xfrm>
            <a:custGeom>
              <a:avLst/>
              <a:pathLst>
                <a:path w="2960676" h="2788528">
                  <a:moveTo>
                    <a:pt x="0" y="0"/>
                  </a:moveTo>
                  <a:lnTo>
                    <a:pt x="2960676" y="2788528"/>
                  </a:lnTo>
                </a:path>
              </a:pathLst>
            </a:custGeom>
            <a:ln w="32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012953" y="2210400"/>
              <a:ext cx="3313423" cy="2462579"/>
            </a:xfrm>
            <a:custGeom>
              <a:avLst/>
              <a:pathLst>
                <a:path w="3313423" h="2462579">
                  <a:moveTo>
                    <a:pt x="0" y="0"/>
                  </a:moveTo>
                  <a:lnTo>
                    <a:pt x="3313423" y="2462579"/>
                  </a:lnTo>
                </a:path>
              </a:pathLst>
            </a:custGeom>
            <a:ln w="1450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372733" y="5009419"/>
              <a:ext cx="1602775" cy="479027"/>
            </a:xfrm>
            <a:custGeom>
              <a:avLst/>
              <a:pathLst>
                <a:path w="1602775" h="479027">
                  <a:moveTo>
                    <a:pt x="0" y="0"/>
                  </a:moveTo>
                  <a:lnTo>
                    <a:pt x="1602775" y="479027"/>
                  </a:lnTo>
                </a:path>
              </a:pathLst>
            </a:custGeom>
            <a:ln w="37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377202" y="4990530"/>
              <a:ext cx="2091296" cy="368128"/>
            </a:xfrm>
            <a:custGeom>
              <a:avLst/>
              <a:pathLst>
                <a:path w="2091296" h="368128">
                  <a:moveTo>
                    <a:pt x="0" y="0"/>
                  </a:moveTo>
                  <a:lnTo>
                    <a:pt x="2091296" y="368128"/>
                  </a:lnTo>
                </a:path>
              </a:pathLst>
            </a:custGeom>
            <a:ln w="2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377202" y="4368564"/>
              <a:ext cx="3204053" cy="564005"/>
            </a:xfrm>
            <a:custGeom>
              <a:avLst/>
              <a:pathLst>
                <a:path w="3204053" h="564005">
                  <a:moveTo>
                    <a:pt x="0" y="564005"/>
                  </a:moveTo>
                  <a:lnTo>
                    <a:pt x="3204053" y="0"/>
                  </a:lnTo>
                </a:path>
              </a:pathLst>
            </a:custGeom>
            <a:ln w="26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379452" y="4971253"/>
              <a:ext cx="2536502" cy="147484"/>
            </a:xfrm>
            <a:custGeom>
              <a:avLst/>
              <a:pathLst>
                <a:path w="2536502" h="147484">
                  <a:moveTo>
                    <a:pt x="0" y="0"/>
                  </a:moveTo>
                  <a:lnTo>
                    <a:pt x="2536502" y="147484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379452" y="4782400"/>
              <a:ext cx="2914209" cy="169446"/>
            </a:xfrm>
            <a:custGeom>
              <a:avLst/>
              <a:pathLst>
                <a:path w="2914209" h="169446">
                  <a:moveTo>
                    <a:pt x="0" y="169446"/>
                  </a:moveTo>
                  <a:lnTo>
                    <a:pt x="2914209" y="0"/>
                  </a:lnTo>
                </a:path>
              </a:pathLst>
            </a:custGeom>
            <a:ln w="8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372733" y="3900320"/>
              <a:ext cx="3390594" cy="1013360"/>
            </a:xfrm>
            <a:custGeom>
              <a:avLst/>
              <a:pathLst>
                <a:path w="3390594" h="1013360">
                  <a:moveTo>
                    <a:pt x="0" y="1013360"/>
                  </a:moveTo>
                  <a:lnTo>
                    <a:pt x="3390594" y="0"/>
                  </a:lnTo>
                </a:path>
              </a:pathLst>
            </a:custGeom>
            <a:ln w="25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564594" y="2736586"/>
              <a:ext cx="42526" cy="179128"/>
            </a:xfrm>
            <a:custGeom>
              <a:avLst/>
              <a:pathLst>
                <a:path w="42526" h="179128">
                  <a:moveTo>
                    <a:pt x="42526" y="0"/>
                  </a:moveTo>
                  <a:lnTo>
                    <a:pt x="0" y="179128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45420" y="2739972"/>
              <a:ext cx="80874" cy="690751"/>
            </a:xfrm>
            <a:custGeom>
              <a:avLst/>
              <a:pathLst>
                <a:path w="80874" h="690751">
                  <a:moveTo>
                    <a:pt x="80874" y="0"/>
                  </a:moveTo>
                  <a:lnTo>
                    <a:pt x="0" y="690751"/>
                  </a:lnTo>
                </a:path>
              </a:pathLst>
            </a:custGeom>
            <a:ln w="1161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45733" y="2741107"/>
              <a:ext cx="0" cy="1192905"/>
            </a:xfrm>
            <a:custGeom>
              <a:avLst/>
              <a:pathLst>
                <a:path w="0" h="1192905">
                  <a:moveTo>
                    <a:pt x="0" y="0"/>
                  </a:moveTo>
                  <a:lnTo>
                    <a:pt x="0" y="1192905"/>
                  </a:lnTo>
                </a:path>
              </a:pathLst>
            </a:custGeom>
            <a:ln w="376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665173" y="2739972"/>
              <a:ext cx="194171" cy="1658429"/>
            </a:xfrm>
            <a:custGeom>
              <a:avLst/>
              <a:pathLst>
                <a:path w="194171" h="1658429">
                  <a:moveTo>
                    <a:pt x="0" y="0"/>
                  </a:moveTo>
                  <a:lnTo>
                    <a:pt x="194171" y="1658429"/>
                  </a:lnTo>
                </a:path>
              </a:pathLst>
            </a:custGeom>
            <a:ln w="61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799270" y="2640056"/>
              <a:ext cx="3793086" cy="1633409"/>
            </a:xfrm>
            <a:custGeom>
              <a:avLst/>
              <a:pathLst>
                <a:path w="3793086" h="1633409">
                  <a:moveTo>
                    <a:pt x="0" y="0"/>
                  </a:moveTo>
                  <a:lnTo>
                    <a:pt x="3793086" y="1633409"/>
                  </a:lnTo>
                </a:path>
              </a:pathLst>
            </a:custGeom>
            <a:ln w="129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790566" y="2657417"/>
              <a:ext cx="3525148" cy="2031801"/>
            </a:xfrm>
            <a:custGeom>
              <a:avLst/>
              <a:pathLst>
                <a:path w="3525148" h="2031801">
                  <a:moveTo>
                    <a:pt x="0" y="0"/>
                  </a:moveTo>
                  <a:lnTo>
                    <a:pt x="3525148" y="2031801"/>
                  </a:lnTo>
                </a:path>
              </a:pathLst>
            </a:custGeom>
            <a:ln w="373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3782625" y="1470122"/>
              <a:ext cx="2987333" cy="1286429"/>
            </a:xfrm>
            <a:custGeom>
              <a:avLst/>
              <a:pathLst>
                <a:path w="2987333" h="1286429">
                  <a:moveTo>
                    <a:pt x="2987333" y="1286429"/>
                  </a:moveTo>
                  <a:lnTo>
                    <a:pt x="0" y="0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740695" y="1415448"/>
              <a:ext cx="1075239" cy="1279252"/>
            </a:xfrm>
            <a:custGeom>
              <a:avLst/>
              <a:pathLst>
                <a:path w="1075239" h="1279252">
                  <a:moveTo>
                    <a:pt x="1075239" y="1279252"/>
                  </a:moveTo>
                  <a:lnTo>
                    <a:pt x="0" y="0"/>
                  </a:lnTo>
                </a:path>
              </a:pathLst>
            </a:custGeom>
            <a:ln w="1169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692866" y="2832372"/>
              <a:ext cx="4063743" cy="236285"/>
            </a:xfrm>
            <a:custGeom>
              <a:avLst/>
              <a:pathLst>
                <a:path w="4063743" h="236285">
                  <a:moveTo>
                    <a:pt x="4063743" y="0"/>
                  </a:moveTo>
                  <a:lnTo>
                    <a:pt x="0" y="236285"/>
                  </a:lnTo>
                </a:path>
              </a:pathLst>
            </a:custGeom>
            <a:ln w="407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0616" y="2851650"/>
              <a:ext cx="4068242" cy="716127"/>
            </a:xfrm>
            <a:custGeom>
              <a:avLst/>
              <a:pathLst>
                <a:path w="4068242" h="716127">
                  <a:moveTo>
                    <a:pt x="4068242" y="0"/>
                  </a:moveTo>
                  <a:lnTo>
                    <a:pt x="0" y="716127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227644" y="2962264"/>
              <a:ext cx="1603881" cy="2434458"/>
            </a:xfrm>
            <a:custGeom>
              <a:avLst/>
              <a:pathLst>
                <a:path w="1603881" h="2434458">
                  <a:moveTo>
                    <a:pt x="1603881" y="0"/>
                  </a:moveTo>
                  <a:lnTo>
                    <a:pt x="0" y="2434458"/>
                  </a:lnTo>
                </a:path>
              </a:pathLst>
            </a:custGeom>
            <a:ln w="1450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805900" y="2870539"/>
              <a:ext cx="3957427" cy="1182771"/>
            </a:xfrm>
            <a:custGeom>
              <a:avLst/>
              <a:pathLst>
                <a:path w="3957427" h="1182771">
                  <a:moveTo>
                    <a:pt x="3957427" y="0"/>
                  </a:moveTo>
                  <a:lnTo>
                    <a:pt x="0" y="1182771"/>
                  </a:lnTo>
                </a:path>
              </a:pathLst>
            </a:custGeom>
            <a:ln w="390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3032320" y="2888786"/>
              <a:ext cx="3737638" cy="1609532"/>
            </a:xfrm>
            <a:custGeom>
              <a:avLst/>
              <a:pathLst>
                <a:path w="3737638" h="1609532">
                  <a:moveTo>
                    <a:pt x="3737638" y="0"/>
                  </a:moveTo>
                  <a:lnTo>
                    <a:pt x="0" y="1609532"/>
                  </a:lnTo>
                </a:path>
              </a:pathLst>
            </a:custGeom>
            <a:ln w="1931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357399" y="2906146"/>
              <a:ext cx="3421263" cy="1971925"/>
            </a:xfrm>
            <a:custGeom>
              <a:avLst/>
              <a:pathLst>
                <a:path w="3421263" h="1971925">
                  <a:moveTo>
                    <a:pt x="3421263" y="0"/>
                  </a:moveTo>
                  <a:lnTo>
                    <a:pt x="0" y="1971925"/>
                  </a:lnTo>
                </a:path>
              </a:pathLst>
            </a:custGeom>
            <a:ln w="5129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708261" y="2972004"/>
              <a:ext cx="1140107" cy="2266299"/>
            </a:xfrm>
            <a:custGeom>
              <a:avLst/>
              <a:pathLst>
                <a:path w="1140107" h="2266299">
                  <a:moveTo>
                    <a:pt x="1140107" y="0"/>
                  </a:moveTo>
                  <a:lnTo>
                    <a:pt x="0" y="2266299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65332" y="2988702"/>
              <a:ext cx="138723" cy="1184847"/>
            </a:xfrm>
            <a:custGeom>
              <a:avLst/>
              <a:pathLst>
                <a:path w="138723" h="1184847">
                  <a:moveTo>
                    <a:pt x="138723" y="0"/>
                  </a:moveTo>
                  <a:lnTo>
                    <a:pt x="0" y="1184847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140100" y="2979724"/>
              <a:ext cx="726134" cy="1991662"/>
            </a:xfrm>
            <a:custGeom>
              <a:avLst/>
              <a:pathLst>
                <a:path w="726134" h="1991662">
                  <a:moveTo>
                    <a:pt x="726134" y="0"/>
                  </a:moveTo>
                  <a:lnTo>
                    <a:pt x="0" y="1991662"/>
                  </a:lnTo>
                </a:path>
              </a:pathLst>
            </a:custGeom>
            <a:ln w="1907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99160" y="2985316"/>
              <a:ext cx="385721" cy="1624733"/>
            </a:xfrm>
            <a:custGeom>
              <a:avLst/>
              <a:pathLst>
                <a:path w="385721" h="1624733">
                  <a:moveTo>
                    <a:pt x="385721" y="0"/>
                  </a:moveTo>
                  <a:lnTo>
                    <a:pt x="0" y="1624733"/>
                  </a:lnTo>
                </a:path>
              </a:pathLst>
            </a:custGeom>
            <a:ln w="65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257366" y="1253417"/>
              <a:ext cx="1544438" cy="1454637"/>
            </a:xfrm>
            <a:custGeom>
              <a:avLst/>
              <a:pathLst>
                <a:path w="1544438" h="1454637">
                  <a:moveTo>
                    <a:pt x="1544438" y="1454637"/>
                  </a:moveTo>
                  <a:lnTo>
                    <a:pt x="0" y="0"/>
                  </a:lnTo>
                </a:path>
              </a:pathLst>
            </a:custGeom>
            <a:ln w="220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803153" y="2492591"/>
              <a:ext cx="63081" cy="173023"/>
            </a:xfrm>
            <a:custGeom>
              <a:avLst/>
              <a:pathLst>
                <a:path w="63081" h="173023">
                  <a:moveTo>
                    <a:pt x="63081" y="173023"/>
                  </a:moveTo>
                  <a:lnTo>
                    <a:pt x="0" y="0"/>
                  </a:lnTo>
                </a:path>
              </a:pathLst>
            </a:custGeom>
            <a:ln w="681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23495" y="2989836"/>
              <a:ext cx="0" cy="695446"/>
            </a:xfrm>
            <a:custGeom>
              <a:avLst/>
              <a:pathLst>
                <a:path w="0" h="695446">
                  <a:moveTo>
                    <a:pt x="0" y="0"/>
                  </a:moveTo>
                  <a:lnTo>
                    <a:pt x="0" y="695446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754825" y="4454197"/>
              <a:ext cx="869377" cy="818827"/>
            </a:xfrm>
            <a:custGeom>
              <a:avLst/>
              <a:pathLst>
                <a:path w="869377" h="818827">
                  <a:moveTo>
                    <a:pt x="0" y="818827"/>
                  </a:moveTo>
                  <a:lnTo>
                    <a:pt x="869377" y="0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777968" y="5211919"/>
              <a:ext cx="160039" cy="92242"/>
            </a:xfrm>
            <a:custGeom>
              <a:avLst/>
              <a:pathLst>
                <a:path w="160039" h="92242">
                  <a:moveTo>
                    <a:pt x="0" y="92242"/>
                  </a:moveTo>
                  <a:lnTo>
                    <a:pt x="160039" y="0"/>
                  </a:lnTo>
                </a:path>
              </a:pathLst>
            </a:custGeom>
            <a:ln w="2189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767305" y="4872413"/>
              <a:ext cx="559071" cy="415509"/>
            </a:xfrm>
            <a:custGeom>
              <a:avLst/>
              <a:pathLst>
                <a:path w="559071" h="415509">
                  <a:moveTo>
                    <a:pt x="0" y="415509"/>
                  </a:moveTo>
                  <a:lnTo>
                    <a:pt x="559071" y="0"/>
                  </a:lnTo>
                </a:path>
              </a:pathLst>
            </a:custGeom>
            <a:ln w="689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740695" y="3980418"/>
              <a:ext cx="1075239" cy="1279252"/>
            </a:xfrm>
            <a:custGeom>
              <a:avLst/>
              <a:pathLst>
                <a:path w="1075239" h="1279252">
                  <a:moveTo>
                    <a:pt x="0" y="1279252"/>
                  </a:moveTo>
                  <a:lnTo>
                    <a:pt x="1075239" y="0"/>
                  </a:lnTo>
                </a:path>
              </a:pathLst>
            </a:custGeom>
            <a:ln w="618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3789255" y="1156530"/>
              <a:ext cx="667857" cy="199605"/>
            </a:xfrm>
            <a:custGeom>
              <a:avLst/>
              <a:pathLst>
                <a:path w="667857" h="199605">
                  <a:moveTo>
                    <a:pt x="667857" y="0"/>
                  </a:moveTo>
                  <a:lnTo>
                    <a:pt x="0" y="199605"/>
                  </a:lnTo>
                </a:path>
              </a:pathLst>
            </a:custGeom>
            <a:ln w="229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47670" y="1223275"/>
              <a:ext cx="1847919" cy="1740472"/>
            </a:xfrm>
            <a:custGeom>
              <a:avLst/>
              <a:pathLst>
                <a:path w="1847919" h="1740472">
                  <a:moveTo>
                    <a:pt x="1847919" y="0"/>
                  </a:moveTo>
                  <a:lnTo>
                    <a:pt x="0" y="1740472"/>
                  </a:lnTo>
                </a:path>
              </a:pathLst>
            </a:custGeom>
            <a:ln w="73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633540" y="1236628"/>
              <a:ext cx="1876179" cy="2232161"/>
            </a:xfrm>
            <a:custGeom>
              <a:avLst/>
              <a:pathLst>
                <a:path w="1876179" h="2232161">
                  <a:moveTo>
                    <a:pt x="1876179" y="0"/>
                  </a:moveTo>
                  <a:lnTo>
                    <a:pt x="0" y="2232161"/>
                  </a:lnTo>
                </a:path>
              </a:pathLst>
            </a:custGeom>
            <a:ln w="61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4636719" y="1274694"/>
              <a:ext cx="479517" cy="4095589"/>
            </a:xfrm>
            <a:custGeom>
              <a:avLst/>
              <a:pathLst>
                <a:path w="479517" h="4095589">
                  <a:moveTo>
                    <a:pt x="0" y="0"/>
                  </a:moveTo>
                  <a:lnTo>
                    <a:pt x="479517" y="4095589"/>
                  </a:lnTo>
                </a:path>
              </a:pathLst>
            </a:custGeom>
            <a:ln w="2293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2737702" y="1248255"/>
              <a:ext cx="1787609" cy="2713329"/>
            </a:xfrm>
            <a:custGeom>
              <a:avLst/>
              <a:pathLst>
                <a:path w="1787609" h="2713329">
                  <a:moveTo>
                    <a:pt x="1787609" y="0"/>
                  </a:moveTo>
                  <a:lnTo>
                    <a:pt x="0" y="2713329"/>
                  </a:lnTo>
                </a:path>
              </a:pathLst>
            </a:custGeom>
            <a:ln w="733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2953909" y="1257996"/>
              <a:ext cx="1588244" cy="3157104"/>
            </a:xfrm>
            <a:custGeom>
              <a:avLst/>
              <a:pathLst>
                <a:path w="1588244" h="3157104">
                  <a:moveTo>
                    <a:pt x="1588244" y="0"/>
                  </a:moveTo>
                  <a:lnTo>
                    <a:pt x="0" y="3157104"/>
                  </a:lnTo>
                </a:path>
              </a:pathLst>
            </a:custGeom>
            <a:ln w="2843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3269826" y="1265715"/>
              <a:ext cx="1290193" cy="3538779"/>
            </a:xfrm>
            <a:custGeom>
              <a:avLst/>
              <a:pathLst>
                <a:path w="1290193" h="3538779">
                  <a:moveTo>
                    <a:pt x="1290193" y="0"/>
                  </a:moveTo>
                  <a:lnTo>
                    <a:pt x="0" y="3538779"/>
                  </a:lnTo>
                </a:path>
              </a:pathLst>
            </a:custGeom>
            <a:ln w="2463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4709248" y="1248255"/>
              <a:ext cx="1944675" cy="2951732"/>
            </a:xfrm>
            <a:custGeom>
              <a:avLst/>
              <a:pathLst>
                <a:path w="1944675" h="2951732">
                  <a:moveTo>
                    <a:pt x="0" y="0"/>
                  </a:moveTo>
                  <a:lnTo>
                    <a:pt x="1944675" y="2951732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4674540" y="1265715"/>
              <a:ext cx="1351039" cy="3705671"/>
            </a:xfrm>
            <a:custGeom>
              <a:avLst/>
              <a:pathLst>
                <a:path w="1351039" h="3705671">
                  <a:moveTo>
                    <a:pt x="0" y="0"/>
                  </a:moveTo>
                  <a:lnTo>
                    <a:pt x="1351039" y="3705671"/>
                  </a:lnTo>
                </a:path>
              </a:pathLst>
            </a:custGeom>
            <a:ln w="21468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6803153" y="4009505"/>
              <a:ext cx="63081" cy="173023"/>
            </a:xfrm>
            <a:custGeom>
              <a:avLst/>
              <a:pathLst>
                <a:path w="63081" h="173023">
                  <a:moveTo>
                    <a:pt x="0" y="173023"/>
                  </a:moveTo>
                  <a:lnTo>
                    <a:pt x="63081" y="0"/>
                  </a:lnTo>
                </a:path>
              </a:pathLst>
            </a:custGeom>
            <a:ln w="2610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6190400" y="4467551"/>
              <a:ext cx="447932" cy="532922"/>
            </a:xfrm>
            <a:custGeom>
              <a:avLst/>
              <a:pathLst>
                <a:path w="447932" h="532922">
                  <a:moveTo>
                    <a:pt x="0" y="532922"/>
                  </a:moveTo>
                  <a:lnTo>
                    <a:pt x="447932" y="0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6174809" y="3992045"/>
              <a:ext cx="656717" cy="996801"/>
            </a:xfrm>
            <a:custGeom>
              <a:avLst/>
              <a:pathLst>
                <a:path w="656717" h="996801">
                  <a:moveTo>
                    <a:pt x="0" y="996801"/>
                  </a:moveTo>
                  <a:lnTo>
                    <a:pt x="656717" y="0"/>
                  </a:lnTo>
                </a:path>
              </a:pathLst>
            </a:custGeom>
            <a:ln w="474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6552515" y="4479178"/>
              <a:ext cx="101408" cy="153923"/>
            </a:xfrm>
            <a:custGeom>
              <a:avLst/>
              <a:pathLst>
                <a:path w="101408" h="153923">
                  <a:moveTo>
                    <a:pt x="0" y="153923"/>
                  </a:moveTo>
                  <a:lnTo>
                    <a:pt x="101408" y="0"/>
                  </a:lnTo>
                </a:path>
              </a:pathLst>
            </a:custGeom>
            <a:ln w="83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6535673" y="4001785"/>
              <a:ext cx="312696" cy="621575"/>
            </a:xfrm>
            <a:custGeom>
              <a:avLst/>
              <a:pathLst>
                <a:path w="312696" h="621575">
                  <a:moveTo>
                    <a:pt x="0" y="621575"/>
                  </a:moveTo>
                  <a:lnTo>
                    <a:pt x="312696" y="0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3782625" y="1264796"/>
              <a:ext cx="169732" cy="73091"/>
            </a:xfrm>
            <a:custGeom>
              <a:avLst/>
              <a:pathLst>
                <a:path w="169732" h="73091">
                  <a:moveTo>
                    <a:pt x="169732" y="0"/>
                  </a:moveTo>
                  <a:lnTo>
                    <a:pt x="0" y="73091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633540" y="1326647"/>
              <a:ext cx="1364794" cy="1623746"/>
            </a:xfrm>
            <a:custGeom>
              <a:avLst/>
              <a:pathLst>
                <a:path w="1364794" h="1623746">
                  <a:moveTo>
                    <a:pt x="1364794" y="0"/>
                  </a:moveTo>
                  <a:lnTo>
                    <a:pt x="0" y="1623746"/>
                  </a:lnTo>
                </a:path>
              </a:pathLst>
            </a:custGeom>
            <a:ln w="201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617949" y="1338274"/>
              <a:ext cx="1395976" cy="2118888"/>
            </a:xfrm>
            <a:custGeom>
              <a:avLst/>
              <a:pathLst>
                <a:path w="1395976" h="2118888">
                  <a:moveTo>
                    <a:pt x="1395976" y="0"/>
                  </a:moveTo>
                  <a:lnTo>
                    <a:pt x="0" y="2118888"/>
                  </a:lnTo>
                </a:path>
              </a:pathLst>
            </a:custGeom>
            <a:ln w="1391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720859" y="1348014"/>
              <a:ext cx="1309909" cy="2603830"/>
            </a:xfrm>
            <a:custGeom>
              <a:avLst/>
              <a:pathLst>
                <a:path w="1309909" h="2603830">
                  <a:moveTo>
                    <a:pt x="1309909" y="0"/>
                  </a:moveTo>
                  <a:lnTo>
                    <a:pt x="0" y="2603830"/>
                  </a:lnTo>
                </a:path>
              </a:pathLst>
            </a:custGeom>
            <a:ln w="2653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936043" y="1355734"/>
              <a:ext cx="1112590" cy="3051646"/>
            </a:xfrm>
            <a:custGeom>
              <a:avLst/>
              <a:pathLst>
                <a:path w="1112590" h="3051646">
                  <a:moveTo>
                    <a:pt x="1112590" y="0"/>
                  </a:moveTo>
                  <a:lnTo>
                    <a:pt x="0" y="3051646"/>
                  </a:lnTo>
                </a:path>
              </a:pathLst>
            </a:custGeom>
            <a:ln w="204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4213454" y="1326647"/>
              <a:ext cx="2424878" cy="2884968"/>
            </a:xfrm>
            <a:custGeom>
              <a:avLst/>
              <a:pathLst>
                <a:path w="2424878" h="2884968">
                  <a:moveTo>
                    <a:pt x="0" y="0"/>
                  </a:moveTo>
                  <a:lnTo>
                    <a:pt x="2424878" y="2884968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4197863" y="1338274"/>
              <a:ext cx="2170714" cy="3294827"/>
            </a:xfrm>
            <a:custGeom>
              <a:avLst/>
              <a:pathLst>
                <a:path w="2170714" h="3294827">
                  <a:moveTo>
                    <a:pt x="0" y="0"/>
                  </a:moveTo>
                  <a:lnTo>
                    <a:pt x="2170714" y="3294827"/>
                  </a:lnTo>
                </a:path>
              </a:pathLst>
            </a:custGeom>
            <a:ln w="18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4227584" y="1313293"/>
              <a:ext cx="2574220" cy="2424542"/>
            </a:xfrm>
            <a:custGeom>
              <a:avLst/>
              <a:pathLst>
                <a:path w="2574220" h="2424542">
                  <a:moveTo>
                    <a:pt x="0" y="0"/>
                  </a:moveTo>
                  <a:lnTo>
                    <a:pt x="2574220" y="2424542"/>
                  </a:lnTo>
                </a:path>
              </a:pathLst>
            </a:custGeom>
            <a:ln w="209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793724" y="1167783"/>
              <a:ext cx="1177315" cy="207241"/>
            </a:xfrm>
            <a:custGeom>
              <a:avLst/>
              <a:pathLst>
                <a:path w="1177315" h="207241">
                  <a:moveTo>
                    <a:pt x="1177315" y="0"/>
                  </a:moveTo>
                  <a:lnTo>
                    <a:pt x="0" y="207241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2660150" y="1238519"/>
              <a:ext cx="2341355" cy="1740125"/>
            </a:xfrm>
            <a:custGeom>
              <a:avLst/>
              <a:pathLst>
                <a:path w="2341355" h="1740125">
                  <a:moveTo>
                    <a:pt x="2341355" y="0"/>
                  </a:moveTo>
                  <a:lnTo>
                    <a:pt x="0" y="1740125"/>
                  </a:lnTo>
                </a:path>
              </a:pathLst>
            </a:custGeom>
            <a:ln w="31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647670" y="1253417"/>
              <a:ext cx="2366315" cy="2228726"/>
            </a:xfrm>
            <a:custGeom>
              <a:avLst/>
              <a:pathLst>
                <a:path w="2366315" h="2228726">
                  <a:moveTo>
                    <a:pt x="2366315" y="0"/>
                  </a:moveTo>
                  <a:lnTo>
                    <a:pt x="0" y="2228726"/>
                  </a:lnTo>
                </a:path>
              </a:pathLst>
            </a:custGeom>
            <a:ln w="3274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135676" y="1305970"/>
              <a:ext cx="0" cy="4063179"/>
            </a:xfrm>
            <a:custGeom>
              <a:avLst/>
              <a:pathLst>
                <a:path w="0" h="4063179">
                  <a:moveTo>
                    <a:pt x="0" y="0"/>
                  </a:moveTo>
                  <a:lnTo>
                    <a:pt x="0" y="4063179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2753293" y="1266770"/>
              <a:ext cx="2274822" cy="2706441"/>
            </a:xfrm>
            <a:custGeom>
              <a:avLst/>
              <a:pathLst>
                <a:path w="2274822" h="2706441">
                  <a:moveTo>
                    <a:pt x="2274822" y="0"/>
                  </a:moveTo>
                  <a:lnTo>
                    <a:pt x="0" y="2706441"/>
                  </a:lnTo>
                </a:path>
              </a:pathLst>
            </a:custGeom>
            <a:ln w="3026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2970752" y="1278397"/>
              <a:ext cx="2072955" cy="3146443"/>
            </a:xfrm>
            <a:custGeom>
              <a:avLst/>
              <a:pathLst>
                <a:path w="2072955" h="3146443">
                  <a:moveTo>
                    <a:pt x="2072955" y="0"/>
                  </a:moveTo>
                  <a:lnTo>
                    <a:pt x="0" y="3146443"/>
                  </a:lnTo>
                </a:path>
              </a:pathLst>
            </a:custGeom>
            <a:ln w="3060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3032320" y="1204919"/>
              <a:ext cx="1949819" cy="839647"/>
            </a:xfrm>
            <a:custGeom>
              <a:avLst/>
              <a:pathLst>
                <a:path w="1949819" h="839647">
                  <a:moveTo>
                    <a:pt x="1949819" y="0"/>
                  </a:moveTo>
                  <a:lnTo>
                    <a:pt x="0" y="839647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3287692" y="1288138"/>
              <a:ext cx="1772857" cy="3524076"/>
            </a:xfrm>
            <a:custGeom>
              <a:avLst/>
              <a:pathLst>
                <a:path w="1772857" h="3524076">
                  <a:moveTo>
                    <a:pt x="1772857" y="0"/>
                  </a:moveTo>
                  <a:lnTo>
                    <a:pt x="0" y="3524076"/>
                  </a:lnTo>
                </a:path>
              </a:pathLst>
            </a:custGeom>
            <a:ln w="326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2790566" y="1222280"/>
              <a:ext cx="2200277" cy="1268181"/>
            </a:xfrm>
            <a:custGeom>
              <a:avLst/>
              <a:pathLst>
                <a:path w="2200277" h="1268181">
                  <a:moveTo>
                    <a:pt x="2200277" y="0"/>
                  </a:moveTo>
                  <a:lnTo>
                    <a:pt x="0" y="1268181"/>
                  </a:lnTo>
                </a:path>
              </a:pathLst>
            </a:custGeom>
            <a:ln w="3305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155115" y="1304836"/>
              <a:ext cx="458580" cy="3916770"/>
            </a:xfrm>
            <a:custGeom>
              <a:avLst/>
              <a:pathLst>
                <a:path w="458580" h="3916770">
                  <a:moveTo>
                    <a:pt x="0" y="0"/>
                  </a:moveTo>
                  <a:lnTo>
                    <a:pt x="458580" y="3916770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5210802" y="1288138"/>
              <a:ext cx="1459964" cy="2902110"/>
            </a:xfrm>
            <a:custGeom>
              <a:avLst/>
              <a:pathLst>
                <a:path w="1459964" h="2902110">
                  <a:moveTo>
                    <a:pt x="0" y="0"/>
                  </a:moveTo>
                  <a:lnTo>
                    <a:pt x="1459964" y="2902110"/>
                  </a:lnTo>
                </a:path>
              </a:pathLst>
            </a:custGeom>
            <a:ln w="3269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5174289" y="1301449"/>
              <a:ext cx="869937" cy="3664345"/>
            </a:xfrm>
            <a:custGeom>
              <a:avLst/>
              <a:pathLst>
                <a:path w="869937" h="3664345">
                  <a:moveTo>
                    <a:pt x="0" y="0"/>
                  </a:moveTo>
                  <a:lnTo>
                    <a:pt x="869937" y="3664345"/>
                  </a:lnTo>
                </a:path>
              </a:pathLst>
            </a:custGeom>
            <a:ln w="3305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5192936" y="1295857"/>
              <a:ext cx="1210350" cy="3319784"/>
            </a:xfrm>
            <a:custGeom>
              <a:avLst/>
              <a:pathLst>
                <a:path w="1210350" h="3319784">
                  <a:moveTo>
                    <a:pt x="0" y="0"/>
                  </a:moveTo>
                  <a:lnTo>
                    <a:pt x="1210350" y="3319784"/>
                  </a:lnTo>
                </a:path>
              </a:pathLst>
            </a:custGeom>
            <a:ln w="15480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4272780" y="1148506"/>
              <a:ext cx="696010" cy="40469"/>
            </a:xfrm>
            <a:custGeom>
              <a:avLst/>
              <a:pathLst>
                <a:path w="696010" h="40469">
                  <a:moveTo>
                    <a:pt x="696010" y="0"/>
                  </a:moveTo>
                  <a:lnTo>
                    <a:pt x="0" y="40469"/>
                  </a:lnTo>
                </a:path>
              </a:pathLst>
            </a:custGeom>
            <a:ln w="550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227644" y="1278397"/>
              <a:ext cx="1603881" cy="2434458"/>
            </a:xfrm>
            <a:custGeom>
              <a:avLst/>
              <a:pathLst>
                <a:path w="1603881" h="2434458">
                  <a:moveTo>
                    <a:pt x="0" y="0"/>
                  </a:moveTo>
                  <a:lnTo>
                    <a:pt x="1603881" y="2434458"/>
                  </a:lnTo>
                </a:path>
              </a:pathLst>
            </a:custGeom>
            <a:ln w="2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3372733" y="1186672"/>
              <a:ext cx="1602775" cy="479027"/>
            </a:xfrm>
            <a:custGeom>
              <a:avLst/>
              <a:pathLst>
                <a:path w="1602775" h="479027">
                  <a:moveTo>
                    <a:pt x="1602775" y="0"/>
                  </a:moveTo>
                  <a:lnTo>
                    <a:pt x="0" y="479027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5754825" y="1402094"/>
              <a:ext cx="869377" cy="818827"/>
            </a:xfrm>
            <a:custGeom>
              <a:avLst/>
              <a:pathLst>
                <a:path w="869377" h="818827">
                  <a:moveTo>
                    <a:pt x="869377" y="818827"/>
                  </a:moveTo>
                  <a:lnTo>
                    <a:pt x="0" y="0"/>
                  </a:lnTo>
                </a:path>
              </a:pathLst>
            </a:custGeom>
            <a:ln w="26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2690616" y="2364517"/>
              <a:ext cx="3890639" cy="684864"/>
            </a:xfrm>
            <a:custGeom>
              <a:avLst/>
              <a:pathLst>
                <a:path w="3890639" h="684864">
                  <a:moveTo>
                    <a:pt x="3890639" y="0"/>
                  </a:moveTo>
                  <a:lnTo>
                    <a:pt x="0" y="684864"/>
                  </a:lnTo>
                </a:path>
              </a:pathLst>
            </a:custGeom>
            <a:ln w="923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2686147" y="2383406"/>
              <a:ext cx="3899578" cy="1165481"/>
            </a:xfrm>
            <a:custGeom>
              <a:avLst/>
              <a:pathLst>
                <a:path w="3899578" h="1165481">
                  <a:moveTo>
                    <a:pt x="3899578" y="0"/>
                  </a:moveTo>
                  <a:lnTo>
                    <a:pt x="0" y="1165481"/>
                  </a:lnTo>
                </a:path>
              </a:pathLst>
            </a:custGeom>
            <a:ln w="201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5210802" y="2484871"/>
              <a:ext cx="1459964" cy="2902110"/>
            </a:xfrm>
            <a:custGeom>
              <a:avLst/>
              <a:pathLst>
                <a:path w="1459964" h="2902110">
                  <a:moveTo>
                    <a:pt x="1459964" y="0"/>
                  </a:moveTo>
                  <a:lnTo>
                    <a:pt x="0" y="2902110"/>
                  </a:lnTo>
                </a:path>
              </a:pathLst>
            </a:custGeom>
            <a:ln w="23954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2799270" y="2401653"/>
              <a:ext cx="3793086" cy="1633409"/>
            </a:xfrm>
            <a:custGeom>
              <a:avLst/>
              <a:pathLst>
                <a:path w="3793086" h="1633409">
                  <a:moveTo>
                    <a:pt x="3793086" y="0"/>
                  </a:moveTo>
                  <a:lnTo>
                    <a:pt x="0" y="1633409"/>
                  </a:lnTo>
                </a:path>
              </a:pathLst>
            </a:custGeom>
            <a:ln w="2843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3023616" y="2419014"/>
              <a:ext cx="3577444" cy="2061944"/>
            </a:xfrm>
            <a:custGeom>
              <a:avLst/>
              <a:pathLst>
                <a:path w="3577444" h="2061944">
                  <a:moveTo>
                    <a:pt x="3577444" y="0"/>
                  </a:moveTo>
                  <a:lnTo>
                    <a:pt x="0" y="2061944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3346736" y="2435253"/>
              <a:ext cx="3264986" cy="2426580"/>
            </a:xfrm>
            <a:custGeom>
              <a:avLst/>
              <a:pathLst>
                <a:path w="3264986" h="2426580">
                  <a:moveTo>
                    <a:pt x="3264986" y="0"/>
                  </a:moveTo>
                  <a:lnTo>
                    <a:pt x="0" y="2426580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5690395" y="2492591"/>
              <a:ext cx="998236" cy="2737993"/>
            </a:xfrm>
            <a:custGeom>
              <a:avLst/>
              <a:pathLst>
                <a:path w="998236" h="2737993">
                  <a:moveTo>
                    <a:pt x="998236" y="0"/>
                  </a:moveTo>
                  <a:lnTo>
                    <a:pt x="0" y="2737993"/>
                  </a:lnTo>
                </a:path>
              </a:pathLst>
            </a:custGeom>
            <a:ln w="1639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6745892" y="2502704"/>
              <a:ext cx="0" cy="1669711"/>
            </a:xfrm>
            <a:custGeom>
              <a:avLst/>
              <a:pathLst>
                <a:path w="0" h="1669711">
                  <a:moveTo>
                    <a:pt x="0" y="0"/>
                  </a:moveTo>
                  <a:lnTo>
                    <a:pt x="0" y="1669711"/>
                  </a:lnTo>
                </a:path>
              </a:pathLst>
            </a:custGeom>
            <a:ln w="1447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121453" y="2498183"/>
              <a:ext cx="585825" cy="2467611"/>
            </a:xfrm>
            <a:custGeom>
              <a:avLst/>
              <a:pathLst>
                <a:path w="585825" h="2467611">
                  <a:moveTo>
                    <a:pt x="585825" y="0"/>
                  </a:moveTo>
                  <a:lnTo>
                    <a:pt x="0" y="2467611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5269845" y="1238519"/>
              <a:ext cx="1341877" cy="997300"/>
            </a:xfrm>
            <a:custGeom>
              <a:avLst/>
              <a:pathLst>
                <a:path w="1341877" h="997300">
                  <a:moveTo>
                    <a:pt x="1341877" y="997300"/>
                  </a:moveTo>
                  <a:lnTo>
                    <a:pt x="0" y="0"/>
                  </a:lnTo>
                </a:path>
              </a:pathLst>
            </a:custGeom>
            <a:ln w="13066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601106" y="1862905"/>
              <a:ext cx="536333" cy="1066121"/>
            </a:xfrm>
            <a:custGeom>
              <a:avLst/>
              <a:pathLst>
                <a:path w="536333" h="1066121">
                  <a:moveTo>
                    <a:pt x="536333" y="0"/>
                  </a:moveTo>
                  <a:lnTo>
                    <a:pt x="0" y="1066121"/>
                  </a:lnTo>
                </a:path>
              </a:pathLst>
            </a:custGeom>
            <a:ln w="514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2583240" y="1870624"/>
              <a:ext cx="572065" cy="1569078"/>
            </a:xfrm>
            <a:custGeom>
              <a:avLst/>
              <a:pathLst>
                <a:path w="572065" h="1569078">
                  <a:moveTo>
                    <a:pt x="572065" y="0"/>
                  </a:moveTo>
                  <a:lnTo>
                    <a:pt x="0" y="1569078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287692" y="1862905"/>
              <a:ext cx="1772857" cy="3524076"/>
            </a:xfrm>
            <a:custGeom>
              <a:avLst/>
              <a:pathLst>
                <a:path w="1772857" h="3524076">
                  <a:moveTo>
                    <a:pt x="0" y="0"/>
                  </a:moveTo>
                  <a:lnTo>
                    <a:pt x="1772857" y="3524076"/>
                  </a:lnTo>
                </a:path>
              </a:pathLst>
            </a:custGeom>
            <a:ln w="2141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2684347" y="1876216"/>
              <a:ext cx="489606" cy="2062316"/>
            </a:xfrm>
            <a:custGeom>
              <a:avLst/>
              <a:pathLst>
                <a:path w="489606" h="2062316">
                  <a:moveTo>
                    <a:pt x="489606" y="0"/>
                  </a:moveTo>
                  <a:lnTo>
                    <a:pt x="0" y="2062316"/>
                  </a:lnTo>
                </a:path>
              </a:pathLst>
            </a:custGeom>
            <a:ln w="201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2898223" y="1879603"/>
              <a:ext cx="294904" cy="2518799"/>
            </a:xfrm>
            <a:custGeom>
              <a:avLst/>
              <a:pathLst>
                <a:path w="294904" h="2518799">
                  <a:moveTo>
                    <a:pt x="294904" y="0"/>
                  </a:moveTo>
                  <a:lnTo>
                    <a:pt x="0" y="2518799"/>
                  </a:lnTo>
                </a:path>
              </a:pathLst>
            </a:custGeom>
            <a:ln w="2614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3346736" y="1813286"/>
              <a:ext cx="3264986" cy="2426580"/>
            </a:xfrm>
            <a:custGeom>
              <a:avLst/>
              <a:pathLst>
                <a:path w="3264986" h="2426580">
                  <a:moveTo>
                    <a:pt x="0" y="0"/>
                  </a:moveTo>
                  <a:lnTo>
                    <a:pt x="3264986" y="2426580"/>
                  </a:lnTo>
                </a:path>
              </a:pathLst>
            </a:custGeom>
            <a:ln w="18851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3320126" y="1841537"/>
              <a:ext cx="2655153" cy="3158935"/>
            </a:xfrm>
            <a:custGeom>
              <a:avLst/>
              <a:pathLst>
                <a:path w="2655153" h="3158935">
                  <a:moveTo>
                    <a:pt x="0" y="0"/>
                  </a:moveTo>
                  <a:lnTo>
                    <a:pt x="2655153" y="3158935"/>
                  </a:lnTo>
                </a:path>
              </a:pathLst>
            </a:custGeom>
            <a:ln w="2146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3334256" y="1828184"/>
              <a:ext cx="3004599" cy="2829898"/>
            </a:xfrm>
            <a:custGeom>
              <a:avLst/>
              <a:pathLst>
                <a:path w="3004599" h="2829898">
                  <a:moveTo>
                    <a:pt x="0" y="0"/>
                  </a:moveTo>
                  <a:lnTo>
                    <a:pt x="3004599" y="2829898"/>
                  </a:lnTo>
                </a:path>
              </a:pathLst>
            </a:custGeom>
            <a:ln w="326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357399" y="1797047"/>
              <a:ext cx="3421263" cy="1971925"/>
            </a:xfrm>
            <a:custGeom>
              <a:avLst/>
              <a:pathLst>
                <a:path w="3421263" h="1971925">
                  <a:moveTo>
                    <a:pt x="0" y="0"/>
                  </a:moveTo>
                  <a:lnTo>
                    <a:pt x="3421263" y="1971925"/>
                  </a:lnTo>
                </a:path>
              </a:pathLst>
            </a:custGeom>
            <a:ln w="3171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39007" y="3170392"/>
              <a:ext cx="44771" cy="167167"/>
            </a:xfrm>
            <a:custGeom>
              <a:avLst/>
              <a:pathLst>
                <a:path w="44771" h="167167">
                  <a:moveTo>
                    <a:pt x="44771" y="0"/>
                  </a:moveTo>
                  <a:lnTo>
                    <a:pt x="38298" y="125"/>
                  </a:lnTo>
                  <a:lnTo>
                    <a:pt x="31834" y="501"/>
                  </a:lnTo>
                  <a:lnTo>
                    <a:pt x="25390" y="1127"/>
                  </a:lnTo>
                  <a:lnTo>
                    <a:pt x="18975" y="2002"/>
                  </a:lnTo>
                  <a:lnTo>
                    <a:pt x="12598" y="3125"/>
                  </a:lnTo>
                  <a:lnTo>
                    <a:pt x="6270" y="4494"/>
                  </a:lnTo>
                  <a:lnTo>
                    <a:pt x="0" y="6107"/>
                  </a:lnTo>
                  <a:lnTo>
                    <a:pt x="44771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939007" y="3176499"/>
              <a:ext cx="44771" cy="161060"/>
            </a:xfrm>
            <a:custGeom>
              <a:avLst/>
              <a:pathLst>
                <a:path w="44771" h="161060">
                  <a:moveTo>
                    <a:pt x="0" y="0"/>
                  </a:moveTo>
                  <a:lnTo>
                    <a:pt x="44771" y="1610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816612" y="3170496"/>
              <a:ext cx="334317" cy="334226"/>
            </a:xfrm>
            <a:custGeom>
              <a:avLst/>
              <a:pathLst>
                <a:path w="334317" h="334226">
                  <a:moveTo>
                    <a:pt x="122394" y="6003"/>
                  </a:moveTo>
                  <a:lnTo>
                    <a:pt x="117324" y="7499"/>
                  </a:lnTo>
                  <a:lnTo>
                    <a:pt x="112304" y="9154"/>
                  </a:lnTo>
                  <a:lnTo>
                    <a:pt x="107339" y="10968"/>
                  </a:lnTo>
                  <a:lnTo>
                    <a:pt x="102433" y="12938"/>
                  </a:lnTo>
                  <a:lnTo>
                    <a:pt x="97593" y="15061"/>
                  </a:lnTo>
                  <a:lnTo>
                    <a:pt x="92821" y="17337"/>
                  </a:lnTo>
                  <a:lnTo>
                    <a:pt x="88125" y="19763"/>
                  </a:lnTo>
                  <a:lnTo>
                    <a:pt x="83507" y="22335"/>
                  </a:lnTo>
                  <a:lnTo>
                    <a:pt x="78973" y="25053"/>
                  </a:lnTo>
                  <a:lnTo>
                    <a:pt x="74527" y="27912"/>
                  </a:lnTo>
                  <a:lnTo>
                    <a:pt x="70173" y="30911"/>
                  </a:lnTo>
                  <a:lnTo>
                    <a:pt x="65917" y="34046"/>
                  </a:lnTo>
                  <a:lnTo>
                    <a:pt x="61762" y="37313"/>
                  </a:lnTo>
                  <a:lnTo>
                    <a:pt x="57712" y="40711"/>
                  </a:lnTo>
                  <a:lnTo>
                    <a:pt x="53772" y="44235"/>
                  </a:lnTo>
                  <a:lnTo>
                    <a:pt x="49945" y="47882"/>
                  </a:lnTo>
                  <a:lnTo>
                    <a:pt x="46235" y="51647"/>
                  </a:lnTo>
                  <a:lnTo>
                    <a:pt x="42647" y="55529"/>
                  </a:lnTo>
                  <a:lnTo>
                    <a:pt x="39183" y="59521"/>
                  </a:lnTo>
                  <a:lnTo>
                    <a:pt x="35846" y="63622"/>
                  </a:lnTo>
                  <a:lnTo>
                    <a:pt x="32641" y="67826"/>
                  </a:lnTo>
                  <a:lnTo>
                    <a:pt x="29571" y="72129"/>
                  </a:lnTo>
                  <a:lnTo>
                    <a:pt x="26638" y="76526"/>
                  </a:lnTo>
                  <a:lnTo>
                    <a:pt x="23846" y="81015"/>
                  </a:lnTo>
                  <a:lnTo>
                    <a:pt x="21197" y="85589"/>
                  </a:lnTo>
                  <a:lnTo>
                    <a:pt x="18694" y="90245"/>
                  </a:lnTo>
                  <a:lnTo>
                    <a:pt x="16339" y="94978"/>
                  </a:lnTo>
                  <a:lnTo>
                    <a:pt x="14136" y="99783"/>
                  </a:lnTo>
                  <a:lnTo>
                    <a:pt x="12085" y="104655"/>
                  </a:lnTo>
                  <a:lnTo>
                    <a:pt x="10189" y="109590"/>
                  </a:lnTo>
                  <a:lnTo>
                    <a:pt x="8450" y="114582"/>
                  </a:lnTo>
                  <a:lnTo>
                    <a:pt x="6870" y="119626"/>
                  </a:lnTo>
                  <a:lnTo>
                    <a:pt x="5451" y="124718"/>
                  </a:lnTo>
                  <a:lnTo>
                    <a:pt x="4193" y="129852"/>
                  </a:lnTo>
                  <a:lnTo>
                    <a:pt x="3098" y="135024"/>
                  </a:lnTo>
                  <a:lnTo>
                    <a:pt x="2167" y="140227"/>
                  </a:lnTo>
                  <a:lnTo>
                    <a:pt x="1401" y="145458"/>
                  </a:lnTo>
                  <a:lnTo>
                    <a:pt x="800" y="150710"/>
                  </a:lnTo>
                  <a:lnTo>
                    <a:pt x="367" y="155978"/>
                  </a:lnTo>
                  <a:lnTo>
                    <a:pt x="100" y="161257"/>
                  </a:lnTo>
                  <a:lnTo>
                    <a:pt x="0" y="166542"/>
                  </a:lnTo>
                  <a:lnTo>
                    <a:pt x="67" y="171828"/>
                  </a:lnTo>
                  <a:lnTo>
                    <a:pt x="301" y="177109"/>
                  </a:lnTo>
                  <a:lnTo>
                    <a:pt x="702" y="182380"/>
                  </a:lnTo>
                  <a:lnTo>
                    <a:pt x="1269" y="187636"/>
                  </a:lnTo>
                  <a:lnTo>
                    <a:pt x="2003" y="192871"/>
                  </a:lnTo>
                  <a:lnTo>
                    <a:pt x="2901" y="198080"/>
                  </a:lnTo>
                  <a:lnTo>
                    <a:pt x="3964" y="203258"/>
                  </a:lnTo>
                  <a:lnTo>
                    <a:pt x="5190" y="208400"/>
                  </a:lnTo>
                  <a:lnTo>
                    <a:pt x="6578" y="213501"/>
                  </a:lnTo>
                  <a:lnTo>
                    <a:pt x="8127" y="218555"/>
                  </a:lnTo>
                  <a:lnTo>
                    <a:pt x="9834" y="223558"/>
                  </a:lnTo>
                  <a:lnTo>
                    <a:pt x="11699" y="228504"/>
                  </a:lnTo>
                  <a:lnTo>
                    <a:pt x="13720" y="233389"/>
                  </a:lnTo>
                  <a:lnTo>
                    <a:pt x="15893" y="238207"/>
                  </a:lnTo>
                  <a:lnTo>
                    <a:pt x="18218" y="242954"/>
                  </a:lnTo>
                  <a:lnTo>
                    <a:pt x="20692" y="247626"/>
                  </a:lnTo>
                  <a:lnTo>
                    <a:pt x="23313" y="252217"/>
                  </a:lnTo>
                  <a:lnTo>
                    <a:pt x="26077" y="256723"/>
                  </a:lnTo>
                  <a:lnTo>
                    <a:pt x="28983" y="261139"/>
                  </a:lnTo>
                  <a:lnTo>
                    <a:pt x="32026" y="265461"/>
                  </a:lnTo>
                  <a:lnTo>
                    <a:pt x="35205" y="269684"/>
                  </a:lnTo>
                  <a:lnTo>
                    <a:pt x="38515" y="273805"/>
                  </a:lnTo>
                  <a:lnTo>
                    <a:pt x="41955" y="277820"/>
                  </a:lnTo>
                  <a:lnTo>
                    <a:pt x="45519" y="281723"/>
                  </a:lnTo>
                  <a:lnTo>
                    <a:pt x="49205" y="285512"/>
                  </a:lnTo>
                  <a:lnTo>
                    <a:pt x="53009" y="289183"/>
                  </a:lnTo>
                  <a:lnTo>
                    <a:pt x="56928" y="292731"/>
                  </a:lnTo>
                  <a:lnTo>
                    <a:pt x="60956" y="296154"/>
                  </a:lnTo>
                  <a:lnTo>
                    <a:pt x="65091" y="299447"/>
                  </a:lnTo>
                  <a:lnTo>
                    <a:pt x="69328" y="302608"/>
                  </a:lnTo>
                  <a:lnTo>
                    <a:pt x="73662" y="305634"/>
                  </a:lnTo>
                  <a:lnTo>
                    <a:pt x="78090" y="308521"/>
                  </a:lnTo>
                  <a:lnTo>
                    <a:pt x="82607" y="311267"/>
                  </a:lnTo>
                  <a:lnTo>
                    <a:pt x="87209" y="313868"/>
                  </a:lnTo>
                  <a:lnTo>
                    <a:pt x="91891" y="316323"/>
                  </a:lnTo>
                  <a:lnTo>
                    <a:pt x="96648" y="318628"/>
                  </a:lnTo>
                  <a:lnTo>
                    <a:pt x="101475" y="320782"/>
                  </a:lnTo>
                  <a:lnTo>
                    <a:pt x="106368" y="322782"/>
                  </a:lnTo>
                  <a:lnTo>
                    <a:pt x="111322" y="324627"/>
                  </a:lnTo>
                  <a:lnTo>
                    <a:pt x="116332" y="326314"/>
                  </a:lnTo>
                  <a:lnTo>
                    <a:pt x="121392" y="327841"/>
                  </a:lnTo>
                  <a:lnTo>
                    <a:pt x="126499" y="329208"/>
                  </a:lnTo>
                  <a:lnTo>
                    <a:pt x="131646" y="330413"/>
                  </a:lnTo>
                  <a:lnTo>
                    <a:pt x="136828" y="331454"/>
                  </a:lnTo>
                  <a:lnTo>
                    <a:pt x="142041" y="332331"/>
                  </a:lnTo>
                  <a:lnTo>
                    <a:pt x="147279" y="333043"/>
                  </a:lnTo>
                  <a:lnTo>
                    <a:pt x="152537" y="333589"/>
                  </a:lnTo>
                  <a:lnTo>
                    <a:pt x="157809" y="333968"/>
                  </a:lnTo>
                  <a:lnTo>
                    <a:pt x="163091" y="334181"/>
                  </a:lnTo>
                  <a:lnTo>
                    <a:pt x="168377" y="334226"/>
                  </a:lnTo>
                  <a:lnTo>
                    <a:pt x="173662" y="334104"/>
                  </a:lnTo>
                  <a:lnTo>
                    <a:pt x="178940" y="333815"/>
                  </a:lnTo>
                  <a:lnTo>
                    <a:pt x="184207" y="333360"/>
                  </a:lnTo>
                  <a:lnTo>
                    <a:pt x="189456" y="332738"/>
                  </a:lnTo>
                  <a:lnTo>
                    <a:pt x="194683" y="331950"/>
                  </a:lnTo>
                  <a:lnTo>
                    <a:pt x="199883" y="330998"/>
                  </a:lnTo>
                  <a:lnTo>
                    <a:pt x="205050" y="329881"/>
                  </a:lnTo>
                  <a:lnTo>
                    <a:pt x="210179" y="328602"/>
                  </a:lnTo>
                  <a:lnTo>
                    <a:pt x="215265" y="327161"/>
                  </a:lnTo>
                  <a:lnTo>
                    <a:pt x="220303" y="325560"/>
                  </a:lnTo>
                  <a:lnTo>
                    <a:pt x="225287" y="323801"/>
                  </a:lnTo>
                  <a:lnTo>
                    <a:pt x="230214" y="321885"/>
                  </a:lnTo>
                  <a:lnTo>
                    <a:pt x="235078" y="319814"/>
                  </a:lnTo>
                  <a:lnTo>
                    <a:pt x="239873" y="317591"/>
                  </a:lnTo>
                  <a:lnTo>
                    <a:pt x="244596" y="315217"/>
                  </a:lnTo>
                  <a:lnTo>
                    <a:pt x="249242" y="312694"/>
                  </a:lnTo>
                  <a:lnTo>
                    <a:pt x="253806" y="310026"/>
                  </a:lnTo>
                  <a:lnTo>
                    <a:pt x="258282" y="307216"/>
                  </a:lnTo>
                  <a:lnTo>
                    <a:pt x="262668" y="304265"/>
                  </a:lnTo>
                  <a:lnTo>
                    <a:pt x="266958" y="301176"/>
                  </a:lnTo>
                  <a:lnTo>
                    <a:pt x="271149" y="297954"/>
                  </a:lnTo>
                  <a:lnTo>
                    <a:pt x="275235" y="294601"/>
                  </a:lnTo>
                  <a:lnTo>
                    <a:pt x="279214" y="291120"/>
                  </a:lnTo>
                  <a:lnTo>
                    <a:pt x="283080" y="287516"/>
                  </a:lnTo>
                  <a:lnTo>
                    <a:pt x="286831" y="283790"/>
                  </a:lnTo>
                  <a:lnTo>
                    <a:pt x="290462" y="279949"/>
                  </a:lnTo>
                  <a:lnTo>
                    <a:pt x="293969" y="275994"/>
                  </a:lnTo>
                  <a:lnTo>
                    <a:pt x="297350" y="271930"/>
                  </a:lnTo>
                  <a:lnTo>
                    <a:pt x="300601" y="267762"/>
                  </a:lnTo>
                  <a:lnTo>
                    <a:pt x="303718" y="263492"/>
                  </a:lnTo>
                  <a:lnTo>
                    <a:pt x="306698" y="259127"/>
                  </a:lnTo>
                  <a:lnTo>
                    <a:pt x="309539" y="254669"/>
                  </a:lnTo>
                  <a:lnTo>
                    <a:pt x="312238" y="250124"/>
                  </a:lnTo>
                  <a:lnTo>
                    <a:pt x="314792" y="245495"/>
                  </a:lnTo>
                  <a:lnTo>
                    <a:pt x="317198" y="240788"/>
                  </a:lnTo>
                  <a:lnTo>
                    <a:pt x="319454" y="236008"/>
                  </a:lnTo>
                  <a:lnTo>
                    <a:pt x="321558" y="231158"/>
                  </a:lnTo>
                  <a:lnTo>
                    <a:pt x="323507" y="226245"/>
                  </a:lnTo>
                  <a:lnTo>
                    <a:pt x="325300" y="221272"/>
                  </a:lnTo>
                  <a:lnTo>
                    <a:pt x="326935" y="216245"/>
                  </a:lnTo>
                  <a:lnTo>
                    <a:pt x="328410" y="211169"/>
                  </a:lnTo>
                  <a:lnTo>
                    <a:pt x="329724" y="206049"/>
                  </a:lnTo>
                  <a:lnTo>
                    <a:pt x="330875" y="200889"/>
                  </a:lnTo>
                  <a:lnTo>
                    <a:pt x="331863" y="195696"/>
                  </a:lnTo>
                  <a:lnTo>
                    <a:pt x="332686" y="190475"/>
                  </a:lnTo>
                  <a:lnTo>
                    <a:pt x="333344" y="185230"/>
                  </a:lnTo>
                  <a:lnTo>
                    <a:pt x="333835" y="179966"/>
                  </a:lnTo>
                  <a:lnTo>
                    <a:pt x="334159" y="174690"/>
                  </a:lnTo>
                  <a:lnTo>
                    <a:pt x="334317" y="169406"/>
                  </a:lnTo>
                  <a:lnTo>
                    <a:pt x="334308" y="164120"/>
                  </a:lnTo>
                  <a:lnTo>
                    <a:pt x="334131" y="158837"/>
                  </a:lnTo>
                  <a:lnTo>
                    <a:pt x="333788" y="153562"/>
                  </a:lnTo>
                  <a:lnTo>
                    <a:pt x="333277" y="148301"/>
                  </a:lnTo>
                  <a:lnTo>
                    <a:pt x="332601" y="143058"/>
                  </a:lnTo>
                  <a:lnTo>
                    <a:pt x="331759" y="137839"/>
                  </a:lnTo>
                  <a:lnTo>
                    <a:pt x="330753" y="132650"/>
                  </a:lnTo>
                  <a:lnTo>
                    <a:pt x="329583" y="127495"/>
                  </a:lnTo>
                  <a:lnTo>
                    <a:pt x="328251" y="122379"/>
                  </a:lnTo>
                  <a:lnTo>
                    <a:pt x="326758" y="117309"/>
                  </a:lnTo>
                  <a:lnTo>
                    <a:pt x="325105" y="112288"/>
                  </a:lnTo>
                  <a:lnTo>
                    <a:pt x="323294" y="107321"/>
                  </a:lnTo>
                  <a:lnTo>
                    <a:pt x="321327" y="102415"/>
                  </a:lnTo>
                  <a:lnTo>
                    <a:pt x="319206" y="97573"/>
                  </a:lnTo>
                  <a:lnTo>
                    <a:pt x="316933" y="92800"/>
                  </a:lnTo>
                  <a:lnTo>
                    <a:pt x="314510" y="88102"/>
                  </a:lnTo>
                  <a:lnTo>
                    <a:pt x="311940" y="83483"/>
                  </a:lnTo>
                  <a:lnTo>
                    <a:pt x="309225" y="78947"/>
                  </a:lnTo>
                  <a:lnTo>
                    <a:pt x="306368" y="74500"/>
                  </a:lnTo>
                  <a:lnTo>
                    <a:pt x="303371" y="70145"/>
                  </a:lnTo>
                  <a:lnTo>
                    <a:pt x="300239" y="65887"/>
                  </a:lnTo>
                  <a:lnTo>
                    <a:pt x="296973" y="61730"/>
                  </a:lnTo>
                  <a:lnTo>
                    <a:pt x="293578" y="57678"/>
                  </a:lnTo>
                  <a:lnTo>
                    <a:pt x="290056" y="53736"/>
                  </a:lnTo>
                  <a:lnTo>
                    <a:pt x="286412" y="49907"/>
                  </a:lnTo>
                  <a:lnTo>
                    <a:pt x="282648" y="46196"/>
                  </a:lnTo>
                  <a:lnTo>
                    <a:pt x="278769" y="42605"/>
                  </a:lnTo>
                  <a:lnTo>
                    <a:pt x="274778" y="39138"/>
                  </a:lnTo>
                  <a:lnTo>
                    <a:pt x="270679" y="35800"/>
                  </a:lnTo>
                  <a:lnTo>
                    <a:pt x="266477" y="32593"/>
                  </a:lnTo>
                  <a:lnTo>
                    <a:pt x="262176" y="29520"/>
                  </a:lnTo>
                  <a:lnTo>
                    <a:pt x="257780" y="26585"/>
                  </a:lnTo>
                  <a:lnTo>
                    <a:pt x="253293" y="23790"/>
                  </a:lnTo>
                  <a:lnTo>
                    <a:pt x="248720" y="21138"/>
                  </a:lnTo>
                  <a:lnTo>
                    <a:pt x="244065" y="18633"/>
                  </a:lnTo>
                  <a:lnTo>
                    <a:pt x="239334" y="16276"/>
                  </a:lnTo>
                  <a:lnTo>
                    <a:pt x="234530" y="14069"/>
                  </a:lnTo>
                  <a:lnTo>
                    <a:pt x="229659" y="12016"/>
                  </a:lnTo>
                  <a:lnTo>
                    <a:pt x="224725" y="10117"/>
                  </a:lnTo>
                  <a:lnTo>
                    <a:pt x="219734" y="8376"/>
                  </a:lnTo>
                  <a:lnTo>
                    <a:pt x="214691" y="6793"/>
                  </a:lnTo>
                  <a:lnTo>
                    <a:pt x="209600" y="5371"/>
                  </a:lnTo>
                  <a:lnTo>
                    <a:pt x="204466" y="4110"/>
                  </a:lnTo>
                  <a:lnTo>
                    <a:pt x="199295" y="3012"/>
                  </a:lnTo>
                  <a:lnTo>
                    <a:pt x="194092" y="2078"/>
                  </a:lnTo>
                  <a:lnTo>
                    <a:pt x="188862" y="1309"/>
                  </a:lnTo>
                  <a:lnTo>
                    <a:pt x="183611" y="706"/>
                  </a:lnTo>
                  <a:lnTo>
                    <a:pt x="178343" y="269"/>
                  </a:lnTo>
                  <a:lnTo>
                    <a:pt x="173063" y="0"/>
                  </a:lnTo>
                  <a:lnTo>
                    <a:pt x="167166" y="16706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983779" y="3170392"/>
              <a:ext cx="5897" cy="167167"/>
            </a:xfrm>
            <a:custGeom>
              <a:avLst/>
              <a:pathLst>
                <a:path w="5897" h="167167">
                  <a:moveTo>
                    <a:pt x="5897" y="104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923495" y="265550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60705" y="2655501"/>
              <a:ext cx="162789" cy="167167"/>
            </a:xfrm>
            <a:custGeom>
              <a:avLst/>
              <a:pathLst>
                <a:path w="162789" h="167167">
                  <a:moveTo>
                    <a:pt x="162789" y="0"/>
                  </a:moveTo>
                  <a:lnTo>
                    <a:pt x="157321" y="89"/>
                  </a:lnTo>
                  <a:lnTo>
                    <a:pt x="151858" y="357"/>
                  </a:lnTo>
                  <a:lnTo>
                    <a:pt x="146408" y="804"/>
                  </a:lnTo>
                  <a:lnTo>
                    <a:pt x="140974" y="1429"/>
                  </a:lnTo>
                  <a:lnTo>
                    <a:pt x="135564" y="2231"/>
                  </a:lnTo>
                  <a:lnTo>
                    <a:pt x="130183" y="3210"/>
                  </a:lnTo>
                  <a:lnTo>
                    <a:pt x="124837" y="4365"/>
                  </a:lnTo>
                  <a:lnTo>
                    <a:pt x="119532" y="5693"/>
                  </a:lnTo>
                  <a:lnTo>
                    <a:pt x="114273" y="7195"/>
                  </a:lnTo>
                  <a:lnTo>
                    <a:pt x="109066" y="8867"/>
                  </a:lnTo>
                  <a:lnTo>
                    <a:pt x="103916" y="10710"/>
                  </a:lnTo>
                  <a:lnTo>
                    <a:pt x="98830" y="12719"/>
                  </a:lnTo>
                  <a:lnTo>
                    <a:pt x="93812" y="14894"/>
                  </a:lnTo>
                  <a:lnTo>
                    <a:pt x="88867" y="17232"/>
                  </a:lnTo>
                  <a:lnTo>
                    <a:pt x="84002" y="19730"/>
                  </a:lnTo>
                  <a:lnTo>
                    <a:pt x="79221" y="22387"/>
                  </a:lnTo>
                  <a:lnTo>
                    <a:pt x="74530" y="25198"/>
                  </a:lnTo>
                  <a:lnTo>
                    <a:pt x="69933" y="28161"/>
                  </a:lnTo>
                  <a:lnTo>
                    <a:pt x="65436" y="31273"/>
                  </a:lnTo>
                  <a:lnTo>
                    <a:pt x="61042" y="34530"/>
                  </a:lnTo>
                  <a:lnTo>
                    <a:pt x="56758" y="37930"/>
                  </a:lnTo>
                  <a:lnTo>
                    <a:pt x="52587" y="41467"/>
                  </a:lnTo>
                  <a:lnTo>
                    <a:pt x="48534" y="45140"/>
                  </a:lnTo>
                  <a:lnTo>
                    <a:pt x="44603" y="48943"/>
                  </a:lnTo>
                  <a:lnTo>
                    <a:pt x="40799" y="52872"/>
                  </a:lnTo>
                  <a:lnTo>
                    <a:pt x="37126" y="56924"/>
                  </a:lnTo>
                  <a:lnTo>
                    <a:pt x="33587" y="61093"/>
                  </a:lnTo>
                  <a:lnTo>
                    <a:pt x="30186" y="65377"/>
                  </a:lnTo>
                  <a:lnTo>
                    <a:pt x="26927" y="69769"/>
                  </a:lnTo>
                  <a:lnTo>
                    <a:pt x="23814" y="74265"/>
                  </a:lnTo>
                  <a:lnTo>
                    <a:pt x="20849" y="78861"/>
                  </a:lnTo>
                  <a:lnTo>
                    <a:pt x="18036" y="83552"/>
                  </a:lnTo>
                  <a:lnTo>
                    <a:pt x="15379" y="88332"/>
                  </a:lnTo>
                  <a:lnTo>
                    <a:pt x="12879" y="93196"/>
                  </a:lnTo>
                  <a:lnTo>
                    <a:pt x="10539" y="98140"/>
                  </a:lnTo>
                  <a:lnTo>
                    <a:pt x="8362" y="103157"/>
                  </a:lnTo>
                  <a:lnTo>
                    <a:pt x="6351" y="108243"/>
                  </a:lnTo>
                  <a:lnTo>
                    <a:pt x="4507" y="113392"/>
                  </a:lnTo>
                  <a:lnTo>
                    <a:pt x="2833" y="118599"/>
                  </a:lnTo>
                  <a:lnTo>
                    <a:pt x="1330" y="123857"/>
                  </a:lnTo>
                  <a:lnTo>
                    <a:pt x="0" y="129162"/>
                  </a:lnTo>
                  <a:lnTo>
                    <a:pt x="162789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760705" y="2784664"/>
              <a:ext cx="162789" cy="38004"/>
            </a:xfrm>
            <a:custGeom>
              <a:avLst/>
              <a:pathLst>
                <a:path w="162789" h="38004">
                  <a:moveTo>
                    <a:pt x="0" y="0"/>
                  </a:moveTo>
                  <a:lnTo>
                    <a:pt x="162789" y="3800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756332" y="2713269"/>
              <a:ext cx="334311" cy="276565"/>
            </a:xfrm>
            <a:custGeom>
              <a:avLst/>
              <a:pathLst>
                <a:path w="334311" h="276565">
                  <a:moveTo>
                    <a:pt x="4372" y="71395"/>
                  </a:moveTo>
                  <a:lnTo>
                    <a:pt x="3250" y="76567"/>
                  </a:lnTo>
                  <a:lnTo>
                    <a:pt x="2293" y="81773"/>
                  </a:lnTo>
                  <a:lnTo>
                    <a:pt x="1501" y="87006"/>
                  </a:lnTo>
                  <a:lnTo>
                    <a:pt x="875" y="92261"/>
                  </a:lnTo>
                  <a:lnTo>
                    <a:pt x="416" y="97534"/>
                  </a:lnTo>
                  <a:lnTo>
                    <a:pt x="124" y="102818"/>
                  </a:lnTo>
                  <a:lnTo>
                    <a:pt x="0" y="108109"/>
                  </a:lnTo>
                  <a:lnTo>
                    <a:pt x="42" y="113402"/>
                  </a:lnTo>
                  <a:lnTo>
                    <a:pt x="253" y="118690"/>
                  </a:lnTo>
                  <a:lnTo>
                    <a:pt x="631" y="123969"/>
                  </a:lnTo>
                  <a:lnTo>
                    <a:pt x="1175" y="129234"/>
                  </a:lnTo>
                  <a:lnTo>
                    <a:pt x="1886" y="134479"/>
                  </a:lnTo>
                  <a:lnTo>
                    <a:pt x="2763" y="139698"/>
                  </a:lnTo>
                  <a:lnTo>
                    <a:pt x="3805" y="144887"/>
                  </a:lnTo>
                  <a:lnTo>
                    <a:pt x="5010" y="150041"/>
                  </a:lnTo>
                  <a:lnTo>
                    <a:pt x="6378" y="155154"/>
                  </a:lnTo>
                  <a:lnTo>
                    <a:pt x="7907" y="160220"/>
                  </a:lnTo>
                  <a:lnTo>
                    <a:pt x="9595" y="165236"/>
                  </a:lnTo>
                  <a:lnTo>
                    <a:pt x="11442" y="170197"/>
                  </a:lnTo>
                  <a:lnTo>
                    <a:pt x="13445" y="175096"/>
                  </a:lnTo>
                  <a:lnTo>
                    <a:pt x="15601" y="179929"/>
                  </a:lnTo>
                  <a:lnTo>
                    <a:pt x="17910" y="184691"/>
                  </a:lnTo>
                  <a:lnTo>
                    <a:pt x="20368" y="189378"/>
                  </a:lnTo>
                  <a:lnTo>
                    <a:pt x="22974" y="193985"/>
                  </a:lnTo>
                  <a:lnTo>
                    <a:pt x="25724" y="198507"/>
                  </a:lnTo>
                  <a:lnTo>
                    <a:pt x="28615" y="202940"/>
                  </a:lnTo>
                  <a:lnTo>
                    <a:pt x="31646" y="207279"/>
                  </a:lnTo>
                  <a:lnTo>
                    <a:pt x="34813" y="211520"/>
                  </a:lnTo>
                  <a:lnTo>
                    <a:pt x="38112" y="215659"/>
                  </a:lnTo>
                  <a:lnTo>
                    <a:pt x="41540" y="219691"/>
                  </a:lnTo>
                  <a:lnTo>
                    <a:pt x="45094" y="223612"/>
                  </a:lnTo>
                  <a:lnTo>
                    <a:pt x="48771" y="227419"/>
                  </a:lnTo>
                  <a:lnTo>
                    <a:pt x="52567" y="231108"/>
                  </a:lnTo>
                  <a:lnTo>
                    <a:pt x="56477" y="234675"/>
                  </a:lnTo>
                  <a:lnTo>
                    <a:pt x="60498" y="238116"/>
                  </a:lnTo>
                  <a:lnTo>
                    <a:pt x="64626" y="241428"/>
                  </a:lnTo>
                  <a:lnTo>
                    <a:pt x="68857" y="244608"/>
                  </a:lnTo>
                  <a:lnTo>
                    <a:pt x="73187" y="247652"/>
                  </a:lnTo>
                  <a:lnTo>
                    <a:pt x="77611" y="250557"/>
                  </a:lnTo>
                  <a:lnTo>
                    <a:pt x="82124" y="253322"/>
                  </a:lnTo>
                  <a:lnTo>
                    <a:pt x="86723" y="255941"/>
                  </a:lnTo>
                  <a:lnTo>
                    <a:pt x="91402" y="258414"/>
                  </a:lnTo>
                  <a:lnTo>
                    <a:pt x="96157" y="260738"/>
                  </a:lnTo>
                  <a:lnTo>
                    <a:pt x="100984" y="262910"/>
                  </a:lnTo>
                  <a:lnTo>
                    <a:pt x="105876" y="264928"/>
                  </a:lnTo>
                  <a:lnTo>
                    <a:pt x="110831" y="266790"/>
                  </a:lnTo>
                  <a:lnTo>
                    <a:pt x="115841" y="268495"/>
                  </a:lnTo>
                  <a:lnTo>
                    <a:pt x="120903" y="270039"/>
                  </a:lnTo>
                  <a:lnTo>
                    <a:pt x="126012" y="271423"/>
                  </a:lnTo>
                  <a:lnTo>
                    <a:pt x="131162" y="272645"/>
                  </a:lnTo>
                  <a:lnTo>
                    <a:pt x="136347" y="273703"/>
                  </a:lnTo>
                  <a:lnTo>
                    <a:pt x="141564" y="274596"/>
                  </a:lnTo>
                  <a:lnTo>
                    <a:pt x="146807" y="275323"/>
                  </a:lnTo>
                  <a:lnTo>
                    <a:pt x="152069" y="275885"/>
                  </a:lnTo>
                  <a:lnTo>
                    <a:pt x="157347" y="276279"/>
                  </a:lnTo>
                  <a:lnTo>
                    <a:pt x="162635" y="276506"/>
                  </a:lnTo>
                  <a:lnTo>
                    <a:pt x="167927" y="276565"/>
                  </a:lnTo>
                  <a:lnTo>
                    <a:pt x="173219" y="276457"/>
                  </a:lnTo>
                  <a:lnTo>
                    <a:pt x="178504" y="276182"/>
                  </a:lnTo>
                  <a:lnTo>
                    <a:pt x="183778" y="275739"/>
                  </a:lnTo>
                  <a:lnTo>
                    <a:pt x="189036" y="275130"/>
                  </a:lnTo>
                  <a:lnTo>
                    <a:pt x="194271" y="274354"/>
                  </a:lnTo>
                  <a:lnTo>
                    <a:pt x="199479" y="273414"/>
                  </a:lnTo>
                  <a:lnTo>
                    <a:pt x="204655" y="272308"/>
                  </a:lnTo>
                  <a:lnTo>
                    <a:pt x="209794" y="271040"/>
                  </a:lnTo>
                  <a:lnTo>
                    <a:pt x="214889" y="269609"/>
                  </a:lnTo>
                  <a:lnTo>
                    <a:pt x="219937" y="268018"/>
                  </a:lnTo>
                  <a:lnTo>
                    <a:pt x="224932" y="266268"/>
                  </a:lnTo>
                  <a:lnTo>
                    <a:pt x="229869" y="264360"/>
                  </a:lnTo>
                  <a:lnTo>
                    <a:pt x="234743" y="262298"/>
                  </a:lnTo>
                  <a:lnTo>
                    <a:pt x="239549" y="260082"/>
                  </a:lnTo>
                  <a:lnTo>
                    <a:pt x="244283" y="257715"/>
                  </a:lnTo>
                  <a:lnTo>
                    <a:pt x="248940" y="255199"/>
                  </a:lnTo>
                  <a:lnTo>
                    <a:pt x="253514" y="252537"/>
                  </a:lnTo>
                  <a:lnTo>
                    <a:pt x="258002" y="249732"/>
                  </a:lnTo>
                  <a:lnTo>
                    <a:pt x="262399" y="246786"/>
                  </a:lnTo>
                  <a:lnTo>
                    <a:pt x="266700" y="243702"/>
                  </a:lnTo>
                  <a:lnTo>
                    <a:pt x="270902" y="240484"/>
                  </a:lnTo>
                  <a:lnTo>
                    <a:pt x="275000" y="237134"/>
                  </a:lnTo>
                  <a:lnTo>
                    <a:pt x="278989" y="233656"/>
                  </a:lnTo>
                  <a:lnTo>
                    <a:pt x="282867" y="230054"/>
                  </a:lnTo>
                  <a:lnTo>
                    <a:pt x="286628" y="226330"/>
                  </a:lnTo>
                  <a:lnTo>
                    <a:pt x="290270" y="222490"/>
                  </a:lnTo>
                  <a:lnTo>
                    <a:pt x="293788" y="218536"/>
                  </a:lnTo>
                  <a:lnTo>
                    <a:pt x="297180" y="214473"/>
                  </a:lnTo>
                  <a:lnTo>
                    <a:pt x="300441" y="210304"/>
                  </a:lnTo>
                  <a:lnTo>
                    <a:pt x="303568" y="206034"/>
                  </a:lnTo>
                  <a:lnTo>
                    <a:pt x="306559" y="201668"/>
                  </a:lnTo>
                  <a:lnTo>
                    <a:pt x="309410" y="197209"/>
                  </a:lnTo>
                  <a:lnTo>
                    <a:pt x="312119" y="192662"/>
                  </a:lnTo>
                  <a:lnTo>
                    <a:pt x="314682" y="188031"/>
                  </a:lnTo>
                  <a:lnTo>
                    <a:pt x="317097" y="183322"/>
                  </a:lnTo>
                  <a:lnTo>
                    <a:pt x="319362" y="178538"/>
                  </a:lnTo>
                  <a:lnTo>
                    <a:pt x="321474" y="173685"/>
                  </a:lnTo>
                  <a:lnTo>
                    <a:pt x="323432" y="168768"/>
                  </a:lnTo>
                  <a:lnTo>
                    <a:pt x="325233" y="163791"/>
                  </a:lnTo>
                  <a:lnTo>
                    <a:pt x="326876" y="158760"/>
                  </a:lnTo>
                  <a:lnTo>
                    <a:pt x="328358" y="153680"/>
                  </a:lnTo>
                  <a:lnTo>
                    <a:pt x="329679" y="148554"/>
                  </a:lnTo>
                  <a:lnTo>
                    <a:pt x="330837" y="143390"/>
                  </a:lnTo>
                  <a:lnTo>
                    <a:pt x="331831" y="138192"/>
                  </a:lnTo>
                  <a:lnTo>
                    <a:pt x="332660" y="132964"/>
                  </a:lnTo>
                  <a:lnTo>
                    <a:pt x="333323" y="127713"/>
                  </a:lnTo>
                  <a:lnTo>
                    <a:pt x="333820" y="122444"/>
                  </a:lnTo>
                  <a:lnTo>
                    <a:pt x="334149" y="117162"/>
                  </a:lnTo>
                  <a:lnTo>
                    <a:pt x="334311" y="111872"/>
                  </a:lnTo>
                  <a:lnTo>
                    <a:pt x="334306" y="106579"/>
                  </a:lnTo>
                  <a:lnTo>
                    <a:pt x="334133" y="101289"/>
                  </a:lnTo>
                  <a:lnTo>
                    <a:pt x="333792" y="96008"/>
                  </a:lnTo>
                  <a:lnTo>
                    <a:pt x="333285" y="90739"/>
                  </a:lnTo>
                  <a:lnTo>
                    <a:pt x="332611" y="85490"/>
                  </a:lnTo>
                  <a:lnTo>
                    <a:pt x="331771" y="80264"/>
                  </a:lnTo>
                  <a:lnTo>
                    <a:pt x="330766" y="75068"/>
                  </a:lnTo>
                  <a:lnTo>
                    <a:pt x="329597" y="69906"/>
                  </a:lnTo>
                  <a:lnTo>
                    <a:pt x="328266" y="64784"/>
                  </a:lnTo>
                  <a:lnTo>
                    <a:pt x="326772" y="59706"/>
                  </a:lnTo>
                  <a:lnTo>
                    <a:pt x="325119" y="54678"/>
                  </a:lnTo>
                  <a:lnTo>
                    <a:pt x="323308" y="49705"/>
                  </a:lnTo>
                  <a:lnTo>
                    <a:pt x="321340" y="44792"/>
                  </a:lnTo>
                  <a:lnTo>
                    <a:pt x="319217" y="39944"/>
                  </a:lnTo>
                  <a:lnTo>
                    <a:pt x="316942" y="35165"/>
                  </a:lnTo>
                  <a:lnTo>
                    <a:pt x="314517" y="30461"/>
                  </a:lnTo>
                  <a:lnTo>
                    <a:pt x="311944" y="25836"/>
                  </a:lnTo>
                  <a:lnTo>
                    <a:pt x="309227" y="21294"/>
                  </a:lnTo>
                  <a:lnTo>
                    <a:pt x="306366" y="16841"/>
                  </a:lnTo>
                  <a:lnTo>
                    <a:pt x="303366" y="12481"/>
                  </a:lnTo>
                  <a:lnTo>
                    <a:pt x="300230" y="8217"/>
                  </a:lnTo>
                  <a:lnTo>
                    <a:pt x="296960" y="4056"/>
                  </a:lnTo>
                  <a:lnTo>
                    <a:pt x="293560" y="0"/>
                  </a:lnTo>
                  <a:lnTo>
                    <a:pt x="167162" y="10940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923495" y="2655501"/>
              <a:ext cx="126398" cy="167167"/>
            </a:xfrm>
            <a:custGeom>
              <a:avLst/>
              <a:pathLst>
                <a:path w="126398" h="167167">
                  <a:moveTo>
                    <a:pt x="126398" y="57767"/>
                  </a:moveTo>
                  <a:lnTo>
                    <a:pt x="122722" y="53659"/>
                  </a:lnTo>
                  <a:lnTo>
                    <a:pt x="118913" y="49674"/>
                  </a:lnTo>
                  <a:lnTo>
                    <a:pt x="114975" y="45818"/>
                  </a:lnTo>
                  <a:lnTo>
                    <a:pt x="110912" y="42093"/>
                  </a:lnTo>
                  <a:lnTo>
                    <a:pt x="106728" y="38504"/>
                  </a:lnTo>
                  <a:lnTo>
                    <a:pt x="102428" y="35056"/>
                  </a:lnTo>
                  <a:lnTo>
                    <a:pt x="98016" y="31750"/>
                  </a:lnTo>
                  <a:lnTo>
                    <a:pt x="93499" y="28592"/>
                  </a:lnTo>
                  <a:lnTo>
                    <a:pt x="88879" y="25585"/>
                  </a:lnTo>
                  <a:lnTo>
                    <a:pt x="84163" y="22732"/>
                  </a:lnTo>
                  <a:lnTo>
                    <a:pt x="79355" y="20036"/>
                  </a:lnTo>
                  <a:lnTo>
                    <a:pt x="74461" y="17499"/>
                  </a:lnTo>
                  <a:lnTo>
                    <a:pt x="69486" y="15126"/>
                  </a:lnTo>
                  <a:lnTo>
                    <a:pt x="64436" y="12917"/>
                  </a:lnTo>
                  <a:lnTo>
                    <a:pt x="59315" y="10877"/>
                  </a:lnTo>
                  <a:lnTo>
                    <a:pt x="54130" y="9006"/>
                  </a:lnTo>
                  <a:lnTo>
                    <a:pt x="48886" y="7307"/>
                  </a:lnTo>
                  <a:lnTo>
                    <a:pt x="43589" y="5783"/>
                  </a:lnTo>
                  <a:lnTo>
                    <a:pt x="38245" y="4433"/>
                  </a:lnTo>
                  <a:lnTo>
                    <a:pt x="32859" y="3261"/>
                  </a:lnTo>
                  <a:lnTo>
                    <a:pt x="27437" y="2267"/>
                  </a:lnTo>
                  <a:lnTo>
                    <a:pt x="21985" y="1452"/>
                  </a:lnTo>
                  <a:lnTo>
                    <a:pt x="16510" y="817"/>
                  </a:lnTo>
                  <a:lnTo>
                    <a:pt x="11016" y="363"/>
                  </a:lnTo>
                  <a:lnTo>
                    <a:pt x="5511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745892" y="216836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78909" y="2168369"/>
              <a:ext cx="66983" cy="167167"/>
            </a:xfrm>
            <a:custGeom>
              <a:avLst/>
              <a:pathLst>
                <a:path w="66983" h="167167">
                  <a:moveTo>
                    <a:pt x="66983" y="0"/>
                  </a:moveTo>
                  <a:lnTo>
                    <a:pt x="61241" y="98"/>
                  </a:lnTo>
                  <a:lnTo>
                    <a:pt x="55505" y="394"/>
                  </a:lnTo>
                  <a:lnTo>
                    <a:pt x="49783" y="887"/>
                  </a:lnTo>
                  <a:lnTo>
                    <a:pt x="44082" y="1576"/>
                  </a:lnTo>
                  <a:lnTo>
                    <a:pt x="38407" y="2460"/>
                  </a:lnTo>
                  <a:lnTo>
                    <a:pt x="32767" y="3539"/>
                  </a:lnTo>
                  <a:lnTo>
                    <a:pt x="27166" y="4811"/>
                  </a:lnTo>
                  <a:lnTo>
                    <a:pt x="21613" y="6274"/>
                  </a:lnTo>
                  <a:lnTo>
                    <a:pt x="16113" y="7927"/>
                  </a:lnTo>
                  <a:lnTo>
                    <a:pt x="10673" y="9769"/>
                  </a:lnTo>
                  <a:lnTo>
                    <a:pt x="5300" y="11796"/>
                  </a:lnTo>
                  <a:lnTo>
                    <a:pt x="0" y="14006"/>
                  </a:lnTo>
                  <a:lnTo>
                    <a:pt x="6698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678909" y="2182375"/>
              <a:ext cx="66983" cy="153160"/>
            </a:xfrm>
            <a:custGeom>
              <a:avLst/>
              <a:pathLst>
                <a:path w="66983" h="153160">
                  <a:moveTo>
                    <a:pt x="0" y="0"/>
                  </a:moveTo>
                  <a:lnTo>
                    <a:pt x="66983" y="15316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578727" y="2182375"/>
              <a:ext cx="233768" cy="320324"/>
            </a:xfrm>
            <a:custGeom>
              <a:avLst/>
              <a:pathLst>
                <a:path w="233768" h="320324">
                  <a:moveTo>
                    <a:pt x="100181" y="0"/>
                  </a:moveTo>
                  <a:lnTo>
                    <a:pt x="95310" y="2223"/>
                  </a:lnTo>
                  <a:lnTo>
                    <a:pt x="90513" y="4602"/>
                  </a:lnTo>
                  <a:lnTo>
                    <a:pt x="85795" y="7133"/>
                  </a:lnTo>
                  <a:lnTo>
                    <a:pt x="81160" y="9814"/>
                  </a:lnTo>
                  <a:lnTo>
                    <a:pt x="76613" y="12642"/>
                  </a:lnTo>
                  <a:lnTo>
                    <a:pt x="72159" y="15614"/>
                  </a:lnTo>
                  <a:lnTo>
                    <a:pt x="67803" y="18727"/>
                  </a:lnTo>
                  <a:lnTo>
                    <a:pt x="63549" y="21978"/>
                  </a:lnTo>
                  <a:lnTo>
                    <a:pt x="59400" y="25364"/>
                  </a:lnTo>
                  <a:lnTo>
                    <a:pt x="55363" y="28881"/>
                  </a:lnTo>
                  <a:lnTo>
                    <a:pt x="51440" y="32525"/>
                  </a:lnTo>
                  <a:lnTo>
                    <a:pt x="47636" y="36293"/>
                  </a:lnTo>
                  <a:lnTo>
                    <a:pt x="43954" y="40181"/>
                  </a:lnTo>
                  <a:lnTo>
                    <a:pt x="40399" y="44185"/>
                  </a:lnTo>
                  <a:lnTo>
                    <a:pt x="36974" y="48301"/>
                  </a:lnTo>
                  <a:lnTo>
                    <a:pt x="33683" y="52524"/>
                  </a:lnTo>
                  <a:lnTo>
                    <a:pt x="30528" y="56851"/>
                  </a:lnTo>
                  <a:lnTo>
                    <a:pt x="27514" y="61276"/>
                  </a:lnTo>
                  <a:lnTo>
                    <a:pt x="24643" y="65796"/>
                  </a:lnTo>
                  <a:lnTo>
                    <a:pt x="21918" y="70405"/>
                  </a:lnTo>
                  <a:lnTo>
                    <a:pt x="19342" y="75099"/>
                  </a:lnTo>
                  <a:lnTo>
                    <a:pt x="16918" y="79874"/>
                  </a:lnTo>
                  <a:lnTo>
                    <a:pt x="14648" y="84723"/>
                  </a:lnTo>
                  <a:lnTo>
                    <a:pt x="12534" y="89643"/>
                  </a:lnTo>
                  <a:lnTo>
                    <a:pt x="10579" y="94627"/>
                  </a:lnTo>
                  <a:lnTo>
                    <a:pt x="8785" y="99672"/>
                  </a:lnTo>
                  <a:lnTo>
                    <a:pt x="7153" y="104772"/>
                  </a:lnTo>
                  <a:lnTo>
                    <a:pt x="5686" y="109921"/>
                  </a:lnTo>
                  <a:lnTo>
                    <a:pt x="4384" y="115115"/>
                  </a:lnTo>
                  <a:lnTo>
                    <a:pt x="3249" y="120348"/>
                  </a:lnTo>
                  <a:lnTo>
                    <a:pt x="2282" y="125614"/>
                  </a:lnTo>
                  <a:lnTo>
                    <a:pt x="1485" y="130909"/>
                  </a:lnTo>
                  <a:lnTo>
                    <a:pt x="857" y="136227"/>
                  </a:lnTo>
                  <a:lnTo>
                    <a:pt x="400" y="141562"/>
                  </a:lnTo>
                  <a:lnTo>
                    <a:pt x="114" y="146908"/>
                  </a:lnTo>
                  <a:lnTo>
                    <a:pt x="0" y="152262"/>
                  </a:lnTo>
                  <a:lnTo>
                    <a:pt x="56" y="157616"/>
                  </a:lnTo>
                  <a:lnTo>
                    <a:pt x="285" y="162965"/>
                  </a:lnTo>
                  <a:lnTo>
                    <a:pt x="685" y="168305"/>
                  </a:lnTo>
                  <a:lnTo>
                    <a:pt x="1255" y="173629"/>
                  </a:lnTo>
                  <a:lnTo>
                    <a:pt x="1996" y="178932"/>
                  </a:lnTo>
                  <a:lnTo>
                    <a:pt x="2906" y="184208"/>
                  </a:lnTo>
                  <a:lnTo>
                    <a:pt x="3984" y="189453"/>
                  </a:lnTo>
                  <a:lnTo>
                    <a:pt x="5230" y="194660"/>
                  </a:lnTo>
                  <a:lnTo>
                    <a:pt x="6642" y="199825"/>
                  </a:lnTo>
                  <a:lnTo>
                    <a:pt x="8219" y="204942"/>
                  </a:lnTo>
                  <a:lnTo>
                    <a:pt x="9959" y="210006"/>
                  </a:lnTo>
                  <a:lnTo>
                    <a:pt x="11860" y="215012"/>
                  </a:lnTo>
                  <a:lnTo>
                    <a:pt x="13921" y="219954"/>
                  </a:lnTo>
                  <a:lnTo>
                    <a:pt x="16139" y="224827"/>
                  </a:lnTo>
                  <a:lnTo>
                    <a:pt x="18512" y="229627"/>
                  </a:lnTo>
                  <a:lnTo>
                    <a:pt x="21037" y="234349"/>
                  </a:lnTo>
                  <a:lnTo>
                    <a:pt x="23712" y="238987"/>
                  </a:lnTo>
                  <a:lnTo>
                    <a:pt x="26534" y="243537"/>
                  </a:lnTo>
                  <a:lnTo>
                    <a:pt x="29501" y="247995"/>
                  </a:lnTo>
                  <a:lnTo>
                    <a:pt x="32609" y="252355"/>
                  </a:lnTo>
                  <a:lnTo>
                    <a:pt x="35854" y="256614"/>
                  </a:lnTo>
                  <a:lnTo>
                    <a:pt x="39235" y="260766"/>
                  </a:lnTo>
                  <a:lnTo>
                    <a:pt x="42747" y="264808"/>
                  </a:lnTo>
                  <a:lnTo>
                    <a:pt x="46386" y="268735"/>
                  </a:lnTo>
                  <a:lnTo>
                    <a:pt x="50150" y="272544"/>
                  </a:lnTo>
                  <a:lnTo>
                    <a:pt x="54033" y="276230"/>
                  </a:lnTo>
                  <a:lnTo>
                    <a:pt x="58033" y="279790"/>
                  </a:lnTo>
                  <a:lnTo>
                    <a:pt x="62144" y="283221"/>
                  </a:lnTo>
                  <a:lnTo>
                    <a:pt x="66363" y="286517"/>
                  </a:lnTo>
                  <a:lnTo>
                    <a:pt x="70686" y="289677"/>
                  </a:lnTo>
                  <a:lnTo>
                    <a:pt x="75108" y="292697"/>
                  </a:lnTo>
                  <a:lnTo>
                    <a:pt x="79624" y="295574"/>
                  </a:lnTo>
                  <a:lnTo>
                    <a:pt x="84230" y="298304"/>
                  </a:lnTo>
                  <a:lnTo>
                    <a:pt x="88921" y="300886"/>
                  </a:lnTo>
                  <a:lnTo>
                    <a:pt x="93692" y="303316"/>
                  </a:lnTo>
                  <a:lnTo>
                    <a:pt x="98539" y="305592"/>
                  </a:lnTo>
                  <a:lnTo>
                    <a:pt x="103456" y="307712"/>
                  </a:lnTo>
                  <a:lnTo>
                    <a:pt x="108438" y="309673"/>
                  </a:lnTo>
                  <a:lnTo>
                    <a:pt x="113481" y="311473"/>
                  </a:lnTo>
                  <a:lnTo>
                    <a:pt x="118578" y="313111"/>
                  </a:lnTo>
                  <a:lnTo>
                    <a:pt x="123726" y="314585"/>
                  </a:lnTo>
                  <a:lnTo>
                    <a:pt x="128918" y="315894"/>
                  </a:lnTo>
                  <a:lnTo>
                    <a:pt x="134149" y="317035"/>
                  </a:lnTo>
                  <a:lnTo>
                    <a:pt x="139415" y="318008"/>
                  </a:lnTo>
                  <a:lnTo>
                    <a:pt x="144708" y="318812"/>
                  </a:lnTo>
                  <a:lnTo>
                    <a:pt x="150025" y="319447"/>
                  </a:lnTo>
                  <a:lnTo>
                    <a:pt x="155359" y="319910"/>
                  </a:lnTo>
                  <a:lnTo>
                    <a:pt x="160706" y="320203"/>
                  </a:lnTo>
                  <a:lnTo>
                    <a:pt x="166059" y="320324"/>
                  </a:lnTo>
                  <a:lnTo>
                    <a:pt x="171413" y="320274"/>
                  </a:lnTo>
                  <a:lnTo>
                    <a:pt x="176763" y="320052"/>
                  </a:lnTo>
                  <a:lnTo>
                    <a:pt x="182103" y="319659"/>
                  </a:lnTo>
                  <a:lnTo>
                    <a:pt x="187428" y="319095"/>
                  </a:lnTo>
                  <a:lnTo>
                    <a:pt x="192732" y="318361"/>
                  </a:lnTo>
                  <a:lnTo>
                    <a:pt x="198009" y="317457"/>
                  </a:lnTo>
                  <a:lnTo>
                    <a:pt x="203255" y="316385"/>
                  </a:lnTo>
                  <a:lnTo>
                    <a:pt x="208464" y="315146"/>
                  </a:lnTo>
                  <a:lnTo>
                    <a:pt x="213631" y="313740"/>
                  </a:lnTo>
                  <a:lnTo>
                    <a:pt x="218750" y="312169"/>
                  </a:lnTo>
                  <a:lnTo>
                    <a:pt x="223816" y="310436"/>
                  </a:lnTo>
                  <a:lnTo>
                    <a:pt x="228824" y="308541"/>
                  </a:lnTo>
                  <a:lnTo>
                    <a:pt x="233768" y="306486"/>
                  </a:lnTo>
                  <a:lnTo>
                    <a:pt x="167165" y="1531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745892" y="2168369"/>
              <a:ext cx="167166" cy="320493"/>
            </a:xfrm>
            <a:custGeom>
              <a:avLst/>
              <a:pathLst>
                <a:path w="167166" h="320493">
                  <a:moveTo>
                    <a:pt x="66603" y="320493"/>
                  </a:moveTo>
                  <a:lnTo>
                    <a:pt x="71496" y="318274"/>
                  </a:lnTo>
                  <a:lnTo>
                    <a:pt x="76314" y="315898"/>
                  </a:lnTo>
                  <a:lnTo>
                    <a:pt x="81054" y="313369"/>
                  </a:lnTo>
                  <a:lnTo>
                    <a:pt x="85710" y="310689"/>
                  </a:lnTo>
                  <a:lnTo>
                    <a:pt x="90278" y="307861"/>
                  </a:lnTo>
                  <a:lnTo>
                    <a:pt x="94752" y="304887"/>
                  </a:lnTo>
                  <a:lnTo>
                    <a:pt x="99129" y="301771"/>
                  </a:lnTo>
                  <a:lnTo>
                    <a:pt x="103403" y="298517"/>
                  </a:lnTo>
                  <a:lnTo>
                    <a:pt x="107570" y="295126"/>
                  </a:lnTo>
                  <a:lnTo>
                    <a:pt x="111626" y="291603"/>
                  </a:lnTo>
                  <a:lnTo>
                    <a:pt x="115567" y="287952"/>
                  </a:lnTo>
                  <a:lnTo>
                    <a:pt x="119389" y="284176"/>
                  </a:lnTo>
                  <a:lnTo>
                    <a:pt x="123087" y="280280"/>
                  </a:lnTo>
                  <a:lnTo>
                    <a:pt x="126658" y="276266"/>
                  </a:lnTo>
                  <a:lnTo>
                    <a:pt x="130098" y="272140"/>
                  </a:lnTo>
                  <a:lnTo>
                    <a:pt x="133404" y="267905"/>
                  </a:lnTo>
                  <a:lnTo>
                    <a:pt x="136572" y="263566"/>
                  </a:lnTo>
                  <a:lnTo>
                    <a:pt x="139599" y="259128"/>
                  </a:lnTo>
                  <a:lnTo>
                    <a:pt x="142482" y="254595"/>
                  </a:lnTo>
                  <a:lnTo>
                    <a:pt x="145218" y="249971"/>
                  </a:lnTo>
                  <a:lnTo>
                    <a:pt x="147804" y="245262"/>
                  </a:lnTo>
                  <a:lnTo>
                    <a:pt x="150237" y="240472"/>
                  </a:lnTo>
                  <a:lnTo>
                    <a:pt x="152515" y="235607"/>
                  </a:lnTo>
                  <a:lnTo>
                    <a:pt x="154635" y="230671"/>
                  </a:lnTo>
                  <a:lnTo>
                    <a:pt x="156596" y="225669"/>
                  </a:lnTo>
                  <a:lnTo>
                    <a:pt x="158395" y="220607"/>
                  </a:lnTo>
                  <a:lnTo>
                    <a:pt x="160030" y="215489"/>
                  </a:lnTo>
                  <a:lnTo>
                    <a:pt x="161501" y="210322"/>
                  </a:lnTo>
                  <a:lnTo>
                    <a:pt x="162804" y="205110"/>
                  </a:lnTo>
                  <a:lnTo>
                    <a:pt x="163939" y="199859"/>
                  </a:lnTo>
                  <a:lnTo>
                    <a:pt x="164905" y="194574"/>
                  </a:lnTo>
                  <a:lnTo>
                    <a:pt x="165700" y="189261"/>
                  </a:lnTo>
                  <a:lnTo>
                    <a:pt x="166325" y="183925"/>
                  </a:lnTo>
                  <a:lnTo>
                    <a:pt x="166777" y="178572"/>
                  </a:lnTo>
                  <a:lnTo>
                    <a:pt x="167058" y="173207"/>
                  </a:lnTo>
                  <a:lnTo>
                    <a:pt x="167166" y="167836"/>
                  </a:lnTo>
                  <a:lnTo>
                    <a:pt x="167101" y="162464"/>
                  </a:lnTo>
                  <a:lnTo>
                    <a:pt x="166863" y="157097"/>
                  </a:lnTo>
                  <a:lnTo>
                    <a:pt x="166454" y="151740"/>
                  </a:lnTo>
                  <a:lnTo>
                    <a:pt x="165872" y="146400"/>
                  </a:lnTo>
                  <a:lnTo>
                    <a:pt x="165119" y="141080"/>
                  </a:lnTo>
                  <a:lnTo>
                    <a:pt x="164195" y="135788"/>
                  </a:lnTo>
                  <a:lnTo>
                    <a:pt x="163102" y="130528"/>
                  </a:lnTo>
                  <a:lnTo>
                    <a:pt x="161841" y="125306"/>
                  </a:lnTo>
                  <a:lnTo>
                    <a:pt x="160412" y="120127"/>
                  </a:lnTo>
                  <a:lnTo>
                    <a:pt x="158818" y="114997"/>
                  </a:lnTo>
                  <a:lnTo>
                    <a:pt x="157059" y="109920"/>
                  </a:lnTo>
                  <a:lnTo>
                    <a:pt x="155139" y="104903"/>
                  </a:lnTo>
                  <a:lnTo>
                    <a:pt x="153058" y="99950"/>
                  </a:lnTo>
                  <a:lnTo>
                    <a:pt x="150819" y="95067"/>
                  </a:lnTo>
                  <a:lnTo>
                    <a:pt x="148424" y="90257"/>
                  </a:lnTo>
                  <a:lnTo>
                    <a:pt x="145876" y="85528"/>
                  </a:lnTo>
                  <a:lnTo>
                    <a:pt x="143178" y="80882"/>
                  </a:lnTo>
                  <a:lnTo>
                    <a:pt x="140331" y="76326"/>
                  </a:lnTo>
                  <a:lnTo>
                    <a:pt x="137340" y="71864"/>
                  </a:lnTo>
                  <a:lnTo>
                    <a:pt x="134206" y="67500"/>
                  </a:lnTo>
                  <a:lnTo>
                    <a:pt x="130934" y="63239"/>
                  </a:lnTo>
                  <a:lnTo>
                    <a:pt x="127527" y="59085"/>
                  </a:lnTo>
                  <a:lnTo>
                    <a:pt x="123988" y="55043"/>
                  </a:lnTo>
                  <a:lnTo>
                    <a:pt x="120321" y="51117"/>
                  </a:lnTo>
                  <a:lnTo>
                    <a:pt x="116530" y="47310"/>
                  </a:lnTo>
                  <a:lnTo>
                    <a:pt x="112619" y="43628"/>
                  </a:lnTo>
                  <a:lnTo>
                    <a:pt x="108591" y="40073"/>
                  </a:lnTo>
                  <a:lnTo>
                    <a:pt x="104451" y="36649"/>
                  </a:lnTo>
                  <a:lnTo>
                    <a:pt x="100203" y="33360"/>
                  </a:lnTo>
                  <a:lnTo>
                    <a:pt x="95851" y="30209"/>
                  </a:lnTo>
                  <a:lnTo>
                    <a:pt x="91401" y="27200"/>
                  </a:lnTo>
                  <a:lnTo>
                    <a:pt x="86856" y="24335"/>
                  </a:lnTo>
                  <a:lnTo>
                    <a:pt x="82222" y="21618"/>
                  </a:lnTo>
                  <a:lnTo>
                    <a:pt x="77502" y="19051"/>
                  </a:lnTo>
                  <a:lnTo>
                    <a:pt x="72703" y="16637"/>
                  </a:lnTo>
                  <a:lnTo>
                    <a:pt x="67828" y="14379"/>
                  </a:lnTo>
                  <a:lnTo>
                    <a:pt x="62884" y="12278"/>
                  </a:lnTo>
                  <a:lnTo>
                    <a:pt x="57874" y="10338"/>
                  </a:lnTo>
                  <a:lnTo>
                    <a:pt x="52805" y="8559"/>
                  </a:lnTo>
                  <a:lnTo>
                    <a:pt x="47681" y="6944"/>
                  </a:lnTo>
                  <a:lnTo>
                    <a:pt x="42508" y="5494"/>
                  </a:lnTo>
                  <a:lnTo>
                    <a:pt x="37291" y="4212"/>
                  </a:lnTo>
                  <a:lnTo>
                    <a:pt x="32035" y="3098"/>
                  </a:lnTo>
                  <a:lnTo>
                    <a:pt x="26747" y="2153"/>
                  </a:lnTo>
                  <a:lnTo>
                    <a:pt x="21431" y="1379"/>
                  </a:lnTo>
                  <a:lnTo>
                    <a:pt x="16092" y="776"/>
                  </a:lnTo>
                  <a:lnTo>
                    <a:pt x="10737" y="345"/>
                  </a:lnTo>
                  <a:lnTo>
                    <a:pt x="5371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460546" y="173525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408741" y="1735255"/>
              <a:ext cx="51805" cy="167167"/>
            </a:xfrm>
            <a:custGeom>
              <a:avLst/>
              <a:pathLst>
                <a:path w="51805" h="167167">
                  <a:moveTo>
                    <a:pt x="51805" y="0"/>
                  </a:moveTo>
                  <a:lnTo>
                    <a:pt x="45953" y="102"/>
                  </a:lnTo>
                  <a:lnTo>
                    <a:pt x="40109" y="409"/>
                  </a:lnTo>
                  <a:lnTo>
                    <a:pt x="34279" y="921"/>
                  </a:lnTo>
                  <a:lnTo>
                    <a:pt x="28471" y="1636"/>
                  </a:lnTo>
                  <a:lnTo>
                    <a:pt x="22691" y="2554"/>
                  </a:lnTo>
                  <a:lnTo>
                    <a:pt x="16947" y="3674"/>
                  </a:lnTo>
                  <a:lnTo>
                    <a:pt x="11246" y="4994"/>
                  </a:lnTo>
                  <a:lnTo>
                    <a:pt x="5594" y="6513"/>
                  </a:lnTo>
                  <a:lnTo>
                    <a:pt x="0" y="8229"/>
                  </a:lnTo>
                  <a:lnTo>
                    <a:pt x="51805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408741" y="1743485"/>
              <a:ext cx="51805" cy="158937"/>
            </a:xfrm>
            <a:custGeom>
              <a:avLst/>
              <a:pathLst>
                <a:path w="51805" h="158937">
                  <a:moveTo>
                    <a:pt x="0" y="0"/>
                  </a:moveTo>
                  <a:lnTo>
                    <a:pt x="51805" y="1589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293389" y="1743485"/>
              <a:ext cx="334322" cy="326099"/>
            </a:xfrm>
            <a:custGeom>
              <a:avLst/>
              <a:pathLst>
                <a:path w="334322" h="326099">
                  <a:moveTo>
                    <a:pt x="115351" y="0"/>
                  </a:moveTo>
                  <a:lnTo>
                    <a:pt x="110345" y="1720"/>
                  </a:lnTo>
                  <a:lnTo>
                    <a:pt x="105395" y="3597"/>
                  </a:lnTo>
                  <a:lnTo>
                    <a:pt x="100507" y="5631"/>
                  </a:lnTo>
                  <a:lnTo>
                    <a:pt x="95686" y="7818"/>
                  </a:lnTo>
                  <a:lnTo>
                    <a:pt x="90937" y="10157"/>
                  </a:lnTo>
                  <a:lnTo>
                    <a:pt x="86264" y="12645"/>
                  </a:lnTo>
                  <a:lnTo>
                    <a:pt x="81673" y="15280"/>
                  </a:lnTo>
                  <a:lnTo>
                    <a:pt x="77167" y="18059"/>
                  </a:lnTo>
                  <a:lnTo>
                    <a:pt x="72751" y="20979"/>
                  </a:lnTo>
                  <a:lnTo>
                    <a:pt x="68430" y="24037"/>
                  </a:lnTo>
                  <a:lnTo>
                    <a:pt x="64208" y="27231"/>
                  </a:lnTo>
                  <a:lnTo>
                    <a:pt x="60089" y="30557"/>
                  </a:lnTo>
                  <a:lnTo>
                    <a:pt x="56078" y="34012"/>
                  </a:lnTo>
                  <a:lnTo>
                    <a:pt x="52178" y="37591"/>
                  </a:lnTo>
                  <a:lnTo>
                    <a:pt x="48393" y="41293"/>
                  </a:lnTo>
                  <a:lnTo>
                    <a:pt x="44727" y="45113"/>
                  </a:lnTo>
                  <a:lnTo>
                    <a:pt x="41185" y="49046"/>
                  </a:lnTo>
                  <a:lnTo>
                    <a:pt x="37768" y="53090"/>
                  </a:lnTo>
                  <a:lnTo>
                    <a:pt x="34481" y="57240"/>
                  </a:lnTo>
                  <a:lnTo>
                    <a:pt x="31328" y="61492"/>
                  </a:lnTo>
                  <a:lnTo>
                    <a:pt x="28310" y="65842"/>
                  </a:lnTo>
                  <a:lnTo>
                    <a:pt x="25432" y="70285"/>
                  </a:lnTo>
                  <a:lnTo>
                    <a:pt x="22696" y="74817"/>
                  </a:lnTo>
                  <a:lnTo>
                    <a:pt x="20105" y="79434"/>
                  </a:lnTo>
                  <a:lnTo>
                    <a:pt x="17661" y="84130"/>
                  </a:lnTo>
                  <a:lnTo>
                    <a:pt x="15368" y="88901"/>
                  </a:lnTo>
                  <a:lnTo>
                    <a:pt x="13226" y="93743"/>
                  </a:lnTo>
                  <a:lnTo>
                    <a:pt x="11239" y="98650"/>
                  </a:lnTo>
                  <a:lnTo>
                    <a:pt x="9408" y="103617"/>
                  </a:lnTo>
                  <a:lnTo>
                    <a:pt x="7736" y="108640"/>
                  </a:lnTo>
                  <a:lnTo>
                    <a:pt x="6223" y="113713"/>
                  </a:lnTo>
                  <a:lnTo>
                    <a:pt x="4872" y="118831"/>
                  </a:lnTo>
                  <a:lnTo>
                    <a:pt x="3683" y="123990"/>
                  </a:lnTo>
                  <a:lnTo>
                    <a:pt x="2658" y="129184"/>
                  </a:lnTo>
                  <a:lnTo>
                    <a:pt x="1799" y="134408"/>
                  </a:lnTo>
                  <a:lnTo>
                    <a:pt x="1105" y="139656"/>
                  </a:lnTo>
                  <a:lnTo>
                    <a:pt x="578" y="144924"/>
                  </a:lnTo>
                  <a:lnTo>
                    <a:pt x="217" y="150205"/>
                  </a:lnTo>
                  <a:lnTo>
                    <a:pt x="25" y="155496"/>
                  </a:lnTo>
                  <a:lnTo>
                    <a:pt x="0" y="160789"/>
                  </a:lnTo>
                  <a:lnTo>
                    <a:pt x="142" y="166081"/>
                  </a:lnTo>
                  <a:lnTo>
                    <a:pt x="452" y="171366"/>
                  </a:lnTo>
                  <a:lnTo>
                    <a:pt x="929" y="176639"/>
                  </a:lnTo>
                  <a:lnTo>
                    <a:pt x="1573" y="181893"/>
                  </a:lnTo>
                  <a:lnTo>
                    <a:pt x="2383" y="187125"/>
                  </a:lnTo>
                  <a:lnTo>
                    <a:pt x="3358" y="192328"/>
                  </a:lnTo>
                  <a:lnTo>
                    <a:pt x="4498" y="197498"/>
                  </a:lnTo>
                  <a:lnTo>
                    <a:pt x="5800" y="202629"/>
                  </a:lnTo>
                  <a:lnTo>
                    <a:pt x="7264" y="207717"/>
                  </a:lnTo>
                  <a:lnTo>
                    <a:pt x="8889" y="212755"/>
                  </a:lnTo>
                  <a:lnTo>
                    <a:pt x="10673" y="217740"/>
                  </a:lnTo>
                  <a:lnTo>
                    <a:pt x="12613" y="222665"/>
                  </a:lnTo>
                  <a:lnTo>
                    <a:pt x="14709" y="227527"/>
                  </a:lnTo>
                  <a:lnTo>
                    <a:pt x="16957" y="232319"/>
                  </a:lnTo>
                  <a:lnTo>
                    <a:pt x="19356" y="237039"/>
                  </a:lnTo>
                  <a:lnTo>
                    <a:pt x="21903" y="241679"/>
                  </a:lnTo>
                  <a:lnTo>
                    <a:pt x="24596" y="246237"/>
                  </a:lnTo>
                  <a:lnTo>
                    <a:pt x="27432" y="250708"/>
                  </a:lnTo>
                  <a:lnTo>
                    <a:pt x="30407" y="255086"/>
                  </a:lnTo>
                  <a:lnTo>
                    <a:pt x="33521" y="259368"/>
                  </a:lnTo>
                  <a:lnTo>
                    <a:pt x="36768" y="263549"/>
                  </a:lnTo>
                  <a:lnTo>
                    <a:pt x="40145" y="267625"/>
                  </a:lnTo>
                  <a:lnTo>
                    <a:pt x="43651" y="271592"/>
                  </a:lnTo>
                  <a:lnTo>
                    <a:pt x="47280" y="275447"/>
                  </a:lnTo>
                  <a:lnTo>
                    <a:pt x="51029" y="279184"/>
                  </a:lnTo>
                  <a:lnTo>
                    <a:pt x="54895" y="282801"/>
                  </a:lnTo>
                  <a:lnTo>
                    <a:pt x="58873" y="286294"/>
                  </a:lnTo>
                  <a:lnTo>
                    <a:pt x="62960" y="289658"/>
                  </a:lnTo>
                  <a:lnTo>
                    <a:pt x="67152" y="292892"/>
                  </a:lnTo>
                  <a:lnTo>
                    <a:pt x="71443" y="295992"/>
                  </a:lnTo>
                  <a:lnTo>
                    <a:pt x="75831" y="298954"/>
                  </a:lnTo>
                  <a:lnTo>
                    <a:pt x="80311" y="301775"/>
                  </a:lnTo>
                  <a:lnTo>
                    <a:pt x="84877" y="304453"/>
                  </a:lnTo>
                  <a:lnTo>
                    <a:pt x="89526" y="306986"/>
                  </a:lnTo>
                  <a:lnTo>
                    <a:pt x="94253" y="309370"/>
                  </a:lnTo>
                  <a:lnTo>
                    <a:pt x="99053" y="311603"/>
                  </a:lnTo>
                  <a:lnTo>
                    <a:pt x="103921" y="313683"/>
                  </a:lnTo>
                  <a:lnTo>
                    <a:pt x="108853" y="315607"/>
                  </a:lnTo>
                  <a:lnTo>
                    <a:pt x="113843" y="317375"/>
                  </a:lnTo>
                  <a:lnTo>
                    <a:pt x="118886" y="318984"/>
                  </a:lnTo>
                  <a:lnTo>
                    <a:pt x="123978" y="320432"/>
                  </a:lnTo>
                  <a:lnTo>
                    <a:pt x="129113" y="321718"/>
                  </a:lnTo>
                  <a:lnTo>
                    <a:pt x="134287" y="322841"/>
                  </a:lnTo>
                  <a:lnTo>
                    <a:pt x="139493" y="323800"/>
                  </a:lnTo>
                  <a:lnTo>
                    <a:pt x="144728" y="324593"/>
                  </a:lnTo>
                  <a:lnTo>
                    <a:pt x="149984" y="325220"/>
                  </a:lnTo>
                  <a:lnTo>
                    <a:pt x="155258" y="325681"/>
                  </a:lnTo>
                  <a:lnTo>
                    <a:pt x="160544" y="325974"/>
                  </a:lnTo>
                  <a:lnTo>
                    <a:pt x="165836" y="326099"/>
                  </a:lnTo>
                  <a:lnTo>
                    <a:pt x="171130" y="326057"/>
                  </a:lnTo>
                  <a:lnTo>
                    <a:pt x="176420" y="325848"/>
                  </a:lnTo>
                  <a:lnTo>
                    <a:pt x="181700" y="325471"/>
                  </a:lnTo>
                  <a:lnTo>
                    <a:pt x="186966" y="324927"/>
                  </a:lnTo>
                  <a:lnTo>
                    <a:pt x="192212" y="324216"/>
                  </a:lnTo>
                  <a:lnTo>
                    <a:pt x="197433" y="323340"/>
                  </a:lnTo>
                  <a:lnTo>
                    <a:pt x="202624" y="322299"/>
                  </a:lnTo>
                  <a:lnTo>
                    <a:pt x="207779" y="321094"/>
                  </a:lnTo>
                  <a:lnTo>
                    <a:pt x="212893" y="319726"/>
                  </a:lnTo>
                  <a:lnTo>
                    <a:pt x="217961" y="318197"/>
                  </a:lnTo>
                  <a:lnTo>
                    <a:pt x="222979" y="316509"/>
                  </a:lnTo>
                  <a:lnTo>
                    <a:pt x="227940" y="314662"/>
                  </a:lnTo>
                  <a:lnTo>
                    <a:pt x="232841" y="312660"/>
                  </a:lnTo>
                  <a:lnTo>
                    <a:pt x="237675" y="310503"/>
                  </a:lnTo>
                  <a:lnTo>
                    <a:pt x="242439" y="308194"/>
                  </a:lnTo>
                  <a:lnTo>
                    <a:pt x="247127" y="305735"/>
                  </a:lnTo>
                  <a:lnTo>
                    <a:pt x="251736" y="303129"/>
                  </a:lnTo>
                  <a:lnTo>
                    <a:pt x="256259" y="300379"/>
                  </a:lnTo>
                  <a:lnTo>
                    <a:pt x="260693" y="297487"/>
                  </a:lnTo>
                  <a:lnTo>
                    <a:pt x="265033" y="294455"/>
                  </a:lnTo>
                  <a:lnTo>
                    <a:pt x="269275" y="291288"/>
                  </a:lnTo>
                  <a:lnTo>
                    <a:pt x="273415" y="287988"/>
                  </a:lnTo>
                  <a:lnTo>
                    <a:pt x="277448" y="284559"/>
                  </a:lnTo>
                  <a:lnTo>
                    <a:pt x="281370" y="281004"/>
                  </a:lnTo>
                  <a:lnTo>
                    <a:pt x="285178" y="277326"/>
                  </a:lnTo>
                  <a:lnTo>
                    <a:pt x="288868" y="273529"/>
                  </a:lnTo>
                  <a:lnTo>
                    <a:pt x="292435" y="269618"/>
                  </a:lnTo>
                  <a:lnTo>
                    <a:pt x="295877" y="265596"/>
                  </a:lnTo>
                  <a:lnTo>
                    <a:pt x="299190" y="261466"/>
                  </a:lnTo>
                  <a:lnTo>
                    <a:pt x="302370" y="257234"/>
                  </a:lnTo>
                  <a:lnTo>
                    <a:pt x="305415" y="252903"/>
                  </a:lnTo>
                  <a:lnTo>
                    <a:pt x="308321" y="248478"/>
                  </a:lnTo>
                  <a:lnTo>
                    <a:pt x="311085" y="243964"/>
                  </a:lnTo>
                  <a:lnTo>
                    <a:pt x="313705" y="239364"/>
                  </a:lnTo>
                  <a:lnTo>
                    <a:pt x="316179" y="234683"/>
                  </a:lnTo>
                  <a:lnTo>
                    <a:pt x="318502" y="229926"/>
                  </a:lnTo>
                  <a:lnTo>
                    <a:pt x="320674" y="225098"/>
                  </a:lnTo>
                  <a:lnTo>
                    <a:pt x="322692" y="220204"/>
                  </a:lnTo>
                  <a:lnTo>
                    <a:pt x="324554" y="215249"/>
                  </a:lnTo>
                  <a:lnTo>
                    <a:pt x="326258" y="210236"/>
                  </a:lnTo>
                  <a:lnTo>
                    <a:pt x="327803" y="205173"/>
                  </a:lnTo>
                  <a:lnTo>
                    <a:pt x="329186" y="200063"/>
                  </a:lnTo>
                  <a:lnTo>
                    <a:pt x="330407" y="194912"/>
                  </a:lnTo>
                  <a:lnTo>
                    <a:pt x="331465" y="189724"/>
                  </a:lnTo>
                  <a:lnTo>
                    <a:pt x="332357" y="184506"/>
                  </a:lnTo>
                  <a:lnTo>
                    <a:pt x="333084" y="179262"/>
                  </a:lnTo>
                  <a:lnTo>
                    <a:pt x="333644" y="173998"/>
                  </a:lnTo>
                  <a:lnTo>
                    <a:pt x="334038" y="168719"/>
                  </a:lnTo>
                  <a:lnTo>
                    <a:pt x="334264" y="163430"/>
                  </a:lnTo>
                  <a:lnTo>
                    <a:pt x="334322" y="158136"/>
                  </a:lnTo>
                  <a:lnTo>
                    <a:pt x="334213" y="152843"/>
                  </a:lnTo>
                  <a:lnTo>
                    <a:pt x="333936" y="147557"/>
                  </a:lnTo>
                  <a:lnTo>
                    <a:pt x="333492" y="142281"/>
                  </a:lnTo>
                  <a:lnTo>
                    <a:pt x="332882" y="137023"/>
                  </a:lnTo>
                  <a:lnTo>
                    <a:pt x="332104" y="131786"/>
                  </a:lnTo>
                  <a:lnTo>
                    <a:pt x="331162" y="126577"/>
                  </a:lnTo>
                  <a:lnTo>
                    <a:pt x="330055" y="121400"/>
                  </a:lnTo>
                  <a:lnTo>
                    <a:pt x="328785" y="116261"/>
                  </a:lnTo>
                  <a:lnTo>
                    <a:pt x="327353" y="111164"/>
                  </a:lnTo>
                  <a:lnTo>
                    <a:pt x="325759" y="106116"/>
                  </a:lnTo>
                  <a:lnTo>
                    <a:pt x="324007" y="101120"/>
                  </a:lnTo>
                  <a:lnTo>
                    <a:pt x="322098" y="96183"/>
                  </a:lnTo>
                  <a:lnTo>
                    <a:pt x="320033" y="91308"/>
                  </a:lnTo>
                  <a:lnTo>
                    <a:pt x="317815" y="86501"/>
                  </a:lnTo>
                  <a:lnTo>
                    <a:pt x="315446" y="81767"/>
                  </a:lnTo>
                  <a:lnTo>
                    <a:pt x="312928" y="77110"/>
                  </a:lnTo>
                  <a:lnTo>
                    <a:pt x="310264" y="72535"/>
                  </a:lnTo>
                  <a:lnTo>
                    <a:pt x="307456" y="68047"/>
                  </a:lnTo>
                  <a:lnTo>
                    <a:pt x="304508" y="63650"/>
                  </a:lnTo>
                  <a:lnTo>
                    <a:pt x="301422" y="59349"/>
                  </a:lnTo>
                  <a:lnTo>
                    <a:pt x="298201" y="55147"/>
                  </a:lnTo>
                  <a:lnTo>
                    <a:pt x="294849" y="51050"/>
                  </a:lnTo>
                  <a:lnTo>
                    <a:pt x="291369" y="47061"/>
                  </a:lnTo>
                  <a:lnTo>
                    <a:pt x="287764" y="43184"/>
                  </a:lnTo>
                  <a:lnTo>
                    <a:pt x="284038" y="39423"/>
                  </a:lnTo>
                  <a:lnTo>
                    <a:pt x="280195" y="35782"/>
                  </a:lnTo>
                  <a:lnTo>
                    <a:pt x="276239" y="32264"/>
                  </a:lnTo>
                  <a:lnTo>
                    <a:pt x="272173" y="28874"/>
                  </a:lnTo>
                  <a:lnTo>
                    <a:pt x="268002" y="25614"/>
                  </a:lnTo>
                  <a:lnTo>
                    <a:pt x="263730" y="22487"/>
                  </a:lnTo>
                  <a:lnTo>
                    <a:pt x="259361" y="19498"/>
                  </a:lnTo>
                  <a:lnTo>
                    <a:pt x="254899" y="16648"/>
                  </a:lnTo>
                  <a:lnTo>
                    <a:pt x="250350" y="13941"/>
                  </a:lnTo>
                  <a:lnTo>
                    <a:pt x="245717" y="11380"/>
                  </a:lnTo>
                  <a:lnTo>
                    <a:pt x="241005" y="8966"/>
                  </a:lnTo>
                  <a:lnTo>
                    <a:pt x="236220" y="6703"/>
                  </a:lnTo>
                  <a:lnTo>
                    <a:pt x="167157" y="1589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460546" y="1735255"/>
              <a:ext cx="69062" cy="167167"/>
            </a:xfrm>
            <a:custGeom>
              <a:avLst/>
              <a:pathLst>
                <a:path w="69062" h="167167">
                  <a:moveTo>
                    <a:pt x="69062" y="14933"/>
                  </a:moveTo>
                  <a:lnTo>
                    <a:pt x="63617" y="12578"/>
                  </a:lnTo>
                  <a:lnTo>
                    <a:pt x="58092" y="10418"/>
                  </a:lnTo>
                  <a:lnTo>
                    <a:pt x="52493" y="8455"/>
                  </a:lnTo>
                  <a:lnTo>
                    <a:pt x="46828" y="6693"/>
                  </a:lnTo>
                  <a:lnTo>
                    <a:pt x="41104" y="5132"/>
                  </a:lnTo>
                  <a:lnTo>
                    <a:pt x="35329" y="3775"/>
                  </a:lnTo>
                  <a:lnTo>
                    <a:pt x="29509" y="2625"/>
                  </a:lnTo>
                  <a:lnTo>
                    <a:pt x="23652" y="1681"/>
                  </a:lnTo>
                  <a:lnTo>
                    <a:pt x="17765" y="946"/>
                  </a:lnTo>
                  <a:lnTo>
                    <a:pt x="11855" y="420"/>
                  </a:lnTo>
                  <a:lnTo>
                    <a:pt x="5931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82840" y="137951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5915683" y="1379510"/>
              <a:ext cx="310261" cy="334327"/>
            </a:xfrm>
            <a:custGeom>
              <a:avLst/>
              <a:pathLst>
                <a:path w="310261" h="334327">
                  <a:moveTo>
                    <a:pt x="167156" y="0"/>
                  </a:moveTo>
                  <a:lnTo>
                    <a:pt x="161837" y="84"/>
                  </a:lnTo>
                  <a:lnTo>
                    <a:pt x="156523" y="338"/>
                  </a:lnTo>
                  <a:lnTo>
                    <a:pt x="151220" y="761"/>
                  </a:lnTo>
                  <a:lnTo>
                    <a:pt x="145933" y="1352"/>
                  </a:lnTo>
                  <a:lnTo>
                    <a:pt x="140667" y="2112"/>
                  </a:lnTo>
                  <a:lnTo>
                    <a:pt x="135428" y="3038"/>
                  </a:lnTo>
                  <a:lnTo>
                    <a:pt x="130222" y="4131"/>
                  </a:lnTo>
                  <a:lnTo>
                    <a:pt x="125053" y="5389"/>
                  </a:lnTo>
                  <a:lnTo>
                    <a:pt x="119926" y="6810"/>
                  </a:lnTo>
                  <a:lnTo>
                    <a:pt x="114847" y="8394"/>
                  </a:lnTo>
                  <a:lnTo>
                    <a:pt x="109822" y="10139"/>
                  </a:lnTo>
                  <a:lnTo>
                    <a:pt x="104854" y="12043"/>
                  </a:lnTo>
                  <a:lnTo>
                    <a:pt x="99949" y="14104"/>
                  </a:lnTo>
                  <a:lnTo>
                    <a:pt x="95113" y="16320"/>
                  </a:lnTo>
                  <a:lnTo>
                    <a:pt x="90349" y="18689"/>
                  </a:lnTo>
                  <a:lnTo>
                    <a:pt x="85664" y="21208"/>
                  </a:lnTo>
                  <a:lnTo>
                    <a:pt x="81060" y="23875"/>
                  </a:lnTo>
                  <a:lnTo>
                    <a:pt x="76544" y="26688"/>
                  </a:lnTo>
                  <a:lnTo>
                    <a:pt x="72120" y="29642"/>
                  </a:lnTo>
                  <a:lnTo>
                    <a:pt x="67792" y="32736"/>
                  </a:lnTo>
                  <a:lnTo>
                    <a:pt x="63565" y="35966"/>
                  </a:lnTo>
                  <a:lnTo>
                    <a:pt x="59442" y="39328"/>
                  </a:lnTo>
                  <a:lnTo>
                    <a:pt x="55429" y="42821"/>
                  </a:lnTo>
                  <a:lnTo>
                    <a:pt x="51529" y="46439"/>
                  </a:lnTo>
                  <a:lnTo>
                    <a:pt x="47746" y="50179"/>
                  </a:lnTo>
                  <a:lnTo>
                    <a:pt x="44084" y="54038"/>
                  </a:lnTo>
                  <a:lnTo>
                    <a:pt x="40546" y="58012"/>
                  </a:lnTo>
                  <a:lnTo>
                    <a:pt x="37137" y="62096"/>
                  </a:lnTo>
                  <a:lnTo>
                    <a:pt x="33859" y="66286"/>
                  </a:lnTo>
                  <a:lnTo>
                    <a:pt x="30717" y="70579"/>
                  </a:lnTo>
                  <a:lnTo>
                    <a:pt x="27712" y="74969"/>
                  </a:lnTo>
                  <a:lnTo>
                    <a:pt x="24849" y="79453"/>
                  </a:lnTo>
                  <a:lnTo>
                    <a:pt x="22130" y="84026"/>
                  </a:lnTo>
                  <a:lnTo>
                    <a:pt x="19558" y="88683"/>
                  </a:lnTo>
                  <a:lnTo>
                    <a:pt x="17135" y="93419"/>
                  </a:lnTo>
                  <a:lnTo>
                    <a:pt x="14865" y="98230"/>
                  </a:lnTo>
                  <a:lnTo>
                    <a:pt x="12748" y="103111"/>
                  </a:lnTo>
                  <a:lnTo>
                    <a:pt x="10788" y="108057"/>
                  </a:lnTo>
                  <a:lnTo>
                    <a:pt x="8986" y="113063"/>
                  </a:lnTo>
                  <a:lnTo>
                    <a:pt x="7345" y="118123"/>
                  </a:lnTo>
                  <a:lnTo>
                    <a:pt x="5865" y="123233"/>
                  </a:lnTo>
                  <a:lnTo>
                    <a:pt x="4549" y="128388"/>
                  </a:lnTo>
                  <a:lnTo>
                    <a:pt x="3397" y="133582"/>
                  </a:lnTo>
                  <a:lnTo>
                    <a:pt x="2412" y="138810"/>
                  </a:lnTo>
                  <a:lnTo>
                    <a:pt x="1593" y="144066"/>
                  </a:lnTo>
                  <a:lnTo>
                    <a:pt x="941" y="149346"/>
                  </a:lnTo>
                  <a:lnTo>
                    <a:pt x="458" y="154644"/>
                  </a:lnTo>
                  <a:lnTo>
                    <a:pt x="144" y="159955"/>
                  </a:lnTo>
                  <a:lnTo>
                    <a:pt x="0" y="165273"/>
                  </a:lnTo>
                  <a:lnTo>
                    <a:pt x="24" y="170593"/>
                  </a:lnTo>
                  <a:lnTo>
                    <a:pt x="218" y="175910"/>
                  </a:lnTo>
                  <a:lnTo>
                    <a:pt x="580" y="181217"/>
                  </a:lnTo>
                  <a:lnTo>
                    <a:pt x="1112" y="186511"/>
                  </a:lnTo>
                  <a:lnTo>
                    <a:pt x="1811" y="191784"/>
                  </a:lnTo>
                  <a:lnTo>
                    <a:pt x="2678" y="197033"/>
                  </a:lnTo>
                  <a:lnTo>
                    <a:pt x="3712" y="202252"/>
                  </a:lnTo>
                  <a:lnTo>
                    <a:pt x="4911" y="207435"/>
                  </a:lnTo>
                  <a:lnTo>
                    <a:pt x="6275" y="212577"/>
                  </a:lnTo>
                  <a:lnTo>
                    <a:pt x="7801" y="217674"/>
                  </a:lnTo>
                  <a:lnTo>
                    <a:pt x="9489" y="222719"/>
                  </a:lnTo>
                  <a:lnTo>
                    <a:pt x="11337" y="227708"/>
                  </a:lnTo>
                  <a:lnTo>
                    <a:pt x="13342" y="232635"/>
                  </a:lnTo>
                  <a:lnTo>
                    <a:pt x="15503" y="237497"/>
                  </a:lnTo>
                  <a:lnTo>
                    <a:pt x="17818" y="242287"/>
                  </a:lnTo>
                  <a:lnTo>
                    <a:pt x="20284" y="247001"/>
                  </a:lnTo>
                  <a:lnTo>
                    <a:pt x="22898" y="251634"/>
                  </a:lnTo>
                  <a:lnTo>
                    <a:pt x="25659" y="256181"/>
                  </a:lnTo>
                  <a:lnTo>
                    <a:pt x="28563" y="260639"/>
                  </a:lnTo>
                  <a:lnTo>
                    <a:pt x="31608" y="265002"/>
                  </a:lnTo>
                  <a:lnTo>
                    <a:pt x="34790" y="269265"/>
                  </a:lnTo>
                  <a:lnTo>
                    <a:pt x="38106" y="273426"/>
                  </a:lnTo>
                  <a:lnTo>
                    <a:pt x="41552" y="277478"/>
                  </a:lnTo>
                  <a:lnTo>
                    <a:pt x="45126" y="281419"/>
                  </a:lnTo>
                  <a:lnTo>
                    <a:pt x="48823" y="285244"/>
                  </a:lnTo>
                  <a:lnTo>
                    <a:pt x="52640" y="288950"/>
                  </a:lnTo>
                  <a:lnTo>
                    <a:pt x="56574" y="292532"/>
                  </a:lnTo>
                  <a:lnTo>
                    <a:pt x="60619" y="295988"/>
                  </a:lnTo>
                  <a:lnTo>
                    <a:pt x="64772" y="299312"/>
                  </a:lnTo>
                  <a:lnTo>
                    <a:pt x="69029" y="302503"/>
                  </a:lnTo>
                  <a:lnTo>
                    <a:pt x="73385" y="305557"/>
                  </a:lnTo>
                  <a:lnTo>
                    <a:pt x="77836" y="308471"/>
                  </a:lnTo>
                  <a:lnTo>
                    <a:pt x="82378" y="311242"/>
                  </a:lnTo>
                  <a:lnTo>
                    <a:pt x="87005" y="313866"/>
                  </a:lnTo>
                  <a:lnTo>
                    <a:pt x="91714" y="316343"/>
                  </a:lnTo>
                  <a:lnTo>
                    <a:pt x="96499" y="318668"/>
                  </a:lnTo>
                  <a:lnTo>
                    <a:pt x="101355" y="320839"/>
                  </a:lnTo>
                  <a:lnTo>
                    <a:pt x="106279" y="322855"/>
                  </a:lnTo>
                  <a:lnTo>
                    <a:pt x="111264" y="324714"/>
                  </a:lnTo>
                  <a:lnTo>
                    <a:pt x="116305" y="326412"/>
                  </a:lnTo>
                  <a:lnTo>
                    <a:pt x="121398" y="327950"/>
                  </a:lnTo>
                  <a:lnTo>
                    <a:pt x="126537" y="329324"/>
                  </a:lnTo>
                  <a:lnTo>
                    <a:pt x="131718" y="330535"/>
                  </a:lnTo>
                  <a:lnTo>
                    <a:pt x="136934" y="331580"/>
                  </a:lnTo>
                  <a:lnTo>
                    <a:pt x="142181" y="332458"/>
                  </a:lnTo>
                  <a:lnTo>
                    <a:pt x="147454" y="333169"/>
                  </a:lnTo>
                  <a:lnTo>
                    <a:pt x="152746" y="333712"/>
                  </a:lnTo>
                  <a:lnTo>
                    <a:pt x="158053" y="334086"/>
                  </a:lnTo>
                  <a:lnTo>
                    <a:pt x="163369" y="334291"/>
                  </a:lnTo>
                  <a:lnTo>
                    <a:pt x="168689" y="334327"/>
                  </a:lnTo>
                  <a:lnTo>
                    <a:pt x="174007" y="334194"/>
                  </a:lnTo>
                  <a:lnTo>
                    <a:pt x="179318" y="333891"/>
                  </a:lnTo>
                  <a:lnTo>
                    <a:pt x="184618" y="333420"/>
                  </a:lnTo>
                  <a:lnTo>
                    <a:pt x="189899" y="332780"/>
                  </a:lnTo>
                  <a:lnTo>
                    <a:pt x="195157" y="331973"/>
                  </a:lnTo>
                  <a:lnTo>
                    <a:pt x="200387" y="330998"/>
                  </a:lnTo>
                  <a:lnTo>
                    <a:pt x="205584" y="329858"/>
                  </a:lnTo>
                  <a:lnTo>
                    <a:pt x="210741" y="328553"/>
                  </a:lnTo>
                  <a:lnTo>
                    <a:pt x="215854" y="327084"/>
                  </a:lnTo>
                  <a:lnTo>
                    <a:pt x="220918" y="325453"/>
                  </a:lnTo>
                  <a:lnTo>
                    <a:pt x="225928" y="323662"/>
                  </a:lnTo>
                  <a:lnTo>
                    <a:pt x="230878" y="321713"/>
                  </a:lnTo>
                  <a:lnTo>
                    <a:pt x="235763" y="319607"/>
                  </a:lnTo>
                  <a:lnTo>
                    <a:pt x="240579" y="317347"/>
                  </a:lnTo>
                  <a:lnTo>
                    <a:pt x="245321" y="314934"/>
                  </a:lnTo>
                  <a:lnTo>
                    <a:pt x="249983" y="312372"/>
                  </a:lnTo>
                  <a:lnTo>
                    <a:pt x="254562" y="309663"/>
                  </a:lnTo>
                  <a:lnTo>
                    <a:pt x="259052" y="306810"/>
                  </a:lnTo>
                  <a:lnTo>
                    <a:pt x="263449" y="303815"/>
                  </a:lnTo>
                  <a:lnTo>
                    <a:pt x="267748" y="300682"/>
                  </a:lnTo>
                  <a:lnTo>
                    <a:pt x="271946" y="297413"/>
                  </a:lnTo>
                  <a:lnTo>
                    <a:pt x="276037" y="294013"/>
                  </a:lnTo>
                  <a:lnTo>
                    <a:pt x="280019" y="290484"/>
                  </a:lnTo>
                  <a:lnTo>
                    <a:pt x="283885" y="286830"/>
                  </a:lnTo>
                  <a:lnTo>
                    <a:pt x="287634" y="283055"/>
                  </a:lnTo>
                  <a:lnTo>
                    <a:pt x="291261" y="279163"/>
                  </a:lnTo>
                  <a:lnTo>
                    <a:pt x="294762" y="275157"/>
                  </a:lnTo>
                  <a:lnTo>
                    <a:pt x="298133" y="271042"/>
                  </a:lnTo>
                  <a:lnTo>
                    <a:pt x="301372" y="266821"/>
                  </a:lnTo>
                  <a:lnTo>
                    <a:pt x="304475" y="262500"/>
                  </a:lnTo>
                  <a:lnTo>
                    <a:pt x="307439" y="258082"/>
                  </a:lnTo>
                  <a:lnTo>
                    <a:pt x="310261" y="253572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6082840" y="1546678"/>
              <a:ext cx="143105" cy="86405"/>
            </a:xfrm>
            <a:custGeom>
              <a:avLst/>
              <a:pathLst>
                <a:path w="143105" h="86405">
                  <a:moveTo>
                    <a:pt x="143105" y="8640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6082840" y="1546678"/>
              <a:ext cx="143318" cy="86405"/>
            </a:xfrm>
            <a:custGeom>
              <a:avLst/>
              <a:pathLst>
                <a:path w="143318" h="86405">
                  <a:moveTo>
                    <a:pt x="143105" y="86405"/>
                  </a:moveTo>
                  <a:lnTo>
                    <a:pt x="143318" y="86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6082840" y="1379510"/>
              <a:ext cx="167166" cy="253218"/>
            </a:xfrm>
            <a:custGeom>
              <a:avLst/>
              <a:pathLst>
                <a:path w="167166" h="253218">
                  <a:moveTo>
                    <a:pt x="143318" y="253218"/>
                  </a:moveTo>
                  <a:lnTo>
                    <a:pt x="145997" y="248589"/>
                  </a:lnTo>
                  <a:lnTo>
                    <a:pt x="148527" y="243878"/>
                  </a:lnTo>
                  <a:lnTo>
                    <a:pt x="150905" y="239087"/>
                  </a:lnTo>
                  <a:lnTo>
                    <a:pt x="153128" y="234223"/>
                  </a:lnTo>
                  <a:lnTo>
                    <a:pt x="155195" y="229291"/>
                  </a:lnTo>
                  <a:lnTo>
                    <a:pt x="157102" y="224295"/>
                  </a:lnTo>
                  <a:lnTo>
                    <a:pt x="158849" y="219240"/>
                  </a:lnTo>
                  <a:lnTo>
                    <a:pt x="160434" y="214133"/>
                  </a:lnTo>
                  <a:lnTo>
                    <a:pt x="161854" y="208977"/>
                  </a:lnTo>
                  <a:lnTo>
                    <a:pt x="163109" y="203778"/>
                  </a:lnTo>
                  <a:lnTo>
                    <a:pt x="164196" y="198542"/>
                  </a:lnTo>
                  <a:lnTo>
                    <a:pt x="165116" y="193274"/>
                  </a:lnTo>
                  <a:lnTo>
                    <a:pt x="165866" y="187979"/>
                  </a:lnTo>
                  <a:lnTo>
                    <a:pt x="166447" y="182662"/>
                  </a:lnTo>
                  <a:lnTo>
                    <a:pt x="166858" y="177330"/>
                  </a:lnTo>
                  <a:lnTo>
                    <a:pt x="167097" y="171988"/>
                  </a:lnTo>
                  <a:lnTo>
                    <a:pt x="167166" y="166640"/>
                  </a:lnTo>
                  <a:lnTo>
                    <a:pt x="167064" y="161293"/>
                  </a:lnTo>
                  <a:lnTo>
                    <a:pt x="166790" y="155952"/>
                  </a:lnTo>
                  <a:lnTo>
                    <a:pt x="166346" y="150623"/>
                  </a:lnTo>
                  <a:lnTo>
                    <a:pt x="165732" y="145310"/>
                  </a:lnTo>
                  <a:lnTo>
                    <a:pt x="164948" y="140020"/>
                  </a:lnTo>
                  <a:lnTo>
                    <a:pt x="163995" y="134758"/>
                  </a:lnTo>
                  <a:lnTo>
                    <a:pt x="162875" y="129529"/>
                  </a:lnTo>
                  <a:lnTo>
                    <a:pt x="161587" y="124338"/>
                  </a:lnTo>
                  <a:lnTo>
                    <a:pt x="160135" y="119191"/>
                  </a:lnTo>
                  <a:lnTo>
                    <a:pt x="158518" y="114093"/>
                  </a:lnTo>
                  <a:lnTo>
                    <a:pt x="156739" y="109050"/>
                  </a:lnTo>
                  <a:lnTo>
                    <a:pt x="154800" y="104066"/>
                  </a:lnTo>
                  <a:lnTo>
                    <a:pt x="152702" y="99147"/>
                  </a:lnTo>
                  <a:lnTo>
                    <a:pt x="150449" y="94297"/>
                  </a:lnTo>
                  <a:lnTo>
                    <a:pt x="148041" y="89522"/>
                  </a:lnTo>
                  <a:lnTo>
                    <a:pt x="145481" y="84826"/>
                  </a:lnTo>
                  <a:lnTo>
                    <a:pt x="142773" y="80215"/>
                  </a:lnTo>
                  <a:lnTo>
                    <a:pt x="139918" y="75692"/>
                  </a:lnTo>
                  <a:lnTo>
                    <a:pt x="136921" y="71263"/>
                  </a:lnTo>
                  <a:lnTo>
                    <a:pt x="133783" y="66933"/>
                  </a:lnTo>
                  <a:lnTo>
                    <a:pt x="130508" y="62705"/>
                  </a:lnTo>
                  <a:lnTo>
                    <a:pt x="127100" y="58583"/>
                  </a:lnTo>
                  <a:lnTo>
                    <a:pt x="123562" y="54573"/>
                  </a:lnTo>
                  <a:lnTo>
                    <a:pt x="119897" y="50679"/>
                  </a:lnTo>
                  <a:lnTo>
                    <a:pt x="116109" y="46903"/>
                  </a:lnTo>
                  <a:lnTo>
                    <a:pt x="112203" y="43250"/>
                  </a:lnTo>
                  <a:lnTo>
                    <a:pt x="108182" y="39725"/>
                  </a:lnTo>
                  <a:lnTo>
                    <a:pt x="104050" y="36330"/>
                  </a:lnTo>
                  <a:lnTo>
                    <a:pt x="99812" y="33068"/>
                  </a:lnTo>
                  <a:lnTo>
                    <a:pt x="95471" y="29944"/>
                  </a:lnTo>
                  <a:lnTo>
                    <a:pt x="91033" y="26960"/>
                  </a:lnTo>
                  <a:lnTo>
                    <a:pt x="86502" y="24120"/>
                  </a:lnTo>
                  <a:lnTo>
                    <a:pt x="81882" y="21426"/>
                  </a:lnTo>
                  <a:lnTo>
                    <a:pt x="77178" y="18882"/>
                  </a:lnTo>
                  <a:lnTo>
                    <a:pt x="72395" y="16489"/>
                  </a:lnTo>
                  <a:lnTo>
                    <a:pt x="67538" y="14250"/>
                  </a:lnTo>
                  <a:lnTo>
                    <a:pt x="62612" y="12168"/>
                  </a:lnTo>
                  <a:lnTo>
                    <a:pt x="57622" y="10245"/>
                  </a:lnTo>
                  <a:lnTo>
                    <a:pt x="52573" y="8482"/>
                  </a:lnTo>
                  <a:lnTo>
                    <a:pt x="47470" y="6881"/>
                  </a:lnTo>
                  <a:lnTo>
                    <a:pt x="42319" y="5445"/>
                  </a:lnTo>
                  <a:lnTo>
                    <a:pt x="37124" y="4174"/>
                  </a:lnTo>
                  <a:lnTo>
                    <a:pt x="31892" y="3070"/>
                  </a:lnTo>
                  <a:lnTo>
                    <a:pt x="26626" y="2134"/>
                  </a:lnTo>
                  <a:lnTo>
                    <a:pt x="21334" y="1366"/>
                  </a:lnTo>
                  <a:lnTo>
                    <a:pt x="16019" y="769"/>
                  </a:lnTo>
                  <a:lnTo>
                    <a:pt x="10688" y="342"/>
                  </a:lnTo>
                  <a:lnTo>
                    <a:pt x="5347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633135" y="11203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465975" y="1120312"/>
              <a:ext cx="334326" cy="334320"/>
            </a:xfrm>
            <a:custGeom>
              <a:avLst/>
              <a:pathLst>
                <a:path w="334326" h="334320">
                  <a:moveTo>
                    <a:pt x="167160" y="0"/>
                  </a:moveTo>
                  <a:lnTo>
                    <a:pt x="161878" y="83"/>
                  </a:lnTo>
                  <a:lnTo>
                    <a:pt x="156601" y="333"/>
                  </a:lnTo>
                  <a:lnTo>
                    <a:pt x="151335" y="750"/>
                  </a:lnTo>
                  <a:lnTo>
                    <a:pt x="146085" y="1333"/>
                  </a:lnTo>
                  <a:lnTo>
                    <a:pt x="140856" y="2082"/>
                  </a:lnTo>
                  <a:lnTo>
                    <a:pt x="135653" y="2996"/>
                  </a:lnTo>
                  <a:lnTo>
                    <a:pt x="130481" y="4073"/>
                  </a:lnTo>
                  <a:lnTo>
                    <a:pt x="125346" y="5313"/>
                  </a:lnTo>
                  <a:lnTo>
                    <a:pt x="120253" y="6715"/>
                  </a:lnTo>
                  <a:lnTo>
                    <a:pt x="115207" y="8277"/>
                  </a:lnTo>
                  <a:lnTo>
                    <a:pt x="110213" y="9998"/>
                  </a:lnTo>
                  <a:lnTo>
                    <a:pt x="105275" y="11876"/>
                  </a:lnTo>
                  <a:lnTo>
                    <a:pt x="100399" y="13909"/>
                  </a:lnTo>
                  <a:lnTo>
                    <a:pt x="95590" y="16095"/>
                  </a:lnTo>
                  <a:lnTo>
                    <a:pt x="90853" y="18432"/>
                  </a:lnTo>
                  <a:lnTo>
                    <a:pt x="86191" y="20917"/>
                  </a:lnTo>
                  <a:lnTo>
                    <a:pt x="81611" y="23548"/>
                  </a:lnTo>
                  <a:lnTo>
                    <a:pt x="77116" y="26323"/>
                  </a:lnTo>
                  <a:lnTo>
                    <a:pt x="72710" y="29238"/>
                  </a:lnTo>
                  <a:lnTo>
                    <a:pt x="68400" y="32292"/>
                  </a:lnTo>
                  <a:lnTo>
                    <a:pt x="64187" y="35479"/>
                  </a:lnTo>
                  <a:lnTo>
                    <a:pt x="60078" y="38799"/>
                  </a:lnTo>
                  <a:lnTo>
                    <a:pt x="56075" y="42246"/>
                  </a:lnTo>
                  <a:lnTo>
                    <a:pt x="52184" y="45818"/>
                  </a:lnTo>
                  <a:lnTo>
                    <a:pt x="48407" y="49512"/>
                  </a:lnTo>
                  <a:lnTo>
                    <a:pt x="44749" y="53323"/>
                  </a:lnTo>
                  <a:lnTo>
                    <a:pt x="41213" y="57247"/>
                  </a:lnTo>
                  <a:lnTo>
                    <a:pt x="37803" y="61282"/>
                  </a:lnTo>
                  <a:lnTo>
                    <a:pt x="34522" y="65422"/>
                  </a:lnTo>
                  <a:lnTo>
                    <a:pt x="31373" y="69663"/>
                  </a:lnTo>
                  <a:lnTo>
                    <a:pt x="28360" y="74002"/>
                  </a:lnTo>
                  <a:lnTo>
                    <a:pt x="25486" y="78435"/>
                  </a:lnTo>
                  <a:lnTo>
                    <a:pt x="22753" y="82955"/>
                  </a:lnTo>
                  <a:lnTo>
                    <a:pt x="20164" y="87560"/>
                  </a:lnTo>
                  <a:lnTo>
                    <a:pt x="17722" y="92244"/>
                  </a:lnTo>
                  <a:lnTo>
                    <a:pt x="15430" y="97003"/>
                  </a:lnTo>
                  <a:lnTo>
                    <a:pt x="13288" y="101832"/>
                  </a:lnTo>
                  <a:lnTo>
                    <a:pt x="11301" y="106727"/>
                  </a:lnTo>
                  <a:lnTo>
                    <a:pt x="9469" y="111682"/>
                  </a:lnTo>
                  <a:lnTo>
                    <a:pt x="7795" y="116692"/>
                  </a:lnTo>
                  <a:lnTo>
                    <a:pt x="6279" y="121752"/>
                  </a:lnTo>
                  <a:lnTo>
                    <a:pt x="4925" y="126858"/>
                  </a:lnTo>
                  <a:lnTo>
                    <a:pt x="3732" y="132004"/>
                  </a:lnTo>
                  <a:lnTo>
                    <a:pt x="2703" y="137186"/>
                  </a:lnTo>
                  <a:lnTo>
                    <a:pt x="1838" y="142397"/>
                  </a:lnTo>
                  <a:lnTo>
                    <a:pt x="1138" y="147633"/>
                  </a:lnTo>
                  <a:lnTo>
                    <a:pt x="603" y="152888"/>
                  </a:lnTo>
                  <a:lnTo>
                    <a:pt x="235" y="158158"/>
                  </a:lnTo>
                  <a:lnTo>
                    <a:pt x="34" y="163437"/>
                  </a:lnTo>
                  <a:lnTo>
                    <a:pt x="0" y="168719"/>
                  </a:lnTo>
                  <a:lnTo>
                    <a:pt x="132" y="174000"/>
                  </a:lnTo>
                  <a:lnTo>
                    <a:pt x="431" y="179274"/>
                  </a:lnTo>
                  <a:lnTo>
                    <a:pt x="897" y="184536"/>
                  </a:lnTo>
                  <a:lnTo>
                    <a:pt x="1529" y="189781"/>
                  </a:lnTo>
                  <a:lnTo>
                    <a:pt x="2326" y="195003"/>
                  </a:lnTo>
                  <a:lnTo>
                    <a:pt x="3288" y="200197"/>
                  </a:lnTo>
                  <a:lnTo>
                    <a:pt x="4413" y="205358"/>
                  </a:lnTo>
                  <a:lnTo>
                    <a:pt x="5701" y="210481"/>
                  </a:lnTo>
                  <a:lnTo>
                    <a:pt x="7151" y="215561"/>
                  </a:lnTo>
                  <a:lnTo>
                    <a:pt x="8760" y="220593"/>
                  </a:lnTo>
                  <a:lnTo>
                    <a:pt x="10527" y="225571"/>
                  </a:lnTo>
                  <a:lnTo>
                    <a:pt x="12450" y="230491"/>
                  </a:lnTo>
                  <a:lnTo>
                    <a:pt x="14528" y="235348"/>
                  </a:lnTo>
                  <a:lnTo>
                    <a:pt x="16759" y="240136"/>
                  </a:lnTo>
                  <a:lnTo>
                    <a:pt x="19139" y="244852"/>
                  </a:lnTo>
                  <a:lnTo>
                    <a:pt x="21668" y="249490"/>
                  </a:lnTo>
                  <a:lnTo>
                    <a:pt x="24342" y="254046"/>
                  </a:lnTo>
                  <a:lnTo>
                    <a:pt x="27158" y="258515"/>
                  </a:lnTo>
                  <a:lnTo>
                    <a:pt x="30114" y="262893"/>
                  </a:lnTo>
                  <a:lnTo>
                    <a:pt x="33207" y="267175"/>
                  </a:lnTo>
                  <a:lnTo>
                    <a:pt x="36434" y="271358"/>
                  </a:lnTo>
                  <a:lnTo>
                    <a:pt x="39791" y="275436"/>
                  </a:lnTo>
                  <a:lnTo>
                    <a:pt x="43276" y="279406"/>
                  </a:lnTo>
                  <a:lnTo>
                    <a:pt x="46884" y="283265"/>
                  </a:lnTo>
                  <a:lnTo>
                    <a:pt x="50612" y="287007"/>
                  </a:lnTo>
                  <a:lnTo>
                    <a:pt x="54457" y="290630"/>
                  </a:lnTo>
                  <a:lnTo>
                    <a:pt x="58414" y="294129"/>
                  </a:lnTo>
                  <a:lnTo>
                    <a:pt x="62480" y="297502"/>
                  </a:lnTo>
                  <a:lnTo>
                    <a:pt x="66650" y="300744"/>
                  </a:lnTo>
                  <a:lnTo>
                    <a:pt x="70921" y="303853"/>
                  </a:lnTo>
                  <a:lnTo>
                    <a:pt x="75288" y="306826"/>
                  </a:lnTo>
                  <a:lnTo>
                    <a:pt x="79747" y="309659"/>
                  </a:lnTo>
                  <a:lnTo>
                    <a:pt x="84292" y="312349"/>
                  </a:lnTo>
                  <a:lnTo>
                    <a:pt x="88921" y="314895"/>
                  </a:lnTo>
                  <a:lnTo>
                    <a:pt x="93628" y="317294"/>
                  </a:lnTo>
                  <a:lnTo>
                    <a:pt x="98408" y="319542"/>
                  </a:lnTo>
                  <a:lnTo>
                    <a:pt x="103257" y="321638"/>
                  </a:lnTo>
                  <a:lnTo>
                    <a:pt x="108169" y="323580"/>
                  </a:lnTo>
                  <a:lnTo>
                    <a:pt x="113141" y="325366"/>
                  </a:lnTo>
                  <a:lnTo>
                    <a:pt x="118167" y="326994"/>
                  </a:lnTo>
                  <a:lnTo>
                    <a:pt x="123241" y="328462"/>
                  </a:lnTo>
                  <a:lnTo>
                    <a:pt x="128359" y="329769"/>
                  </a:lnTo>
                  <a:lnTo>
                    <a:pt x="133516" y="330914"/>
                  </a:lnTo>
                  <a:lnTo>
                    <a:pt x="138707" y="331895"/>
                  </a:lnTo>
                  <a:lnTo>
                    <a:pt x="143926" y="332712"/>
                  </a:lnTo>
                  <a:lnTo>
                    <a:pt x="149168" y="333363"/>
                  </a:lnTo>
                  <a:lnTo>
                    <a:pt x="154428" y="333849"/>
                  </a:lnTo>
                  <a:lnTo>
                    <a:pt x="159701" y="334168"/>
                  </a:lnTo>
                  <a:lnTo>
                    <a:pt x="164981" y="334320"/>
                  </a:lnTo>
                  <a:lnTo>
                    <a:pt x="170264" y="334306"/>
                  </a:lnTo>
                  <a:lnTo>
                    <a:pt x="175543" y="334124"/>
                  </a:lnTo>
                  <a:lnTo>
                    <a:pt x="180814" y="333776"/>
                  </a:lnTo>
                  <a:lnTo>
                    <a:pt x="186072" y="333261"/>
                  </a:lnTo>
                  <a:lnTo>
                    <a:pt x="191310" y="332581"/>
                  </a:lnTo>
                  <a:lnTo>
                    <a:pt x="196525" y="331735"/>
                  </a:lnTo>
                  <a:lnTo>
                    <a:pt x="201710" y="330725"/>
                  </a:lnTo>
                  <a:lnTo>
                    <a:pt x="206861" y="329552"/>
                  </a:lnTo>
                  <a:lnTo>
                    <a:pt x="211971" y="328216"/>
                  </a:lnTo>
                  <a:lnTo>
                    <a:pt x="217038" y="326720"/>
                  </a:lnTo>
                  <a:lnTo>
                    <a:pt x="222054" y="325064"/>
                  </a:lnTo>
                  <a:lnTo>
                    <a:pt x="227016" y="323251"/>
                  </a:lnTo>
                  <a:lnTo>
                    <a:pt x="231917" y="321282"/>
                  </a:lnTo>
                  <a:lnTo>
                    <a:pt x="236755" y="319159"/>
                  </a:lnTo>
                  <a:lnTo>
                    <a:pt x="241522" y="316884"/>
                  </a:lnTo>
                  <a:lnTo>
                    <a:pt x="246216" y="314460"/>
                  </a:lnTo>
                  <a:lnTo>
                    <a:pt x="250830" y="311888"/>
                  </a:lnTo>
                  <a:lnTo>
                    <a:pt x="255361" y="309172"/>
                  </a:lnTo>
                  <a:lnTo>
                    <a:pt x="259804" y="306314"/>
                  </a:lnTo>
                  <a:lnTo>
                    <a:pt x="264154" y="303318"/>
                  </a:lnTo>
                  <a:lnTo>
                    <a:pt x="268408" y="300185"/>
                  </a:lnTo>
                  <a:lnTo>
                    <a:pt x="272560" y="296920"/>
                  </a:lnTo>
                  <a:lnTo>
                    <a:pt x="276607" y="293525"/>
                  </a:lnTo>
                  <a:lnTo>
                    <a:pt x="280545" y="290003"/>
                  </a:lnTo>
                  <a:lnTo>
                    <a:pt x="284369" y="286359"/>
                  </a:lnTo>
                  <a:lnTo>
                    <a:pt x="288077" y="282597"/>
                  </a:lnTo>
                  <a:lnTo>
                    <a:pt x="291664" y="278718"/>
                  </a:lnTo>
                  <a:lnTo>
                    <a:pt x="295126" y="274729"/>
                  </a:lnTo>
                  <a:lnTo>
                    <a:pt x="298461" y="270632"/>
                  </a:lnTo>
                  <a:lnTo>
                    <a:pt x="301664" y="266432"/>
                  </a:lnTo>
                  <a:lnTo>
                    <a:pt x="304734" y="262132"/>
                  </a:lnTo>
                  <a:lnTo>
                    <a:pt x="307665" y="257738"/>
                  </a:lnTo>
                  <a:lnTo>
                    <a:pt x="310457" y="253253"/>
                  </a:lnTo>
                  <a:lnTo>
                    <a:pt x="313105" y="248683"/>
                  </a:lnTo>
                  <a:lnTo>
                    <a:pt x="315608" y="244030"/>
                  </a:lnTo>
                  <a:lnTo>
                    <a:pt x="317963" y="239302"/>
                  </a:lnTo>
                  <a:lnTo>
                    <a:pt x="320167" y="234501"/>
                  </a:lnTo>
                  <a:lnTo>
                    <a:pt x="322218" y="229633"/>
                  </a:lnTo>
                  <a:lnTo>
                    <a:pt x="324114" y="224702"/>
                  </a:lnTo>
                  <a:lnTo>
                    <a:pt x="325854" y="219714"/>
                  </a:lnTo>
                  <a:lnTo>
                    <a:pt x="327435" y="214674"/>
                  </a:lnTo>
                  <a:lnTo>
                    <a:pt x="328856" y="209586"/>
                  </a:lnTo>
                  <a:lnTo>
                    <a:pt x="330115" y="204456"/>
                  </a:lnTo>
                  <a:lnTo>
                    <a:pt x="331212" y="199289"/>
                  </a:lnTo>
                  <a:lnTo>
                    <a:pt x="332145" y="194089"/>
                  </a:lnTo>
                  <a:lnTo>
                    <a:pt x="332913" y="188863"/>
                  </a:lnTo>
                  <a:lnTo>
                    <a:pt x="333516" y="183615"/>
                  </a:lnTo>
                  <a:lnTo>
                    <a:pt x="333953" y="178350"/>
                  </a:lnTo>
                  <a:lnTo>
                    <a:pt x="334223" y="173075"/>
                  </a:lnTo>
                  <a:lnTo>
                    <a:pt x="334326" y="167793"/>
                  </a:lnTo>
                  <a:lnTo>
                    <a:pt x="334262" y="162511"/>
                  </a:lnTo>
                  <a:lnTo>
                    <a:pt x="334032" y="157233"/>
                  </a:lnTo>
                  <a:lnTo>
                    <a:pt x="333635" y="151966"/>
                  </a:lnTo>
                  <a:lnTo>
                    <a:pt x="333071" y="146713"/>
                  </a:lnTo>
                  <a:lnTo>
                    <a:pt x="332342" y="141481"/>
                  </a:lnTo>
                  <a:lnTo>
                    <a:pt x="331448" y="136275"/>
                  </a:lnTo>
                  <a:lnTo>
                    <a:pt x="330390" y="131100"/>
                  </a:lnTo>
                  <a:lnTo>
                    <a:pt x="329169" y="125960"/>
                  </a:lnTo>
                  <a:lnTo>
                    <a:pt x="327786" y="120862"/>
                  </a:lnTo>
                  <a:lnTo>
                    <a:pt x="326243" y="115810"/>
                  </a:lnTo>
                  <a:lnTo>
                    <a:pt x="324541" y="110809"/>
                  </a:lnTo>
                  <a:lnTo>
                    <a:pt x="322681" y="105864"/>
                  </a:lnTo>
                  <a:lnTo>
                    <a:pt x="320667" y="100981"/>
                  </a:lnTo>
                  <a:lnTo>
                    <a:pt x="318499" y="96164"/>
                  </a:lnTo>
                  <a:lnTo>
                    <a:pt x="316180" y="91417"/>
                  </a:lnTo>
                  <a:lnTo>
                    <a:pt x="313712" y="86747"/>
                  </a:lnTo>
                  <a:lnTo>
                    <a:pt x="311098" y="82156"/>
                  </a:lnTo>
                  <a:lnTo>
                    <a:pt x="308340" y="77651"/>
                  </a:lnTo>
                  <a:lnTo>
                    <a:pt x="305441" y="73235"/>
                  </a:lnTo>
                  <a:lnTo>
                    <a:pt x="302404" y="68913"/>
                  </a:lnTo>
                  <a:lnTo>
                    <a:pt x="299232" y="64688"/>
                  </a:lnTo>
                  <a:lnTo>
                    <a:pt x="295928" y="60567"/>
                  </a:lnTo>
                  <a:lnTo>
                    <a:pt x="292496" y="56551"/>
                  </a:lnTo>
                  <a:lnTo>
                    <a:pt x="288938" y="52646"/>
                  </a:lnTo>
                  <a:lnTo>
                    <a:pt x="285259" y="48856"/>
                  </a:lnTo>
                  <a:lnTo>
                    <a:pt x="281462" y="45183"/>
                  </a:lnTo>
                  <a:lnTo>
                    <a:pt x="277550" y="41633"/>
                  </a:lnTo>
                  <a:lnTo>
                    <a:pt x="273529" y="38207"/>
                  </a:lnTo>
                  <a:lnTo>
                    <a:pt x="269401" y="34911"/>
                  </a:lnTo>
                  <a:lnTo>
                    <a:pt x="265171" y="31746"/>
                  </a:lnTo>
                  <a:lnTo>
                    <a:pt x="260843" y="28717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5633135" y="1149030"/>
              <a:ext cx="93683" cy="138449"/>
            </a:xfrm>
            <a:custGeom>
              <a:avLst/>
              <a:pathLst>
                <a:path w="93683" h="138449">
                  <a:moveTo>
                    <a:pt x="93683" y="0"/>
                  </a:moveTo>
                  <a:lnTo>
                    <a:pt x="0" y="13844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5633135" y="1147314"/>
              <a:ext cx="93683" cy="140165"/>
            </a:xfrm>
            <a:custGeom>
              <a:avLst/>
              <a:pathLst>
                <a:path w="93683" h="140165">
                  <a:moveTo>
                    <a:pt x="93683" y="1715"/>
                  </a:moveTo>
                  <a:lnTo>
                    <a:pt x="91096" y="0"/>
                  </a:lnTo>
                  <a:lnTo>
                    <a:pt x="0" y="140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5633135" y="1120312"/>
              <a:ext cx="91096" cy="167167"/>
            </a:xfrm>
            <a:custGeom>
              <a:avLst/>
              <a:pathLst>
                <a:path w="91096" h="167167">
                  <a:moveTo>
                    <a:pt x="91096" y="27001"/>
                  </a:moveTo>
                  <a:lnTo>
                    <a:pt x="86293" y="23994"/>
                  </a:lnTo>
                  <a:lnTo>
                    <a:pt x="81390" y="21152"/>
                  </a:lnTo>
                  <a:lnTo>
                    <a:pt x="76395" y="18477"/>
                  </a:lnTo>
                  <a:lnTo>
                    <a:pt x="71311" y="15973"/>
                  </a:lnTo>
                  <a:lnTo>
                    <a:pt x="66145" y="13643"/>
                  </a:lnTo>
                  <a:lnTo>
                    <a:pt x="60904" y="11489"/>
                  </a:lnTo>
                  <a:lnTo>
                    <a:pt x="55592" y="9514"/>
                  </a:lnTo>
                  <a:lnTo>
                    <a:pt x="50216" y="7720"/>
                  </a:lnTo>
                  <a:lnTo>
                    <a:pt x="44783" y="6110"/>
                  </a:lnTo>
                  <a:lnTo>
                    <a:pt x="39298" y="4684"/>
                  </a:lnTo>
                  <a:lnTo>
                    <a:pt x="33769" y="3446"/>
                  </a:lnTo>
                  <a:lnTo>
                    <a:pt x="28200" y="2395"/>
                  </a:lnTo>
                  <a:lnTo>
                    <a:pt x="22599" y="1534"/>
                  </a:lnTo>
                  <a:lnTo>
                    <a:pt x="16972" y="863"/>
                  </a:lnTo>
                  <a:lnTo>
                    <a:pt x="11325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5135676" y="97163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68519" y="971635"/>
              <a:ext cx="334324" cy="334327"/>
            </a:xfrm>
            <a:custGeom>
              <a:avLst/>
              <a:pathLst>
                <a:path w="334324" h="334327">
                  <a:moveTo>
                    <a:pt x="167157" y="0"/>
                  </a:moveTo>
                  <a:lnTo>
                    <a:pt x="161868" y="83"/>
                  </a:lnTo>
                  <a:lnTo>
                    <a:pt x="156586" y="334"/>
                  </a:lnTo>
                  <a:lnTo>
                    <a:pt x="151313" y="752"/>
                  </a:lnTo>
                  <a:lnTo>
                    <a:pt x="146057" y="1336"/>
                  </a:lnTo>
                  <a:lnTo>
                    <a:pt x="140822" y="2087"/>
                  </a:lnTo>
                  <a:lnTo>
                    <a:pt x="135613" y="3003"/>
                  </a:lnTo>
                  <a:lnTo>
                    <a:pt x="130435" y="4083"/>
                  </a:lnTo>
                  <a:lnTo>
                    <a:pt x="125295" y="5326"/>
                  </a:lnTo>
                  <a:lnTo>
                    <a:pt x="120196" y="6731"/>
                  </a:lnTo>
                  <a:lnTo>
                    <a:pt x="115144" y="8297"/>
                  </a:lnTo>
                  <a:lnTo>
                    <a:pt x="110145" y="10022"/>
                  </a:lnTo>
                  <a:lnTo>
                    <a:pt x="105202" y="11904"/>
                  </a:lnTo>
                  <a:lnTo>
                    <a:pt x="100322" y="13941"/>
                  </a:lnTo>
                  <a:lnTo>
                    <a:pt x="95508" y="16132"/>
                  </a:lnTo>
                  <a:lnTo>
                    <a:pt x="90766" y="18474"/>
                  </a:lnTo>
                  <a:lnTo>
                    <a:pt x="86101" y="20965"/>
                  </a:lnTo>
                  <a:lnTo>
                    <a:pt x="81516" y="23603"/>
                  </a:lnTo>
                  <a:lnTo>
                    <a:pt x="77018" y="26384"/>
                  </a:lnTo>
                  <a:lnTo>
                    <a:pt x="72609" y="29306"/>
                  </a:lnTo>
                  <a:lnTo>
                    <a:pt x="68296" y="32365"/>
                  </a:lnTo>
                  <a:lnTo>
                    <a:pt x="64081" y="35560"/>
                  </a:lnTo>
                  <a:lnTo>
                    <a:pt x="59969" y="38887"/>
                  </a:lnTo>
                  <a:lnTo>
                    <a:pt x="55965" y="42342"/>
                  </a:lnTo>
                  <a:lnTo>
                    <a:pt x="52072" y="45922"/>
                  </a:lnTo>
                  <a:lnTo>
                    <a:pt x="48294" y="49623"/>
                  </a:lnTo>
                  <a:lnTo>
                    <a:pt x="44635" y="53442"/>
                  </a:lnTo>
                  <a:lnTo>
                    <a:pt x="41099" y="57374"/>
                  </a:lnTo>
                  <a:lnTo>
                    <a:pt x="37689" y="61417"/>
                  </a:lnTo>
                  <a:lnTo>
                    <a:pt x="34408" y="65566"/>
                  </a:lnTo>
                  <a:lnTo>
                    <a:pt x="31261" y="69816"/>
                  </a:lnTo>
                  <a:lnTo>
                    <a:pt x="28249" y="74163"/>
                  </a:lnTo>
                  <a:lnTo>
                    <a:pt x="25377" y="78604"/>
                  </a:lnTo>
                  <a:lnTo>
                    <a:pt x="22646" y="83133"/>
                  </a:lnTo>
                  <a:lnTo>
                    <a:pt x="20060" y="87747"/>
                  </a:lnTo>
                  <a:lnTo>
                    <a:pt x="17621" y="92440"/>
                  </a:lnTo>
                  <a:lnTo>
                    <a:pt x="15332" y="97208"/>
                  </a:lnTo>
                  <a:lnTo>
                    <a:pt x="13195" y="102045"/>
                  </a:lnTo>
                  <a:lnTo>
                    <a:pt x="11212" y="106948"/>
                  </a:lnTo>
                  <a:lnTo>
                    <a:pt x="9385" y="111912"/>
                  </a:lnTo>
                  <a:lnTo>
                    <a:pt x="7716" y="116930"/>
                  </a:lnTo>
                  <a:lnTo>
                    <a:pt x="6207" y="121999"/>
                  </a:lnTo>
                  <a:lnTo>
                    <a:pt x="4859" y="127113"/>
                  </a:lnTo>
                  <a:lnTo>
                    <a:pt x="3673" y="132267"/>
                  </a:lnTo>
                  <a:lnTo>
                    <a:pt x="2651" y="137456"/>
                  </a:lnTo>
                  <a:lnTo>
                    <a:pt x="1793" y="142675"/>
                  </a:lnTo>
                  <a:lnTo>
                    <a:pt x="1101" y="147918"/>
                  </a:lnTo>
                  <a:lnTo>
                    <a:pt x="575" y="153181"/>
                  </a:lnTo>
                  <a:lnTo>
                    <a:pt x="216" y="158458"/>
                  </a:lnTo>
                  <a:lnTo>
                    <a:pt x="24" y="163743"/>
                  </a:lnTo>
                  <a:lnTo>
                    <a:pt x="0" y="169032"/>
                  </a:lnTo>
                  <a:lnTo>
                    <a:pt x="142" y="174318"/>
                  </a:lnTo>
                  <a:lnTo>
                    <a:pt x="452" y="179598"/>
                  </a:lnTo>
                  <a:lnTo>
                    <a:pt x="929" y="184865"/>
                  </a:lnTo>
                  <a:lnTo>
                    <a:pt x="1572" y="190115"/>
                  </a:lnTo>
                  <a:lnTo>
                    <a:pt x="2381" y="195342"/>
                  </a:lnTo>
                  <a:lnTo>
                    <a:pt x="3354" y="200540"/>
                  </a:lnTo>
                  <a:lnTo>
                    <a:pt x="4492" y="205705"/>
                  </a:lnTo>
                  <a:lnTo>
                    <a:pt x="5792" y="210831"/>
                  </a:lnTo>
                  <a:lnTo>
                    <a:pt x="7254" y="215914"/>
                  </a:lnTo>
                  <a:lnTo>
                    <a:pt x="8877" y="220948"/>
                  </a:lnTo>
                  <a:lnTo>
                    <a:pt x="10657" y="225928"/>
                  </a:lnTo>
                  <a:lnTo>
                    <a:pt x="12594" y="230849"/>
                  </a:lnTo>
                  <a:lnTo>
                    <a:pt x="14686" y="235707"/>
                  </a:lnTo>
                  <a:lnTo>
                    <a:pt x="16931" y="240496"/>
                  </a:lnTo>
                  <a:lnTo>
                    <a:pt x="19325" y="245211"/>
                  </a:lnTo>
                  <a:lnTo>
                    <a:pt x="21868" y="249849"/>
                  </a:lnTo>
                  <a:lnTo>
                    <a:pt x="24556" y="254403"/>
                  </a:lnTo>
                  <a:lnTo>
                    <a:pt x="27387" y="258871"/>
                  </a:lnTo>
                  <a:lnTo>
                    <a:pt x="30358" y="263246"/>
                  </a:lnTo>
                  <a:lnTo>
                    <a:pt x="33466" y="267525"/>
                  </a:lnTo>
                  <a:lnTo>
                    <a:pt x="36708" y="271704"/>
                  </a:lnTo>
                  <a:lnTo>
                    <a:pt x="40080" y="275779"/>
                  </a:lnTo>
                  <a:lnTo>
                    <a:pt x="43579" y="279744"/>
                  </a:lnTo>
                  <a:lnTo>
                    <a:pt x="47202" y="283597"/>
                  </a:lnTo>
                  <a:lnTo>
                    <a:pt x="50946" y="287333"/>
                  </a:lnTo>
                  <a:lnTo>
                    <a:pt x="54805" y="290949"/>
                  </a:lnTo>
                  <a:lnTo>
                    <a:pt x="58777" y="294442"/>
                  </a:lnTo>
                  <a:lnTo>
                    <a:pt x="62857" y="297806"/>
                  </a:lnTo>
                  <a:lnTo>
                    <a:pt x="67042" y="301040"/>
                  </a:lnTo>
                  <a:lnTo>
                    <a:pt x="71327" y="304140"/>
                  </a:lnTo>
                  <a:lnTo>
                    <a:pt x="75708" y="307103"/>
                  </a:lnTo>
                  <a:lnTo>
                    <a:pt x="80181" y="309926"/>
                  </a:lnTo>
                  <a:lnTo>
                    <a:pt x="84740" y="312606"/>
                  </a:lnTo>
                  <a:lnTo>
                    <a:pt x="89382" y="315140"/>
                  </a:lnTo>
                  <a:lnTo>
                    <a:pt x="94102" y="317526"/>
                  </a:lnTo>
                  <a:lnTo>
                    <a:pt x="98895" y="319762"/>
                  </a:lnTo>
                  <a:lnTo>
                    <a:pt x="103756" y="321845"/>
                  </a:lnTo>
                  <a:lnTo>
                    <a:pt x="108681" y="323773"/>
                  </a:lnTo>
                  <a:lnTo>
                    <a:pt x="113664" y="325545"/>
                  </a:lnTo>
                  <a:lnTo>
                    <a:pt x="118701" y="327158"/>
                  </a:lnTo>
                  <a:lnTo>
                    <a:pt x="123787" y="328610"/>
                  </a:lnTo>
                  <a:lnTo>
                    <a:pt x="128915" y="329902"/>
                  </a:lnTo>
                  <a:lnTo>
                    <a:pt x="134083" y="331030"/>
                  </a:lnTo>
                  <a:lnTo>
                    <a:pt x="139283" y="331994"/>
                  </a:lnTo>
                  <a:lnTo>
                    <a:pt x="144511" y="332793"/>
                  </a:lnTo>
                  <a:lnTo>
                    <a:pt x="149761" y="333427"/>
                  </a:lnTo>
                  <a:lnTo>
                    <a:pt x="155030" y="333894"/>
                  </a:lnTo>
                  <a:lnTo>
                    <a:pt x="160310" y="334194"/>
                  </a:lnTo>
                  <a:lnTo>
                    <a:pt x="165597" y="334327"/>
                  </a:lnTo>
                  <a:lnTo>
                    <a:pt x="170886" y="334293"/>
                  </a:lnTo>
                  <a:lnTo>
                    <a:pt x="176171" y="334091"/>
                  </a:lnTo>
                  <a:lnTo>
                    <a:pt x="181446" y="333722"/>
                  </a:lnTo>
                  <a:lnTo>
                    <a:pt x="186708" y="333187"/>
                  </a:lnTo>
                  <a:lnTo>
                    <a:pt x="191950" y="332486"/>
                  </a:lnTo>
                  <a:lnTo>
                    <a:pt x="197167" y="331618"/>
                  </a:lnTo>
                  <a:lnTo>
                    <a:pt x="202355" y="330587"/>
                  </a:lnTo>
                  <a:lnTo>
                    <a:pt x="207507" y="329392"/>
                  </a:lnTo>
                  <a:lnTo>
                    <a:pt x="212618" y="328034"/>
                  </a:lnTo>
                  <a:lnTo>
                    <a:pt x="217684" y="326515"/>
                  </a:lnTo>
                  <a:lnTo>
                    <a:pt x="222700" y="324837"/>
                  </a:lnTo>
                  <a:lnTo>
                    <a:pt x="227660" y="323001"/>
                  </a:lnTo>
                  <a:lnTo>
                    <a:pt x="232559" y="321009"/>
                  </a:lnTo>
                  <a:lnTo>
                    <a:pt x="237393" y="318863"/>
                  </a:lnTo>
                  <a:lnTo>
                    <a:pt x="242156" y="316566"/>
                  </a:lnTo>
                  <a:lnTo>
                    <a:pt x="246845" y="314118"/>
                  </a:lnTo>
                  <a:lnTo>
                    <a:pt x="251454" y="311524"/>
                  </a:lnTo>
                  <a:lnTo>
                    <a:pt x="255978" y="308785"/>
                  </a:lnTo>
                  <a:lnTo>
                    <a:pt x="260413" y="305904"/>
                  </a:lnTo>
                  <a:lnTo>
                    <a:pt x="264756" y="302885"/>
                  </a:lnTo>
                  <a:lnTo>
                    <a:pt x="269000" y="299730"/>
                  </a:lnTo>
                  <a:lnTo>
                    <a:pt x="273143" y="296442"/>
                  </a:lnTo>
                  <a:lnTo>
                    <a:pt x="277179" y="293024"/>
                  </a:lnTo>
                  <a:lnTo>
                    <a:pt x="281105" y="289481"/>
                  </a:lnTo>
                  <a:lnTo>
                    <a:pt x="284917" y="285815"/>
                  </a:lnTo>
                  <a:lnTo>
                    <a:pt x="288612" y="282030"/>
                  </a:lnTo>
                  <a:lnTo>
                    <a:pt x="292185" y="278131"/>
                  </a:lnTo>
                  <a:lnTo>
                    <a:pt x="295632" y="274120"/>
                  </a:lnTo>
                  <a:lnTo>
                    <a:pt x="298951" y="270002"/>
                  </a:lnTo>
                  <a:lnTo>
                    <a:pt x="302138" y="265782"/>
                  </a:lnTo>
                  <a:lnTo>
                    <a:pt x="305190" y="261462"/>
                  </a:lnTo>
                  <a:lnTo>
                    <a:pt x="308104" y="257049"/>
                  </a:lnTo>
                  <a:lnTo>
                    <a:pt x="310877" y="252545"/>
                  </a:lnTo>
                  <a:lnTo>
                    <a:pt x="313506" y="247956"/>
                  </a:lnTo>
                  <a:lnTo>
                    <a:pt x="315988" y="243286"/>
                  </a:lnTo>
                  <a:lnTo>
                    <a:pt x="318322" y="238540"/>
                  </a:lnTo>
                  <a:lnTo>
                    <a:pt x="320504" y="233722"/>
                  </a:lnTo>
                  <a:lnTo>
                    <a:pt x="322532" y="228838"/>
                  </a:lnTo>
                  <a:lnTo>
                    <a:pt x="324406" y="223892"/>
                  </a:lnTo>
                  <a:lnTo>
                    <a:pt x="326121" y="218889"/>
                  </a:lnTo>
                  <a:lnTo>
                    <a:pt x="327678" y="213835"/>
                  </a:lnTo>
                  <a:lnTo>
                    <a:pt x="329074" y="208733"/>
                  </a:lnTo>
                  <a:lnTo>
                    <a:pt x="330308" y="203590"/>
                  </a:lnTo>
                  <a:lnTo>
                    <a:pt x="331378" y="198411"/>
                  </a:lnTo>
                  <a:lnTo>
                    <a:pt x="332284" y="193201"/>
                  </a:lnTo>
                  <a:lnTo>
                    <a:pt x="333025" y="187964"/>
                  </a:lnTo>
                  <a:lnTo>
                    <a:pt x="333600" y="182706"/>
                  </a:lnTo>
                  <a:lnTo>
                    <a:pt x="334008" y="177433"/>
                  </a:lnTo>
                  <a:lnTo>
                    <a:pt x="334250" y="172150"/>
                  </a:lnTo>
                  <a:lnTo>
                    <a:pt x="334324" y="166862"/>
                  </a:lnTo>
                  <a:lnTo>
                    <a:pt x="334230" y="161574"/>
                  </a:lnTo>
                  <a:lnTo>
                    <a:pt x="333970" y="156292"/>
                  </a:lnTo>
                  <a:lnTo>
                    <a:pt x="333542" y="151020"/>
                  </a:lnTo>
                  <a:lnTo>
                    <a:pt x="332948" y="145765"/>
                  </a:lnTo>
                  <a:lnTo>
                    <a:pt x="332188" y="140531"/>
                  </a:lnTo>
                  <a:lnTo>
                    <a:pt x="16715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5135676" y="1112166"/>
              <a:ext cx="165031" cy="26636"/>
            </a:xfrm>
            <a:custGeom>
              <a:avLst/>
              <a:pathLst>
                <a:path w="165031" h="26636">
                  <a:moveTo>
                    <a:pt x="165031" y="0"/>
                  </a:moveTo>
                  <a:lnTo>
                    <a:pt x="0" y="2663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5135676" y="1108292"/>
              <a:ext cx="165031" cy="30510"/>
            </a:xfrm>
            <a:custGeom>
              <a:avLst/>
              <a:pathLst>
                <a:path w="165031" h="30510">
                  <a:moveTo>
                    <a:pt x="165031" y="3874"/>
                  </a:moveTo>
                  <a:lnTo>
                    <a:pt x="164359" y="0"/>
                  </a:lnTo>
                  <a:lnTo>
                    <a:pt x="0" y="3051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5135676" y="971635"/>
              <a:ext cx="164359" cy="167167"/>
            </a:xfrm>
            <a:custGeom>
              <a:avLst/>
              <a:pathLst>
                <a:path w="164359" h="167167">
                  <a:moveTo>
                    <a:pt x="164359" y="136656"/>
                  </a:moveTo>
                  <a:lnTo>
                    <a:pt x="163289" y="131371"/>
                  </a:lnTo>
                  <a:lnTo>
                    <a:pt x="162050" y="126122"/>
                  </a:lnTo>
                  <a:lnTo>
                    <a:pt x="160641" y="120917"/>
                  </a:lnTo>
                  <a:lnTo>
                    <a:pt x="159066" y="115759"/>
                  </a:lnTo>
                  <a:lnTo>
                    <a:pt x="157325" y="110655"/>
                  </a:lnTo>
                  <a:lnTo>
                    <a:pt x="155420" y="105609"/>
                  </a:lnTo>
                  <a:lnTo>
                    <a:pt x="153354" y="100628"/>
                  </a:lnTo>
                  <a:lnTo>
                    <a:pt x="151128" y="95716"/>
                  </a:lnTo>
                  <a:lnTo>
                    <a:pt x="148744" y="90879"/>
                  </a:lnTo>
                  <a:lnTo>
                    <a:pt x="146206" y="86120"/>
                  </a:lnTo>
                  <a:lnTo>
                    <a:pt x="143516" y="81447"/>
                  </a:lnTo>
                  <a:lnTo>
                    <a:pt x="140676" y="76862"/>
                  </a:lnTo>
                  <a:lnTo>
                    <a:pt x="137690" y="72371"/>
                  </a:lnTo>
                  <a:lnTo>
                    <a:pt x="134561" y="67979"/>
                  </a:lnTo>
                  <a:lnTo>
                    <a:pt x="131291" y="63690"/>
                  </a:lnTo>
                  <a:lnTo>
                    <a:pt x="127885" y="59509"/>
                  </a:lnTo>
                  <a:lnTo>
                    <a:pt x="124346" y="55440"/>
                  </a:lnTo>
                  <a:lnTo>
                    <a:pt x="120677" y="51487"/>
                  </a:lnTo>
                  <a:lnTo>
                    <a:pt x="116883" y="47655"/>
                  </a:lnTo>
                  <a:lnTo>
                    <a:pt x="112968" y="43947"/>
                  </a:lnTo>
                  <a:lnTo>
                    <a:pt x="108934" y="40367"/>
                  </a:lnTo>
                  <a:lnTo>
                    <a:pt x="104787" y="36919"/>
                  </a:lnTo>
                  <a:lnTo>
                    <a:pt x="100532" y="33607"/>
                  </a:lnTo>
                  <a:lnTo>
                    <a:pt x="96171" y="30434"/>
                  </a:lnTo>
                  <a:lnTo>
                    <a:pt x="91711" y="27403"/>
                  </a:lnTo>
                  <a:lnTo>
                    <a:pt x="87155" y="24517"/>
                  </a:lnTo>
                  <a:lnTo>
                    <a:pt x="82508" y="21780"/>
                  </a:lnTo>
                  <a:lnTo>
                    <a:pt x="77775" y="19194"/>
                  </a:lnTo>
                  <a:lnTo>
                    <a:pt x="72962" y="16763"/>
                  </a:lnTo>
                  <a:lnTo>
                    <a:pt x="68072" y="14487"/>
                  </a:lnTo>
                  <a:lnTo>
                    <a:pt x="63112" y="12371"/>
                  </a:lnTo>
                  <a:lnTo>
                    <a:pt x="58086" y="10416"/>
                  </a:lnTo>
                  <a:lnTo>
                    <a:pt x="53000" y="8624"/>
                  </a:lnTo>
                  <a:lnTo>
                    <a:pt x="47858" y="6997"/>
                  </a:lnTo>
                  <a:lnTo>
                    <a:pt x="42667" y="5536"/>
                  </a:lnTo>
                  <a:lnTo>
                    <a:pt x="37431" y="4244"/>
                  </a:lnTo>
                  <a:lnTo>
                    <a:pt x="32156" y="3122"/>
                  </a:lnTo>
                  <a:lnTo>
                    <a:pt x="26848" y="2170"/>
                  </a:lnTo>
                  <a:lnTo>
                    <a:pt x="21512" y="1389"/>
                  </a:lnTo>
                  <a:lnTo>
                    <a:pt x="16154" y="782"/>
                  </a:lnTo>
                  <a:lnTo>
                    <a:pt x="10778" y="347"/>
                  </a:lnTo>
                  <a:lnTo>
                    <a:pt x="5392" y="8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617280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495455" y="941493"/>
              <a:ext cx="121824" cy="167167"/>
            </a:xfrm>
            <a:custGeom>
              <a:avLst/>
              <a:pathLst>
                <a:path w="121824" h="167167">
                  <a:moveTo>
                    <a:pt x="121824" y="0"/>
                  </a:moveTo>
                  <a:lnTo>
                    <a:pt x="116138" y="96"/>
                  </a:lnTo>
                  <a:lnTo>
                    <a:pt x="110458" y="386"/>
                  </a:lnTo>
                  <a:lnTo>
                    <a:pt x="104792" y="869"/>
                  </a:lnTo>
                  <a:lnTo>
                    <a:pt x="99145" y="1545"/>
                  </a:lnTo>
                  <a:lnTo>
                    <a:pt x="93525" y="2412"/>
                  </a:lnTo>
                  <a:lnTo>
                    <a:pt x="87937" y="3470"/>
                  </a:lnTo>
                  <a:lnTo>
                    <a:pt x="82389" y="4718"/>
                  </a:lnTo>
                  <a:lnTo>
                    <a:pt x="76886" y="6153"/>
                  </a:lnTo>
                  <a:lnTo>
                    <a:pt x="71435" y="7775"/>
                  </a:lnTo>
                  <a:lnTo>
                    <a:pt x="66043" y="9581"/>
                  </a:lnTo>
                  <a:lnTo>
                    <a:pt x="60715" y="11569"/>
                  </a:lnTo>
                  <a:lnTo>
                    <a:pt x="55457" y="13738"/>
                  </a:lnTo>
                  <a:lnTo>
                    <a:pt x="50277" y="16084"/>
                  </a:lnTo>
                  <a:lnTo>
                    <a:pt x="45179" y="18605"/>
                  </a:lnTo>
                  <a:lnTo>
                    <a:pt x="40171" y="21298"/>
                  </a:lnTo>
                  <a:lnTo>
                    <a:pt x="35256" y="24160"/>
                  </a:lnTo>
                  <a:lnTo>
                    <a:pt x="30442" y="27187"/>
                  </a:lnTo>
                  <a:lnTo>
                    <a:pt x="25733" y="30377"/>
                  </a:lnTo>
                  <a:lnTo>
                    <a:pt x="21136" y="33724"/>
                  </a:lnTo>
                  <a:lnTo>
                    <a:pt x="16656" y="37226"/>
                  </a:lnTo>
                  <a:lnTo>
                    <a:pt x="12297" y="40879"/>
                  </a:lnTo>
                  <a:lnTo>
                    <a:pt x="8064" y="44677"/>
                  </a:lnTo>
                  <a:lnTo>
                    <a:pt x="3964" y="48618"/>
                  </a:lnTo>
                  <a:lnTo>
                    <a:pt x="0" y="52695"/>
                  </a:lnTo>
                  <a:lnTo>
                    <a:pt x="121824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4495455" y="994189"/>
              <a:ext cx="121824" cy="114471"/>
            </a:xfrm>
            <a:custGeom>
              <a:avLst/>
              <a:pathLst>
                <a:path w="121824" h="114471">
                  <a:moveTo>
                    <a:pt x="0" y="0"/>
                  </a:moveTo>
                  <a:lnTo>
                    <a:pt x="121824" y="11447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4450115" y="969691"/>
              <a:ext cx="334332" cy="306122"/>
            </a:xfrm>
            <a:custGeom>
              <a:avLst/>
              <a:pathLst>
                <a:path w="334332" h="306122">
                  <a:moveTo>
                    <a:pt x="45340" y="24497"/>
                  </a:moveTo>
                  <a:lnTo>
                    <a:pt x="41776" y="28412"/>
                  </a:lnTo>
                  <a:lnTo>
                    <a:pt x="38338" y="32438"/>
                  </a:lnTo>
                  <a:lnTo>
                    <a:pt x="35029" y="36571"/>
                  </a:lnTo>
                  <a:lnTo>
                    <a:pt x="31853" y="40807"/>
                  </a:lnTo>
                  <a:lnTo>
                    <a:pt x="28812" y="45141"/>
                  </a:lnTo>
                  <a:lnTo>
                    <a:pt x="25911" y="49569"/>
                  </a:lnTo>
                  <a:lnTo>
                    <a:pt x="23151" y="54086"/>
                  </a:lnTo>
                  <a:lnTo>
                    <a:pt x="20535" y="58689"/>
                  </a:lnTo>
                  <a:lnTo>
                    <a:pt x="18066" y="63373"/>
                  </a:lnTo>
                  <a:lnTo>
                    <a:pt x="15747" y="68132"/>
                  </a:lnTo>
                  <a:lnTo>
                    <a:pt x="13580" y="72962"/>
                  </a:lnTo>
                  <a:lnTo>
                    <a:pt x="11567" y="77859"/>
                  </a:lnTo>
                  <a:lnTo>
                    <a:pt x="9710" y="82817"/>
                  </a:lnTo>
                  <a:lnTo>
                    <a:pt x="8011" y="87831"/>
                  </a:lnTo>
                  <a:lnTo>
                    <a:pt x="6471" y="92896"/>
                  </a:lnTo>
                  <a:lnTo>
                    <a:pt x="5093" y="98008"/>
                  </a:lnTo>
                  <a:lnTo>
                    <a:pt x="3877" y="103160"/>
                  </a:lnTo>
                  <a:lnTo>
                    <a:pt x="2825" y="108349"/>
                  </a:lnTo>
                  <a:lnTo>
                    <a:pt x="1938" y="113568"/>
                  </a:lnTo>
                  <a:lnTo>
                    <a:pt x="1216" y="118813"/>
                  </a:lnTo>
                  <a:lnTo>
                    <a:pt x="661" y="124078"/>
                  </a:lnTo>
                  <a:lnTo>
                    <a:pt x="273" y="129358"/>
                  </a:lnTo>
                  <a:lnTo>
                    <a:pt x="53" y="134647"/>
                  </a:lnTo>
                  <a:lnTo>
                    <a:pt x="0" y="139941"/>
                  </a:lnTo>
                  <a:lnTo>
                    <a:pt x="114" y="145234"/>
                  </a:lnTo>
                  <a:lnTo>
                    <a:pt x="396" y="150521"/>
                  </a:lnTo>
                  <a:lnTo>
                    <a:pt x="846" y="155796"/>
                  </a:lnTo>
                  <a:lnTo>
                    <a:pt x="1462" y="161054"/>
                  </a:lnTo>
                  <a:lnTo>
                    <a:pt x="2244" y="166290"/>
                  </a:lnTo>
                  <a:lnTo>
                    <a:pt x="3192" y="171499"/>
                  </a:lnTo>
                  <a:lnTo>
                    <a:pt x="4305" y="176675"/>
                  </a:lnTo>
                  <a:lnTo>
                    <a:pt x="5580" y="181813"/>
                  </a:lnTo>
                  <a:lnTo>
                    <a:pt x="7018" y="186908"/>
                  </a:lnTo>
                  <a:lnTo>
                    <a:pt x="8616" y="191955"/>
                  </a:lnTo>
                  <a:lnTo>
                    <a:pt x="10374" y="196949"/>
                  </a:lnTo>
                  <a:lnTo>
                    <a:pt x="12288" y="201885"/>
                  </a:lnTo>
                  <a:lnTo>
                    <a:pt x="14358" y="206758"/>
                  </a:lnTo>
                  <a:lnTo>
                    <a:pt x="16581" y="211563"/>
                  </a:lnTo>
                  <a:lnTo>
                    <a:pt x="18956" y="216295"/>
                  </a:lnTo>
                  <a:lnTo>
                    <a:pt x="21479" y="220949"/>
                  </a:lnTo>
                  <a:lnTo>
                    <a:pt x="24148" y="225521"/>
                  </a:lnTo>
                  <a:lnTo>
                    <a:pt x="26960" y="230006"/>
                  </a:lnTo>
                  <a:lnTo>
                    <a:pt x="29913" y="234400"/>
                  </a:lnTo>
                  <a:lnTo>
                    <a:pt x="33004" y="238699"/>
                  </a:lnTo>
                  <a:lnTo>
                    <a:pt x="36229" y="242897"/>
                  </a:lnTo>
                  <a:lnTo>
                    <a:pt x="39586" y="246991"/>
                  </a:lnTo>
                  <a:lnTo>
                    <a:pt x="43071" y="250977"/>
                  </a:lnTo>
                  <a:lnTo>
                    <a:pt x="46680" y="254850"/>
                  </a:lnTo>
                  <a:lnTo>
                    <a:pt x="50409" y="258607"/>
                  </a:lnTo>
                  <a:lnTo>
                    <a:pt x="54256" y="262244"/>
                  </a:lnTo>
                  <a:lnTo>
                    <a:pt x="58217" y="265758"/>
                  </a:lnTo>
                  <a:lnTo>
                    <a:pt x="62286" y="269144"/>
                  </a:lnTo>
                  <a:lnTo>
                    <a:pt x="66461" y="272400"/>
                  </a:lnTo>
                  <a:lnTo>
                    <a:pt x="70737" y="275522"/>
                  </a:lnTo>
                  <a:lnTo>
                    <a:pt x="75109" y="278507"/>
                  </a:lnTo>
                  <a:lnTo>
                    <a:pt x="79574" y="281352"/>
                  </a:lnTo>
                  <a:lnTo>
                    <a:pt x="84126" y="284054"/>
                  </a:lnTo>
                  <a:lnTo>
                    <a:pt x="88762" y="286611"/>
                  </a:lnTo>
                  <a:lnTo>
                    <a:pt x="93477" y="289019"/>
                  </a:lnTo>
                  <a:lnTo>
                    <a:pt x="98265" y="291278"/>
                  </a:lnTo>
                  <a:lnTo>
                    <a:pt x="103123" y="293383"/>
                  </a:lnTo>
                  <a:lnTo>
                    <a:pt x="108045" y="295333"/>
                  </a:lnTo>
                  <a:lnTo>
                    <a:pt x="113026" y="297127"/>
                  </a:lnTo>
                  <a:lnTo>
                    <a:pt x="118061" y="298762"/>
                  </a:lnTo>
                  <a:lnTo>
                    <a:pt x="123146" y="300237"/>
                  </a:lnTo>
                  <a:lnTo>
                    <a:pt x="128274" y="301550"/>
                  </a:lnTo>
                  <a:lnTo>
                    <a:pt x="133442" y="302700"/>
                  </a:lnTo>
                  <a:lnTo>
                    <a:pt x="138644" y="303686"/>
                  </a:lnTo>
                  <a:lnTo>
                    <a:pt x="143874" y="304506"/>
                  </a:lnTo>
                  <a:lnTo>
                    <a:pt x="149128" y="305161"/>
                  </a:lnTo>
                  <a:lnTo>
                    <a:pt x="154399" y="305648"/>
                  </a:lnTo>
                  <a:lnTo>
                    <a:pt x="159684" y="305969"/>
                  </a:lnTo>
                  <a:lnTo>
                    <a:pt x="164976" y="306122"/>
                  </a:lnTo>
                  <a:lnTo>
                    <a:pt x="170270" y="306108"/>
                  </a:lnTo>
                  <a:lnTo>
                    <a:pt x="175561" y="305925"/>
                  </a:lnTo>
                  <a:lnTo>
                    <a:pt x="180843" y="305576"/>
                  </a:lnTo>
                  <a:lnTo>
                    <a:pt x="186112" y="305059"/>
                  </a:lnTo>
                  <a:lnTo>
                    <a:pt x="191362" y="304376"/>
                  </a:lnTo>
                  <a:lnTo>
                    <a:pt x="196588" y="303527"/>
                  </a:lnTo>
                  <a:lnTo>
                    <a:pt x="201784" y="302512"/>
                  </a:lnTo>
                  <a:lnTo>
                    <a:pt x="206945" y="301334"/>
                  </a:lnTo>
                  <a:lnTo>
                    <a:pt x="212067" y="299993"/>
                  </a:lnTo>
                  <a:lnTo>
                    <a:pt x="217143" y="298490"/>
                  </a:lnTo>
                  <a:lnTo>
                    <a:pt x="222170" y="296828"/>
                  </a:lnTo>
                  <a:lnTo>
                    <a:pt x="227141" y="295007"/>
                  </a:lnTo>
                  <a:lnTo>
                    <a:pt x="232052" y="293029"/>
                  </a:lnTo>
                  <a:lnTo>
                    <a:pt x="236898" y="290897"/>
                  </a:lnTo>
                  <a:lnTo>
                    <a:pt x="241674" y="288613"/>
                  </a:lnTo>
                  <a:lnTo>
                    <a:pt x="246375" y="286178"/>
                  </a:lnTo>
                  <a:lnTo>
                    <a:pt x="250997" y="283596"/>
                  </a:lnTo>
                  <a:lnTo>
                    <a:pt x="255534" y="280869"/>
                  </a:lnTo>
                  <a:lnTo>
                    <a:pt x="259983" y="278000"/>
                  </a:lnTo>
                  <a:lnTo>
                    <a:pt x="264339" y="274991"/>
                  </a:lnTo>
                  <a:lnTo>
                    <a:pt x="268598" y="271845"/>
                  </a:lnTo>
                  <a:lnTo>
                    <a:pt x="272755" y="268567"/>
                  </a:lnTo>
                  <a:lnTo>
                    <a:pt x="276806" y="265158"/>
                  </a:lnTo>
                  <a:lnTo>
                    <a:pt x="280746" y="261623"/>
                  </a:lnTo>
                  <a:lnTo>
                    <a:pt x="284573" y="257965"/>
                  </a:lnTo>
                  <a:lnTo>
                    <a:pt x="288283" y="254187"/>
                  </a:lnTo>
                  <a:lnTo>
                    <a:pt x="291870" y="250294"/>
                  </a:lnTo>
                  <a:lnTo>
                    <a:pt x="295333" y="246289"/>
                  </a:lnTo>
                  <a:lnTo>
                    <a:pt x="298667" y="242177"/>
                  </a:lnTo>
                  <a:lnTo>
                    <a:pt x="301869" y="237961"/>
                  </a:lnTo>
                  <a:lnTo>
                    <a:pt x="304937" y="233646"/>
                  </a:lnTo>
                  <a:lnTo>
                    <a:pt x="307865" y="229236"/>
                  </a:lnTo>
                  <a:lnTo>
                    <a:pt x="310653" y="224735"/>
                  </a:lnTo>
                  <a:lnTo>
                    <a:pt x="313297" y="220148"/>
                  </a:lnTo>
                  <a:lnTo>
                    <a:pt x="315795" y="215480"/>
                  </a:lnTo>
                  <a:lnTo>
                    <a:pt x="318143" y="210735"/>
                  </a:lnTo>
                  <a:lnTo>
                    <a:pt x="320340" y="205918"/>
                  </a:lnTo>
                  <a:lnTo>
                    <a:pt x="322383" y="201034"/>
                  </a:lnTo>
                  <a:lnTo>
                    <a:pt x="324270" y="196088"/>
                  </a:lnTo>
                  <a:lnTo>
                    <a:pt x="326000" y="191085"/>
                  </a:lnTo>
                  <a:lnTo>
                    <a:pt x="327571" y="186029"/>
                  </a:lnTo>
                  <a:lnTo>
                    <a:pt x="328981" y="180926"/>
                  </a:lnTo>
                  <a:lnTo>
                    <a:pt x="330228" y="175781"/>
                  </a:lnTo>
                  <a:lnTo>
                    <a:pt x="331312" y="170599"/>
                  </a:lnTo>
                  <a:lnTo>
                    <a:pt x="332231" y="165385"/>
                  </a:lnTo>
                  <a:lnTo>
                    <a:pt x="332985" y="160145"/>
                  </a:lnTo>
                  <a:lnTo>
                    <a:pt x="333572" y="154883"/>
                  </a:lnTo>
                  <a:lnTo>
                    <a:pt x="333993" y="149606"/>
                  </a:lnTo>
                  <a:lnTo>
                    <a:pt x="334246" y="144318"/>
                  </a:lnTo>
                  <a:lnTo>
                    <a:pt x="334332" y="139024"/>
                  </a:lnTo>
                  <a:lnTo>
                    <a:pt x="334249" y="133731"/>
                  </a:lnTo>
                  <a:lnTo>
                    <a:pt x="334000" y="128442"/>
                  </a:lnTo>
                  <a:lnTo>
                    <a:pt x="333583" y="123165"/>
                  </a:lnTo>
                  <a:lnTo>
                    <a:pt x="332999" y="117903"/>
                  </a:lnTo>
                  <a:lnTo>
                    <a:pt x="332249" y="112662"/>
                  </a:lnTo>
                  <a:lnTo>
                    <a:pt x="331333" y="107448"/>
                  </a:lnTo>
                  <a:lnTo>
                    <a:pt x="330252" y="102265"/>
                  </a:lnTo>
                  <a:lnTo>
                    <a:pt x="329008" y="97119"/>
                  </a:lnTo>
                  <a:lnTo>
                    <a:pt x="327602" y="92015"/>
                  </a:lnTo>
                  <a:lnTo>
                    <a:pt x="326035" y="86958"/>
                  </a:lnTo>
                  <a:lnTo>
                    <a:pt x="324308" y="81953"/>
                  </a:lnTo>
                  <a:lnTo>
                    <a:pt x="322424" y="77006"/>
                  </a:lnTo>
                  <a:lnTo>
                    <a:pt x="320384" y="72121"/>
                  </a:lnTo>
                  <a:lnTo>
                    <a:pt x="318190" y="67302"/>
                  </a:lnTo>
                  <a:lnTo>
                    <a:pt x="315845" y="62556"/>
                  </a:lnTo>
                  <a:lnTo>
                    <a:pt x="313351" y="57886"/>
                  </a:lnTo>
                  <a:lnTo>
                    <a:pt x="310710" y="53298"/>
                  </a:lnTo>
                  <a:lnTo>
                    <a:pt x="307925" y="48795"/>
                  </a:lnTo>
                  <a:lnTo>
                    <a:pt x="304999" y="44383"/>
                  </a:lnTo>
                  <a:lnTo>
                    <a:pt x="301935" y="40066"/>
                  </a:lnTo>
                  <a:lnTo>
                    <a:pt x="298735" y="35848"/>
                  </a:lnTo>
                  <a:lnTo>
                    <a:pt x="295404" y="31733"/>
                  </a:lnTo>
                  <a:lnTo>
                    <a:pt x="291944" y="27726"/>
                  </a:lnTo>
                  <a:lnTo>
                    <a:pt x="288359" y="23831"/>
                  </a:lnTo>
                  <a:lnTo>
                    <a:pt x="284652" y="20051"/>
                  </a:lnTo>
                  <a:lnTo>
                    <a:pt x="280827" y="16390"/>
                  </a:lnTo>
                  <a:lnTo>
                    <a:pt x="276889" y="12852"/>
                  </a:lnTo>
                  <a:lnTo>
                    <a:pt x="272840" y="9441"/>
                  </a:lnTo>
                  <a:lnTo>
                    <a:pt x="268685" y="6159"/>
                  </a:lnTo>
                  <a:lnTo>
                    <a:pt x="264429" y="3011"/>
                  </a:lnTo>
                  <a:lnTo>
                    <a:pt x="260075" y="0"/>
                  </a:lnTo>
                  <a:lnTo>
                    <a:pt x="167164" y="1389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4617280" y="941493"/>
              <a:ext cx="92910" cy="167167"/>
            </a:xfrm>
            <a:custGeom>
              <a:avLst/>
              <a:pathLst>
                <a:path w="92910" h="167167">
                  <a:moveTo>
                    <a:pt x="92910" y="28197"/>
                  </a:moveTo>
                  <a:lnTo>
                    <a:pt x="88038" y="25061"/>
                  </a:lnTo>
                  <a:lnTo>
                    <a:pt x="83060" y="22095"/>
                  </a:lnTo>
                  <a:lnTo>
                    <a:pt x="77982" y="19303"/>
                  </a:lnTo>
                  <a:lnTo>
                    <a:pt x="72810" y="16689"/>
                  </a:lnTo>
                  <a:lnTo>
                    <a:pt x="67551" y="14256"/>
                  </a:lnTo>
                  <a:lnTo>
                    <a:pt x="62211" y="12007"/>
                  </a:lnTo>
                  <a:lnTo>
                    <a:pt x="56796" y="9944"/>
                  </a:lnTo>
                  <a:lnTo>
                    <a:pt x="51312" y="8070"/>
                  </a:lnTo>
                  <a:lnTo>
                    <a:pt x="45768" y="6387"/>
                  </a:lnTo>
                  <a:lnTo>
                    <a:pt x="40168" y="4897"/>
                  </a:lnTo>
                  <a:lnTo>
                    <a:pt x="34519" y="3602"/>
                  </a:lnTo>
                  <a:lnTo>
                    <a:pt x="28830" y="2504"/>
                  </a:lnTo>
                  <a:lnTo>
                    <a:pt x="23105" y="1604"/>
                  </a:lnTo>
                  <a:lnTo>
                    <a:pt x="17353" y="903"/>
                  </a:lnTo>
                  <a:lnTo>
                    <a:pt x="11580" y="401"/>
                  </a:lnTo>
                  <a:lnTo>
                    <a:pt x="5793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4105894" y="103151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99378" y="1031511"/>
              <a:ext cx="106516" cy="167167"/>
            </a:xfrm>
            <a:custGeom>
              <a:avLst/>
              <a:pathLst>
                <a:path w="106516" h="167167">
                  <a:moveTo>
                    <a:pt x="106516" y="0"/>
                  </a:moveTo>
                  <a:lnTo>
                    <a:pt x="100743" y="99"/>
                  </a:lnTo>
                  <a:lnTo>
                    <a:pt x="94977" y="398"/>
                  </a:lnTo>
                  <a:lnTo>
                    <a:pt x="89224" y="896"/>
                  </a:lnTo>
                  <a:lnTo>
                    <a:pt x="83492" y="1593"/>
                  </a:lnTo>
                  <a:lnTo>
                    <a:pt x="77788" y="2487"/>
                  </a:lnTo>
                  <a:lnTo>
                    <a:pt x="72118" y="3577"/>
                  </a:lnTo>
                  <a:lnTo>
                    <a:pt x="66489" y="4862"/>
                  </a:lnTo>
                  <a:lnTo>
                    <a:pt x="60907" y="6342"/>
                  </a:lnTo>
                  <a:lnTo>
                    <a:pt x="55380" y="8013"/>
                  </a:lnTo>
                  <a:lnTo>
                    <a:pt x="49915" y="9874"/>
                  </a:lnTo>
                  <a:lnTo>
                    <a:pt x="44516" y="11922"/>
                  </a:lnTo>
                  <a:lnTo>
                    <a:pt x="39192" y="14156"/>
                  </a:lnTo>
                  <a:lnTo>
                    <a:pt x="33948" y="16572"/>
                  </a:lnTo>
                  <a:lnTo>
                    <a:pt x="28790" y="19168"/>
                  </a:lnTo>
                  <a:lnTo>
                    <a:pt x="23725" y="21941"/>
                  </a:lnTo>
                  <a:lnTo>
                    <a:pt x="18759" y="24887"/>
                  </a:lnTo>
                  <a:lnTo>
                    <a:pt x="13898" y="28002"/>
                  </a:lnTo>
                  <a:lnTo>
                    <a:pt x="9147" y="31284"/>
                  </a:lnTo>
                  <a:lnTo>
                    <a:pt x="4512" y="34728"/>
                  </a:lnTo>
                  <a:lnTo>
                    <a:pt x="0" y="38329"/>
                  </a:lnTo>
                  <a:lnTo>
                    <a:pt x="10651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999378" y="1069841"/>
              <a:ext cx="106516" cy="128837"/>
            </a:xfrm>
            <a:custGeom>
              <a:avLst/>
              <a:pathLst>
                <a:path w="106516" h="128837">
                  <a:moveTo>
                    <a:pt x="0" y="0"/>
                  </a:moveTo>
                  <a:lnTo>
                    <a:pt x="106516" y="1288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938729" y="1069841"/>
              <a:ext cx="167164" cy="279896"/>
            </a:xfrm>
            <a:custGeom>
              <a:avLst/>
              <a:pathLst>
                <a:path w="167164" h="279896">
                  <a:moveTo>
                    <a:pt x="60648" y="0"/>
                  </a:moveTo>
                  <a:lnTo>
                    <a:pt x="56531" y="3516"/>
                  </a:lnTo>
                  <a:lnTo>
                    <a:pt x="52531" y="7165"/>
                  </a:lnTo>
                  <a:lnTo>
                    <a:pt x="48651" y="10941"/>
                  </a:lnTo>
                  <a:lnTo>
                    <a:pt x="44895" y="14841"/>
                  </a:lnTo>
                  <a:lnTo>
                    <a:pt x="41268" y="18860"/>
                  </a:lnTo>
                  <a:lnTo>
                    <a:pt x="37772" y="22995"/>
                  </a:lnTo>
                  <a:lnTo>
                    <a:pt x="34413" y="27240"/>
                  </a:lnTo>
                  <a:lnTo>
                    <a:pt x="31192" y="31593"/>
                  </a:lnTo>
                  <a:lnTo>
                    <a:pt x="28114" y="36047"/>
                  </a:lnTo>
                  <a:lnTo>
                    <a:pt x="25182" y="40599"/>
                  </a:lnTo>
                  <a:lnTo>
                    <a:pt x="22399" y="45243"/>
                  </a:lnTo>
                  <a:lnTo>
                    <a:pt x="19768" y="49975"/>
                  </a:lnTo>
                  <a:lnTo>
                    <a:pt x="17292" y="54789"/>
                  </a:lnTo>
                  <a:lnTo>
                    <a:pt x="14972" y="59682"/>
                  </a:lnTo>
                  <a:lnTo>
                    <a:pt x="12813" y="64646"/>
                  </a:lnTo>
                  <a:lnTo>
                    <a:pt x="10815" y="69679"/>
                  </a:lnTo>
                  <a:lnTo>
                    <a:pt x="8981" y="74773"/>
                  </a:lnTo>
                  <a:lnTo>
                    <a:pt x="7313" y="79924"/>
                  </a:lnTo>
                  <a:lnTo>
                    <a:pt x="5813" y="85126"/>
                  </a:lnTo>
                  <a:lnTo>
                    <a:pt x="4482" y="90374"/>
                  </a:lnTo>
                  <a:lnTo>
                    <a:pt x="3322" y="95663"/>
                  </a:lnTo>
                  <a:lnTo>
                    <a:pt x="2333" y="100986"/>
                  </a:lnTo>
                  <a:lnTo>
                    <a:pt x="1518" y="106338"/>
                  </a:lnTo>
                  <a:lnTo>
                    <a:pt x="876" y="111714"/>
                  </a:lnTo>
                  <a:lnTo>
                    <a:pt x="409" y="117108"/>
                  </a:lnTo>
                  <a:lnTo>
                    <a:pt x="117" y="122515"/>
                  </a:lnTo>
                  <a:lnTo>
                    <a:pt x="0" y="127928"/>
                  </a:lnTo>
                  <a:lnTo>
                    <a:pt x="58" y="133341"/>
                  </a:lnTo>
                  <a:lnTo>
                    <a:pt x="291" y="138751"/>
                  </a:lnTo>
                  <a:lnTo>
                    <a:pt x="700" y="144149"/>
                  </a:lnTo>
                  <a:lnTo>
                    <a:pt x="1283" y="149532"/>
                  </a:lnTo>
                  <a:lnTo>
                    <a:pt x="2040" y="154893"/>
                  </a:lnTo>
                  <a:lnTo>
                    <a:pt x="2971" y="160227"/>
                  </a:lnTo>
                  <a:lnTo>
                    <a:pt x="4073" y="165528"/>
                  </a:lnTo>
                  <a:lnTo>
                    <a:pt x="5347" y="170790"/>
                  </a:lnTo>
                  <a:lnTo>
                    <a:pt x="6790" y="176008"/>
                  </a:lnTo>
                  <a:lnTo>
                    <a:pt x="8402" y="181177"/>
                  </a:lnTo>
                  <a:lnTo>
                    <a:pt x="10180" y="186291"/>
                  </a:lnTo>
                  <a:lnTo>
                    <a:pt x="12123" y="191344"/>
                  </a:lnTo>
                  <a:lnTo>
                    <a:pt x="14229" y="196332"/>
                  </a:lnTo>
                  <a:lnTo>
                    <a:pt x="16495" y="201250"/>
                  </a:lnTo>
                  <a:lnTo>
                    <a:pt x="18919" y="206091"/>
                  </a:lnTo>
                  <a:lnTo>
                    <a:pt x="21498" y="210851"/>
                  </a:lnTo>
                  <a:lnTo>
                    <a:pt x="24230" y="215525"/>
                  </a:lnTo>
                  <a:lnTo>
                    <a:pt x="27113" y="220109"/>
                  </a:lnTo>
                  <a:lnTo>
                    <a:pt x="30142" y="224596"/>
                  </a:lnTo>
                  <a:lnTo>
                    <a:pt x="33315" y="228983"/>
                  </a:lnTo>
                  <a:lnTo>
                    <a:pt x="36628" y="233265"/>
                  </a:lnTo>
                  <a:lnTo>
                    <a:pt x="40078" y="237438"/>
                  </a:lnTo>
                  <a:lnTo>
                    <a:pt x="43662" y="241496"/>
                  </a:lnTo>
                  <a:lnTo>
                    <a:pt x="47375" y="245437"/>
                  </a:lnTo>
                  <a:lnTo>
                    <a:pt x="51214" y="249255"/>
                  </a:lnTo>
                  <a:lnTo>
                    <a:pt x="55174" y="252947"/>
                  </a:lnTo>
                  <a:lnTo>
                    <a:pt x="59252" y="256508"/>
                  </a:lnTo>
                  <a:lnTo>
                    <a:pt x="63443" y="259936"/>
                  </a:lnTo>
                  <a:lnTo>
                    <a:pt x="67743" y="263226"/>
                  </a:lnTo>
                  <a:lnTo>
                    <a:pt x="72147" y="266375"/>
                  </a:lnTo>
                  <a:lnTo>
                    <a:pt x="76651" y="269380"/>
                  </a:lnTo>
                  <a:lnTo>
                    <a:pt x="81250" y="272237"/>
                  </a:lnTo>
                  <a:lnTo>
                    <a:pt x="85939" y="274944"/>
                  </a:lnTo>
                  <a:lnTo>
                    <a:pt x="90713" y="277498"/>
                  </a:lnTo>
                  <a:lnTo>
                    <a:pt x="95567" y="279896"/>
                  </a:lnTo>
                  <a:lnTo>
                    <a:pt x="167164" y="12883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4034297" y="1031511"/>
              <a:ext cx="238745" cy="334334"/>
            </a:xfrm>
            <a:custGeom>
              <a:avLst/>
              <a:pathLst>
                <a:path w="238745" h="334334">
                  <a:moveTo>
                    <a:pt x="0" y="318226"/>
                  </a:moveTo>
                  <a:lnTo>
                    <a:pt x="4826" y="320420"/>
                  </a:lnTo>
                  <a:lnTo>
                    <a:pt x="9720" y="322461"/>
                  </a:lnTo>
                  <a:lnTo>
                    <a:pt x="14676" y="324345"/>
                  </a:lnTo>
                  <a:lnTo>
                    <a:pt x="19689" y="326071"/>
                  </a:lnTo>
                  <a:lnTo>
                    <a:pt x="24755" y="327637"/>
                  </a:lnTo>
                  <a:lnTo>
                    <a:pt x="29867" y="329042"/>
                  </a:lnTo>
                  <a:lnTo>
                    <a:pt x="35022" y="330284"/>
                  </a:lnTo>
                  <a:lnTo>
                    <a:pt x="40213" y="331362"/>
                  </a:lnTo>
                  <a:lnTo>
                    <a:pt x="45436" y="332275"/>
                  </a:lnTo>
                  <a:lnTo>
                    <a:pt x="50685" y="333021"/>
                  </a:lnTo>
                  <a:lnTo>
                    <a:pt x="55956" y="333601"/>
                  </a:lnTo>
                  <a:lnTo>
                    <a:pt x="61242" y="334013"/>
                  </a:lnTo>
                  <a:lnTo>
                    <a:pt x="66538" y="334258"/>
                  </a:lnTo>
                  <a:lnTo>
                    <a:pt x="71840" y="334334"/>
                  </a:lnTo>
                  <a:lnTo>
                    <a:pt x="77141" y="334242"/>
                  </a:lnTo>
                  <a:lnTo>
                    <a:pt x="82437" y="333983"/>
                  </a:lnTo>
                  <a:lnTo>
                    <a:pt x="87722" y="333555"/>
                  </a:lnTo>
                  <a:lnTo>
                    <a:pt x="92990" y="332960"/>
                  </a:lnTo>
                  <a:lnTo>
                    <a:pt x="98237" y="332198"/>
                  </a:lnTo>
                  <a:lnTo>
                    <a:pt x="103457" y="331270"/>
                  </a:lnTo>
                  <a:lnTo>
                    <a:pt x="108646" y="330177"/>
                  </a:lnTo>
                  <a:lnTo>
                    <a:pt x="113797" y="328920"/>
                  </a:lnTo>
                  <a:lnTo>
                    <a:pt x="118905" y="327501"/>
                  </a:lnTo>
                  <a:lnTo>
                    <a:pt x="123966" y="325920"/>
                  </a:lnTo>
                  <a:lnTo>
                    <a:pt x="128974" y="324179"/>
                  </a:lnTo>
                  <a:lnTo>
                    <a:pt x="133925" y="322280"/>
                  </a:lnTo>
                  <a:lnTo>
                    <a:pt x="138813" y="320226"/>
                  </a:lnTo>
                  <a:lnTo>
                    <a:pt x="143633" y="318017"/>
                  </a:lnTo>
                  <a:lnTo>
                    <a:pt x="148381" y="315657"/>
                  </a:lnTo>
                  <a:lnTo>
                    <a:pt x="153051" y="313147"/>
                  </a:lnTo>
                  <a:lnTo>
                    <a:pt x="157640" y="310490"/>
                  </a:lnTo>
                  <a:lnTo>
                    <a:pt x="162142" y="307690"/>
                  </a:lnTo>
                  <a:lnTo>
                    <a:pt x="166552" y="304748"/>
                  </a:lnTo>
                  <a:lnTo>
                    <a:pt x="170868" y="301667"/>
                  </a:lnTo>
                  <a:lnTo>
                    <a:pt x="175083" y="298451"/>
                  </a:lnTo>
                  <a:lnTo>
                    <a:pt x="179195" y="295103"/>
                  </a:lnTo>
                  <a:lnTo>
                    <a:pt x="183198" y="291627"/>
                  </a:lnTo>
                  <a:lnTo>
                    <a:pt x="187089" y="288025"/>
                  </a:lnTo>
                  <a:lnTo>
                    <a:pt x="190863" y="284301"/>
                  </a:lnTo>
                  <a:lnTo>
                    <a:pt x="194518" y="280460"/>
                  </a:lnTo>
                  <a:lnTo>
                    <a:pt x="198049" y="276505"/>
                  </a:lnTo>
                  <a:lnTo>
                    <a:pt x="201453" y="272440"/>
                  </a:lnTo>
                  <a:lnTo>
                    <a:pt x="204726" y="268269"/>
                  </a:lnTo>
                  <a:lnTo>
                    <a:pt x="207866" y="263996"/>
                  </a:lnTo>
                  <a:lnTo>
                    <a:pt x="210868" y="259626"/>
                  </a:lnTo>
                  <a:lnTo>
                    <a:pt x="213730" y="255162"/>
                  </a:lnTo>
                  <a:lnTo>
                    <a:pt x="216449" y="250611"/>
                  </a:lnTo>
                  <a:lnTo>
                    <a:pt x="219022" y="245975"/>
                  </a:lnTo>
                  <a:lnTo>
                    <a:pt x="221448" y="241260"/>
                  </a:lnTo>
                  <a:lnTo>
                    <a:pt x="223722" y="236470"/>
                  </a:lnTo>
                  <a:lnTo>
                    <a:pt x="225843" y="231611"/>
                  </a:lnTo>
                  <a:lnTo>
                    <a:pt x="227809" y="226687"/>
                  </a:lnTo>
                  <a:lnTo>
                    <a:pt x="229618" y="221703"/>
                  </a:lnTo>
                  <a:lnTo>
                    <a:pt x="231268" y="216664"/>
                  </a:lnTo>
                  <a:lnTo>
                    <a:pt x="232758" y="211576"/>
                  </a:lnTo>
                  <a:lnTo>
                    <a:pt x="234085" y="206442"/>
                  </a:lnTo>
                  <a:lnTo>
                    <a:pt x="235249" y="201270"/>
                  </a:lnTo>
                  <a:lnTo>
                    <a:pt x="236248" y="196062"/>
                  </a:lnTo>
                  <a:lnTo>
                    <a:pt x="237082" y="190826"/>
                  </a:lnTo>
                  <a:lnTo>
                    <a:pt x="237749" y="185566"/>
                  </a:lnTo>
                  <a:lnTo>
                    <a:pt x="238249" y="180288"/>
                  </a:lnTo>
                  <a:lnTo>
                    <a:pt x="238581" y="174996"/>
                  </a:lnTo>
                  <a:lnTo>
                    <a:pt x="238745" y="169697"/>
                  </a:lnTo>
                  <a:lnTo>
                    <a:pt x="238741" y="164395"/>
                  </a:lnTo>
                  <a:lnTo>
                    <a:pt x="238569" y="159095"/>
                  </a:lnTo>
                  <a:lnTo>
                    <a:pt x="238230" y="153804"/>
                  </a:lnTo>
                  <a:lnTo>
                    <a:pt x="237722" y="148526"/>
                  </a:lnTo>
                  <a:lnTo>
                    <a:pt x="237047" y="143267"/>
                  </a:lnTo>
                  <a:lnTo>
                    <a:pt x="236206" y="138032"/>
                  </a:lnTo>
                  <a:lnTo>
                    <a:pt x="235199" y="132827"/>
                  </a:lnTo>
                  <a:lnTo>
                    <a:pt x="234028" y="127656"/>
                  </a:lnTo>
                  <a:lnTo>
                    <a:pt x="232693" y="122524"/>
                  </a:lnTo>
                  <a:lnTo>
                    <a:pt x="231196" y="117438"/>
                  </a:lnTo>
                  <a:lnTo>
                    <a:pt x="229539" y="112401"/>
                  </a:lnTo>
                  <a:lnTo>
                    <a:pt x="227723" y="107420"/>
                  </a:lnTo>
                  <a:lnTo>
                    <a:pt x="225750" y="102499"/>
                  </a:lnTo>
                  <a:lnTo>
                    <a:pt x="223621" y="97643"/>
                  </a:lnTo>
                  <a:lnTo>
                    <a:pt x="221340" y="92857"/>
                  </a:lnTo>
                  <a:lnTo>
                    <a:pt x="218908" y="88145"/>
                  </a:lnTo>
                  <a:lnTo>
                    <a:pt x="216328" y="83513"/>
                  </a:lnTo>
                  <a:lnTo>
                    <a:pt x="213602" y="78965"/>
                  </a:lnTo>
                  <a:lnTo>
                    <a:pt x="210733" y="74506"/>
                  </a:lnTo>
                  <a:lnTo>
                    <a:pt x="207725" y="70140"/>
                  </a:lnTo>
                  <a:lnTo>
                    <a:pt x="204579" y="65872"/>
                  </a:lnTo>
                  <a:lnTo>
                    <a:pt x="201300" y="61706"/>
                  </a:lnTo>
                  <a:lnTo>
                    <a:pt x="197890" y="57646"/>
                  </a:lnTo>
                  <a:lnTo>
                    <a:pt x="194354" y="53695"/>
                  </a:lnTo>
                  <a:lnTo>
                    <a:pt x="190693" y="49860"/>
                  </a:lnTo>
                  <a:lnTo>
                    <a:pt x="186913" y="46142"/>
                  </a:lnTo>
                  <a:lnTo>
                    <a:pt x="183017" y="42545"/>
                  </a:lnTo>
                  <a:lnTo>
                    <a:pt x="179009" y="39075"/>
                  </a:lnTo>
                  <a:lnTo>
                    <a:pt x="174893" y="35733"/>
                  </a:lnTo>
                  <a:lnTo>
                    <a:pt x="170672" y="32523"/>
                  </a:lnTo>
                  <a:lnTo>
                    <a:pt x="166353" y="29449"/>
                  </a:lnTo>
                  <a:lnTo>
                    <a:pt x="161937" y="26513"/>
                  </a:lnTo>
                  <a:lnTo>
                    <a:pt x="157431" y="23719"/>
                  </a:lnTo>
                  <a:lnTo>
                    <a:pt x="152839" y="21069"/>
                  </a:lnTo>
                  <a:lnTo>
                    <a:pt x="148165" y="18566"/>
                  </a:lnTo>
                  <a:lnTo>
                    <a:pt x="143414" y="16212"/>
                  </a:lnTo>
                  <a:lnTo>
                    <a:pt x="138590" y="14011"/>
                  </a:lnTo>
                  <a:lnTo>
                    <a:pt x="133700" y="11963"/>
                  </a:lnTo>
                  <a:lnTo>
                    <a:pt x="128746" y="10072"/>
                  </a:lnTo>
                  <a:lnTo>
                    <a:pt x="123736" y="8338"/>
                  </a:lnTo>
                  <a:lnTo>
                    <a:pt x="118672" y="6765"/>
                  </a:lnTo>
                  <a:lnTo>
                    <a:pt x="113562" y="5353"/>
                  </a:lnTo>
                  <a:lnTo>
                    <a:pt x="108409" y="4103"/>
                  </a:lnTo>
                  <a:lnTo>
                    <a:pt x="103219" y="3018"/>
                  </a:lnTo>
                  <a:lnTo>
                    <a:pt x="97998" y="2097"/>
                  </a:lnTo>
                  <a:lnTo>
                    <a:pt x="92749" y="1343"/>
                  </a:lnTo>
                  <a:lnTo>
                    <a:pt x="87480" y="756"/>
                  </a:lnTo>
                  <a:lnTo>
                    <a:pt x="82195" y="336"/>
                  </a:lnTo>
                  <a:lnTo>
                    <a:pt x="76898" y="84"/>
                  </a:lnTo>
                  <a:lnTo>
                    <a:pt x="71597" y="0"/>
                  </a:lnTo>
                  <a:lnTo>
                    <a:pt x="7159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629088" y="123683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461936" y="1236837"/>
              <a:ext cx="167151" cy="326201"/>
            </a:xfrm>
            <a:custGeom>
              <a:avLst/>
              <a:pathLst>
                <a:path w="167151" h="326201">
                  <a:moveTo>
                    <a:pt x="167151" y="0"/>
                  </a:moveTo>
                  <a:lnTo>
                    <a:pt x="161840" y="84"/>
                  </a:lnTo>
                  <a:lnTo>
                    <a:pt x="156534" y="337"/>
                  </a:lnTo>
                  <a:lnTo>
                    <a:pt x="151238" y="759"/>
                  </a:lnTo>
                  <a:lnTo>
                    <a:pt x="145959" y="1348"/>
                  </a:lnTo>
                  <a:lnTo>
                    <a:pt x="140701" y="2105"/>
                  </a:lnTo>
                  <a:lnTo>
                    <a:pt x="135469" y="3029"/>
                  </a:lnTo>
                  <a:lnTo>
                    <a:pt x="130270" y="4119"/>
                  </a:lnTo>
                  <a:lnTo>
                    <a:pt x="125108" y="5373"/>
                  </a:lnTo>
                  <a:lnTo>
                    <a:pt x="119988" y="6791"/>
                  </a:lnTo>
                  <a:lnTo>
                    <a:pt x="114916" y="8370"/>
                  </a:lnTo>
                  <a:lnTo>
                    <a:pt x="109897" y="10110"/>
                  </a:lnTo>
                  <a:lnTo>
                    <a:pt x="104936" y="12008"/>
                  </a:lnTo>
                  <a:lnTo>
                    <a:pt x="100037" y="14064"/>
                  </a:lnTo>
                  <a:lnTo>
                    <a:pt x="95206" y="16273"/>
                  </a:lnTo>
                  <a:lnTo>
                    <a:pt x="90448" y="18636"/>
                  </a:lnTo>
                  <a:lnTo>
                    <a:pt x="85768" y="21148"/>
                  </a:lnTo>
                  <a:lnTo>
                    <a:pt x="81169" y="23807"/>
                  </a:lnTo>
                  <a:lnTo>
                    <a:pt x="76657" y="26612"/>
                  </a:lnTo>
                  <a:lnTo>
                    <a:pt x="72237" y="29558"/>
                  </a:lnTo>
                  <a:lnTo>
                    <a:pt x="67913" y="32643"/>
                  </a:lnTo>
                  <a:lnTo>
                    <a:pt x="63688" y="35865"/>
                  </a:lnTo>
                  <a:lnTo>
                    <a:pt x="59569" y="39218"/>
                  </a:lnTo>
                  <a:lnTo>
                    <a:pt x="55557" y="42701"/>
                  </a:lnTo>
                  <a:lnTo>
                    <a:pt x="51659" y="46310"/>
                  </a:lnTo>
                  <a:lnTo>
                    <a:pt x="47877" y="50041"/>
                  </a:lnTo>
                  <a:lnTo>
                    <a:pt x="44216" y="53889"/>
                  </a:lnTo>
                  <a:lnTo>
                    <a:pt x="40679" y="57853"/>
                  </a:lnTo>
                  <a:lnTo>
                    <a:pt x="37269" y="61927"/>
                  </a:lnTo>
                  <a:lnTo>
                    <a:pt x="33991" y="66107"/>
                  </a:lnTo>
                  <a:lnTo>
                    <a:pt x="30847" y="70389"/>
                  </a:lnTo>
                  <a:lnTo>
                    <a:pt x="27841" y="74768"/>
                  </a:lnTo>
                  <a:lnTo>
                    <a:pt x="24975" y="79242"/>
                  </a:lnTo>
                  <a:lnTo>
                    <a:pt x="22253" y="83804"/>
                  </a:lnTo>
                  <a:lnTo>
                    <a:pt x="19678" y="88450"/>
                  </a:lnTo>
                  <a:lnTo>
                    <a:pt x="17251" y="93175"/>
                  </a:lnTo>
                  <a:lnTo>
                    <a:pt x="14976" y="97975"/>
                  </a:lnTo>
                  <a:lnTo>
                    <a:pt x="12854" y="102846"/>
                  </a:lnTo>
                  <a:lnTo>
                    <a:pt x="10888" y="107781"/>
                  </a:lnTo>
                  <a:lnTo>
                    <a:pt x="9080" y="112776"/>
                  </a:lnTo>
                  <a:lnTo>
                    <a:pt x="7432" y="117826"/>
                  </a:lnTo>
                  <a:lnTo>
                    <a:pt x="5945" y="122926"/>
                  </a:lnTo>
                  <a:lnTo>
                    <a:pt x="4620" y="128070"/>
                  </a:lnTo>
                  <a:lnTo>
                    <a:pt x="3460" y="133254"/>
                  </a:lnTo>
                  <a:lnTo>
                    <a:pt x="2465" y="138473"/>
                  </a:lnTo>
                  <a:lnTo>
                    <a:pt x="1637" y="143720"/>
                  </a:lnTo>
                  <a:lnTo>
                    <a:pt x="975" y="148991"/>
                  </a:lnTo>
                  <a:lnTo>
                    <a:pt x="481" y="154280"/>
                  </a:lnTo>
                  <a:lnTo>
                    <a:pt x="156" y="159582"/>
                  </a:lnTo>
                  <a:lnTo>
                    <a:pt x="0" y="164892"/>
                  </a:lnTo>
                  <a:lnTo>
                    <a:pt x="12" y="170204"/>
                  </a:lnTo>
                  <a:lnTo>
                    <a:pt x="193" y="175514"/>
                  </a:lnTo>
                  <a:lnTo>
                    <a:pt x="542" y="180814"/>
                  </a:lnTo>
                  <a:lnTo>
                    <a:pt x="1060" y="186101"/>
                  </a:lnTo>
                  <a:lnTo>
                    <a:pt x="1745" y="191369"/>
                  </a:lnTo>
                  <a:lnTo>
                    <a:pt x="2598" y="196612"/>
                  </a:lnTo>
                  <a:lnTo>
                    <a:pt x="3616" y="201826"/>
                  </a:lnTo>
                  <a:lnTo>
                    <a:pt x="4800" y="207005"/>
                  </a:lnTo>
                  <a:lnTo>
                    <a:pt x="6148" y="212143"/>
                  </a:lnTo>
                  <a:lnTo>
                    <a:pt x="7658" y="217236"/>
                  </a:lnTo>
                  <a:lnTo>
                    <a:pt x="9330" y="222279"/>
                  </a:lnTo>
                  <a:lnTo>
                    <a:pt x="11161" y="227265"/>
                  </a:lnTo>
                  <a:lnTo>
                    <a:pt x="13149" y="232192"/>
                  </a:lnTo>
                  <a:lnTo>
                    <a:pt x="15293" y="237052"/>
                  </a:lnTo>
                  <a:lnTo>
                    <a:pt x="17590" y="241842"/>
                  </a:lnTo>
                  <a:lnTo>
                    <a:pt x="20038" y="246556"/>
                  </a:lnTo>
                  <a:lnTo>
                    <a:pt x="22635" y="251191"/>
                  </a:lnTo>
                  <a:lnTo>
                    <a:pt x="25378" y="255740"/>
                  </a:lnTo>
                  <a:lnTo>
                    <a:pt x="28264" y="260200"/>
                  </a:lnTo>
                  <a:lnTo>
                    <a:pt x="31290" y="264566"/>
                  </a:lnTo>
                  <a:lnTo>
                    <a:pt x="34453" y="268834"/>
                  </a:lnTo>
                  <a:lnTo>
                    <a:pt x="37751" y="272999"/>
                  </a:lnTo>
                  <a:lnTo>
                    <a:pt x="41179" y="277057"/>
                  </a:lnTo>
                  <a:lnTo>
                    <a:pt x="44734" y="281004"/>
                  </a:lnTo>
                  <a:lnTo>
                    <a:pt x="48413" y="284836"/>
                  </a:lnTo>
                  <a:lnTo>
                    <a:pt x="52212" y="288550"/>
                  </a:lnTo>
                  <a:lnTo>
                    <a:pt x="56126" y="292141"/>
                  </a:lnTo>
                  <a:lnTo>
                    <a:pt x="60153" y="295605"/>
                  </a:lnTo>
                  <a:lnTo>
                    <a:pt x="64288" y="298940"/>
                  </a:lnTo>
                  <a:lnTo>
                    <a:pt x="68527" y="302142"/>
                  </a:lnTo>
                  <a:lnTo>
                    <a:pt x="72866" y="305207"/>
                  </a:lnTo>
                  <a:lnTo>
                    <a:pt x="77300" y="308134"/>
                  </a:lnTo>
                  <a:lnTo>
                    <a:pt x="81824" y="310917"/>
                  </a:lnTo>
                  <a:lnTo>
                    <a:pt x="86435" y="313556"/>
                  </a:lnTo>
                  <a:lnTo>
                    <a:pt x="91127" y="316047"/>
                  </a:lnTo>
                  <a:lnTo>
                    <a:pt x="95896" y="318387"/>
                  </a:lnTo>
                  <a:lnTo>
                    <a:pt x="100736" y="320575"/>
                  </a:lnTo>
                  <a:lnTo>
                    <a:pt x="105644" y="322608"/>
                  </a:lnTo>
                  <a:lnTo>
                    <a:pt x="110614" y="324484"/>
                  </a:lnTo>
                  <a:lnTo>
                    <a:pt x="115642" y="32620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3577578" y="1404005"/>
              <a:ext cx="51509" cy="159033"/>
            </a:xfrm>
            <a:custGeom>
              <a:avLst/>
              <a:pathLst>
                <a:path w="51509" h="159033">
                  <a:moveTo>
                    <a:pt x="0" y="159033"/>
                  </a:moveTo>
                  <a:lnTo>
                    <a:pt x="5150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3577578" y="1252375"/>
              <a:ext cx="218671" cy="318795"/>
            </a:xfrm>
            <a:custGeom>
              <a:avLst/>
              <a:pathLst>
                <a:path w="218671" h="318795">
                  <a:moveTo>
                    <a:pt x="0" y="310663"/>
                  </a:moveTo>
                  <a:lnTo>
                    <a:pt x="5081" y="312220"/>
                  </a:lnTo>
                  <a:lnTo>
                    <a:pt x="10209" y="313615"/>
                  </a:lnTo>
                  <a:lnTo>
                    <a:pt x="15379" y="314846"/>
                  </a:lnTo>
                  <a:lnTo>
                    <a:pt x="20585" y="315912"/>
                  </a:lnTo>
                  <a:lnTo>
                    <a:pt x="25823" y="316812"/>
                  </a:lnTo>
                  <a:lnTo>
                    <a:pt x="31086" y="317545"/>
                  </a:lnTo>
                  <a:lnTo>
                    <a:pt x="36371" y="318110"/>
                  </a:lnTo>
                  <a:lnTo>
                    <a:pt x="41670" y="318507"/>
                  </a:lnTo>
                  <a:lnTo>
                    <a:pt x="46980" y="318736"/>
                  </a:lnTo>
                  <a:lnTo>
                    <a:pt x="52294" y="318795"/>
                  </a:lnTo>
                  <a:lnTo>
                    <a:pt x="57607" y="318686"/>
                  </a:lnTo>
                  <a:lnTo>
                    <a:pt x="62914" y="318408"/>
                  </a:lnTo>
                  <a:lnTo>
                    <a:pt x="68210" y="317961"/>
                  </a:lnTo>
                  <a:lnTo>
                    <a:pt x="73488" y="317346"/>
                  </a:lnTo>
                  <a:lnTo>
                    <a:pt x="78745" y="316563"/>
                  </a:lnTo>
                  <a:lnTo>
                    <a:pt x="83974" y="315614"/>
                  </a:lnTo>
                  <a:lnTo>
                    <a:pt x="89170" y="314500"/>
                  </a:lnTo>
                  <a:lnTo>
                    <a:pt x="94328" y="313220"/>
                  </a:lnTo>
                  <a:lnTo>
                    <a:pt x="99443" y="311777"/>
                  </a:lnTo>
                  <a:lnTo>
                    <a:pt x="104509" y="310173"/>
                  </a:lnTo>
                  <a:lnTo>
                    <a:pt x="109522" y="308408"/>
                  </a:lnTo>
                  <a:lnTo>
                    <a:pt x="114476" y="306485"/>
                  </a:lnTo>
                  <a:lnTo>
                    <a:pt x="119367" y="304405"/>
                  </a:lnTo>
                  <a:lnTo>
                    <a:pt x="124189" y="302171"/>
                  </a:lnTo>
                  <a:lnTo>
                    <a:pt x="128937" y="299784"/>
                  </a:lnTo>
                  <a:lnTo>
                    <a:pt x="133608" y="297248"/>
                  </a:lnTo>
                  <a:lnTo>
                    <a:pt x="138195" y="294565"/>
                  </a:lnTo>
                  <a:lnTo>
                    <a:pt x="142695" y="291737"/>
                  </a:lnTo>
                  <a:lnTo>
                    <a:pt x="147102" y="288768"/>
                  </a:lnTo>
                  <a:lnTo>
                    <a:pt x="151413" y="285660"/>
                  </a:lnTo>
                  <a:lnTo>
                    <a:pt x="155623" y="282417"/>
                  </a:lnTo>
                  <a:lnTo>
                    <a:pt x="159728" y="279041"/>
                  </a:lnTo>
                  <a:lnTo>
                    <a:pt x="163723" y="275537"/>
                  </a:lnTo>
                  <a:lnTo>
                    <a:pt x="167605" y="271908"/>
                  </a:lnTo>
                  <a:lnTo>
                    <a:pt x="171369" y="268156"/>
                  </a:lnTo>
                  <a:lnTo>
                    <a:pt x="175013" y="264288"/>
                  </a:lnTo>
                  <a:lnTo>
                    <a:pt x="178532" y="260305"/>
                  </a:lnTo>
                  <a:lnTo>
                    <a:pt x="181922" y="256212"/>
                  </a:lnTo>
                  <a:lnTo>
                    <a:pt x="185180" y="252014"/>
                  </a:lnTo>
                  <a:lnTo>
                    <a:pt x="188304" y="247714"/>
                  </a:lnTo>
                  <a:lnTo>
                    <a:pt x="191289" y="243318"/>
                  </a:lnTo>
                  <a:lnTo>
                    <a:pt x="194133" y="238828"/>
                  </a:lnTo>
                  <a:lnTo>
                    <a:pt x="196832" y="234250"/>
                  </a:lnTo>
                  <a:lnTo>
                    <a:pt x="199385" y="229589"/>
                  </a:lnTo>
                  <a:lnTo>
                    <a:pt x="201788" y="224849"/>
                  </a:lnTo>
                  <a:lnTo>
                    <a:pt x="204040" y="220036"/>
                  </a:lnTo>
                  <a:lnTo>
                    <a:pt x="206137" y="215153"/>
                  </a:lnTo>
                  <a:lnTo>
                    <a:pt x="208078" y="210205"/>
                  </a:lnTo>
                  <a:lnTo>
                    <a:pt x="209861" y="205199"/>
                  </a:lnTo>
                  <a:lnTo>
                    <a:pt x="211484" y="200138"/>
                  </a:lnTo>
                  <a:lnTo>
                    <a:pt x="212945" y="195029"/>
                  </a:lnTo>
                  <a:lnTo>
                    <a:pt x="214243" y="189875"/>
                  </a:lnTo>
                  <a:lnTo>
                    <a:pt x="215377" y="184683"/>
                  </a:lnTo>
                  <a:lnTo>
                    <a:pt x="216344" y="179458"/>
                  </a:lnTo>
                  <a:lnTo>
                    <a:pt x="217146" y="174204"/>
                  </a:lnTo>
                  <a:lnTo>
                    <a:pt x="217780" y="168927"/>
                  </a:lnTo>
                  <a:lnTo>
                    <a:pt x="218245" y="163633"/>
                  </a:lnTo>
                  <a:lnTo>
                    <a:pt x="218543" y="158327"/>
                  </a:lnTo>
                  <a:lnTo>
                    <a:pt x="218671" y="153015"/>
                  </a:lnTo>
                  <a:lnTo>
                    <a:pt x="218631" y="147700"/>
                  </a:lnTo>
                  <a:lnTo>
                    <a:pt x="218421" y="142390"/>
                  </a:lnTo>
                  <a:lnTo>
                    <a:pt x="218043" y="137089"/>
                  </a:lnTo>
                  <a:lnTo>
                    <a:pt x="217497" y="131803"/>
                  </a:lnTo>
                  <a:lnTo>
                    <a:pt x="216783" y="126537"/>
                  </a:lnTo>
                  <a:lnTo>
                    <a:pt x="215902" y="121296"/>
                  </a:lnTo>
                  <a:lnTo>
                    <a:pt x="214854" y="116086"/>
                  </a:lnTo>
                  <a:lnTo>
                    <a:pt x="213642" y="110911"/>
                  </a:lnTo>
                  <a:lnTo>
                    <a:pt x="212266" y="105778"/>
                  </a:lnTo>
                  <a:lnTo>
                    <a:pt x="210727" y="100691"/>
                  </a:lnTo>
                  <a:lnTo>
                    <a:pt x="209027" y="95656"/>
                  </a:lnTo>
                  <a:lnTo>
                    <a:pt x="207169" y="90677"/>
                  </a:lnTo>
                  <a:lnTo>
                    <a:pt x="205153" y="85760"/>
                  </a:lnTo>
                  <a:lnTo>
                    <a:pt x="202981" y="80910"/>
                  </a:lnTo>
                  <a:lnTo>
                    <a:pt x="200657" y="76131"/>
                  </a:lnTo>
                  <a:lnTo>
                    <a:pt x="198181" y="71428"/>
                  </a:lnTo>
                  <a:lnTo>
                    <a:pt x="195558" y="66806"/>
                  </a:lnTo>
                  <a:lnTo>
                    <a:pt x="192789" y="62270"/>
                  </a:lnTo>
                  <a:lnTo>
                    <a:pt x="189877" y="57825"/>
                  </a:lnTo>
                  <a:lnTo>
                    <a:pt x="186825" y="53474"/>
                  </a:lnTo>
                  <a:lnTo>
                    <a:pt x="183637" y="49222"/>
                  </a:lnTo>
                  <a:lnTo>
                    <a:pt x="180315" y="45074"/>
                  </a:lnTo>
                  <a:lnTo>
                    <a:pt x="176863" y="41033"/>
                  </a:lnTo>
                  <a:lnTo>
                    <a:pt x="173284" y="37105"/>
                  </a:lnTo>
                  <a:lnTo>
                    <a:pt x="169582" y="33292"/>
                  </a:lnTo>
                  <a:lnTo>
                    <a:pt x="165761" y="29598"/>
                  </a:lnTo>
                  <a:lnTo>
                    <a:pt x="161824" y="26028"/>
                  </a:lnTo>
                  <a:lnTo>
                    <a:pt x="157776" y="22585"/>
                  </a:lnTo>
                  <a:lnTo>
                    <a:pt x="153620" y="19273"/>
                  </a:lnTo>
                  <a:lnTo>
                    <a:pt x="149361" y="16094"/>
                  </a:lnTo>
                  <a:lnTo>
                    <a:pt x="145004" y="13052"/>
                  </a:lnTo>
                  <a:lnTo>
                    <a:pt x="140551" y="10150"/>
                  </a:lnTo>
                  <a:lnTo>
                    <a:pt x="136009" y="7391"/>
                  </a:lnTo>
                  <a:lnTo>
                    <a:pt x="131382" y="4778"/>
                  </a:lnTo>
                  <a:lnTo>
                    <a:pt x="126673" y="2313"/>
                  </a:lnTo>
                  <a:lnTo>
                    <a:pt x="121889" y="0"/>
                  </a:lnTo>
                  <a:lnTo>
                    <a:pt x="51509" y="1516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3629088" y="1236837"/>
              <a:ext cx="70379" cy="167167"/>
            </a:xfrm>
            <a:custGeom>
              <a:avLst/>
              <a:pathLst>
                <a:path w="70379" h="167167">
                  <a:moveTo>
                    <a:pt x="70379" y="15537"/>
                  </a:moveTo>
                  <a:lnTo>
                    <a:pt x="64843" y="13088"/>
                  </a:lnTo>
                  <a:lnTo>
                    <a:pt x="59222" y="10842"/>
                  </a:lnTo>
                  <a:lnTo>
                    <a:pt x="53523" y="8800"/>
                  </a:lnTo>
                  <a:lnTo>
                    <a:pt x="47755" y="6966"/>
                  </a:lnTo>
                  <a:lnTo>
                    <a:pt x="41923" y="5342"/>
                  </a:lnTo>
                  <a:lnTo>
                    <a:pt x="36037" y="3930"/>
                  </a:lnTo>
                  <a:lnTo>
                    <a:pt x="30103" y="2732"/>
                  </a:lnTo>
                  <a:lnTo>
                    <a:pt x="24130" y="1750"/>
                  </a:lnTo>
                  <a:lnTo>
                    <a:pt x="18125" y="985"/>
                  </a:lnTo>
                  <a:lnTo>
                    <a:pt x="12096" y="438"/>
                  </a:lnTo>
                  <a:lnTo>
                    <a:pt x="6052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3212566" y="154640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3083039" y="1546402"/>
              <a:ext cx="129527" cy="167167"/>
            </a:xfrm>
            <a:custGeom>
              <a:avLst/>
              <a:pathLst>
                <a:path w="129527" h="167167">
                  <a:moveTo>
                    <a:pt x="129527" y="0"/>
                  </a:moveTo>
                  <a:lnTo>
                    <a:pt x="124039" y="90"/>
                  </a:lnTo>
                  <a:lnTo>
                    <a:pt x="118558" y="360"/>
                  </a:lnTo>
                  <a:lnTo>
                    <a:pt x="113088" y="810"/>
                  </a:lnTo>
                  <a:lnTo>
                    <a:pt x="107636" y="1439"/>
                  </a:lnTo>
                  <a:lnTo>
                    <a:pt x="102208" y="2247"/>
                  </a:lnTo>
                  <a:lnTo>
                    <a:pt x="96809" y="3232"/>
                  </a:lnTo>
                  <a:lnTo>
                    <a:pt x="91445" y="4395"/>
                  </a:lnTo>
                  <a:lnTo>
                    <a:pt x="86123" y="5733"/>
                  </a:lnTo>
                  <a:lnTo>
                    <a:pt x="80847" y="7244"/>
                  </a:lnTo>
                  <a:lnTo>
                    <a:pt x="75624" y="8929"/>
                  </a:lnTo>
                  <a:lnTo>
                    <a:pt x="70458" y="10783"/>
                  </a:lnTo>
                  <a:lnTo>
                    <a:pt x="65357" y="12806"/>
                  </a:lnTo>
                  <a:lnTo>
                    <a:pt x="60324" y="14996"/>
                  </a:lnTo>
                  <a:lnTo>
                    <a:pt x="55367" y="17350"/>
                  </a:lnTo>
                  <a:lnTo>
                    <a:pt x="50489" y="19865"/>
                  </a:lnTo>
                  <a:lnTo>
                    <a:pt x="45696" y="22539"/>
                  </a:lnTo>
                  <a:lnTo>
                    <a:pt x="40994" y="25368"/>
                  </a:lnTo>
                  <a:lnTo>
                    <a:pt x="36387" y="28351"/>
                  </a:lnTo>
                  <a:lnTo>
                    <a:pt x="31880" y="31483"/>
                  </a:lnTo>
                  <a:lnTo>
                    <a:pt x="27479" y="34762"/>
                  </a:lnTo>
                  <a:lnTo>
                    <a:pt x="23187" y="38183"/>
                  </a:lnTo>
                  <a:lnTo>
                    <a:pt x="19011" y="41743"/>
                  </a:lnTo>
                  <a:lnTo>
                    <a:pt x="14953" y="45438"/>
                  </a:lnTo>
                  <a:lnTo>
                    <a:pt x="11019" y="49265"/>
                  </a:lnTo>
                  <a:lnTo>
                    <a:pt x="7213" y="53219"/>
                  </a:lnTo>
                  <a:lnTo>
                    <a:pt x="3538" y="57295"/>
                  </a:lnTo>
                  <a:lnTo>
                    <a:pt x="0" y="61490"/>
                  </a:lnTo>
                  <a:lnTo>
                    <a:pt x="12952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3083039" y="1607892"/>
              <a:ext cx="129527" cy="105676"/>
            </a:xfrm>
            <a:custGeom>
              <a:avLst/>
              <a:pathLst>
                <a:path w="129527" h="105676">
                  <a:moveTo>
                    <a:pt x="0" y="0"/>
                  </a:moveTo>
                  <a:lnTo>
                    <a:pt x="129527" y="10567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3045414" y="1570598"/>
              <a:ext cx="334309" cy="310137"/>
            </a:xfrm>
            <a:custGeom>
              <a:avLst/>
              <a:pathLst>
                <a:path w="334309" h="310137">
                  <a:moveTo>
                    <a:pt x="37625" y="37294"/>
                  </a:moveTo>
                  <a:lnTo>
                    <a:pt x="34339" y="41454"/>
                  </a:lnTo>
                  <a:lnTo>
                    <a:pt x="31187" y="45716"/>
                  </a:lnTo>
                  <a:lnTo>
                    <a:pt x="28172" y="50076"/>
                  </a:lnTo>
                  <a:lnTo>
                    <a:pt x="25296" y="54529"/>
                  </a:lnTo>
                  <a:lnTo>
                    <a:pt x="22563" y="59071"/>
                  </a:lnTo>
                  <a:lnTo>
                    <a:pt x="19976" y="63698"/>
                  </a:lnTo>
                  <a:lnTo>
                    <a:pt x="17536" y="68404"/>
                  </a:lnTo>
                  <a:lnTo>
                    <a:pt x="15247" y="73186"/>
                  </a:lnTo>
                  <a:lnTo>
                    <a:pt x="13111" y="78037"/>
                  </a:lnTo>
                  <a:lnTo>
                    <a:pt x="11130" y="82954"/>
                  </a:lnTo>
                  <a:lnTo>
                    <a:pt x="9305" y="87931"/>
                  </a:lnTo>
                  <a:lnTo>
                    <a:pt x="7639" y="92964"/>
                  </a:lnTo>
                  <a:lnTo>
                    <a:pt x="6134" y="98047"/>
                  </a:lnTo>
                  <a:lnTo>
                    <a:pt x="4791" y="103175"/>
                  </a:lnTo>
                  <a:lnTo>
                    <a:pt x="3610" y="108343"/>
                  </a:lnTo>
                  <a:lnTo>
                    <a:pt x="2595" y="113545"/>
                  </a:lnTo>
                  <a:lnTo>
                    <a:pt x="1745" y="118778"/>
                  </a:lnTo>
                  <a:lnTo>
                    <a:pt x="1061" y="124035"/>
                  </a:lnTo>
                  <a:lnTo>
                    <a:pt x="544" y="129310"/>
                  </a:lnTo>
                  <a:lnTo>
                    <a:pt x="194" y="134600"/>
                  </a:lnTo>
                  <a:lnTo>
                    <a:pt x="13" y="139898"/>
                  </a:lnTo>
                  <a:lnTo>
                    <a:pt x="0" y="145199"/>
                  </a:lnTo>
                  <a:lnTo>
                    <a:pt x="154" y="150498"/>
                  </a:lnTo>
                  <a:lnTo>
                    <a:pt x="477" y="155789"/>
                  </a:lnTo>
                  <a:lnTo>
                    <a:pt x="967" y="161067"/>
                  </a:lnTo>
                  <a:lnTo>
                    <a:pt x="1624" y="166327"/>
                  </a:lnTo>
                  <a:lnTo>
                    <a:pt x="2448" y="171564"/>
                  </a:lnTo>
                  <a:lnTo>
                    <a:pt x="3438" y="176772"/>
                  </a:lnTo>
                  <a:lnTo>
                    <a:pt x="4592" y="181946"/>
                  </a:lnTo>
                  <a:lnTo>
                    <a:pt x="5909" y="187080"/>
                  </a:lnTo>
                  <a:lnTo>
                    <a:pt x="7389" y="192171"/>
                  </a:lnTo>
                  <a:lnTo>
                    <a:pt x="9029" y="197212"/>
                  </a:lnTo>
                  <a:lnTo>
                    <a:pt x="10828" y="202198"/>
                  </a:lnTo>
                  <a:lnTo>
                    <a:pt x="12785" y="207125"/>
                  </a:lnTo>
                  <a:lnTo>
                    <a:pt x="14897" y="211987"/>
                  </a:lnTo>
                  <a:lnTo>
                    <a:pt x="17162" y="216780"/>
                  </a:lnTo>
                  <a:lnTo>
                    <a:pt x="19577" y="221499"/>
                  </a:lnTo>
                  <a:lnTo>
                    <a:pt x="22141" y="226138"/>
                  </a:lnTo>
                  <a:lnTo>
                    <a:pt x="24851" y="230694"/>
                  </a:lnTo>
                  <a:lnTo>
                    <a:pt x="27704" y="235162"/>
                  </a:lnTo>
                  <a:lnTo>
                    <a:pt x="30697" y="239537"/>
                  </a:lnTo>
                  <a:lnTo>
                    <a:pt x="33828" y="243815"/>
                  </a:lnTo>
                  <a:lnTo>
                    <a:pt x="37092" y="247992"/>
                  </a:lnTo>
                  <a:lnTo>
                    <a:pt x="40488" y="252063"/>
                  </a:lnTo>
                  <a:lnTo>
                    <a:pt x="44010" y="256024"/>
                  </a:lnTo>
                  <a:lnTo>
                    <a:pt x="47657" y="259872"/>
                  </a:lnTo>
                  <a:lnTo>
                    <a:pt x="51424" y="263602"/>
                  </a:lnTo>
                  <a:lnTo>
                    <a:pt x="55307" y="267210"/>
                  </a:lnTo>
                  <a:lnTo>
                    <a:pt x="59302" y="270694"/>
                  </a:lnTo>
                  <a:lnTo>
                    <a:pt x="63406" y="274050"/>
                  </a:lnTo>
                  <a:lnTo>
                    <a:pt x="67614" y="277273"/>
                  </a:lnTo>
                  <a:lnTo>
                    <a:pt x="71923" y="280362"/>
                  </a:lnTo>
                  <a:lnTo>
                    <a:pt x="76327" y="283312"/>
                  </a:lnTo>
                  <a:lnTo>
                    <a:pt x="80822" y="286121"/>
                  </a:lnTo>
                  <a:lnTo>
                    <a:pt x="85405" y="288787"/>
                  </a:lnTo>
                  <a:lnTo>
                    <a:pt x="90069" y="291305"/>
                  </a:lnTo>
                  <a:lnTo>
                    <a:pt x="94811" y="293675"/>
                  </a:lnTo>
                  <a:lnTo>
                    <a:pt x="99626" y="295893"/>
                  </a:lnTo>
                  <a:lnTo>
                    <a:pt x="104508" y="297957"/>
                  </a:lnTo>
                  <a:lnTo>
                    <a:pt x="109454" y="299865"/>
                  </a:lnTo>
                  <a:lnTo>
                    <a:pt x="114458" y="301616"/>
                  </a:lnTo>
                  <a:lnTo>
                    <a:pt x="119514" y="303207"/>
                  </a:lnTo>
                  <a:lnTo>
                    <a:pt x="124619" y="304637"/>
                  </a:lnTo>
                  <a:lnTo>
                    <a:pt x="129766" y="305904"/>
                  </a:lnTo>
                  <a:lnTo>
                    <a:pt x="134951" y="307007"/>
                  </a:lnTo>
                  <a:lnTo>
                    <a:pt x="140168" y="307946"/>
                  </a:lnTo>
                  <a:lnTo>
                    <a:pt x="145413" y="308719"/>
                  </a:lnTo>
                  <a:lnTo>
                    <a:pt x="150679" y="309325"/>
                  </a:lnTo>
                  <a:lnTo>
                    <a:pt x="155962" y="309763"/>
                  </a:lnTo>
                  <a:lnTo>
                    <a:pt x="161256" y="310034"/>
                  </a:lnTo>
                  <a:lnTo>
                    <a:pt x="166556" y="310137"/>
                  </a:lnTo>
                  <a:lnTo>
                    <a:pt x="171857" y="310072"/>
                  </a:lnTo>
                  <a:lnTo>
                    <a:pt x="177153" y="309839"/>
                  </a:lnTo>
                  <a:lnTo>
                    <a:pt x="182439" y="309438"/>
                  </a:lnTo>
                  <a:lnTo>
                    <a:pt x="187709" y="308869"/>
                  </a:lnTo>
                  <a:lnTo>
                    <a:pt x="192959" y="308134"/>
                  </a:lnTo>
                  <a:lnTo>
                    <a:pt x="198183" y="307233"/>
                  </a:lnTo>
                  <a:lnTo>
                    <a:pt x="203375" y="306166"/>
                  </a:lnTo>
                  <a:lnTo>
                    <a:pt x="208532" y="304936"/>
                  </a:lnTo>
                  <a:lnTo>
                    <a:pt x="213646" y="303542"/>
                  </a:lnTo>
                  <a:lnTo>
                    <a:pt x="218714" y="301987"/>
                  </a:lnTo>
                  <a:lnTo>
                    <a:pt x="223730" y="300273"/>
                  </a:lnTo>
                  <a:lnTo>
                    <a:pt x="228689" y="298400"/>
                  </a:lnTo>
                  <a:lnTo>
                    <a:pt x="233587" y="296370"/>
                  </a:lnTo>
                  <a:lnTo>
                    <a:pt x="238417" y="294187"/>
                  </a:lnTo>
                  <a:lnTo>
                    <a:pt x="243176" y="291851"/>
                  </a:lnTo>
                  <a:lnTo>
                    <a:pt x="247858" y="289366"/>
                  </a:lnTo>
                  <a:lnTo>
                    <a:pt x="252459" y="286733"/>
                  </a:lnTo>
                  <a:lnTo>
                    <a:pt x="256975" y="283956"/>
                  </a:lnTo>
                  <a:lnTo>
                    <a:pt x="261400" y="281037"/>
                  </a:lnTo>
                  <a:lnTo>
                    <a:pt x="265730" y="277979"/>
                  </a:lnTo>
                  <a:lnTo>
                    <a:pt x="269961" y="274786"/>
                  </a:lnTo>
                  <a:lnTo>
                    <a:pt x="274089" y="271460"/>
                  </a:lnTo>
                  <a:lnTo>
                    <a:pt x="278109" y="268005"/>
                  </a:lnTo>
                  <a:lnTo>
                    <a:pt x="282018" y="264424"/>
                  </a:lnTo>
                  <a:lnTo>
                    <a:pt x="285811" y="260721"/>
                  </a:lnTo>
                  <a:lnTo>
                    <a:pt x="289485" y="256899"/>
                  </a:lnTo>
                  <a:lnTo>
                    <a:pt x="293036" y="252963"/>
                  </a:lnTo>
                  <a:lnTo>
                    <a:pt x="296460" y="248916"/>
                  </a:lnTo>
                  <a:lnTo>
                    <a:pt x="299754" y="244763"/>
                  </a:lnTo>
                  <a:lnTo>
                    <a:pt x="302915" y="240507"/>
                  </a:lnTo>
                  <a:lnTo>
                    <a:pt x="305939" y="236154"/>
                  </a:lnTo>
                  <a:lnTo>
                    <a:pt x="308824" y="231706"/>
                  </a:lnTo>
                  <a:lnTo>
                    <a:pt x="311566" y="227170"/>
                  </a:lnTo>
                  <a:lnTo>
                    <a:pt x="314163" y="222549"/>
                  </a:lnTo>
                  <a:lnTo>
                    <a:pt x="316613" y="217847"/>
                  </a:lnTo>
                  <a:lnTo>
                    <a:pt x="318912" y="213071"/>
                  </a:lnTo>
                  <a:lnTo>
                    <a:pt x="321058" y="208224"/>
                  </a:lnTo>
                  <a:lnTo>
                    <a:pt x="323050" y="203311"/>
                  </a:lnTo>
                  <a:lnTo>
                    <a:pt x="324884" y="198338"/>
                  </a:lnTo>
                  <a:lnTo>
                    <a:pt x="326561" y="193308"/>
                  </a:lnTo>
                  <a:lnTo>
                    <a:pt x="328076" y="188229"/>
                  </a:lnTo>
                  <a:lnTo>
                    <a:pt x="329431" y="183104"/>
                  </a:lnTo>
                  <a:lnTo>
                    <a:pt x="330621" y="177938"/>
                  </a:lnTo>
                  <a:lnTo>
                    <a:pt x="331648" y="172737"/>
                  </a:lnTo>
                  <a:lnTo>
                    <a:pt x="332509" y="167507"/>
                  </a:lnTo>
                  <a:lnTo>
                    <a:pt x="333204" y="162251"/>
                  </a:lnTo>
                  <a:lnTo>
                    <a:pt x="333732" y="156977"/>
                  </a:lnTo>
                  <a:lnTo>
                    <a:pt x="334092" y="151688"/>
                  </a:lnTo>
                  <a:lnTo>
                    <a:pt x="334285" y="146390"/>
                  </a:lnTo>
                  <a:lnTo>
                    <a:pt x="334309" y="141089"/>
                  </a:lnTo>
                  <a:lnTo>
                    <a:pt x="334165" y="135790"/>
                  </a:lnTo>
                  <a:lnTo>
                    <a:pt x="333854" y="130498"/>
                  </a:lnTo>
                  <a:lnTo>
                    <a:pt x="333374" y="125219"/>
                  </a:lnTo>
                  <a:lnTo>
                    <a:pt x="332728" y="119958"/>
                  </a:lnTo>
                  <a:lnTo>
                    <a:pt x="331915" y="114719"/>
                  </a:lnTo>
                  <a:lnTo>
                    <a:pt x="330936" y="109509"/>
                  </a:lnTo>
                  <a:lnTo>
                    <a:pt x="329793" y="104333"/>
                  </a:lnTo>
                  <a:lnTo>
                    <a:pt x="328486" y="99196"/>
                  </a:lnTo>
                  <a:lnTo>
                    <a:pt x="327017" y="94102"/>
                  </a:lnTo>
                  <a:lnTo>
                    <a:pt x="325387" y="89058"/>
                  </a:lnTo>
                  <a:lnTo>
                    <a:pt x="323598" y="84068"/>
                  </a:lnTo>
                  <a:lnTo>
                    <a:pt x="321652" y="79137"/>
                  </a:lnTo>
                  <a:lnTo>
                    <a:pt x="319550" y="74271"/>
                  </a:lnTo>
                  <a:lnTo>
                    <a:pt x="317295" y="69473"/>
                  </a:lnTo>
                  <a:lnTo>
                    <a:pt x="314890" y="64749"/>
                  </a:lnTo>
                  <a:lnTo>
                    <a:pt x="312335" y="60104"/>
                  </a:lnTo>
                  <a:lnTo>
                    <a:pt x="309635" y="55543"/>
                  </a:lnTo>
                  <a:lnTo>
                    <a:pt x="306791" y="51069"/>
                  </a:lnTo>
                  <a:lnTo>
                    <a:pt x="303807" y="46688"/>
                  </a:lnTo>
                  <a:lnTo>
                    <a:pt x="300685" y="42403"/>
                  </a:lnTo>
                  <a:lnTo>
                    <a:pt x="297429" y="38220"/>
                  </a:lnTo>
                  <a:lnTo>
                    <a:pt x="294043" y="34142"/>
                  </a:lnTo>
                  <a:lnTo>
                    <a:pt x="290528" y="30173"/>
                  </a:lnTo>
                  <a:lnTo>
                    <a:pt x="286890" y="26318"/>
                  </a:lnTo>
                  <a:lnTo>
                    <a:pt x="283131" y="22580"/>
                  </a:lnTo>
                  <a:lnTo>
                    <a:pt x="279255" y="18963"/>
                  </a:lnTo>
                  <a:lnTo>
                    <a:pt x="275267" y="15471"/>
                  </a:lnTo>
                  <a:lnTo>
                    <a:pt x="271170" y="12107"/>
                  </a:lnTo>
                  <a:lnTo>
                    <a:pt x="266968" y="8875"/>
                  </a:lnTo>
                  <a:lnTo>
                    <a:pt x="262666" y="5778"/>
                  </a:lnTo>
                  <a:lnTo>
                    <a:pt x="258268" y="2818"/>
                  </a:lnTo>
                  <a:lnTo>
                    <a:pt x="253779" y="0"/>
                  </a:lnTo>
                  <a:lnTo>
                    <a:pt x="167152" y="14297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3212566" y="1546402"/>
              <a:ext cx="86626" cy="167167"/>
            </a:xfrm>
            <a:custGeom>
              <a:avLst/>
              <a:pathLst>
                <a:path w="86626" h="167167">
                  <a:moveTo>
                    <a:pt x="86626" y="24196"/>
                  </a:moveTo>
                  <a:lnTo>
                    <a:pt x="81709" y="21330"/>
                  </a:lnTo>
                  <a:lnTo>
                    <a:pt x="76698" y="18633"/>
                  </a:lnTo>
                  <a:lnTo>
                    <a:pt x="71597" y="16108"/>
                  </a:lnTo>
                  <a:lnTo>
                    <a:pt x="66413" y="13759"/>
                  </a:lnTo>
                  <a:lnTo>
                    <a:pt x="61153" y="11587"/>
                  </a:lnTo>
                  <a:lnTo>
                    <a:pt x="55821" y="9595"/>
                  </a:lnTo>
                  <a:lnTo>
                    <a:pt x="50425" y="7786"/>
                  </a:lnTo>
                  <a:lnTo>
                    <a:pt x="44971" y="6162"/>
                  </a:lnTo>
                  <a:lnTo>
                    <a:pt x="39464" y="4725"/>
                  </a:lnTo>
                  <a:lnTo>
                    <a:pt x="33912" y="3475"/>
                  </a:lnTo>
                  <a:lnTo>
                    <a:pt x="28320" y="2416"/>
                  </a:lnTo>
                  <a:lnTo>
                    <a:pt x="22695" y="1547"/>
                  </a:lnTo>
                  <a:lnTo>
                    <a:pt x="17044" y="871"/>
                  </a:lnTo>
                  <a:lnTo>
                    <a:pt x="11374" y="387"/>
                  </a:lnTo>
                  <a:lnTo>
                    <a:pt x="5690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878783" y="194351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5700" y="1943516"/>
              <a:ext cx="93082" cy="167167"/>
            </a:xfrm>
            <a:custGeom>
              <a:avLst/>
              <a:pathLst>
                <a:path w="93082" h="167167">
                  <a:moveTo>
                    <a:pt x="93082" y="0"/>
                  </a:moveTo>
                  <a:lnTo>
                    <a:pt x="87276" y="100"/>
                  </a:lnTo>
                  <a:lnTo>
                    <a:pt x="81477" y="403"/>
                  </a:lnTo>
                  <a:lnTo>
                    <a:pt x="75692" y="906"/>
                  </a:lnTo>
                  <a:lnTo>
                    <a:pt x="69928" y="1611"/>
                  </a:lnTo>
                  <a:lnTo>
                    <a:pt x="64192" y="2515"/>
                  </a:lnTo>
                  <a:lnTo>
                    <a:pt x="58491" y="3618"/>
                  </a:lnTo>
                  <a:lnTo>
                    <a:pt x="52832" y="4918"/>
                  </a:lnTo>
                  <a:lnTo>
                    <a:pt x="47221" y="6414"/>
                  </a:lnTo>
                  <a:lnTo>
                    <a:pt x="41665" y="8103"/>
                  </a:lnTo>
                  <a:lnTo>
                    <a:pt x="36172" y="9985"/>
                  </a:lnTo>
                  <a:lnTo>
                    <a:pt x="30747" y="12057"/>
                  </a:lnTo>
                  <a:lnTo>
                    <a:pt x="25397" y="14315"/>
                  </a:lnTo>
                  <a:lnTo>
                    <a:pt x="20129" y="16758"/>
                  </a:lnTo>
                  <a:lnTo>
                    <a:pt x="14949" y="19383"/>
                  </a:lnTo>
                  <a:lnTo>
                    <a:pt x="9864" y="22186"/>
                  </a:lnTo>
                  <a:lnTo>
                    <a:pt x="4878" y="25163"/>
                  </a:lnTo>
                  <a:lnTo>
                    <a:pt x="0" y="28313"/>
                  </a:lnTo>
                  <a:lnTo>
                    <a:pt x="93082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5700" y="1971829"/>
              <a:ext cx="93082" cy="138854"/>
            </a:xfrm>
            <a:custGeom>
              <a:avLst/>
              <a:pathLst>
                <a:path w="93082" h="138854">
                  <a:moveTo>
                    <a:pt x="0" y="0"/>
                  </a:moveTo>
                  <a:lnTo>
                    <a:pt x="93082" y="13885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5357" y="1971829"/>
              <a:ext cx="93426" cy="138854"/>
            </a:xfrm>
            <a:custGeom>
              <a:avLst/>
              <a:pathLst>
                <a:path w="93426" h="138854">
                  <a:moveTo>
                    <a:pt x="343" y="0"/>
                  </a:moveTo>
                  <a:lnTo>
                    <a:pt x="0" y="230"/>
                  </a:lnTo>
                  <a:lnTo>
                    <a:pt x="93426" y="13885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11616" y="1943516"/>
              <a:ext cx="334326" cy="334322"/>
            </a:xfrm>
            <a:custGeom>
              <a:avLst/>
              <a:pathLst>
                <a:path w="334326" h="334322">
                  <a:moveTo>
                    <a:pt x="73740" y="28543"/>
                  </a:moveTo>
                  <a:lnTo>
                    <a:pt x="69405" y="31566"/>
                  </a:lnTo>
                  <a:lnTo>
                    <a:pt x="65168" y="34723"/>
                  </a:lnTo>
                  <a:lnTo>
                    <a:pt x="61033" y="38013"/>
                  </a:lnTo>
                  <a:lnTo>
                    <a:pt x="57004" y="41432"/>
                  </a:lnTo>
                  <a:lnTo>
                    <a:pt x="53085" y="44977"/>
                  </a:lnTo>
                  <a:lnTo>
                    <a:pt x="49280" y="48644"/>
                  </a:lnTo>
                  <a:lnTo>
                    <a:pt x="45593" y="52429"/>
                  </a:lnTo>
                  <a:lnTo>
                    <a:pt x="42027" y="56329"/>
                  </a:lnTo>
                  <a:lnTo>
                    <a:pt x="38586" y="60340"/>
                  </a:lnTo>
                  <a:lnTo>
                    <a:pt x="35274" y="64457"/>
                  </a:lnTo>
                  <a:lnTo>
                    <a:pt x="32094" y="68677"/>
                  </a:lnTo>
                  <a:lnTo>
                    <a:pt x="29048" y="72995"/>
                  </a:lnTo>
                  <a:lnTo>
                    <a:pt x="26141" y="77408"/>
                  </a:lnTo>
                  <a:lnTo>
                    <a:pt x="23374" y="81910"/>
                  </a:lnTo>
                  <a:lnTo>
                    <a:pt x="20751" y="86497"/>
                  </a:lnTo>
                  <a:lnTo>
                    <a:pt x="18275" y="91165"/>
                  </a:lnTo>
                  <a:lnTo>
                    <a:pt x="15947" y="95909"/>
                  </a:lnTo>
                  <a:lnTo>
                    <a:pt x="13770" y="100725"/>
                  </a:lnTo>
                  <a:lnTo>
                    <a:pt x="11747" y="105606"/>
                  </a:lnTo>
                  <a:lnTo>
                    <a:pt x="9879" y="110549"/>
                  </a:lnTo>
                  <a:lnTo>
                    <a:pt x="8168" y="115549"/>
                  </a:lnTo>
                  <a:lnTo>
                    <a:pt x="6616" y="120600"/>
                  </a:lnTo>
                  <a:lnTo>
                    <a:pt x="5224" y="125698"/>
                  </a:lnTo>
                  <a:lnTo>
                    <a:pt x="3995" y="130837"/>
                  </a:lnTo>
                  <a:lnTo>
                    <a:pt x="2928" y="136012"/>
                  </a:lnTo>
                  <a:lnTo>
                    <a:pt x="2025" y="141219"/>
                  </a:lnTo>
                  <a:lnTo>
                    <a:pt x="1288" y="146451"/>
                  </a:lnTo>
                  <a:lnTo>
                    <a:pt x="716" y="151705"/>
                  </a:lnTo>
                  <a:lnTo>
                    <a:pt x="310" y="156973"/>
                  </a:lnTo>
                  <a:lnTo>
                    <a:pt x="71" y="162252"/>
                  </a:lnTo>
                  <a:lnTo>
                    <a:pt x="0" y="167536"/>
                  </a:lnTo>
                  <a:lnTo>
                    <a:pt x="95" y="172819"/>
                  </a:lnTo>
                  <a:lnTo>
                    <a:pt x="357" y="178097"/>
                  </a:lnTo>
                  <a:lnTo>
                    <a:pt x="786" y="183364"/>
                  </a:lnTo>
                  <a:lnTo>
                    <a:pt x="1381" y="188615"/>
                  </a:lnTo>
                  <a:lnTo>
                    <a:pt x="2141" y="193844"/>
                  </a:lnTo>
                  <a:lnTo>
                    <a:pt x="3067" y="199046"/>
                  </a:lnTo>
                  <a:lnTo>
                    <a:pt x="4157" y="204217"/>
                  </a:lnTo>
                  <a:lnTo>
                    <a:pt x="5409" y="209351"/>
                  </a:lnTo>
                  <a:lnTo>
                    <a:pt x="6823" y="214442"/>
                  </a:lnTo>
                  <a:lnTo>
                    <a:pt x="8398" y="219487"/>
                  </a:lnTo>
                  <a:lnTo>
                    <a:pt x="10131" y="224479"/>
                  </a:lnTo>
                  <a:lnTo>
                    <a:pt x="12020" y="229414"/>
                  </a:lnTo>
                  <a:lnTo>
                    <a:pt x="14065" y="234286"/>
                  </a:lnTo>
                  <a:lnTo>
                    <a:pt x="16263" y="239092"/>
                  </a:lnTo>
                  <a:lnTo>
                    <a:pt x="18612" y="243825"/>
                  </a:lnTo>
                  <a:lnTo>
                    <a:pt x="21109" y="248482"/>
                  </a:lnTo>
                  <a:lnTo>
                    <a:pt x="23752" y="253058"/>
                  </a:lnTo>
                  <a:lnTo>
                    <a:pt x="26539" y="257548"/>
                  </a:lnTo>
                  <a:lnTo>
                    <a:pt x="29465" y="261948"/>
                  </a:lnTo>
                  <a:lnTo>
                    <a:pt x="32530" y="266252"/>
                  </a:lnTo>
                  <a:lnTo>
                    <a:pt x="35729" y="270458"/>
                  </a:lnTo>
                  <a:lnTo>
                    <a:pt x="39059" y="274561"/>
                  </a:lnTo>
                  <a:lnTo>
                    <a:pt x="42518" y="278556"/>
                  </a:lnTo>
                  <a:lnTo>
                    <a:pt x="46101" y="282441"/>
                  </a:lnTo>
                  <a:lnTo>
                    <a:pt x="49805" y="286209"/>
                  </a:lnTo>
                  <a:lnTo>
                    <a:pt x="53626" y="289859"/>
                  </a:lnTo>
                  <a:lnTo>
                    <a:pt x="57560" y="293387"/>
                  </a:lnTo>
                  <a:lnTo>
                    <a:pt x="61605" y="296788"/>
                  </a:lnTo>
                  <a:lnTo>
                    <a:pt x="65754" y="300060"/>
                  </a:lnTo>
                  <a:lnTo>
                    <a:pt x="70005" y="303199"/>
                  </a:lnTo>
                  <a:lnTo>
                    <a:pt x="74353" y="306202"/>
                  </a:lnTo>
                  <a:lnTo>
                    <a:pt x="78794" y="309066"/>
                  </a:lnTo>
                  <a:lnTo>
                    <a:pt x="83323" y="311788"/>
                  </a:lnTo>
                  <a:lnTo>
                    <a:pt x="87936" y="314366"/>
                  </a:lnTo>
                  <a:lnTo>
                    <a:pt x="92628" y="316796"/>
                  </a:lnTo>
                  <a:lnTo>
                    <a:pt x="97395" y="319078"/>
                  </a:lnTo>
                  <a:lnTo>
                    <a:pt x="102231" y="321207"/>
                  </a:lnTo>
                  <a:lnTo>
                    <a:pt x="107132" y="323182"/>
                  </a:lnTo>
                  <a:lnTo>
                    <a:pt x="112093" y="325002"/>
                  </a:lnTo>
                  <a:lnTo>
                    <a:pt x="117109" y="326664"/>
                  </a:lnTo>
                  <a:lnTo>
                    <a:pt x="122175" y="328166"/>
                  </a:lnTo>
                  <a:lnTo>
                    <a:pt x="127286" y="329508"/>
                  </a:lnTo>
                  <a:lnTo>
                    <a:pt x="132437" y="330687"/>
                  </a:lnTo>
                  <a:lnTo>
                    <a:pt x="137623" y="331703"/>
                  </a:lnTo>
                  <a:lnTo>
                    <a:pt x="142838" y="332555"/>
                  </a:lnTo>
                  <a:lnTo>
                    <a:pt x="148078" y="333241"/>
                  </a:lnTo>
                  <a:lnTo>
                    <a:pt x="153336" y="333761"/>
                  </a:lnTo>
                  <a:lnTo>
                    <a:pt x="158609" y="334115"/>
                  </a:lnTo>
                  <a:lnTo>
                    <a:pt x="163890" y="334302"/>
                  </a:lnTo>
                  <a:lnTo>
                    <a:pt x="169174" y="334322"/>
                  </a:lnTo>
                  <a:lnTo>
                    <a:pt x="174456" y="334175"/>
                  </a:lnTo>
                  <a:lnTo>
                    <a:pt x="179731" y="333862"/>
                  </a:lnTo>
                  <a:lnTo>
                    <a:pt x="184994" y="333381"/>
                  </a:lnTo>
                  <a:lnTo>
                    <a:pt x="190238" y="332735"/>
                  </a:lnTo>
                  <a:lnTo>
                    <a:pt x="195460" y="331923"/>
                  </a:lnTo>
                  <a:lnTo>
                    <a:pt x="200653" y="330946"/>
                  </a:lnTo>
                  <a:lnTo>
                    <a:pt x="205813" y="329806"/>
                  </a:lnTo>
                  <a:lnTo>
                    <a:pt x="210934" y="328503"/>
                  </a:lnTo>
                  <a:lnTo>
                    <a:pt x="216011" y="327039"/>
                  </a:lnTo>
                  <a:lnTo>
                    <a:pt x="221040" y="325416"/>
                  </a:lnTo>
                  <a:lnTo>
                    <a:pt x="226015" y="323634"/>
                  </a:lnTo>
                  <a:lnTo>
                    <a:pt x="230931" y="321696"/>
                  </a:lnTo>
                  <a:lnTo>
                    <a:pt x="235783" y="319603"/>
                  </a:lnTo>
                  <a:lnTo>
                    <a:pt x="240567" y="317358"/>
                  </a:lnTo>
                  <a:lnTo>
                    <a:pt x="245277" y="314963"/>
                  </a:lnTo>
                  <a:lnTo>
                    <a:pt x="249909" y="312420"/>
                  </a:lnTo>
                  <a:lnTo>
                    <a:pt x="254459" y="309733"/>
                  </a:lnTo>
                  <a:lnTo>
                    <a:pt x="258921" y="306902"/>
                  </a:lnTo>
                  <a:lnTo>
                    <a:pt x="263292" y="303932"/>
                  </a:lnTo>
                  <a:lnTo>
                    <a:pt x="267567" y="300826"/>
                  </a:lnTo>
                  <a:lnTo>
                    <a:pt x="271741" y="297586"/>
                  </a:lnTo>
                  <a:lnTo>
                    <a:pt x="275811" y="294215"/>
                  </a:lnTo>
                  <a:lnTo>
                    <a:pt x="279772" y="290718"/>
                  </a:lnTo>
                  <a:lnTo>
                    <a:pt x="283621" y="287097"/>
                  </a:lnTo>
                  <a:lnTo>
                    <a:pt x="287354" y="283357"/>
                  </a:lnTo>
                  <a:lnTo>
                    <a:pt x="290966" y="279500"/>
                  </a:lnTo>
                  <a:lnTo>
                    <a:pt x="294455" y="275531"/>
                  </a:lnTo>
                  <a:lnTo>
                    <a:pt x="297816" y="271453"/>
                  </a:lnTo>
                  <a:lnTo>
                    <a:pt x="301047" y="267272"/>
                  </a:lnTo>
                  <a:lnTo>
                    <a:pt x="304144" y="262990"/>
                  </a:lnTo>
                  <a:lnTo>
                    <a:pt x="307104" y="258613"/>
                  </a:lnTo>
                  <a:lnTo>
                    <a:pt x="309925" y="254144"/>
                  </a:lnTo>
                  <a:lnTo>
                    <a:pt x="312602" y="249589"/>
                  </a:lnTo>
                  <a:lnTo>
                    <a:pt x="315135" y="244951"/>
                  </a:lnTo>
                  <a:lnTo>
                    <a:pt x="317519" y="240235"/>
                  </a:lnTo>
                  <a:lnTo>
                    <a:pt x="319754" y="235447"/>
                  </a:lnTo>
                  <a:lnTo>
                    <a:pt x="321836" y="230590"/>
                  </a:lnTo>
                  <a:lnTo>
                    <a:pt x="323763" y="225670"/>
                  </a:lnTo>
                  <a:lnTo>
                    <a:pt x="325534" y="220691"/>
                  </a:lnTo>
                  <a:lnTo>
                    <a:pt x="327146" y="215659"/>
                  </a:lnTo>
                  <a:lnTo>
                    <a:pt x="328599" y="210578"/>
                  </a:lnTo>
                  <a:lnTo>
                    <a:pt x="329890" y="205454"/>
                  </a:lnTo>
                  <a:lnTo>
                    <a:pt x="331019" y="200292"/>
                  </a:lnTo>
                  <a:lnTo>
                    <a:pt x="331984" y="195096"/>
                  </a:lnTo>
                  <a:lnTo>
                    <a:pt x="332785" y="189873"/>
                  </a:lnTo>
                  <a:lnTo>
                    <a:pt x="333420" y="184627"/>
                  </a:lnTo>
                  <a:lnTo>
                    <a:pt x="333888" y="179364"/>
                  </a:lnTo>
                  <a:lnTo>
                    <a:pt x="334191" y="174088"/>
                  </a:lnTo>
                  <a:lnTo>
                    <a:pt x="334326" y="168805"/>
                  </a:lnTo>
                  <a:lnTo>
                    <a:pt x="334294" y="163521"/>
                  </a:lnTo>
                  <a:lnTo>
                    <a:pt x="334095" y="158241"/>
                  </a:lnTo>
                  <a:lnTo>
                    <a:pt x="333730" y="152969"/>
                  </a:lnTo>
                  <a:lnTo>
                    <a:pt x="333198" y="147712"/>
                  </a:lnTo>
                  <a:lnTo>
                    <a:pt x="332500" y="142474"/>
                  </a:lnTo>
                  <a:lnTo>
                    <a:pt x="331637" y="137260"/>
                  </a:lnTo>
                  <a:lnTo>
                    <a:pt x="330610" y="132077"/>
                  </a:lnTo>
                  <a:lnTo>
                    <a:pt x="329419" y="126929"/>
                  </a:lnTo>
                  <a:lnTo>
                    <a:pt x="328066" y="121820"/>
                  </a:lnTo>
                  <a:lnTo>
                    <a:pt x="326552" y="116758"/>
                  </a:lnTo>
                  <a:lnTo>
                    <a:pt x="324879" y="111745"/>
                  </a:lnTo>
                  <a:lnTo>
                    <a:pt x="323049" y="106788"/>
                  </a:lnTo>
                  <a:lnTo>
                    <a:pt x="321063" y="101891"/>
                  </a:lnTo>
                  <a:lnTo>
                    <a:pt x="318923" y="97060"/>
                  </a:lnTo>
                  <a:lnTo>
                    <a:pt x="316631" y="92298"/>
                  </a:lnTo>
                  <a:lnTo>
                    <a:pt x="314190" y="87612"/>
                  </a:lnTo>
                  <a:lnTo>
                    <a:pt x="311602" y="83004"/>
                  </a:lnTo>
                  <a:lnTo>
                    <a:pt x="308870" y="78481"/>
                  </a:lnTo>
                  <a:lnTo>
                    <a:pt x="305996" y="74047"/>
                  </a:lnTo>
                  <a:lnTo>
                    <a:pt x="302983" y="69705"/>
                  </a:lnTo>
                  <a:lnTo>
                    <a:pt x="299835" y="65461"/>
                  </a:lnTo>
                  <a:lnTo>
                    <a:pt x="296554" y="61319"/>
                  </a:lnTo>
                  <a:lnTo>
                    <a:pt x="293144" y="57282"/>
                  </a:lnTo>
                  <a:lnTo>
                    <a:pt x="289608" y="53356"/>
                  </a:lnTo>
                  <a:lnTo>
                    <a:pt x="285950" y="49542"/>
                  </a:lnTo>
                  <a:lnTo>
                    <a:pt x="282173" y="45847"/>
                  </a:lnTo>
                  <a:lnTo>
                    <a:pt x="278281" y="42272"/>
                  </a:lnTo>
                  <a:lnTo>
                    <a:pt x="274278" y="38823"/>
                  </a:lnTo>
                  <a:lnTo>
                    <a:pt x="270168" y="35502"/>
                  </a:lnTo>
                  <a:lnTo>
                    <a:pt x="265955" y="32312"/>
                  </a:lnTo>
                  <a:lnTo>
                    <a:pt x="261643" y="29257"/>
                  </a:lnTo>
                  <a:lnTo>
                    <a:pt x="257237" y="26340"/>
                  </a:lnTo>
                  <a:lnTo>
                    <a:pt x="252741" y="23563"/>
                  </a:lnTo>
                  <a:lnTo>
                    <a:pt x="248159" y="20930"/>
                  </a:lnTo>
                  <a:lnTo>
                    <a:pt x="243497" y="18443"/>
                  </a:lnTo>
                  <a:lnTo>
                    <a:pt x="238758" y="16105"/>
                  </a:lnTo>
                  <a:lnTo>
                    <a:pt x="233947" y="13918"/>
                  </a:lnTo>
                  <a:lnTo>
                    <a:pt x="229070" y="11884"/>
                  </a:lnTo>
                  <a:lnTo>
                    <a:pt x="224132" y="10005"/>
                  </a:lnTo>
                  <a:lnTo>
                    <a:pt x="219136" y="8283"/>
                  </a:lnTo>
                  <a:lnTo>
                    <a:pt x="214088" y="6720"/>
                  </a:lnTo>
                  <a:lnTo>
                    <a:pt x="208993" y="5317"/>
                  </a:lnTo>
                  <a:lnTo>
                    <a:pt x="203857" y="4076"/>
                  </a:lnTo>
                  <a:lnTo>
                    <a:pt x="198684" y="2997"/>
                  </a:lnTo>
                  <a:lnTo>
                    <a:pt x="193479" y="2083"/>
                  </a:lnTo>
                  <a:lnTo>
                    <a:pt x="188248" y="1334"/>
                  </a:lnTo>
                  <a:lnTo>
                    <a:pt x="182996" y="751"/>
                  </a:lnTo>
                  <a:lnTo>
                    <a:pt x="177728" y="333"/>
                  </a:lnTo>
                  <a:lnTo>
                    <a:pt x="172450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645733" y="24067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39057" y="2406772"/>
              <a:ext cx="106676" cy="167167"/>
            </a:xfrm>
            <a:custGeom>
              <a:avLst/>
              <a:pathLst>
                <a:path w="106676" h="167167">
                  <a:moveTo>
                    <a:pt x="106676" y="0"/>
                  </a:moveTo>
                  <a:lnTo>
                    <a:pt x="101167" y="90"/>
                  </a:lnTo>
                  <a:lnTo>
                    <a:pt x="95665" y="362"/>
                  </a:lnTo>
                  <a:lnTo>
                    <a:pt x="90175" y="816"/>
                  </a:lnTo>
                  <a:lnTo>
                    <a:pt x="84703" y="1450"/>
                  </a:lnTo>
                  <a:lnTo>
                    <a:pt x="79254" y="2264"/>
                  </a:lnTo>
                  <a:lnTo>
                    <a:pt x="73835" y="3257"/>
                  </a:lnTo>
                  <a:lnTo>
                    <a:pt x="68452" y="4428"/>
                  </a:lnTo>
                  <a:lnTo>
                    <a:pt x="63111" y="5776"/>
                  </a:lnTo>
                  <a:lnTo>
                    <a:pt x="57817" y="7299"/>
                  </a:lnTo>
                  <a:lnTo>
                    <a:pt x="52576" y="8996"/>
                  </a:lnTo>
                  <a:lnTo>
                    <a:pt x="47393" y="10864"/>
                  </a:lnTo>
                  <a:lnTo>
                    <a:pt x="42275" y="12902"/>
                  </a:lnTo>
                  <a:lnTo>
                    <a:pt x="37227" y="15108"/>
                  </a:lnTo>
                  <a:lnTo>
                    <a:pt x="32254" y="17479"/>
                  </a:lnTo>
                  <a:lnTo>
                    <a:pt x="27363" y="20013"/>
                  </a:lnTo>
                  <a:lnTo>
                    <a:pt x="22557" y="22706"/>
                  </a:lnTo>
                  <a:lnTo>
                    <a:pt x="17843" y="25556"/>
                  </a:lnTo>
                  <a:lnTo>
                    <a:pt x="13225" y="28560"/>
                  </a:lnTo>
                  <a:lnTo>
                    <a:pt x="8708" y="31715"/>
                  </a:lnTo>
                  <a:lnTo>
                    <a:pt x="4298" y="35016"/>
                  </a:lnTo>
                  <a:lnTo>
                    <a:pt x="0" y="38461"/>
                  </a:lnTo>
                  <a:lnTo>
                    <a:pt x="106676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39057" y="2445233"/>
              <a:ext cx="106676" cy="128705"/>
            </a:xfrm>
            <a:custGeom>
              <a:avLst/>
              <a:pathLst>
                <a:path w="106676" h="128705">
                  <a:moveTo>
                    <a:pt x="0" y="0"/>
                  </a:moveTo>
                  <a:lnTo>
                    <a:pt x="106676" y="12870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478574" y="2407173"/>
              <a:ext cx="334318" cy="333930"/>
            </a:xfrm>
            <a:custGeom>
              <a:avLst/>
              <a:pathLst>
                <a:path w="334318" h="333930">
                  <a:moveTo>
                    <a:pt x="60483" y="38060"/>
                  </a:moveTo>
                  <a:lnTo>
                    <a:pt x="56453" y="41509"/>
                  </a:lnTo>
                  <a:lnTo>
                    <a:pt x="52534" y="45085"/>
                  </a:lnTo>
                  <a:lnTo>
                    <a:pt x="48731" y="48783"/>
                  </a:lnTo>
                  <a:lnTo>
                    <a:pt x="45047" y="52600"/>
                  </a:lnTo>
                  <a:lnTo>
                    <a:pt x="41486" y="56532"/>
                  </a:lnTo>
                  <a:lnTo>
                    <a:pt x="38052" y="60575"/>
                  </a:lnTo>
                  <a:lnTo>
                    <a:pt x="34748" y="64725"/>
                  </a:lnTo>
                  <a:lnTo>
                    <a:pt x="31577" y="68977"/>
                  </a:lnTo>
                  <a:lnTo>
                    <a:pt x="28542" y="73329"/>
                  </a:lnTo>
                  <a:lnTo>
                    <a:pt x="25648" y="77774"/>
                  </a:lnTo>
                  <a:lnTo>
                    <a:pt x="22895" y="82309"/>
                  </a:lnTo>
                  <a:lnTo>
                    <a:pt x="20288" y="86928"/>
                  </a:lnTo>
                  <a:lnTo>
                    <a:pt x="17829" y="91629"/>
                  </a:lnTo>
                  <a:lnTo>
                    <a:pt x="15520" y="96405"/>
                  </a:lnTo>
                  <a:lnTo>
                    <a:pt x="13364" y="101251"/>
                  </a:lnTo>
                  <a:lnTo>
                    <a:pt x="11363" y="106164"/>
                  </a:lnTo>
                  <a:lnTo>
                    <a:pt x="9518" y="111138"/>
                  </a:lnTo>
                  <a:lnTo>
                    <a:pt x="7833" y="116168"/>
                  </a:lnTo>
                  <a:lnTo>
                    <a:pt x="6307" y="121248"/>
                  </a:lnTo>
                  <a:lnTo>
                    <a:pt x="4944" y="126375"/>
                  </a:lnTo>
                  <a:lnTo>
                    <a:pt x="3744" y="131542"/>
                  </a:lnTo>
                  <a:lnTo>
                    <a:pt x="2709" y="136745"/>
                  </a:lnTo>
                  <a:lnTo>
                    <a:pt x="1839" y="141978"/>
                  </a:lnTo>
                  <a:lnTo>
                    <a:pt x="1136" y="147236"/>
                  </a:lnTo>
                  <a:lnTo>
                    <a:pt x="600" y="152513"/>
                  </a:lnTo>
                  <a:lnTo>
                    <a:pt x="232" y="157805"/>
                  </a:lnTo>
                  <a:lnTo>
                    <a:pt x="31" y="163106"/>
                  </a:lnTo>
                  <a:lnTo>
                    <a:pt x="0" y="168411"/>
                  </a:lnTo>
                  <a:lnTo>
                    <a:pt x="136" y="173714"/>
                  </a:lnTo>
                  <a:lnTo>
                    <a:pt x="440" y="179010"/>
                  </a:lnTo>
                  <a:lnTo>
                    <a:pt x="913" y="184293"/>
                  </a:lnTo>
                  <a:lnTo>
                    <a:pt x="1553" y="189559"/>
                  </a:lnTo>
                  <a:lnTo>
                    <a:pt x="2359" y="194803"/>
                  </a:lnTo>
                  <a:lnTo>
                    <a:pt x="3332" y="200017"/>
                  </a:lnTo>
                  <a:lnTo>
                    <a:pt x="4469" y="205199"/>
                  </a:lnTo>
                  <a:lnTo>
                    <a:pt x="5771" y="210341"/>
                  </a:lnTo>
                  <a:lnTo>
                    <a:pt x="7235" y="215440"/>
                  </a:lnTo>
                  <a:lnTo>
                    <a:pt x="8860" y="220490"/>
                  </a:lnTo>
                  <a:lnTo>
                    <a:pt x="10644" y="225485"/>
                  </a:lnTo>
                  <a:lnTo>
                    <a:pt x="12586" y="230422"/>
                  </a:lnTo>
                  <a:lnTo>
                    <a:pt x="14683" y="235294"/>
                  </a:lnTo>
                  <a:lnTo>
                    <a:pt x="16935" y="240098"/>
                  </a:lnTo>
                  <a:lnTo>
                    <a:pt x="19337" y="244827"/>
                  </a:lnTo>
                  <a:lnTo>
                    <a:pt x="21888" y="249478"/>
                  </a:lnTo>
                  <a:lnTo>
                    <a:pt x="24586" y="254046"/>
                  </a:lnTo>
                  <a:lnTo>
                    <a:pt x="27427" y="258526"/>
                  </a:lnTo>
                  <a:lnTo>
                    <a:pt x="30409" y="262913"/>
                  </a:lnTo>
                  <a:lnTo>
                    <a:pt x="33528" y="267203"/>
                  </a:lnTo>
                  <a:lnTo>
                    <a:pt x="36782" y="271393"/>
                  </a:lnTo>
                  <a:lnTo>
                    <a:pt x="40168" y="275477"/>
                  </a:lnTo>
                  <a:lnTo>
                    <a:pt x="43681" y="279451"/>
                  </a:lnTo>
                  <a:lnTo>
                    <a:pt x="47319" y="283313"/>
                  </a:lnTo>
                  <a:lnTo>
                    <a:pt x="51077" y="287056"/>
                  </a:lnTo>
                  <a:lnTo>
                    <a:pt x="54952" y="290679"/>
                  </a:lnTo>
                  <a:lnTo>
                    <a:pt x="58940" y="294177"/>
                  </a:lnTo>
                  <a:lnTo>
                    <a:pt x="63037" y="297546"/>
                  </a:lnTo>
                  <a:lnTo>
                    <a:pt x="67239" y="300784"/>
                  </a:lnTo>
                  <a:lnTo>
                    <a:pt x="71542" y="303887"/>
                  </a:lnTo>
                  <a:lnTo>
                    <a:pt x="75941" y="306852"/>
                  </a:lnTo>
                  <a:lnTo>
                    <a:pt x="80431" y="309675"/>
                  </a:lnTo>
                  <a:lnTo>
                    <a:pt x="85009" y="312355"/>
                  </a:lnTo>
                  <a:lnTo>
                    <a:pt x="89670" y="314888"/>
                  </a:lnTo>
                  <a:lnTo>
                    <a:pt x="94409" y="317273"/>
                  </a:lnTo>
                  <a:lnTo>
                    <a:pt x="99221" y="319505"/>
                  </a:lnTo>
                  <a:lnTo>
                    <a:pt x="104102" y="321584"/>
                  </a:lnTo>
                  <a:lnTo>
                    <a:pt x="109046" y="323507"/>
                  </a:lnTo>
                  <a:lnTo>
                    <a:pt x="114048" y="325271"/>
                  </a:lnTo>
                  <a:lnTo>
                    <a:pt x="119104" y="326877"/>
                  </a:lnTo>
                  <a:lnTo>
                    <a:pt x="124208" y="328321"/>
                  </a:lnTo>
                  <a:lnTo>
                    <a:pt x="129356" y="329602"/>
                  </a:lnTo>
                  <a:lnTo>
                    <a:pt x="134542" y="330720"/>
                  </a:lnTo>
                  <a:lnTo>
                    <a:pt x="139760" y="331672"/>
                  </a:lnTo>
                  <a:lnTo>
                    <a:pt x="145006" y="332458"/>
                  </a:lnTo>
                  <a:lnTo>
                    <a:pt x="150275" y="333078"/>
                  </a:lnTo>
                  <a:lnTo>
                    <a:pt x="155560" y="333530"/>
                  </a:lnTo>
                  <a:lnTo>
                    <a:pt x="160857" y="333814"/>
                  </a:lnTo>
                  <a:lnTo>
                    <a:pt x="166161" y="333930"/>
                  </a:lnTo>
                  <a:lnTo>
                    <a:pt x="171465" y="333877"/>
                  </a:lnTo>
                  <a:lnTo>
                    <a:pt x="176765" y="333657"/>
                  </a:lnTo>
                  <a:lnTo>
                    <a:pt x="182056" y="333268"/>
                  </a:lnTo>
                  <a:lnTo>
                    <a:pt x="187331" y="332711"/>
                  </a:lnTo>
                  <a:lnTo>
                    <a:pt x="192587" y="331988"/>
                  </a:lnTo>
                  <a:lnTo>
                    <a:pt x="197816" y="331098"/>
                  </a:lnTo>
                  <a:lnTo>
                    <a:pt x="203015" y="330042"/>
                  </a:lnTo>
                  <a:lnTo>
                    <a:pt x="208177" y="328822"/>
                  </a:lnTo>
                  <a:lnTo>
                    <a:pt x="213299" y="327439"/>
                  </a:lnTo>
                  <a:lnTo>
                    <a:pt x="218373" y="325894"/>
                  </a:lnTo>
                  <a:lnTo>
                    <a:pt x="223397" y="324189"/>
                  </a:lnTo>
                  <a:lnTo>
                    <a:pt x="228363" y="322326"/>
                  </a:lnTo>
                  <a:lnTo>
                    <a:pt x="233268" y="320305"/>
                  </a:lnTo>
                  <a:lnTo>
                    <a:pt x="238106" y="318130"/>
                  </a:lnTo>
                  <a:lnTo>
                    <a:pt x="242873" y="315803"/>
                  </a:lnTo>
                  <a:lnTo>
                    <a:pt x="247564" y="313326"/>
                  </a:lnTo>
                  <a:lnTo>
                    <a:pt x="252174" y="310701"/>
                  </a:lnTo>
                  <a:lnTo>
                    <a:pt x="256698" y="307931"/>
                  </a:lnTo>
                  <a:lnTo>
                    <a:pt x="261132" y="305019"/>
                  </a:lnTo>
                  <a:lnTo>
                    <a:pt x="265471" y="301967"/>
                  </a:lnTo>
                  <a:lnTo>
                    <a:pt x="269712" y="298780"/>
                  </a:lnTo>
                  <a:lnTo>
                    <a:pt x="273849" y="295460"/>
                  </a:lnTo>
                  <a:lnTo>
                    <a:pt x="277878" y="292010"/>
                  </a:lnTo>
                  <a:lnTo>
                    <a:pt x="281796" y="288434"/>
                  </a:lnTo>
                  <a:lnTo>
                    <a:pt x="285599" y="284735"/>
                  </a:lnTo>
                  <a:lnTo>
                    <a:pt x="289283" y="280918"/>
                  </a:lnTo>
                  <a:lnTo>
                    <a:pt x="292843" y="276985"/>
                  </a:lnTo>
                  <a:lnTo>
                    <a:pt x="296277" y="272942"/>
                  </a:lnTo>
                  <a:lnTo>
                    <a:pt x="299581" y="268792"/>
                  </a:lnTo>
                  <a:lnTo>
                    <a:pt x="302751" y="264539"/>
                  </a:lnTo>
                  <a:lnTo>
                    <a:pt x="305785" y="260187"/>
                  </a:lnTo>
                  <a:lnTo>
                    <a:pt x="308680" y="255742"/>
                  </a:lnTo>
                  <a:lnTo>
                    <a:pt x="311432" y="251207"/>
                  </a:lnTo>
                  <a:lnTo>
                    <a:pt x="314038" y="246587"/>
                  </a:lnTo>
                  <a:lnTo>
                    <a:pt x="316497" y="241886"/>
                  </a:lnTo>
                  <a:lnTo>
                    <a:pt x="318805" y="237110"/>
                  </a:lnTo>
                  <a:lnTo>
                    <a:pt x="320961" y="232263"/>
                  </a:lnTo>
                  <a:lnTo>
                    <a:pt x="322961" y="227350"/>
                  </a:lnTo>
                  <a:lnTo>
                    <a:pt x="324805" y="222376"/>
                  </a:lnTo>
                  <a:lnTo>
                    <a:pt x="326490" y="217346"/>
                  </a:lnTo>
                  <a:lnTo>
                    <a:pt x="328015" y="212265"/>
                  </a:lnTo>
                  <a:lnTo>
                    <a:pt x="329378" y="207138"/>
                  </a:lnTo>
                  <a:lnTo>
                    <a:pt x="330577" y="201971"/>
                  </a:lnTo>
                  <a:lnTo>
                    <a:pt x="331612" y="196768"/>
                  </a:lnTo>
                  <a:lnTo>
                    <a:pt x="332481" y="191535"/>
                  </a:lnTo>
                  <a:lnTo>
                    <a:pt x="333184" y="186277"/>
                  </a:lnTo>
                  <a:lnTo>
                    <a:pt x="333719" y="180999"/>
                  </a:lnTo>
                  <a:lnTo>
                    <a:pt x="334087" y="175708"/>
                  </a:lnTo>
                  <a:lnTo>
                    <a:pt x="334287" y="170407"/>
                  </a:lnTo>
                  <a:lnTo>
                    <a:pt x="334318" y="165102"/>
                  </a:lnTo>
                  <a:lnTo>
                    <a:pt x="334181" y="159799"/>
                  </a:lnTo>
                  <a:lnTo>
                    <a:pt x="333876" y="154503"/>
                  </a:lnTo>
                  <a:lnTo>
                    <a:pt x="333403" y="149219"/>
                  </a:lnTo>
                  <a:lnTo>
                    <a:pt x="332763" y="143953"/>
                  </a:lnTo>
                  <a:lnTo>
                    <a:pt x="331955" y="138711"/>
                  </a:lnTo>
                  <a:lnTo>
                    <a:pt x="330982" y="133496"/>
                  </a:lnTo>
                  <a:lnTo>
                    <a:pt x="329844" y="128315"/>
                  </a:lnTo>
                  <a:lnTo>
                    <a:pt x="328542" y="123172"/>
                  </a:lnTo>
                  <a:lnTo>
                    <a:pt x="327078" y="118074"/>
                  </a:lnTo>
                  <a:lnTo>
                    <a:pt x="325452" y="113024"/>
                  </a:lnTo>
                  <a:lnTo>
                    <a:pt x="323667" y="108029"/>
                  </a:lnTo>
                  <a:lnTo>
                    <a:pt x="321725" y="103092"/>
                  </a:lnTo>
                  <a:lnTo>
                    <a:pt x="319627" y="98220"/>
                  </a:lnTo>
                  <a:lnTo>
                    <a:pt x="317375" y="93417"/>
                  </a:lnTo>
                  <a:lnTo>
                    <a:pt x="314972" y="88688"/>
                  </a:lnTo>
                  <a:lnTo>
                    <a:pt x="312421" y="84037"/>
                  </a:lnTo>
                  <a:lnTo>
                    <a:pt x="309723" y="79470"/>
                  </a:lnTo>
                  <a:lnTo>
                    <a:pt x="306881" y="74990"/>
                  </a:lnTo>
                  <a:lnTo>
                    <a:pt x="303899" y="70603"/>
                  </a:lnTo>
                  <a:lnTo>
                    <a:pt x="300779" y="66313"/>
                  </a:lnTo>
                  <a:lnTo>
                    <a:pt x="297524" y="62124"/>
                  </a:lnTo>
                  <a:lnTo>
                    <a:pt x="294138" y="58040"/>
                  </a:lnTo>
                  <a:lnTo>
                    <a:pt x="290625" y="54066"/>
                  </a:lnTo>
                  <a:lnTo>
                    <a:pt x="286987" y="50205"/>
                  </a:lnTo>
                  <a:lnTo>
                    <a:pt x="283228" y="46462"/>
                  </a:lnTo>
                  <a:lnTo>
                    <a:pt x="279353" y="42840"/>
                  </a:lnTo>
                  <a:lnTo>
                    <a:pt x="275364" y="39342"/>
                  </a:lnTo>
                  <a:lnTo>
                    <a:pt x="271266" y="35973"/>
                  </a:lnTo>
                  <a:lnTo>
                    <a:pt x="267064" y="32736"/>
                  </a:lnTo>
                  <a:lnTo>
                    <a:pt x="262761" y="29634"/>
                  </a:lnTo>
                  <a:lnTo>
                    <a:pt x="258362" y="26669"/>
                  </a:lnTo>
                  <a:lnTo>
                    <a:pt x="253871" y="23846"/>
                  </a:lnTo>
                  <a:lnTo>
                    <a:pt x="249293" y="21167"/>
                  </a:lnTo>
                  <a:lnTo>
                    <a:pt x="244632" y="18634"/>
                  </a:lnTo>
                  <a:lnTo>
                    <a:pt x="239893" y="16250"/>
                  </a:lnTo>
                  <a:lnTo>
                    <a:pt x="235080" y="14018"/>
                  </a:lnTo>
                  <a:lnTo>
                    <a:pt x="230200" y="11940"/>
                  </a:lnTo>
                  <a:lnTo>
                    <a:pt x="225255" y="10018"/>
                  </a:lnTo>
                  <a:lnTo>
                    <a:pt x="220253" y="8253"/>
                  </a:lnTo>
                  <a:lnTo>
                    <a:pt x="215196" y="6649"/>
                  </a:lnTo>
                  <a:lnTo>
                    <a:pt x="210092" y="5205"/>
                  </a:lnTo>
                  <a:lnTo>
                    <a:pt x="204944" y="3924"/>
                  </a:lnTo>
                  <a:lnTo>
                    <a:pt x="199758" y="2807"/>
                  </a:lnTo>
                  <a:lnTo>
                    <a:pt x="194540" y="1856"/>
                  </a:lnTo>
                  <a:lnTo>
                    <a:pt x="189294" y="1070"/>
                  </a:lnTo>
                  <a:lnTo>
                    <a:pt x="184025" y="451"/>
                  </a:lnTo>
                  <a:lnTo>
                    <a:pt x="178740" y="0"/>
                  </a:lnTo>
                  <a:lnTo>
                    <a:pt x="167159" y="1667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645733" y="2406772"/>
              <a:ext cx="11580" cy="167167"/>
            </a:xfrm>
            <a:custGeom>
              <a:avLst/>
              <a:pathLst>
                <a:path w="11580" h="167167">
                  <a:moveTo>
                    <a:pt x="11580" y="401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25980" y="291119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358830" y="2911194"/>
              <a:ext cx="334306" cy="334334"/>
            </a:xfrm>
            <a:custGeom>
              <a:avLst/>
              <a:pathLst>
                <a:path w="334306" h="334334">
                  <a:moveTo>
                    <a:pt x="167150" y="0"/>
                  </a:moveTo>
                  <a:lnTo>
                    <a:pt x="161851" y="84"/>
                  </a:lnTo>
                  <a:lnTo>
                    <a:pt x="156557" y="335"/>
                  </a:lnTo>
                  <a:lnTo>
                    <a:pt x="151275" y="755"/>
                  </a:lnTo>
                  <a:lnTo>
                    <a:pt x="146008" y="1342"/>
                  </a:lnTo>
                  <a:lnTo>
                    <a:pt x="140762" y="2095"/>
                  </a:lnTo>
                  <a:lnTo>
                    <a:pt x="135543" y="3015"/>
                  </a:lnTo>
                  <a:lnTo>
                    <a:pt x="130355" y="4099"/>
                  </a:lnTo>
                  <a:lnTo>
                    <a:pt x="125205" y="5347"/>
                  </a:lnTo>
                  <a:lnTo>
                    <a:pt x="120097" y="6758"/>
                  </a:lnTo>
                  <a:lnTo>
                    <a:pt x="115036" y="8330"/>
                  </a:lnTo>
                  <a:lnTo>
                    <a:pt x="110027" y="10062"/>
                  </a:lnTo>
                  <a:lnTo>
                    <a:pt x="105076" y="11952"/>
                  </a:lnTo>
                  <a:lnTo>
                    <a:pt x="100187" y="13997"/>
                  </a:lnTo>
                  <a:lnTo>
                    <a:pt x="95366" y="16197"/>
                  </a:lnTo>
                  <a:lnTo>
                    <a:pt x="90616" y="18548"/>
                  </a:lnTo>
                  <a:lnTo>
                    <a:pt x="85944" y="21049"/>
                  </a:lnTo>
                  <a:lnTo>
                    <a:pt x="81353" y="23696"/>
                  </a:lnTo>
                  <a:lnTo>
                    <a:pt x="76849" y="26488"/>
                  </a:lnTo>
                  <a:lnTo>
                    <a:pt x="72435" y="29421"/>
                  </a:lnTo>
                  <a:lnTo>
                    <a:pt x="68116" y="32492"/>
                  </a:lnTo>
                  <a:lnTo>
                    <a:pt x="63897" y="35699"/>
                  </a:lnTo>
                  <a:lnTo>
                    <a:pt x="59782" y="39038"/>
                  </a:lnTo>
                  <a:lnTo>
                    <a:pt x="55774" y="42506"/>
                  </a:lnTo>
                  <a:lnTo>
                    <a:pt x="51879" y="46099"/>
                  </a:lnTo>
                  <a:lnTo>
                    <a:pt x="48099" y="49813"/>
                  </a:lnTo>
                  <a:lnTo>
                    <a:pt x="44439" y="53646"/>
                  </a:lnTo>
                  <a:lnTo>
                    <a:pt x="40902" y="57593"/>
                  </a:lnTo>
                  <a:lnTo>
                    <a:pt x="37492" y="61649"/>
                  </a:lnTo>
                  <a:lnTo>
                    <a:pt x="34213" y="65812"/>
                  </a:lnTo>
                  <a:lnTo>
                    <a:pt x="31067" y="70077"/>
                  </a:lnTo>
                  <a:lnTo>
                    <a:pt x="28058" y="74439"/>
                  </a:lnTo>
                  <a:lnTo>
                    <a:pt x="25189" y="78895"/>
                  </a:lnTo>
                  <a:lnTo>
                    <a:pt x="22462" y="83439"/>
                  </a:lnTo>
                  <a:lnTo>
                    <a:pt x="19881" y="88067"/>
                  </a:lnTo>
                  <a:lnTo>
                    <a:pt x="17447" y="92775"/>
                  </a:lnTo>
                  <a:lnTo>
                    <a:pt x="15164" y="97558"/>
                  </a:lnTo>
                  <a:lnTo>
                    <a:pt x="13034" y="102410"/>
                  </a:lnTo>
                  <a:lnTo>
                    <a:pt x="11059" y="107328"/>
                  </a:lnTo>
                  <a:lnTo>
                    <a:pt x="9241" y="112306"/>
                  </a:lnTo>
                  <a:lnTo>
                    <a:pt x="7581" y="117339"/>
                  </a:lnTo>
                  <a:lnTo>
                    <a:pt x="6082" y="122422"/>
                  </a:lnTo>
                  <a:lnTo>
                    <a:pt x="4745" y="127550"/>
                  </a:lnTo>
                  <a:lnTo>
                    <a:pt x="3570" y="132717"/>
                  </a:lnTo>
                  <a:lnTo>
                    <a:pt x="2561" y="137920"/>
                  </a:lnTo>
                  <a:lnTo>
                    <a:pt x="1716" y="143152"/>
                  </a:lnTo>
                  <a:lnTo>
                    <a:pt x="1038" y="148408"/>
                  </a:lnTo>
                  <a:lnTo>
                    <a:pt x="527" y="153682"/>
                  </a:lnTo>
                  <a:lnTo>
                    <a:pt x="183" y="158971"/>
                  </a:lnTo>
                  <a:lnTo>
                    <a:pt x="7" y="164267"/>
                  </a:lnTo>
                  <a:lnTo>
                    <a:pt x="0" y="169567"/>
                  </a:lnTo>
                  <a:lnTo>
                    <a:pt x="160" y="174864"/>
                  </a:lnTo>
                  <a:lnTo>
                    <a:pt x="487" y="180153"/>
                  </a:lnTo>
                  <a:lnTo>
                    <a:pt x="983" y="185430"/>
                  </a:lnTo>
                  <a:lnTo>
                    <a:pt x="1645" y="190687"/>
                  </a:lnTo>
                  <a:lnTo>
                    <a:pt x="2474" y="195922"/>
                  </a:lnTo>
                  <a:lnTo>
                    <a:pt x="3468" y="201127"/>
                  </a:lnTo>
                  <a:lnTo>
                    <a:pt x="4627" y="206298"/>
                  </a:lnTo>
                  <a:lnTo>
                    <a:pt x="5949" y="211430"/>
                  </a:lnTo>
                  <a:lnTo>
                    <a:pt x="7433" y="216518"/>
                  </a:lnTo>
                  <a:lnTo>
                    <a:pt x="9078" y="221556"/>
                  </a:lnTo>
                  <a:lnTo>
                    <a:pt x="10881" y="226539"/>
                  </a:lnTo>
                  <a:lnTo>
                    <a:pt x="12841" y="231462"/>
                  </a:lnTo>
                  <a:lnTo>
                    <a:pt x="14957" y="236321"/>
                  </a:lnTo>
                  <a:lnTo>
                    <a:pt x="17226" y="241111"/>
                  </a:lnTo>
                  <a:lnTo>
                    <a:pt x="19645" y="245826"/>
                  </a:lnTo>
                  <a:lnTo>
                    <a:pt x="22212" y="250462"/>
                  </a:lnTo>
                  <a:lnTo>
                    <a:pt x="24925" y="255014"/>
                  </a:lnTo>
                  <a:lnTo>
                    <a:pt x="27781" y="259478"/>
                  </a:lnTo>
                  <a:lnTo>
                    <a:pt x="30777" y="263850"/>
                  </a:lnTo>
                  <a:lnTo>
                    <a:pt x="33911" y="268124"/>
                  </a:lnTo>
                  <a:lnTo>
                    <a:pt x="37178" y="272296"/>
                  </a:lnTo>
                  <a:lnTo>
                    <a:pt x="40575" y="276363"/>
                  </a:lnTo>
                  <a:lnTo>
                    <a:pt x="44100" y="280321"/>
                  </a:lnTo>
                  <a:lnTo>
                    <a:pt x="47749" y="284164"/>
                  </a:lnTo>
                  <a:lnTo>
                    <a:pt x="51517" y="287890"/>
                  </a:lnTo>
                  <a:lnTo>
                    <a:pt x="55402" y="291495"/>
                  </a:lnTo>
                  <a:lnTo>
                    <a:pt x="59399" y="294974"/>
                  </a:lnTo>
                  <a:lnTo>
                    <a:pt x="63504" y="298326"/>
                  </a:lnTo>
                  <a:lnTo>
                    <a:pt x="67714" y="301545"/>
                  </a:lnTo>
                  <a:lnTo>
                    <a:pt x="72023" y="304629"/>
                  </a:lnTo>
                  <a:lnTo>
                    <a:pt x="76428" y="307576"/>
                  </a:lnTo>
                  <a:lnTo>
                    <a:pt x="80925" y="310381"/>
                  </a:lnTo>
                  <a:lnTo>
                    <a:pt x="85508" y="313042"/>
                  </a:lnTo>
                  <a:lnTo>
                    <a:pt x="90172" y="315556"/>
                  </a:lnTo>
                  <a:lnTo>
                    <a:pt x="94915" y="317922"/>
                  </a:lnTo>
                  <a:lnTo>
                    <a:pt x="99730" y="320136"/>
                  </a:lnTo>
                  <a:lnTo>
                    <a:pt x="104612" y="322196"/>
                  </a:lnTo>
                  <a:lnTo>
                    <a:pt x="109558" y="324100"/>
                  </a:lnTo>
                  <a:lnTo>
                    <a:pt x="114561" y="325847"/>
                  </a:lnTo>
                  <a:lnTo>
                    <a:pt x="119617" y="327434"/>
                  </a:lnTo>
                  <a:lnTo>
                    <a:pt x="124721" y="328860"/>
                  </a:lnTo>
                  <a:lnTo>
                    <a:pt x="129868" y="330124"/>
                  </a:lnTo>
                  <a:lnTo>
                    <a:pt x="135052" y="331224"/>
                  </a:lnTo>
                  <a:lnTo>
                    <a:pt x="140269" y="332159"/>
                  </a:lnTo>
                  <a:lnTo>
                    <a:pt x="145512" y="332928"/>
                  </a:lnTo>
                  <a:lnTo>
                    <a:pt x="150777" y="333531"/>
                  </a:lnTo>
                  <a:lnTo>
                    <a:pt x="156059" y="333966"/>
                  </a:lnTo>
                  <a:lnTo>
                    <a:pt x="161351" y="334234"/>
                  </a:lnTo>
                  <a:lnTo>
                    <a:pt x="166650" y="334334"/>
                  </a:lnTo>
                  <a:lnTo>
                    <a:pt x="171949" y="334265"/>
                  </a:lnTo>
                  <a:lnTo>
                    <a:pt x="177243" y="334029"/>
                  </a:lnTo>
                  <a:lnTo>
                    <a:pt x="182527" y="333626"/>
                  </a:lnTo>
                  <a:lnTo>
                    <a:pt x="187796" y="333055"/>
                  </a:lnTo>
                  <a:lnTo>
                    <a:pt x="193044" y="332317"/>
                  </a:lnTo>
                  <a:lnTo>
                    <a:pt x="198266" y="331413"/>
                  </a:lnTo>
                  <a:lnTo>
                    <a:pt x="203456" y="330344"/>
                  </a:lnTo>
                  <a:lnTo>
                    <a:pt x="208610" y="329111"/>
                  </a:lnTo>
                  <a:lnTo>
                    <a:pt x="213723" y="327716"/>
                  </a:lnTo>
                  <a:lnTo>
                    <a:pt x="218788" y="326159"/>
                  </a:lnTo>
                  <a:lnTo>
                    <a:pt x="223802" y="324442"/>
                  </a:lnTo>
                  <a:lnTo>
                    <a:pt x="228759" y="322567"/>
                  </a:lnTo>
                  <a:lnTo>
                    <a:pt x="233654" y="320536"/>
                  </a:lnTo>
                  <a:lnTo>
                    <a:pt x="238482" y="318351"/>
                  </a:lnTo>
                  <a:lnTo>
                    <a:pt x="243238" y="316014"/>
                  </a:lnTo>
                  <a:lnTo>
                    <a:pt x="247918" y="313528"/>
                  </a:lnTo>
                  <a:lnTo>
                    <a:pt x="252517" y="310894"/>
                  </a:lnTo>
                  <a:lnTo>
                    <a:pt x="257030" y="308116"/>
                  </a:lnTo>
                  <a:lnTo>
                    <a:pt x="261452" y="305196"/>
                  </a:lnTo>
                  <a:lnTo>
                    <a:pt x="265780" y="302137"/>
                  </a:lnTo>
                  <a:lnTo>
                    <a:pt x="270009" y="298943"/>
                  </a:lnTo>
                  <a:lnTo>
                    <a:pt x="274134" y="295616"/>
                  </a:lnTo>
                  <a:lnTo>
                    <a:pt x="278152" y="292161"/>
                  </a:lnTo>
                  <a:lnTo>
                    <a:pt x="282058" y="288579"/>
                  </a:lnTo>
                  <a:lnTo>
                    <a:pt x="285849" y="284876"/>
                  </a:lnTo>
                  <a:lnTo>
                    <a:pt x="289520" y="281054"/>
                  </a:lnTo>
                  <a:lnTo>
                    <a:pt x="293069" y="277118"/>
                  </a:lnTo>
                  <a:lnTo>
                    <a:pt x="296491" y="273072"/>
                  </a:lnTo>
                  <a:lnTo>
                    <a:pt x="299783" y="268919"/>
                  </a:lnTo>
                  <a:lnTo>
                    <a:pt x="302941" y="264663"/>
                  </a:lnTo>
                  <a:lnTo>
                    <a:pt x="305964" y="260310"/>
                  </a:lnTo>
                  <a:lnTo>
                    <a:pt x="308846" y="255863"/>
                  </a:lnTo>
                  <a:lnTo>
                    <a:pt x="311587" y="251327"/>
                  </a:lnTo>
                  <a:lnTo>
                    <a:pt x="314182" y="246707"/>
                  </a:lnTo>
                  <a:lnTo>
                    <a:pt x="316629" y="242006"/>
                  </a:lnTo>
                  <a:lnTo>
                    <a:pt x="318926" y="237230"/>
                  </a:lnTo>
                  <a:lnTo>
                    <a:pt x="321071" y="232384"/>
                  </a:lnTo>
                  <a:lnTo>
                    <a:pt x="323061" y="227472"/>
                  </a:lnTo>
                  <a:lnTo>
                    <a:pt x="324894" y="222500"/>
                  </a:lnTo>
                  <a:lnTo>
                    <a:pt x="326568" y="217472"/>
                  </a:lnTo>
                  <a:lnTo>
                    <a:pt x="328083" y="212394"/>
                  </a:lnTo>
                  <a:lnTo>
                    <a:pt x="329436" y="207270"/>
                  </a:lnTo>
                  <a:lnTo>
                    <a:pt x="330625" y="202105"/>
                  </a:lnTo>
                  <a:lnTo>
                    <a:pt x="331651" y="196906"/>
                  </a:lnTo>
                  <a:lnTo>
                    <a:pt x="332511" y="191677"/>
                  </a:lnTo>
                  <a:lnTo>
                    <a:pt x="333204" y="186423"/>
                  </a:lnTo>
                  <a:lnTo>
                    <a:pt x="333731" y="181150"/>
                  </a:lnTo>
                  <a:lnTo>
                    <a:pt x="334091" y="175862"/>
                  </a:lnTo>
                  <a:lnTo>
                    <a:pt x="334283" y="170566"/>
                  </a:lnTo>
                  <a:lnTo>
                    <a:pt x="334306" y="165267"/>
                  </a:lnTo>
                  <a:lnTo>
                    <a:pt x="334162" y="159969"/>
                  </a:lnTo>
                  <a:lnTo>
                    <a:pt x="333850" y="154679"/>
                  </a:lnTo>
                  <a:lnTo>
                    <a:pt x="333370" y="149401"/>
                  </a:lnTo>
                  <a:lnTo>
                    <a:pt x="332724" y="144141"/>
                  </a:lnTo>
                  <a:lnTo>
                    <a:pt x="331911" y="138905"/>
                  </a:lnTo>
                  <a:lnTo>
                    <a:pt x="330932" y="133696"/>
                  </a:lnTo>
                  <a:lnTo>
                    <a:pt x="329789" y="128522"/>
                  </a:lnTo>
                  <a:lnTo>
                    <a:pt x="328482" y="123386"/>
                  </a:lnTo>
                  <a:lnTo>
                    <a:pt x="327013" y="118294"/>
                  </a:lnTo>
                  <a:lnTo>
                    <a:pt x="325384" y="113251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25980" y="3024446"/>
              <a:ext cx="158234" cy="53915"/>
            </a:xfrm>
            <a:custGeom>
              <a:avLst/>
              <a:pathLst>
                <a:path w="158234" h="53915">
                  <a:moveTo>
                    <a:pt x="158234" y="0"/>
                  </a:moveTo>
                  <a:lnTo>
                    <a:pt x="0" y="5391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25980" y="2921963"/>
              <a:ext cx="158234" cy="156398"/>
            </a:xfrm>
            <a:custGeom>
              <a:avLst/>
              <a:pathLst>
                <a:path w="158234" h="156398">
                  <a:moveTo>
                    <a:pt x="158234" y="102482"/>
                  </a:moveTo>
                  <a:lnTo>
                    <a:pt x="156389" y="97346"/>
                  </a:lnTo>
                  <a:lnTo>
                    <a:pt x="154378" y="92272"/>
                  </a:lnTo>
                  <a:lnTo>
                    <a:pt x="152203" y="87267"/>
                  </a:lnTo>
                  <a:lnTo>
                    <a:pt x="149865" y="82336"/>
                  </a:lnTo>
                  <a:lnTo>
                    <a:pt x="147368" y="77483"/>
                  </a:lnTo>
                  <a:lnTo>
                    <a:pt x="144713" y="72715"/>
                  </a:lnTo>
                  <a:lnTo>
                    <a:pt x="141904" y="68036"/>
                  </a:lnTo>
                  <a:lnTo>
                    <a:pt x="138944" y="63451"/>
                  </a:lnTo>
                  <a:lnTo>
                    <a:pt x="135836" y="58965"/>
                  </a:lnTo>
                  <a:lnTo>
                    <a:pt x="132584" y="54583"/>
                  </a:lnTo>
                  <a:lnTo>
                    <a:pt x="129189" y="50309"/>
                  </a:lnTo>
                  <a:lnTo>
                    <a:pt x="125658" y="46148"/>
                  </a:lnTo>
                  <a:lnTo>
                    <a:pt x="121992" y="42105"/>
                  </a:lnTo>
                  <a:lnTo>
                    <a:pt x="118196" y="38184"/>
                  </a:lnTo>
                  <a:lnTo>
                    <a:pt x="114274" y="34389"/>
                  </a:lnTo>
                  <a:lnTo>
                    <a:pt x="110231" y="30724"/>
                  </a:lnTo>
                  <a:lnTo>
                    <a:pt x="106069" y="27192"/>
                  </a:lnTo>
                  <a:lnTo>
                    <a:pt x="101795" y="23799"/>
                  </a:lnTo>
                  <a:lnTo>
                    <a:pt x="97413" y="20547"/>
                  </a:lnTo>
                  <a:lnTo>
                    <a:pt x="92926" y="17439"/>
                  </a:lnTo>
                  <a:lnTo>
                    <a:pt x="88341" y="14480"/>
                  </a:lnTo>
                  <a:lnTo>
                    <a:pt x="83661" y="11672"/>
                  </a:lnTo>
                  <a:lnTo>
                    <a:pt x="78892" y="9018"/>
                  </a:lnTo>
                  <a:lnTo>
                    <a:pt x="74040" y="6521"/>
                  </a:lnTo>
                  <a:lnTo>
                    <a:pt x="69108" y="4184"/>
                  </a:lnTo>
                  <a:lnTo>
                    <a:pt x="64102" y="2010"/>
                  </a:lnTo>
                  <a:lnTo>
                    <a:pt x="59028" y="0"/>
                  </a:lnTo>
                  <a:lnTo>
                    <a:pt x="0" y="156398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25980" y="2911194"/>
              <a:ext cx="59028" cy="167167"/>
            </a:xfrm>
            <a:custGeom>
              <a:avLst/>
              <a:pathLst>
                <a:path w="59028" h="167167">
                  <a:moveTo>
                    <a:pt x="59028" y="10768"/>
                  </a:moveTo>
                  <a:lnTo>
                    <a:pt x="53347" y="8740"/>
                  </a:lnTo>
                  <a:lnTo>
                    <a:pt x="47596" y="6919"/>
                  </a:lnTo>
                  <a:lnTo>
                    <a:pt x="41783" y="5306"/>
                  </a:lnTo>
                  <a:lnTo>
                    <a:pt x="35915" y="3903"/>
                  </a:lnTo>
                  <a:lnTo>
                    <a:pt x="30001" y="2714"/>
                  </a:lnTo>
                  <a:lnTo>
                    <a:pt x="24048" y="1738"/>
                  </a:lnTo>
                  <a:lnTo>
                    <a:pt x="18063" y="978"/>
                  </a:lnTo>
                  <a:lnTo>
                    <a:pt x="12055" y="435"/>
                  </a:lnTo>
                  <a:lnTo>
                    <a:pt x="6031" y="10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525980" y="342959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358821" y="3429590"/>
              <a:ext cx="334326" cy="334323"/>
            </a:xfrm>
            <a:custGeom>
              <a:avLst/>
              <a:pathLst>
                <a:path w="334326" h="334323">
                  <a:moveTo>
                    <a:pt x="167159" y="0"/>
                  </a:moveTo>
                  <a:lnTo>
                    <a:pt x="161875" y="83"/>
                  </a:lnTo>
                  <a:lnTo>
                    <a:pt x="156596" y="334"/>
                  </a:lnTo>
                  <a:lnTo>
                    <a:pt x="151327" y="751"/>
                  </a:lnTo>
                  <a:lnTo>
                    <a:pt x="146075" y="1334"/>
                  </a:lnTo>
                  <a:lnTo>
                    <a:pt x="140844" y="2084"/>
                  </a:lnTo>
                  <a:lnTo>
                    <a:pt x="135639" y="2998"/>
                  </a:lnTo>
                  <a:lnTo>
                    <a:pt x="130465" y="4076"/>
                  </a:lnTo>
                  <a:lnTo>
                    <a:pt x="125328" y="5318"/>
                  </a:lnTo>
                  <a:lnTo>
                    <a:pt x="120233" y="6721"/>
                  </a:lnTo>
                  <a:lnTo>
                    <a:pt x="115185" y="8284"/>
                  </a:lnTo>
                  <a:lnTo>
                    <a:pt x="110189" y="10007"/>
                  </a:lnTo>
                  <a:lnTo>
                    <a:pt x="105249" y="11886"/>
                  </a:lnTo>
                  <a:lnTo>
                    <a:pt x="100372" y="13920"/>
                  </a:lnTo>
                  <a:lnTo>
                    <a:pt x="95561" y="16108"/>
                  </a:lnTo>
                  <a:lnTo>
                    <a:pt x="90822" y="18447"/>
                  </a:lnTo>
                  <a:lnTo>
                    <a:pt x="86159" y="20934"/>
                  </a:lnTo>
                  <a:lnTo>
                    <a:pt x="81577" y="23568"/>
                  </a:lnTo>
                  <a:lnTo>
                    <a:pt x="77081" y="26345"/>
                  </a:lnTo>
                  <a:lnTo>
                    <a:pt x="72675" y="29262"/>
                  </a:lnTo>
                  <a:lnTo>
                    <a:pt x="68363" y="32318"/>
                  </a:lnTo>
                  <a:lnTo>
                    <a:pt x="64150" y="35508"/>
                  </a:lnTo>
                  <a:lnTo>
                    <a:pt x="60039" y="38830"/>
                  </a:lnTo>
                  <a:lnTo>
                    <a:pt x="56036" y="42280"/>
                  </a:lnTo>
                  <a:lnTo>
                    <a:pt x="52144" y="45855"/>
                  </a:lnTo>
                  <a:lnTo>
                    <a:pt x="48367" y="49551"/>
                  </a:lnTo>
                  <a:lnTo>
                    <a:pt x="44708" y="53365"/>
                  </a:lnTo>
                  <a:lnTo>
                    <a:pt x="41172" y="57292"/>
                  </a:lnTo>
                  <a:lnTo>
                    <a:pt x="37762" y="61330"/>
                  </a:lnTo>
                  <a:lnTo>
                    <a:pt x="34481" y="65473"/>
                  </a:lnTo>
                  <a:lnTo>
                    <a:pt x="31333" y="69717"/>
                  </a:lnTo>
                  <a:lnTo>
                    <a:pt x="28321" y="74060"/>
                  </a:lnTo>
                  <a:lnTo>
                    <a:pt x="25447" y="78495"/>
                  </a:lnTo>
                  <a:lnTo>
                    <a:pt x="22715" y="83018"/>
                  </a:lnTo>
                  <a:lnTo>
                    <a:pt x="20127" y="87626"/>
                  </a:lnTo>
                  <a:lnTo>
                    <a:pt x="17686" y="92314"/>
                  </a:lnTo>
                  <a:lnTo>
                    <a:pt x="15395" y="97076"/>
                  </a:lnTo>
                  <a:lnTo>
                    <a:pt x="13255" y="101908"/>
                  </a:lnTo>
                  <a:lnTo>
                    <a:pt x="11269" y="106805"/>
                  </a:lnTo>
                  <a:lnTo>
                    <a:pt x="9439" y="111763"/>
                  </a:lnTo>
                  <a:lnTo>
                    <a:pt x="7767" y="116776"/>
                  </a:lnTo>
                  <a:lnTo>
                    <a:pt x="6254" y="121840"/>
                  </a:lnTo>
                  <a:lnTo>
                    <a:pt x="4901" y="126949"/>
                  </a:lnTo>
                  <a:lnTo>
                    <a:pt x="3711" y="132098"/>
                  </a:lnTo>
                  <a:lnTo>
                    <a:pt x="2684" y="137282"/>
                  </a:lnTo>
                  <a:lnTo>
                    <a:pt x="1822" y="142496"/>
                  </a:lnTo>
                  <a:lnTo>
                    <a:pt x="1125" y="147734"/>
                  </a:lnTo>
                  <a:lnTo>
                    <a:pt x="593" y="152992"/>
                  </a:lnTo>
                  <a:lnTo>
                    <a:pt x="228" y="158264"/>
                  </a:lnTo>
                  <a:lnTo>
                    <a:pt x="30" y="163545"/>
                  </a:lnTo>
                  <a:lnTo>
                    <a:pt x="0" y="168830"/>
                  </a:lnTo>
                  <a:lnTo>
                    <a:pt x="136" y="174113"/>
                  </a:lnTo>
                  <a:lnTo>
                    <a:pt x="439" y="179389"/>
                  </a:lnTo>
                  <a:lnTo>
                    <a:pt x="908" y="184653"/>
                  </a:lnTo>
                  <a:lnTo>
                    <a:pt x="1544" y="189899"/>
                  </a:lnTo>
                  <a:lnTo>
                    <a:pt x="2345" y="195123"/>
                  </a:lnTo>
                  <a:lnTo>
                    <a:pt x="3311" y="200319"/>
                  </a:lnTo>
                  <a:lnTo>
                    <a:pt x="4441" y="205481"/>
                  </a:lnTo>
                  <a:lnTo>
                    <a:pt x="5734" y="210606"/>
                  </a:lnTo>
                  <a:lnTo>
                    <a:pt x="7187" y="215686"/>
                  </a:lnTo>
                  <a:lnTo>
                    <a:pt x="8801" y="220719"/>
                  </a:lnTo>
                  <a:lnTo>
                    <a:pt x="10573" y="225698"/>
                  </a:lnTo>
                  <a:lnTo>
                    <a:pt x="12501" y="230618"/>
                  </a:lnTo>
                  <a:lnTo>
                    <a:pt x="14584" y="235475"/>
                  </a:lnTo>
                  <a:lnTo>
                    <a:pt x="16820" y="240264"/>
                  </a:lnTo>
                  <a:lnTo>
                    <a:pt x="19205" y="244979"/>
                  </a:lnTo>
                  <a:lnTo>
                    <a:pt x="21739" y="249617"/>
                  </a:lnTo>
                  <a:lnTo>
                    <a:pt x="24418" y="254173"/>
                  </a:lnTo>
                  <a:lnTo>
                    <a:pt x="27239" y="258641"/>
                  </a:lnTo>
                  <a:lnTo>
                    <a:pt x="30201" y="263018"/>
                  </a:lnTo>
                  <a:lnTo>
                    <a:pt x="33299" y="267300"/>
                  </a:lnTo>
                  <a:lnTo>
                    <a:pt x="36531" y="271481"/>
                  </a:lnTo>
                  <a:lnTo>
                    <a:pt x="39894" y="275558"/>
                  </a:lnTo>
                  <a:lnTo>
                    <a:pt x="43383" y="279526"/>
                  </a:lnTo>
                  <a:lnTo>
                    <a:pt x="46997" y="283383"/>
                  </a:lnTo>
                  <a:lnTo>
                    <a:pt x="50731" y="287123"/>
                  </a:lnTo>
                  <a:lnTo>
                    <a:pt x="54580" y="290743"/>
                  </a:lnTo>
                  <a:lnTo>
                    <a:pt x="58543" y="294240"/>
                  </a:lnTo>
                  <a:lnTo>
                    <a:pt x="62614" y="297610"/>
                  </a:lnTo>
                  <a:lnTo>
                    <a:pt x="66789" y="300849"/>
                  </a:lnTo>
                  <a:lnTo>
                    <a:pt x="71065" y="303955"/>
                  </a:lnTo>
                  <a:lnTo>
                    <a:pt x="75437" y="306924"/>
                  </a:lnTo>
                  <a:lnTo>
                    <a:pt x="79901" y="309754"/>
                  </a:lnTo>
                  <a:lnTo>
                    <a:pt x="84451" y="312441"/>
                  </a:lnTo>
                  <a:lnTo>
                    <a:pt x="89085" y="314982"/>
                  </a:lnTo>
                  <a:lnTo>
                    <a:pt x="93796" y="317376"/>
                  </a:lnTo>
                  <a:lnTo>
                    <a:pt x="98581" y="319620"/>
                  </a:lnTo>
                  <a:lnTo>
                    <a:pt x="103434" y="321712"/>
                  </a:lnTo>
                  <a:lnTo>
                    <a:pt x="108351" y="323649"/>
                  </a:lnTo>
                  <a:lnTo>
                    <a:pt x="113327" y="325430"/>
                  </a:lnTo>
                  <a:lnTo>
                    <a:pt x="118356" y="327052"/>
                  </a:lnTo>
                  <a:lnTo>
                    <a:pt x="123435" y="328515"/>
                  </a:lnTo>
                  <a:lnTo>
                    <a:pt x="128557" y="329816"/>
                  </a:lnTo>
                  <a:lnTo>
                    <a:pt x="133717" y="330955"/>
                  </a:lnTo>
                  <a:lnTo>
                    <a:pt x="138911" y="331931"/>
                  </a:lnTo>
                  <a:lnTo>
                    <a:pt x="144133" y="332741"/>
                  </a:lnTo>
                  <a:lnTo>
                    <a:pt x="149379" y="333386"/>
                  </a:lnTo>
                  <a:lnTo>
                    <a:pt x="154642" y="333865"/>
                  </a:lnTo>
                  <a:lnTo>
                    <a:pt x="159917" y="334177"/>
                  </a:lnTo>
                  <a:lnTo>
                    <a:pt x="165200" y="334323"/>
                  </a:lnTo>
                  <a:lnTo>
                    <a:pt x="170485" y="334301"/>
                  </a:lnTo>
                  <a:lnTo>
                    <a:pt x="175766" y="334113"/>
                  </a:lnTo>
                  <a:lnTo>
                    <a:pt x="181039" y="333757"/>
                  </a:lnTo>
                  <a:lnTo>
                    <a:pt x="186298" y="333235"/>
                  </a:lnTo>
                  <a:lnTo>
                    <a:pt x="191538" y="332547"/>
                  </a:lnTo>
                  <a:lnTo>
                    <a:pt x="196753" y="331694"/>
                  </a:lnTo>
                  <a:lnTo>
                    <a:pt x="201939" y="330676"/>
                  </a:lnTo>
                  <a:lnTo>
                    <a:pt x="207090" y="329495"/>
                  </a:lnTo>
                  <a:lnTo>
                    <a:pt x="212201" y="328152"/>
                  </a:lnTo>
                  <a:lnTo>
                    <a:pt x="217267" y="326648"/>
                  </a:lnTo>
                  <a:lnTo>
                    <a:pt x="222283" y="324984"/>
                  </a:lnTo>
                  <a:lnTo>
                    <a:pt x="227244" y="323163"/>
                  </a:lnTo>
                  <a:lnTo>
                    <a:pt x="232145" y="321185"/>
                  </a:lnTo>
                  <a:lnTo>
                    <a:pt x="236981" y="319054"/>
                  </a:lnTo>
                  <a:lnTo>
                    <a:pt x="241747" y="316771"/>
                  </a:lnTo>
                  <a:lnTo>
                    <a:pt x="246439" y="314339"/>
                  </a:lnTo>
                  <a:lnTo>
                    <a:pt x="251052" y="311759"/>
                  </a:lnTo>
                  <a:lnTo>
                    <a:pt x="255580" y="309035"/>
                  </a:lnTo>
                  <a:lnTo>
                    <a:pt x="260020" y="306169"/>
                  </a:lnTo>
                  <a:lnTo>
                    <a:pt x="264368" y="303165"/>
                  </a:lnTo>
                  <a:lnTo>
                    <a:pt x="268618" y="300024"/>
                  </a:lnTo>
                  <a:lnTo>
                    <a:pt x="272767" y="296750"/>
                  </a:lnTo>
                  <a:lnTo>
                    <a:pt x="276810" y="293347"/>
                  </a:lnTo>
                  <a:lnTo>
                    <a:pt x="280744" y="289818"/>
                  </a:lnTo>
                  <a:lnTo>
                    <a:pt x="284564" y="286167"/>
                  </a:lnTo>
                  <a:lnTo>
                    <a:pt x="288267" y="282396"/>
                  </a:lnTo>
                  <a:lnTo>
                    <a:pt x="291849" y="278510"/>
                  </a:lnTo>
                  <a:lnTo>
                    <a:pt x="295306" y="274513"/>
                  </a:lnTo>
                  <a:lnTo>
                    <a:pt x="298635" y="270409"/>
                  </a:lnTo>
                  <a:lnTo>
                    <a:pt x="301833" y="266201"/>
                  </a:lnTo>
                  <a:lnTo>
                    <a:pt x="304896" y="261895"/>
                  </a:lnTo>
                  <a:lnTo>
                    <a:pt x="307822" y="257494"/>
                  </a:lnTo>
                  <a:lnTo>
                    <a:pt x="310606" y="253002"/>
                  </a:lnTo>
                  <a:lnTo>
                    <a:pt x="313248" y="248425"/>
                  </a:lnTo>
                  <a:lnTo>
                    <a:pt x="315744" y="243767"/>
                  </a:lnTo>
                  <a:lnTo>
                    <a:pt x="318091" y="239032"/>
                  </a:lnTo>
                  <a:lnTo>
                    <a:pt x="320287" y="234225"/>
                  </a:lnTo>
                  <a:lnTo>
                    <a:pt x="322330" y="229351"/>
                  </a:lnTo>
                  <a:lnTo>
                    <a:pt x="324218" y="224415"/>
                  </a:lnTo>
                  <a:lnTo>
                    <a:pt x="325949" y="219422"/>
                  </a:lnTo>
                  <a:lnTo>
                    <a:pt x="327521" y="214376"/>
                  </a:lnTo>
                  <a:lnTo>
                    <a:pt x="328934" y="209284"/>
                  </a:lnTo>
                  <a:lnTo>
                    <a:pt x="330184" y="204149"/>
                  </a:lnTo>
                  <a:lnTo>
                    <a:pt x="331272" y="198977"/>
                  </a:lnTo>
                  <a:lnTo>
                    <a:pt x="332195" y="193774"/>
                  </a:lnTo>
                  <a:lnTo>
                    <a:pt x="332954" y="188544"/>
                  </a:lnTo>
                  <a:lnTo>
                    <a:pt x="333547" y="183292"/>
                  </a:lnTo>
                  <a:lnTo>
                    <a:pt x="333973" y="178025"/>
                  </a:lnTo>
                  <a:lnTo>
                    <a:pt x="334233" y="172747"/>
                  </a:lnTo>
                  <a:lnTo>
                    <a:pt x="334326" y="167463"/>
                  </a:lnTo>
                  <a:lnTo>
                    <a:pt x="334252" y="162178"/>
                  </a:lnTo>
                  <a:lnTo>
                    <a:pt x="334010" y="156899"/>
                  </a:lnTo>
                  <a:lnTo>
                    <a:pt x="333603" y="151630"/>
                  </a:lnTo>
                  <a:lnTo>
                    <a:pt x="333028" y="146377"/>
                  </a:lnTo>
                  <a:lnTo>
                    <a:pt x="332288" y="141144"/>
                  </a:lnTo>
                  <a:lnTo>
                    <a:pt x="331383" y="135937"/>
                  </a:lnTo>
                  <a:lnTo>
                    <a:pt x="330314" y="130762"/>
                  </a:lnTo>
                  <a:lnTo>
                    <a:pt x="329082" y="125623"/>
                  </a:lnTo>
                  <a:lnTo>
                    <a:pt x="327687" y="120525"/>
                  </a:lnTo>
                  <a:lnTo>
                    <a:pt x="326133" y="115474"/>
                  </a:lnTo>
                  <a:lnTo>
                    <a:pt x="324420" y="110475"/>
                  </a:lnTo>
                  <a:lnTo>
                    <a:pt x="322549" y="105532"/>
                  </a:lnTo>
                  <a:lnTo>
                    <a:pt x="320523" y="100651"/>
                  </a:lnTo>
                  <a:lnTo>
                    <a:pt x="318344" y="95837"/>
                  </a:lnTo>
                  <a:lnTo>
                    <a:pt x="316014" y="91093"/>
                  </a:lnTo>
                  <a:lnTo>
                    <a:pt x="313535" y="86426"/>
                  </a:lnTo>
                  <a:lnTo>
                    <a:pt x="310909" y="81840"/>
                  </a:lnTo>
                  <a:lnTo>
                    <a:pt x="308140" y="77338"/>
                  </a:lnTo>
                  <a:lnTo>
                    <a:pt x="305230" y="72927"/>
                  </a:lnTo>
                  <a:lnTo>
                    <a:pt x="302182" y="68610"/>
                  </a:lnTo>
                  <a:lnTo>
                    <a:pt x="299000" y="64391"/>
                  </a:lnTo>
                  <a:lnTo>
                    <a:pt x="295685" y="60275"/>
                  </a:lnTo>
                  <a:lnTo>
                    <a:pt x="292242" y="56265"/>
                  </a:lnTo>
                  <a:lnTo>
                    <a:pt x="288674" y="52367"/>
                  </a:lnTo>
                  <a:lnTo>
                    <a:pt x="284984" y="48583"/>
                  </a:lnTo>
                  <a:lnTo>
                    <a:pt x="281177" y="44918"/>
                  </a:lnTo>
                  <a:lnTo>
                    <a:pt x="277256" y="41375"/>
                  </a:lnTo>
                  <a:lnTo>
                    <a:pt x="273225" y="37958"/>
                  </a:lnTo>
                  <a:lnTo>
                    <a:pt x="269087" y="34670"/>
                  </a:lnTo>
                  <a:lnTo>
                    <a:pt x="264848" y="31514"/>
                  </a:lnTo>
                  <a:lnTo>
                    <a:pt x="260512" y="28494"/>
                  </a:lnTo>
                  <a:lnTo>
                    <a:pt x="256081" y="25612"/>
                  </a:lnTo>
                  <a:lnTo>
                    <a:pt x="251563" y="22872"/>
                  </a:lnTo>
                  <a:lnTo>
                    <a:pt x="167159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525980" y="3452463"/>
              <a:ext cx="84403" cy="144294"/>
            </a:xfrm>
            <a:custGeom>
              <a:avLst/>
              <a:pathLst>
                <a:path w="84403" h="144294">
                  <a:moveTo>
                    <a:pt x="84403" y="0"/>
                  </a:moveTo>
                  <a:lnTo>
                    <a:pt x="0" y="1442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525980" y="3445566"/>
              <a:ext cx="84403" cy="151191"/>
            </a:xfrm>
            <a:custGeom>
              <a:avLst/>
              <a:pathLst>
                <a:path w="84403" h="151191">
                  <a:moveTo>
                    <a:pt x="84403" y="6896"/>
                  </a:moveTo>
                  <a:lnTo>
                    <a:pt x="71316" y="0"/>
                  </a:lnTo>
                  <a:lnTo>
                    <a:pt x="0" y="15119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525980" y="3429590"/>
              <a:ext cx="71316" cy="167167"/>
            </a:xfrm>
            <a:custGeom>
              <a:avLst/>
              <a:pathLst>
                <a:path w="71316" h="167167">
                  <a:moveTo>
                    <a:pt x="71316" y="15975"/>
                  </a:moveTo>
                  <a:lnTo>
                    <a:pt x="66150" y="13645"/>
                  </a:lnTo>
                  <a:lnTo>
                    <a:pt x="60908" y="11491"/>
                  </a:lnTo>
                  <a:lnTo>
                    <a:pt x="55596" y="9516"/>
                  </a:lnTo>
                  <a:lnTo>
                    <a:pt x="50220" y="7722"/>
                  </a:lnTo>
                  <a:lnTo>
                    <a:pt x="44787" y="6111"/>
                  </a:lnTo>
                  <a:lnTo>
                    <a:pt x="39302" y="4685"/>
                  </a:lnTo>
                  <a:lnTo>
                    <a:pt x="33771" y="3446"/>
                  </a:lnTo>
                  <a:lnTo>
                    <a:pt x="28202" y="2396"/>
                  </a:lnTo>
                  <a:lnTo>
                    <a:pt x="22601" y="1534"/>
                  </a:lnTo>
                  <a:lnTo>
                    <a:pt x="16973" y="863"/>
                  </a:lnTo>
                  <a:lnTo>
                    <a:pt x="11326" y="384"/>
                  </a:lnTo>
                  <a:lnTo>
                    <a:pt x="5666" y="9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2645733" y="393401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2478583" y="3934012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8"/>
                  </a:lnTo>
                  <a:lnTo>
                    <a:pt x="13043" y="102390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6"/>
                  </a:lnTo>
                  <a:lnTo>
                    <a:pt x="6089" y="122398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4"/>
                  </a:lnTo>
                  <a:lnTo>
                    <a:pt x="1721" y="143125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2"/>
                  </a:lnTo>
                  <a:lnTo>
                    <a:pt x="8" y="164238"/>
                  </a:lnTo>
                  <a:lnTo>
                    <a:pt x="0" y="169537"/>
                  </a:lnTo>
                  <a:lnTo>
                    <a:pt x="159" y="174834"/>
                  </a:lnTo>
                  <a:lnTo>
                    <a:pt x="485" y="180123"/>
                  </a:lnTo>
                  <a:lnTo>
                    <a:pt x="980" y="185398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19" y="206266"/>
                  </a:lnTo>
                  <a:lnTo>
                    <a:pt x="5940" y="211397"/>
                  </a:lnTo>
                  <a:lnTo>
                    <a:pt x="7423" y="216484"/>
                  </a:lnTo>
                  <a:lnTo>
                    <a:pt x="9066" y="221522"/>
                  </a:lnTo>
                  <a:lnTo>
                    <a:pt x="10869" y="226505"/>
                  </a:lnTo>
                  <a:lnTo>
                    <a:pt x="12828" y="231429"/>
                  </a:lnTo>
                  <a:lnTo>
                    <a:pt x="14942" y="236287"/>
                  </a:lnTo>
                  <a:lnTo>
                    <a:pt x="17209" y="241077"/>
                  </a:lnTo>
                  <a:lnTo>
                    <a:pt x="19627" y="245792"/>
                  </a:lnTo>
                  <a:lnTo>
                    <a:pt x="22193" y="250428"/>
                  </a:lnTo>
                  <a:lnTo>
                    <a:pt x="24905" y="254981"/>
                  </a:lnTo>
                  <a:lnTo>
                    <a:pt x="27759" y="259445"/>
                  </a:lnTo>
                  <a:lnTo>
                    <a:pt x="30754" y="263816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1"/>
                  </a:lnTo>
                  <a:lnTo>
                    <a:pt x="44071" y="280289"/>
                  </a:lnTo>
                  <a:lnTo>
                    <a:pt x="47718" y="284133"/>
                  </a:lnTo>
                  <a:lnTo>
                    <a:pt x="51486" y="287859"/>
                  </a:lnTo>
                  <a:lnTo>
                    <a:pt x="55369" y="291465"/>
                  </a:lnTo>
                  <a:lnTo>
                    <a:pt x="59365" y="294945"/>
                  </a:lnTo>
                  <a:lnTo>
                    <a:pt x="63469" y="298297"/>
                  </a:lnTo>
                  <a:lnTo>
                    <a:pt x="67677" y="301517"/>
                  </a:lnTo>
                  <a:lnTo>
                    <a:pt x="71985" y="304602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5" y="313018"/>
                  </a:lnTo>
                  <a:lnTo>
                    <a:pt x="90129" y="315534"/>
                  </a:lnTo>
                  <a:lnTo>
                    <a:pt x="94870" y="317900"/>
                  </a:lnTo>
                  <a:lnTo>
                    <a:pt x="99684" y="320115"/>
                  </a:lnTo>
                  <a:lnTo>
                    <a:pt x="104565" y="322177"/>
                  </a:lnTo>
                  <a:lnTo>
                    <a:pt x="109509" y="324083"/>
                  </a:lnTo>
                  <a:lnTo>
                    <a:pt x="114512" y="325831"/>
                  </a:lnTo>
                  <a:lnTo>
                    <a:pt x="119567" y="327419"/>
                  </a:lnTo>
                  <a:lnTo>
                    <a:pt x="124670" y="328847"/>
                  </a:lnTo>
                  <a:lnTo>
                    <a:pt x="129815" y="330112"/>
                  </a:lnTo>
                  <a:lnTo>
                    <a:pt x="134999" y="331213"/>
                  </a:lnTo>
                  <a:lnTo>
                    <a:pt x="140214" y="332150"/>
                  </a:lnTo>
                  <a:lnTo>
                    <a:pt x="145457" y="332921"/>
                  </a:lnTo>
                  <a:lnTo>
                    <a:pt x="150721" y="333525"/>
                  </a:lnTo>
                  <a:lnTo>
                    <a:pt x="156002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4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2" y="327733"/>
                  </a:lnTo>
                  <a:lnTo>
                    <a:pt x="218728" y="326179"/>
                  </a:lnTo>
                  <a:lnTo>
                    <a:pt x="223741" y="324464"/>
                  </a:lnTo>
                  <a:lnTo>
                    <a:pt x="228698" y="322591"/>
                  </a:lnTo>
                  <a:lnTo>
                    <a:pt x="233593" y="320563"/>
                  </a:lnTo>
                  <a:lnTo>
                    <a:pt x="238422" y="318380"/>
                  </a:lnTo>
                  <a:lnTo>
                    <a:pt x="243179" y="316045"/>
                  </a:lnTo>
                  <a:lnTo>
                    <a:pt x="247859" y="313560"/>
                  </a:lnTo>
                  <a:lnTo>
                    <a:pt x="252458" y="310929"/>
                  </a:lnTo>
                  <a:lnTo>
                    <a:pt x="256972" y="308153"/>
                  </a:lnTo>
                  <a:lnTo>
                    <a:pt x="261395" y="305235"/>
                  </a:lnTo>
                  <a:lnTo>
                    <a:pt x="265724" y="302179"/>
                  </a:lnTo>
                  <a:lnTo>
                    <a:pt x="269953" y="298987"/>
                  </a:lnTo>
                  <a:lnTo>
                    <a:pt x="274080" y="295662"/>
                  </a:lnTo>
                  <a:lnTo>
                    <a:pt x="278098" y="292209"/>
                  </a:lnTo>
                  <a:lnTo>
                    <a:pt x="282006" y="288629"/>
                  </a:lnTo>
                  <a:lnTo>
                    <a:pt x="285798" y="284928"/>
                  </a:lnTo>
                  <a:lnTo>
                    <a:pt x="289470" y="281109"/>
                  </a:lnTo>
                  <a:lnTo>
                    <a:pt x="293020" y="277174"/>
                  </a:lnTo>
                  <a:lnTo>
                    <a:pt x="296444" y="273130"/>
                  </a:lnTo>
                  <a:lnTo>
                    <a:pt x="299737" y="268979"/>
                  </a:lnTo>
                  <a:lnTo>
                    <a:pt x="302897" y="264725"/>
                  </a:lnTo>
                  <a:lnTo>
                    <a:pt x="305921" y="260374"/>
                  </a:lnTo>
                  <a:lnTo>
                    <a:pt x="308806" y="255929"/>
                  </a:lnTo>
                  <a:lnTo>
                    <a:pt x="311548" y="251395"/>
                  </a:lnTo>
                  <a:lnTo>
                    <a:pt x="314145" y="246776"/>
                  </a:lnTo>
                  <a:lnTo>
                    <a:pt x="316594" y="242077"/>
                  </a:lnTo>
                  <a:lnTo>
                    <a:pt x="318893" y="237303"/>
                  </a:lnTo>
                  <a:lnTo>
                    <a:pt x="321040" y="232458"/>
                  </a:lnTo>
                  <a:lnTo>
                    <a:pt x="323032" y="227548"/>
                  </a:lnTo>
                  <a:lnTo>
                    <a:pt x="324867" y="222577"/>
                  </a:lnTo>
                  <a:lnTo>
                    <a:pt x="326544" y="217550"/>
                  </a:lnTo>
                  <a:lnTo>
                    <a:pt x="328061" y="212473"/>
                  </a:lnTo>
                  <a:lnTo>
                    <a:pt x="329416" y="207351"/>
                  </a:lnTo>
                  <a:lnTo>
                    <a:pt x="330608" y="202187"/>
                  </a:lnTo>
                  <a:lnTo>
                    <a:pt x="331636" y="196989"/>
                  </a:lnTo>
                  <a:lnTo>
                    <a:pt x="332499" y="191761"/>
                  </a:lnTo>
                  <a:lnTo>
                    <a:pt x="333195" y="186508"/>
                  </a:lnTo>
                  <a:lnTo>
                    <a:pt x="333725" y="181236"/>
                  </a:lnTo>
                  <a:lnTo>
                    <a:pt x="334087" y="175949"/>
                  </a:lnTo>
                  <a:lnTo>
                    <a:pt x="334281" y="170654"/>
                  </a:lnTo>
                  <a:lnTo>
                    <a:pt x="334308" y="165355"/>
                  </a:lnTo>
                  <a:lnTo>
                    <a:pt x="334166" y="160058"/>
                  </a:lnTo>
                  <a:lnTo>
                    <a:pt x="333857" y="154768"/>
                  </a:lnTo>
                  <a:lnTo>
                    <a:pt x="333380" y="149491"/>
                  </a:lnTo>
                  <a:lnTo>
                    <a:pt x="332737" y="144231"/>
                  </a:lnTo>
                  <a:lnTo>
                    <a:pt x="331927" y="138994"/>
                  </a:lnTo>
                  <a:lnTo>
                    <a:pt x="330951" y="133786"/>
                  </a:lnTo>
                  <a:lnTo>
                    <a:pt x="329811" y="128611"/>
                  </a:lnTo>
                  <a:lnTo>
                    <a:pt x="328507" y="123475"/>
                  </a:lnTo>
                  <a:lnTo>
                    <a:pt x="327041" y="118383"/>
                  </a:lnTo>
                  <a:lnTo>
                    <a:pt x="325415" y="113340"/>
                  </a:lnTo>
                  <a:lnTo>
                    <a:pt x="323629" y="108351"/>
                  </a:lnTo>
                  <a:lnTo>
                    <a:pt x="321686" y="103421"/>
                  </a:lnTo>
                  <a:lnTo>
                    <a:pt x="319588" y="98555"/>
                  </a:lnTo>
                  <a:lnTo>
                    <a:pt x="317337" y="93758"/>
                  </a:lnTo>
                  <a:lnTo>
                    <a:pt x="314935" y="89035"/>
                  </a:lnTo>
                  <a:lnTo>
                    <a:pt x="312384" y="84390"/>
                  </a:lnTo>
                  <a:lnTo>
                    <a:pt x="309688" y="79829"/>
                  </a:lnTo>
                  <a:lnTo>
                    <a:pt x="306848" y="75355"/>
                  </a:lnTo>
                  <a:lnTo>
                    <a:pt x="303868" y="70974"/>
                  </a:lnTo>
                  <a:lnTo>
                    <a:pt x="300751" y="66689"/>
                  </a:lnTo>
                  <a:lnTo>
                    <a:pt x="297499" y="62505"/>
                  </a:lnTo>
                  <a:lnTo>
                    <a:pt x="294116" y="58426"/>
                  </a:lnTo>
                  <a:lnTo>
                    <a:pt x="290606" y="54457"/>
                  </a:lnTo>
                  <a:lnTo>
                    <a:pt x="286972" y="50601"/>
                  </a:lnTo>
                  <a:lnTo>
                    <a:pt x="283217" y="46861"/>
                  </a:lnTo>
                  <a:lnTo>
                    <a:pt x="279346" y="43243"/>
                  </a:lnTo>
                  <a:lnTo>
                    <a:pt x="275362" y="39750"/>
                  </a:lnTo>
                  <a:lnTo>
                    <a:pt x="271269" y="36384"/>
                  </a:lnTo>
                  <a:lnTo>
                    <a:pt x="267072" y="33150"/>
                  </a:lnTo>
                  <a:lnTo>
                    <a:pt x="262774" y="30050"/>
                  </a:lnTo>
                  <a:lnTo>
                    <a:pt x="258380" y="27088"/>
                  </a:lnTo>
                  <a:lnTo>
                    <a:pt x="253895" y="24267"/>
                  </a:lnTo>
                  <a:lnTo>
                    <a:pt x="249322" y="21590"/>
                  </a:lnTo>
                  <a:lnTo>
                    <a:pt x="244667" y="19058"/>
                  </a:lnTo>
                  <a:lnTo>
                    <a:pt x="239934" y="16676"/>
                  </a:lnTo>
                  <a:lnTo>
                    <a:pt x="235127" y="14445"/>
                  </a:lnTo>
                  <a:lnTo>
                    <a:pt x="230253" y="12367"/>
                  </a:lnTo>
                  <a:lnTo>
                    <a:pt x="225315" y="10445"/>
                  </a:lnTo>
                  <a:lnTo>
                    <a:pt x="220318" y="8680"/>
                  </a:lnTo>
                  <a:lnTo>
                    <a:pt x="215269" y="7075"/>
                  </a:lnTo>
                  <a:lnTo>
                    <a:pt x="210170" y="5630"/>
                  </a:lnTo>
                  <a:lnTo>
                    <a:pt x="205029" y="4348"/>
                  </a:lnTo>
                  <a:lnTo>
                    <a:pt x="199849" y="3229"/>
                  </a:lnTo>
                  <a:lnTo>
                    <a:pt x="194637" y="2275"/>
                  </a:lnTo>
                  <a:lnTo>
                    <a:pt x="189397" y="1486"/>
                  </a:lnTo>
                  <a:lnTo>
                    <a:pt x="184135" y="865"/>
                  </a:lnTo>
                  <a:lnTo>
                    <a:pt x="178856" y="410"/>
                  </a:lnTo>
                  <a:lnTo>
                    <a:pt x="173564" y="12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645733" y="3934136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645733" y="3934012"/>
              <a:ext cx="6414" cy="167167"/>
            </a:xfrm>
            <a:custGeom>
              <a:avLst/>
              <a:pathLst>
                <a:path w="6414" h="167167">
                  <a:moveTo>
                    <a:pt x="6414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2878783" y="439726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2711632" y="4397268"/>
              <a:ext cx="334308" cy="334333"/>
            </a:xfrm>
            <a:custGeom>
              <a:avLst/>
              <a:pathLst>
                <a:path w="334308" h="334333">
                  <a:moveTo>
                    <a:pt x="167150" y="0"/>
                  </a:moveTo>
                  <a:lnTo>
                    <a:pt x="161852" y="83"/>
                  </a:lnTo>
                  <a:lnTo>
                    <a:pt x="156559" y="335"/>
                  </a:lnTo>
                  <a:lnTo>
                    <a:pt x="151277" y="755"/>
                  </a:lnTo>
                  <a:lnTo>
                    <a:pt x="146010" y="1342"/>
                  </a:lnTo>
                  <a:lnTo>
                    <a:pt x="140765" y="2095"/>
                  </a:lnTo>
                  <a:lnTo>
                    <a:pt x="135547" y="3014"/>
                  </a:lnTo>
                  <a:lnTo>
                    <a:pt x="130360" y="4098"/>
                  </a:lnTo>
                  <a:lnTo>
                    <a:pt x="125210" y="5346"/>
                  </a:lnTo>
                  <a:lnTo>
                    <a:pt x="120102" y="6757"/>
                  </a:lnTo>
                  <a:lnTo>
                    <a:pt x="115042" y="8328"/>
                  </a:lnTo>
                  <a:lnTo>
                    <a:pt x="110034" y="10060"/>
                  </a:lnTo>
                  <a:lnTo>
                    <a:pt x="105083" y="11949"/>
                  </a:lnTo>
                  <a:lnTo>
                    <a:pt x="100195" y="13994"/>
                  </a:lnTo>
                  <a:lnTo>
                    <a:pt x="95374" y="16193"/>
                  </a:lnTo>
                  <a:lnTo>
                    <a:pt x="90625" y="18544"/>
                  </a:lnTo>
                  <a:lnTo>
                    <a:pt x="85953" y="21044"/>
                  </a:lnTo>
                  <a:lnTo>
                    <a:pt x="81362" y="23691"/>
                  </a:lnTo>
                  <a:lnTo>
                    <a:pt x="76858" y="26482"/>
                  </a:lnTo>
                  <a:lnTo>
                    <a:pt x="72444" y="29414"/>
                  </a:lnTo>
                  <a:lnTo>
                    <a:pt x="68126" y="32485"/>
                  </a:lnTo>
                  <a:lnTo>
                    <a:pt x="63907" y="35691"/>
                  </a:lnTo>
                  <a:lnTo>
                    <a:pt x="59792" y="39030"/>
                  </a:lnTo>
                  <a:lnTo>
                    <a:pt x="55785" y="42497"/>
                  </a:lnTo>
                  <a:lnTo>
                    <a:pt x="51889" y="46089"/>
                  </a:lnTo>
                  <a:lnTo>
                    <a:pt x="48110" y="49803"/>
                  </a:lnTo>
                  <a:lnTo>
                    <a:pt x="44450" y="53635"/>
                  </a:lnTo>
                  <a:lnTo>
                    <a:pt x="40913" y="57581"/>
                  </a:lnTo>
                  <a:lnTo>
                    <a:pt x="37503" y="61637"/>
                  </a:lnTo>
                  <a:lnTo>
                    <a:pt x="34224" y="65799"/>
                  </a:lnTo>
                  <a:lnTo>
                    <a:pt x="31078" y="70063"/>
                  </a:lnTo>
                  <a:lnTo>
                    <a:pt x="28068" y="74424"/>
                  </a:lnTo>
                  <a:lnTo>
                    <a:pt x="25199" y="78879"/>
                  </a:lnTo>
                  <a:lnTo>
                    <a:pt x="22472" y="83422"/>
                  </a:lnTo>
                  <a:lnTo>
                    <a:pt x="19890" y="88050"/>
                  </a:lnTo>
                  <a:lnTo>
                    <a:pt x="17457" y="92757"/>
                  </a:lnTo>
                  <a:lnTo>
                    <a:pt x="15174" y="97538"/>
                  </a:lnTo>
                  <a:lnTo>
                    <a:pt x="13043" y="102390"/>
                  </a:lnTo>
                  <a:lnTo>
                    <a:pt x="11068" y="107307"/>
                  </a:lnTo>
                  <a:lnTo>
                    <a:pt x="9249" y="112284"/>
                  </a:lnTo>
                  <a:lnTo>
                    <a:pt x="7589" y="117316"/>
                  </a:lnTo>
                  <a:lnTo>
                    <a:pt x="6089" y="122398"/>
                  </a:lnTo>
                  <a:lnTo>
                    <a:pt x="4751" y="127526"/>
                  </a:lnTo>
                  <a:lnTo>
                    <a:pt x="3576" y="132693"/>
                  </a:lnTo>
                  <a:lnTo>
                    <a:pt x="2566" y="137894"/>
                  </a:lnTo>
                  <a:lnTo>
                    <a:pt x="1721" y="143125"/>
                  </a:lnTo>
                  <a:lnTo>
                    <a:pt x="1042" y="148381"/>
                  </a:lnTo>
                  <a:lnTo>
                    <a:pt x="530" y="153655"/>
                  </a:lnTo>
                  <a:lnTo>
                    <a:pt x="185" y="158942"/>
                  </a:lnTo>
                  <a:lnTo>
                    <a:pt x="8" y="164238"/>
                  </a:lnTo>
                  <a:lnTo>
                    <a:pt x="0" y="169537"/>
                  </a:lnTo>
                  <a:lnTo>
                    <a:pt x="159" y="174834"/>
                  </a:lnTo>
                  <a:lnTo>
                    <a:pt x="485" y="180123"/>
                  </a:lnTo>
                  <a:lnTo>
                    <a:pt x="980" y="185398"/>
                  </a:lnTo>
                  <a:lnTo>
                    <a:pt x="1641" y="190656"/>
                  </a:lnTo>
                  <a:lnTo>
                    <a:pt x="2469" y="195890"/>
                  </a:lnTo>
                  <a:lnTo>
                    <a:pt x="3462" y="201095"/>
                  </a:lnTo>
                  <a:lnTo>
                    <a:pt x="4619" y="206266"/>
                  </a:lnTo>
                  <a:lnTo>
                    <a:pt x="5940" y="211397"/>
                  </a:lnTo>
                  <a:lnTo>
                    <a:pt x="7423" y="216484"/>
                  </a:lnTo>
                  <a:lnTo>
                    <a:pt x="9066" y="221522"/>
                  </a:lnTo>
                  <a:lnTo>
                    <a:pt x="10869" y="226505"/>
                  </a:lnTo>
                  <a:lnTo>
                    <a:pt x="12828" y="231429"/>
                  </a:lnTo>
                  <a:lnTo>
                    <a:pt x="14942" y="236287"/>
                  </a:lnTo>
                  <a:lnTo>
                    <a:pt x="17209" y="241077"/>
                  </a:lnTo>
                  <a:lnTo>
                    <a:pt x="19627" y="245792"/>
                  </a:lnTo>
                  <a:lnTo>
                    <a:pt x="22193" y="250428"/>
                  </a:lnTo>
                  <a:lnTo>
                    <a:pt x="24905" y="254981"/>
                  </a:lnTo>
                  <a:lnTo>
                    <a:pt x="27759" y="259445"/>
                  </a:lnTo>
                  <a:lnTo>
                    <a:pt x="30754" y="263816"/>
                  </a:lnTo>
                  <a:lnTo>
                    <a:pt x="33886" y="268091"/>
                  </a:lnTo>
                  <a:lnTo>
                    <a:pt x="37152" y="272264"/>
                  </a:lnTo>
                  <a:lnTo>
                    <a:pt x="40548" y="276331"/>
                  </a:lnTo>
                  <a:lnTo>
                    <a:pt x="44071" y="280289"/>
                  </a:lnTo>
                  <a:lnTo>
                    <a:pt x="47718" y="284133"/>
                  </a:lnTo>
                  <a:lnTo>
                    <a:pt x="51486" y="287859"/>
                  </a:lnTo>
                  <a:lnTo>
                    <a:pt x="55369" y="291465"/>
                  </a:lnTo>
                  <a:lnTo>
                    <a:pt x="59365" y="294945"/>
                  </a:lnTo>
                  <a:lnTo>
                    <a:pt x="63469" y="298297"/>
                  </a:lnTo>
                  <a:lnTo>
                    <a:pt x="67677" y="301517"/>
                  </a:lnTo>
                  <a:lnTo>
                    <a:pt x="71985" y="304602"/>
                  </a:lnTo>
                  <a:lnTo>
                    <a:pt x="76389" y="307550"/>
                  </a:lnTo>
                  <a:lnTo>
                    <a:pt x="80884" y="310356"/>
                  </a:lnTo>
                  <a:lnTo>
                    <a:pt x="85465" y="313018"/>
                  </a:lnTo>
                  <a:lnTo>
                    <a:pt x="90129" y="315534"/>
                  </a:lnTo>
                  <a:lnTo>
                    <a:pt x="94870" y="317900"/>
                  </a:lnTo>
                  <a:lnTo>
                    <a:pt x="99684" y="320115"/>
                  </a:lnTo>
                  <a:lnTo>
                    <a:pt x="104565" y="322177"/>
                  </a:lnTo>
                  <a:lnTo>
                    <a:pt x="109509" y="324083"/>
                  </a:lnTo>
                  <a:lnTo>
                    <a:pt x="114512" y="325831"/>
                  </a:lnTo>
                  <a:lnTo>
                    <a:pt x="119567" y="327419"/>
                  </a:lnTo>
                  <a:lnTo>
                    <a:pt x="124670" y="328847"/>
                  </a:lnTo>
                  <a:lnTo>
                    <a:pt x="129815" y="330112"/>
                  </a:lnTo>
                  <a:lnTo>
                    <a:pt x="134999" y="331213"/>
                  </a:lnTo>
                  <a:lnTo>
                    <a:pt x="140214" y="332150"/>
                  </a:lnTo>
                  <a:lnTo>
                    <a:pt x="145457" y="332921"/>
                  </a:lnTo>
                  <a:lnTo>
                    <a:pt x="150721" y="333525"/>
                  </a:lnTo>
                  <a:lnTo>
                    <a:pt x="156002" y="333962"/>
                  </a:lnTo>
                  <a:lnTo>
                    <a:pt x="161294" y="334232"/>
                  </a:lnTo>
                  <a:lnTo>
                    <a:pt x="166592" y="334333"/>
                  </a:lnTo>
                  <a:lnTo>
                    <a:pt x="171890" y="334267"/>
                  </a:lnTo>
                  <a:lnTo>
                    <a:pt x="177184" y="334033"/>
                  </a:lnTo>
                  <a:lnTo>
                    <a:pt x="182468" y="333631"/>
                  </a:lnTo>
                  <a:lnTo>
                    <a:pt x="187736" y="333062"/>
                  </a:lnTo>
                  <a:lnTo>
                    <a:pt x="192983" y="332326"/>
                  </a:lnTo>
                  <a:lnTo>
                    <a:pt x="198205" y="331424"/>
                  </a:lnTo>
                  <a:lnTo>
                    <a:pt x="203395" y="330358"/>
                  </a:lnTo>
                  <a:lnTo>
                    <a:pt x="208549" y="329127"/>
                  </a:lnTo>
                  <a:lnTo>
                    <a:pt x="213662" y="327733"/>
                  </a:lnTo>
                  <a:lnTo>
                    <a:pt x="218728" y="326179"/>
                  </a:lnTo>
                  <a:lnTo>
                    <a:pt x="223741" y="324464"/>
                  </a:lnTo>
                  <a:lnTo>
                    <a:pt x="228698" y="322591"/>
                  </a:lnTo>
                  <a:lnTo>
                    <a:pt x="233593" y="320563"/>
                  </a:lnTo>
                  <a:lnTo>
                    <a:pt x="238422" y="318380"/>
                  </a:lnTo>
                  <a:lnTo>
                    <a:pt x="243179" y="316045"/>
                  </a:lnTo>
                  <a:lnTo>
                    <a:pt x="247859" y="313560"/>
                  </a:lnTo>
                  <a:lnTo>
                    <a:pt x="252458" y="310929"/>
                  </a:lnTo>
                  <a:lnTo>
                    <a:pt x="256972" y="308153"/>
                  </a:lnTo>
                  <a:lnTo>
                    <a:pt x="261395" y="305235"/>
                  </a:lnTo>
                  <a:lnTo>
                    <a:pt x="265724" y="302179"/>
                  </a:lnTo>
                  <a:lnTo>
                    <a:pt x="269953" y="298987"/>
                  </a:lnTo>
                  <a:lnTo>
                    <a:pt x="274080" y="295662"/>
                  </a:lnTo>
                  <a:lnTo>
                    <a:pt x="278098" y="292209"/>
                  </a:lnTo>
                  <a:lnTo>
                    <a:pt x="282006" y="288629"/>
                  </a:lnTo>
                  <a:lnTo>
                    <a:pt x="285798" y="284928"/>
                  </a:lnTo>
                  <a:lnTo>
                    <a:pt x="289470" y="281109"/>
                  </a:lnTo>
                  <a:lnTo>
                    <a:pt x="293020" y="277174"/>
                  </a:lnTo>
                  <a:lnTo>
                    <a:pt x="296444" y="273130"/>
                  </a:lnTo>
                  <a:lnTo>
                    <a:pt x="299737" y="268979"/>
                  </a:lnTo>
                  <a:lnTo>
                    <a:pt x="302897" y="264725"/>
                  </a:lnTo>
                  <a:lnTo>
                    <a:pt x="305921" y="260374"/>
                  </a:lnTo>
                  <a:lnTo>
                    <a:pt x="308806" y="255929"/>
                  </a:lnTo>
                  <a:lnTo>
                    <a:pt x="311548" y="251395"/>
                  </a:lnTo>
                  <a:lnTo>
                    <a:pt x="314145" y="246776"/>
                  </a:lnTo>
                  <a:lnTo>
                    <a:pt x="316594" y="242077"/>
                  </a:lnTo>
                  <a:lnTo>
                    <a:pt x="318893" y="237303"/>
                  </a:lnTo>
                  <a:lnTo>
                    <a:pt x="321040" y="232458"/>
                  </a:lnTo>
                  <a:lnTo>
                    <a:pt x="323032" y="227548"/>
                  </a:lnTo>
                  <a:lnTo>
                    <a:pt x="324867" y="222577"/>
                  </a:lnTo>
                  <a:lnTo>
                    <a:pt x="326544" y="217550"/>
                  </a:lnTo>
                  <a:lnTo>
                    <a:pt x="328061" y="212473"/>
                  </a:lnTo>
                  <a:lnTo>
                    <a:pt x="329416" y="207351"/>
                  </a:lnTo>
                  <a:lnTo>
                    <a:pt x="330608" y="202187"/>
                  </a:lnTo>
                  <a:lnTo>
                    <a:pt x="331636" y="196989"/>
                  </a:lnTo>
                  <a:lnTo>
                    <a:pt x="332499" y="191761"/>
                  </a:lnTo>
                  <a:lnTo>
                    <a:pt x="333195" y="186508"/>
                  </a:lnTo>
                  <a:lnTo>
                    <a:pt x="333725" y="181236"/>
                  </a:lnTo>
                  <a:lnTo>
                    <a:pt x="334087" y="175949"/>
                  </a:lnTo>
                  <a:lnTo>
                    <a:pt x="334281" y="170654"/>
                  </a:lnTo>
                  <a:lnTo>
                    <a:pt x="334308" y="165355"/>
                  </a:lnTo>
                  <a:lnTo>
                    <a:pt x="334166" y="160058"/>
                  </a:lnTo>
                  <a:lnTo>
                    <a:pt x="333857" y="154768"/>
                  </a:lnTo>
                  <a:lnTo>
                    <a:pt x="333380" y="149491"/>
                  </a:lnTo>
                  <a:lnTo>
                    <a:pt x="332737" y="144231"/>
                  </a:lnTo>
                  <a:lnTo>
                    <a:pt x="331927" y="138994"/>
                  </a:lnTo>
                  <a:lnTo>
                    <a:pt x="330951" y="133786"/>
                  </a:lnTo>
                  <a:lnTo>
                    <a:pt x="329811" y="128611"/>
                  </a:lnTo>
                  <a:lnTo>
                    <a:pt x="328507" y="123475"/>
                  </a:lnTo>
                  <a:lnTo>
                    <a:pt x="327041" y="118383"/>
                  </a:lnTo>
                  <a:lnTo>
                    <a:pt x="325415" y="113340"/>
                  </a:lnTo>
                  <a:lnTo>
                    <a:pt x="323629" y="108351"/>
                  </a:lnTo>
                  <a:lnTo>
                    <a:pt x="321686" y="103421"/>
                  </a:lnTo>
                  <a:lnTo>
                    <a:pt x="319588" y="98555"/>
                  </a:lnTo>
                  <a:lnTo>
                    <a:pt x="317337" y="93758"/>
                  </a:lnTo>
                  <a:lnTo>
                    <a:pt x="314935" y="89035"/>
                  </a:lnTo>
                  <a:lnTo>
                    <a:pt x="312384" y="84390"/>
                  </a:lnTo>
                  <a:lnTo>
                    <a:pt x="309688" y="79829"/>
                  </a:lnTo>
                  <a:lnTo>
                    <a:pt x="306848" y="75355"/>
                  </a:lnTo>
                  <a:lnTo>
                    <a:pt x="303868" y="70974"/>
                  </a:lnTo>
                  <a:lnTo>
                    <a:pt x="300751" y="66689"/>
                  </a:lnTo>
                  <a:lnTo>
                    <a:pt x="297499" y="62505"/>
                  </a:lnTo>
                  <a:lnTo>
                    <a:pt x="294116" y="58426"/>
                  </a:lnTo>
                  <a:lnTo>
                    <a:pt x="290606" y="54457"/>
                  </a:lnTo>
                  <a:lnTo>
                    <a:pt x="286972" y="50601"/>
                  </a:lnTo>
                  <a:lnTo>
                    <a:pt x="283217" y="46861"/>
                  </a:lnTo>
                  <a:lnTo>
                    <a:pt x="279346" y="43243"/>
                  </a:lnTo>
                  <a:lnTo>
                    <a:pt x="275362" y="39750"/>
                  </a:lnTo>
                  <a:lnTo>
                    <a:pt x="271269" y="36384"/>
                  </a:lnTo>
                  <a:lnTo>
                    <a:pt x="267072" y="33150"/>
                  </a:lnTo>
                  <a:lnTo>
                    <a:pt x="262774" y="30050"/>
                  </a:lnTo>
                  <a:lnTo>
                    <a:pt x="258380" y="27088"/>
                  </a:lnTo>
                  <a:lnTo>
                    <a:pt x="253895" y="24267"/>
                  </a:lnTo>
                  <a:lnTo>
                    <a:pt x="249322" y="21590"/>
                  </a:lnTo>
                  <a:lnTo>
                    <a:pt x="244667" y="19058"/>
                  </a:lnTo>
                  <a:lnTo>
                    <a:pt x="239934" y="16676"/>
                  </a:lnTo>
                  <a:lnTo>
                    <a:pt x="235127" y="14445"/>
                  </a:lnTo>
                  <a:lnTo>
                    <a:pt x="230253" y="12367"/>
                  </a:lnTo>
                  <a:lnTo>
                    <a:pt x="225315" y="10445"/>
                  </a:lnTo>
                  <a:lnTo>
                    <a:pt x="220318" y="8680"/>
                  </a:lnTo>
                  <a:lnTo>
                    <a:pt x="215269" y="7075"/>
                  </a:lnTo>
                  <a:lnTo>
                    <a:pt x="210170" y="5630"/>
                  </a:lnTo>
                  <a:lnTo>
                    <a:pt x="205029" y="4348"/>
                  </a:lnTo>
                  <a:lnTo>
                    <a:pt x="199849" y="3229"/>
                  </a:lnTo>
                  <a:lnTo>
                    <a:pt x="194637" y="2275"/>
                  </a:lnTo>
                  <a:lnTo>
                    <a:pt x="189397" y="1486"/>
                  </a:lnTo>
                  <a:lnTo>
                    <a:pt x="184135" y="865"/>
                  </a:lnTo>
                  <a:lnTo>
                    <a:pt x="178856" y="410"/>
                  </a:lnTo>
                  <a:lnTo>
                    <a:pt x="173564" y="123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2878783" y="4397391"/>
              <a:ext cx="6414" cy="167044"/>
            </a:xfrm>
            <a:custGeom>
              <a:avLst/>
              <a:pathLst>
                <a:path w="6414" h="167044">
                  <a:moveTo>
                    <a:pt x="6414" y="0"/>
                  </a:moveTo>
                  <a:lnTo>
                    <a:pt x="0" y="16704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2878783" y="4397268"/>
              <a:ext cx="6414" cy="167167"/>
            </a:xfrm>
            <a:custGeom>
              <a:avLst/>
              <a:pathLst>
                <a:path w="6414" h="167167">
                  <a:moveTo>
                    <a:pt x="6414" y="12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212566" y="479438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045402" y="4794382"/>
              <a:ext cx="167163" cy="193190"/>
            </a:xfrm>
            <a:custGeom>
              <a:avLst/>
              <a:pathLst>
                <a:path w="167163" h="193190">
                  <a:moveTo>
                    <a:pt x="167163" y="0"/>
                  </a:moveTo>
                  <a:lnTo>
                    <a:pt x="161717" y="88"/>
                  </a:lnTo>
                  <a:lnTo>
                    <a:pt x="156276" y="354"/>
                  </a:lnTo>
                  <a:lnTo>
                    <a:pt x="150847" y="798"/>
                  </a:lnTo>
                  <a:lnTo>
                    <a:pt x="145435" y="1418"/>
                  </a:lnTo>
                  <a:lnTo>
                    <a:pt x="140046" y="2214"/>
                  </a:lnTo>
                  <a:lnTo>
                    <a:pt x="134686" y="3185"/>
                  </a:lnTo>
                  <a:lnTo>
                    <a:pt x="129361" y="4330"/>
                  </a:lnTo>
                  <a:lnTo>
                    <a:pt x="124076" y="5648"/>
                  </a:lnTo>
                  <a:lnTo>
                    <a:pt x="118836" y="7137"/>
                  </a:lnTo>
                  <a:lnTo>
                    <a:pt x="113648" y="8797"/>
                  </a:lnTo>
                  <a:lnTo>
                    <a:pt x="108516" y="10625"/>
                  </a:lnTo>
                  <a:lnTo>
                    <a:pt x="103447" y="12619"/>
                  </a:lnTo>
                  <a:lnTo>
                    <a:pt x="98446" y="14777"/>
                  </a:lnTo>
                  <a:lnTo>
                    <a:pt x="93517" y="17096"/>
                  </a:lnTo>
                  <a:lnTo>
                    <a:pt x="88667" y="19576"/>
                  </a:lnTo>
                  <a:lnTo>
                    <a:pt x="83900" y="22211"/>
                  </a:lnTo>
                  <a:lnTo>
                    <a:pt x="79221" y="25001"/>
                  </a:lnTo>
                  <a:lnTo>
                    <a:pt x="74636" y="27942"/>
                  </a:lnTo>
                  <a:lnTo>
                    <a:pt x="70149" y="31030"/>
                  </a:lnTo>
                  <a:lnTo>
                    <a:pt x="65765" y="34264"/>
                  </a:lnTo>
                  <a:lnTo>
                    <a:pt x="61489" y="37638"/>
                  </a:lnTo>
                  <a:lnTo>
                    <a:pt x="57324" y="41150"/>
                  </a:lnTo>
                  <a:lnTo>
                    <a:pt x="53277" y="44795"/>
                  </a:lnTo>
                  <a:lnTo>
                    <a:pt x="49350" y="48571"/>
                  </a:lnTo>
                  <a:lnTo>
                    <a:pt x="45549" y="52472"/>
                  </a:lnTo>
                  <a:lnTo>
                    <a:pt x="41877" y="56495"/>
                  </a:lnTo>
                  <a:lnTo>
                    <a:pt x="38337" y="60636"/>
                  </a:lnTo>
                  <a:lnTo>
                    <a:pt x="34935" y="64890"/>
                  </a:lnTo>
                  <a:lnTo>
                    <a:pt x="31673" y="69252"/>
                  </a:lnTo>
                  <a:lnTo>
                    <a:pt x="28555" y="73719"/>
                  </a:lnTo>
                  <a:lnTo>
                    <a:pt x="25584" y="78284"/>
                  </a:lnTo>
                  <a:lnTo>
                    <a:pt x="22763" y="82944"/>
                  </a:lnTo>
                  <a:lnTo>
                    <a:pt x="20095" y="87694"/>
                  </a:lnTo>
                  <a:lnTo>
                    <a:pt x="17584" y="92528"/>
                  </a:lnTo>
                  <a:lnTo>
                    <a:pt x="15232" y="97441"/>
                  </a:lnTo>
                  <a:lnTo>
                    <a:pt x="13041" y="102428"/>
                  </a:lnTo>
                  <a:lnTo>
                    <a:pt x="11013" y="107484"/>
                  </a:lnTo>
                  <a:lnTo>
                    <a:pt x="9152" y="112603"/>
                  </a:lnTo>
                  <a:lnTo>
                    <a:pt x="7458" y="117780"/>
                  </a:lnTo>
                  <a:lnTo>
                    <a:pt x="5933" y="123010"/>
                  </a:lnTo>
                  <a:lnTo>
                    <a:pt x="4580" y="128286"/>
                  </a:lnTo>
                  <a:lnTo>
                    <a:pt x="3400" y="133604"/>
                  </a:lnTo>
                  <a:lnTo>
                    <a:pt x="2393" y="138957"/>
                  </a:lnTo>
                  <a:lnTo>
                    <a:pt x="1562" y="144341"/>
                  </a:lnTo>
                  <a:lnTo>
                    <a:pt x="906" y="149748"/>
                  </a:lnTo>
                  <a:lnTo>
                    <a:pt x="427" y="155174"/>
                  </a:lnTo>
                  <a:lnTo>
                    <a:pt x="124" y="160613"/>
                  </a:lnTo>
                  <a:lnTo>
                    <a:pt x="0" y="166059"/>
                  </a:lnTo>
                  <a:lnTo>
                    <a:pt x="52" y="171506"/>
                  </a:lnTo>
                  <a:lnTo>
                    <a:pt x="282" y="176948"/>
                  </a:lnTo>
                  <a:lnTo>
                    <a:pt x="690" y="182380"/>
                  </a:lnTo>
                  <a:lnTo>
                    <a:pt x="1274" y="187796"/>
                  </a:lnTo>
                  <a:lnTo>
                    <a:pt x="2034" y="19319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047437" y="4961550"/>
              <a:ext cx="165129" cy="26022"/>
            </a:xfrm>
            <a:custGeom>
              <a:avLst/>
              <a:pathLst>
                <a:path w="165129" h="26022">
                  <a:moveTo>
                    <a:pt x="0" y="26022"/>
                  </a:moveTo>
                  <a:lnTo>
                    <a:pt x="165129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047437" y="4961550"/>
              <a:ext cx="165129" cy="50771"/>
            </a:xfrm>
            <a:custGeom>
              <a:avLst/>
              <a:pathLst>
                <a:path w="165129" h="50771">
                  <a:moveTo>
                    <a:pt x="0" y="26022"/>
                  </a:moveTo>
                  <a:lnTo>
                    <a:pt x="1533" y="34367"/>
                  </a:lnTo>
                  <a:lnTo>
                    <a:pt x="3487" y="42624"/>
                  </a:lnTo>
                  <a:lnTo>
                    <a:pt x="5858" y="50771"/>
                  </a:lnTo>
                  <a:lnTo>
                    <a:pt x="165129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053295" y="4794382"/>
              <a:ext cx="326423" cy="334332"/>
            </a:xfrm>
            <a:custGeom>
              <a:avLst/>
              <a:pathLst>
                <a:path w="326423" h="334332">
                  <a:moveTo>
                    <a:pt x="0" y="217938"/>
                  </a:moveTo>
                  <a:lnTo>
                    <a:pt x="1688" y="222958"/>
                  </a:lnTo>
                  <a:lnTo>
                    <a:pt x="3534" y="227921"/>
                  </a:lnTo>
                  <a:lnTo>
                    <a:pt x="5537" y="232824"/>
                  </a:lnTo>
                  <a:lnTo>
                    <a:pt x="7694" y="237661"/>
                  </a:lnTo>
                  <a:lnTo>
                    <a:pt x="10003" y="242427"/>
                  </a:lnTo>
                  <a:lnTo>
                    <a:pt x="12462" y="247118"/>
                  </a:lnTo>
                  <a:lnTo>
                    <a:pt x="15068" y="251728"/>
                  </a:lnTo>
                  <a:lnTo>
                    <a:pt x="17819" y="256253"/>
                  </a:lnTo>
                  <a:lnTo>
                    <a:pt x="20712" y="260689"/>
                  </a:lnTo>
                  <a:lnTo>
                    <a:pt x="23744" y="265031"/>
                  </a:lnTo>
                  <a:lnTo>
                    <a:pt x="26912" y="269275"/>
                  </a:lnTo>
                  <a:lnTo>
                    <a:pt x="30213" y="273417"/>
                  </a:lnTo>
                  <a:lnTo>
                    <a:pt x="33643" y="277452"/>
                  </a:lnTo>
                  <a:lnTo>
                    <a:pt x="37200" y="281376"/>
                  </a:lnTo>
                  <a:lnTo>
                    <a:pt x="40879" y="285185"/>
                  </a:lnTo>
                  <a:lnTo>
                    <a:pt x="44677" y="288876"/>
                  </a:lnTo>
                  <a:lnTo>
                    <a:pt x="48589" y="292445"/>
                  </a:lnTo>
                  <a:lnTo>
                    <a:pt x="52613" y="295888"/>
                  </a:lnTo>
                  <a:lnTo>
                    <a:pt x="56744" y="299202"/>
                  </a:lnTo>
                  <a:lnTo>
                    <a:pt x="60978" y="302384"/>
                  </a:lnTo>
                  <a:lnTo>
                    <a:pt x="65311" y="305429"/>
                  </a:lnTo>
                  <a:lnTo>
                    <a:pt x="69738" y="308336"/>
                  </a:lnTo>
                  <a:lnTo>
                    <a:pt x="74254" y="311102"/>
                  </a:lnTo>
                  <a:lnTo>
                    <a:pt x="78856" y="313722"/>
                  </a:lnTo>
                  <a:lnTo>
                    <a:pt x="83539" y="316196"/>
                  </a:lnTo>
                  <a:lnTo>
                    <a:pt x="88298" y="318520"/>
                  </a:lnTo>
                  <a:lnTo>
                    <a:pt x="93128" y="320693"/>
                  </a:lnTo>
                  <a:lnTo>
                    <a:pt x="98024" y="322711"/>
                  </a:lnTo>
                  <a:lnTo>
                    <a:pt x="102982" y="324573"/>
                  </a:lnTo>
                  <a:lnTo>
                    <a:pt x="107996" y="326277"/>
                  </a:lnTo>
                  <a:lnTo>
                    <a:pt x="113062" y="327821"/>
                  </a:lnTo>
                  <a:lnTo>
                    <a:pt x="118174" y="329204"/>
                  </a:lnTo>
                  <a:lnTo>
                    <a:pt x="123328" y="330425"/>
                  </a:lnTo>
                  <a:lnTo>
                    <a:pt x="128517" y="331481"/>
                  </a:lnTo>
                  <a:lnTo>
                    <a:pt x="133738" y="332373"/>
                  </a:lnTo>
                  <a:lnTo>
                    <a:pt x="138984" y="333099"/>
                  </a:lnTo>
                  <a:lnTo>
                    <a:pt x="144250" y="333658"/>
                  </a:lnTo>
                  <a:lnTo>
                    <a:pt x="149532" y="334050"/>
                  </a:lnTo>
                  <a:lnTo>
                    <a:pt x="154823" y="334275"/>
                  </a:lnTo>
                  <a:lnTo>
                    <a:pt x="160118" y="334332"/>
                  </a:lnTo>
                  <a:lnTo>
                    <a:pt x="165413" y="334221"/>
                  </a:lnTo>
                  <a:lnTo>
                    <a:pt x="170702" y="333943"/>
                  </a:lnTo>
                  <a:lnTo>
                    <a:pt x="175979" y="333497"/>
                  </a:lnTo>
                  <a:lnTo>
                    <a:pt x="181240" y="332885"/>
                  </a:lnTo>
                  <a:lnTo>
                    <a:pt x="186478" y="332105"/>
                  </a:lnTo>
                  <a:lnTo>
                    <a:pt x="191689" y="331161"/>
                  </a:lnTo>
                  <a:lnTo>
                    <a:pt x="196867" y="330052"/>
                  </a:lnTo>
                  <a:lnTo>
                    <a:pt x="202008" y="328779"/>
                  </a:lnTo>
                  <a:lnTo>
                    <a:pt x="207106" y="327344"/>
                  </a:lnTo>
                  <a:lnTo>
                    <a:pt x="212156" y="325748"/>
                  </a:lnTo>
                  <a:lnTo>
                    <a:pt x="217153" y="323994"/>
                  </a:lnTo>
                  <a:lnTo>
                    <a:pt x="222092" y="322081"/>
                  </a:lnTo>
                  <a:lnTo>
                    <a:pt x="226967" y="320014"/>
                  </a:lnTo>
                  <a:lnTo>
                    <a:pt x="231775" y="317793"/>
                  </a:lnTo>
                  <a:lnTo>
                    <a:pt x="236510" y="315420"/>
                  </a:lnTo>
                  <a:lnTo>
                    <a:pt x="241167" y="312899"/>
                  </a:lnTo>
                  <a:lnTo>
                    <a:pt x="245742" y="310232"/>
                  </a:lnTo>
                  <a:lnTo>
                    <a:pt x="250231" y="307421"/>
                  </a:lnTo>
                  <a:lnTo>
                    <a:pt x="254628" y="304469"/>
                  </a:lnTo>
                  <a:lnTo>
                    <a:pt x="258929" y="301380"/>
                  </a:lnTo>
                  <a:lnTo>
                    <a:pt x="263131" y="298155"/>
                  </a:lnTo>
                  <a:lnTo>
                    <a:pt x="267228" y="294800"/>
                  </a:lnTo>
                  <a:lnTo>
                    <a:pt x="271217" y="291316"/>
                  </a:lnTo>
                  <a:lnTo>
                    <a:pt x="275093" y="287708"/>
                  </a:lnTo>
                  <a:lnTo>
                    <a:pt x="278854" y="283978"/>
                  </a:lnTo>
                  <a:lnTo>
                    <a:pt x="282494" y="280132"/>
                  </a:lnTo>
                  <a:lnTo>
                    <a:pt x="286010" y="276172"/>
                  </a:lnTo>
                  <a:lnTo>
                    <a:pt x="289400" y="272102"/>
                  </a:lnTo>
                  <a:lnTo>
                    <a:pt x="292658" y="267927"/>
                  </a:lnTo>
                  <a:lnTo>
                    <a:pt x="295783" y="263652"/>
                  </a:lnTo>
                  <a:lnTo>
                    <a:pt x="298771" y="259279"/>
                  </a:lnTo>
                  <a:lnTo>
                    <a:pt x="301619" y="254814"/>
                  </a:lnTo>
                  <a:lnTo>
                    <a:pt x="304324" y="250261"/>
                  </a:lnTo>
                  <a:lnTo>
                    <a:pt x="306883" y="245624"/>
                  </a:lnTo>
                  <a:lnTo>
                    <a:pt x="309294" y="240909"/>
                  </a:lnTo>
                  <a:lnTo>
                    <a:pt x="311555" y="236120"/>
                  </a:lnTo>
                  <a:lnTo>
                    <a:pt x="313663" y="231261"/>
                  </a:lnTo>
                  <a:lnTo>
                    <a:pt x="315615" y="226338"/>
                  </a:lnTo>
                  <a:lnTo>
                    <a:pt x="317411" y="221356"/>
                  </a:lnTo>
                  <a:lnTo>
                    <a:pt x="319048" y="216320"/>
                  </a:lnTo>
                  <a:lnTo>
                    <a:pt x="320525" y="211234"/>
                  </a:lnTo>
                  <a:lnTo>
                    <a:pt x="321840" y="206104"/>
                  </a:lnTo>
                  <a:lnTo>
                    <a:pt x="322992" y="200934"/>
                  </a:lnTo>
                  <a:lnTo>
                    <a:pt x="323979" y="195731"/>
                  </a:lnTo>
                  <a:lnTo>
                    <a:pt x="324802" y="190499"/>
                  </a:lnTo>
                  <a:lnTo>
                    <a:pt x="325458" y="185244"/>
                  </a:lnTo>
                  <a:lnTo>
                    <a:pt x="325947" y="179971"/>
                  </a:lnTo>
                  <a:lnTo>
                    <a:pt x="326269" y="174685"/>
                  </a:lnTo>
                  <a:lnTo>
                    <a:pt x="326423" y="169391"/>
                  </a:lnTo>
                  <a:lnTo>
                    <a:pt x="326410" y="164095"/>
                  </a:lnTo>
                  <a:lnTo>
                    <a:pt x="326229" y="158802"/>
                  </a:lnTo>
                  <a:lnTo>
                    <a:pt x="325880" y="153518"/>
                  </a:lnTo>
                  <a:lnTo>
                    <a:pt x="325364" y="148247"/>
                  </a:lnTo>
                  <a:lnTo>
                    <a:pt x="324681" y="142995"/>
                  </a:lnTo>
                  <a:lnTo>
                    <a:pt x="323832" y="137768"/>
                  </a:lnTo>
                  <a:lnTo>
                    <a:pt x="322819" y="132570"/>
                  </a:lnTo>
                  <a:lnTo>
                    <a:pt x="321641" y="127406"/>
                  </a:lnTo>
                  <a:lnTo>
                    <a:pt x="320300" y="122283"/>
                  </a:lnTo>
                  <a:lnTo>
                    <a:pt x="318797" y="117204"/>
                  </a:lnTo>
                  <a:lnTo>
                    <a:pt x="317134" y="112176"/>
                  </a:lnTo>
                  <a:lnTo>
                    <a:pt x="315313" y="107203"/>
                  </a:lnTo>
                  <a:lnTo>
                    <a:pt x="313335" y="102290"/>
                  </a:lnTo>
                  <a:lnTo>
                    <a:pt x="311203" y="97443"/>
                  </a:lnTo>
                  <a:lnTo>
                    <a:pt x="308918" y="92665"/>
                  </a:lnTo>
                  <a:lnTo>
                    <a:pt x="306483" y="87962"/>
                  </a:lnTo>
                  <a:lnTo>
                    <a:pt x="303900" y="83339"/>
                  </a:lnTo>
                  <a:lnTo>
                    <a:pt x="301172" y="78799"/>
                  </a:lnTo>
                  <a:lnTo>
                    <a:pt x="298302" y="74349"/>
                  </a:lnTo>
                  <a:lnTo>
                    <a:pt x="295292" y="69991"/>
                  </a:lnTo>
                  <a:lnTo>
                    <a:pt x="292145" y="65731"/>
                  </a:lnTo>
                  <a:lnTo>
                    <a:pt x="288866" y="61573"/>
                  </a:lnTo>
                  <a:lnTo>
                    <a:pt x="285456" y="57521"/>
                  </a:lnTo>
                  <a:lnTo>
                    <a:pt x="281919" y="53579"/>
                  </a:lnTo>
                  <a:lnTo>
                    <a:pt x="278259" y="49751"/>
                  </a:lnTo>
                  <a:lnTo>
                    <a:pt x="274480" y="46040"/>
                  </a:lnTo>
                  <a:lnTo>
                    <a:pt x="270586" y="42452"/>
                  </a:lnTo>
                  <a:lnTo>
                    <a:pt x="266579" y="38988"/>
                  </a:lnTo>
                  <a:lnTo>
                    <a:pt x="262465" y="35653"/>
                  </a:lnTo>
                  <a:lnTo>
                    <a:pt x="258247" y="32450"/>
                  </a:lnTo>
                  <a:lnTo>
                    <a:pt x="253930" y="29383"/>
                  </a:lnTo>
                  <a:lnTo>
                    <a:pt x="249518" y="26453"/>
                  </a:lnTo>
                  <a:lnTo>
                    <a:pt x="245016" y="23665"/>
                  </a:lnTo>
                  <a:lnTo>
                    <a:pt x="240427" y="21021"/>
                  </a:lnTo>
                  <a:lnTo>
                    <a:pt x="235757" y="18524"/>
                  </a:lnTo>
                  <a:lnTo>
                    <a:pt x="231010" y="16176"/>
                  </a:lnTo>
                  <a:lnTo>
                    <a:pt x="226191" y="13979"/>
                  </a:lnTo>
                  <a:lnTo>
                    <a:pt x="221305" y="11936"/>
                  </a:lnTo>
                  <a:lnTo>
                    <a:pt x="216357" y="10049"/>
                  </a:lnTo>
                  <a:lnTo>
                    <a:pt x="211351" y="8319"/>
                  </a:lnTo>
                  <a:lnTo>
                    <a:pt x="206293" y="6749"/>
                  </a:lnTo>
                  <a:lnTo>
                    <a:pt x="201188" y="5340"/>
                  </a:lnTo>
                  <a:lnTo>
                    <a:pt x="196041" y="4094"/>
                  </a:lnTo>
                  <a:lnTo>
                    <a:pt x="190857" y="3011"/>
                  </a:lnTo>
                  <a:lnTo>
                    <a:pt x="185641" y="2093"/>
                  </a:lnTo>
                  <a:lnTo>
                    <a:pt x="180399" y="1340"/>
                  </a:lnTo>
                  <a:lnTo>
                    <a:pt x="175135" y="754"/>
                  </a:lnTo>
                  <a:lnTo>
                    <a:pt x="169856" y="335"/>
                  </a:lnTo>
                  <a:lnTo>
                    <a:pt x="164566" y="83"/>
                  </a:lnTo>
                  <a:lnTo>
                    <a:pt x="159271" y="0"/>
                  </a:lnTo>
                  <a:lnTo>
                    <a:pt x="15927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3629088" y="5103947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3626501" y="5103947"/>
              <a:ext cx="2586" cy="167167"/>
            </a:xfrm>
            <a:custGeom>
              <a:avLst/>
              <a:pathLst>
                <a:path w="2586" h="167167">
                  <a:moveTo>
                    <a:pt x="2586" y="0"/>
                  </a:moveTo>
                  <a:lnTo>
                    <a:pt x="0" y="20"/>
                  </a:lnTo>
                  <a:lnTo>
                    <a:pt x="2586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3626501" y="5103967"/>
              <a:ext cx="2586" cy="167147"/>
            </a:xfrm>
            <a:custGeom>
              <a:avLst/>
              <a:pathLst>
                <a:path w="2586" h="167147">
                  <a:moveTo>
                    <a:pt x="0" y="0"/>
                  </a:moveTo>
                  <a:lnTo>
                    <a:pt x="2586" y="1671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3461922" y="5103967"/>
              <a:ext cx="334325" cy="334307"/>
            </a:xfrm>
            <a:custGeom>
              <a:avLst/>
              <a:pathLst>
                <a:path w="334325" h="334307">
                  <a:moveTo>
                    <a:pt x="164579" y="0"/>
                  </a:moveTo>
                  <a:lnTo>
                    <a:pt x="159288" y="165"/>
                  </a:lnTo>
                  <a:lnTo>
                    <a:pt x="154005" y="498"/>
                  </a:lnTo>
                  <a:lnTo>
                    <a:pt x="148735" y="999"/>
                  </a:lnTo>
                  <a:lnTo>
                    <a:pt x="143483" y="1666"/>
                  </a:lnTo>
                  <a:lnTo>
                    <a:pt x="138255" y="2498"/>
                  </a:lnTo>
                  <a:lnTo>
                    <a:pt x="133056" y="3496"/>
                  </a:lnTo>
                  <a:lnTo>
                    <a:pt x="127892" y="4658"/>
                  </a:lnTo>
                  <a:lnTo>
                    <a:pt x="122766" y="5984"/>
                  </a:lnTo>
                  <a:lnTo>
                    <a:pt x="117686" y="7470"/>
                  </a:lnTo>
                  <a:lnTo>
                    <a:pt x="112655" y="9117"/>
                  </a:lnTo>
                  <a:lnTo>
                    <a:pt x="107678" y="10922"/>
                  </a:lnTo>
                  <a:lnTo>
                    <a:pt x="102762" y="12884"/>
                  </a:lnTo>
                  <a:lnTo>
                    <a:pt x="97909" y="15001"/>
                  </a:lnTo>
                  <a:lnTo>
                    <a:pt x="93127" y="17270"/>
                  </a:lnTo>
                  <a:lnTo>
                    <a:pt x="88418" y="19689"/>
                  </a:lnTo>
                  <a:lnTo>
                    <a:pt x="83789" y="22257"/>
                  </a:lnTo>
                  <a:lnTo>
                    <a:pt x="79243" y="24969"/>
                  </a:lnTo>
                  <a:lnTo>
                    <a:pt x="74785" y="27825"/>
                  </a:lnTo>
                  <a:lnTo>
                    <a:pt x="70420" y="30819"/>
                  </a:lnTo>
                  <a:lnTo>
                    <a:pt x="66152" y="33951"/>
                  </a:lnTo>
                  <a:lnTo>
                    <a:pt x="61985" y="37216"/>
                  </a:lnTo>
                  <a:lnTo>
                    <a:pt x="57924" y="40612"/>
                  </a:lnTo>
                  <a:lnTo>
                    <a:pt x="53972" y="44134"/>
                  </a:lnTo>
                  <a:lnTo>
                    <a:pt x="50134" y="47780"/>
                  </a:lnTo>
                  <a:lnTo>
                    <a:pt x="46413" y="51546"/>
                  </a:lnTo>
                  <a:lnTo>
                    <a:pt x="42813" y="55427"/>
                  </a:lnTo>
                  <a:lnTo>
                    <a:pt x="39338" y="59420"/>
                  </a:lnTo>
                  <a:lnTo>
                    <a:pt x="35991" y="63522"/>
                  </a:lnTo>
                  <a:lnTo>
                    <a:pt x="32776" y="67727"/>
                  </a:lnTo>
                  <a:lnTo>
                    <a:pt x="29695" y="72032"/>
                  </a:lnTo>
                  <a:lnTo>
                    <a:pt x="26753" y="76433"/>
                  </a:lnTo>
                  <a:lnTo>
                    <a:pt x="23951" y="80924"/>
                  </a:lnTo>
                  <a:lnTo>
                    <a:pt x="21292" y="85502"/>
                  </a:lnTo>
                  <a:lnTo>
                    <a:pt x="18780" y="90162"/>
                  </a:lnTo>
                  <a:lnTo>
                    <a:pt x="16417" y="94899"/>
                  </a:lnTo>
                  <a:lnTo>
                    <a:pt x="14205" y="99708"/>
                  </a:lnTo>
                  <a:lnTo>
                    <a:pt x="12147" y="104585"/>
                  </a:lnTo>
                  <a:lnTo>
                    <a:pt x="10243" y="109525"/>
                  </a:lnTo>
                  <a:lnTo>
                    <a:pt x="8498" y="114523"/>
                  </a:lnTo>
                  <a:lnTo>
                    <a:pt x="6911" y="119573"/>
                  </a:lnTo>
                  <a:lnTo>
                    <a:pt x="5485" y="124671"/>
                  </a:lnTo>
                  <a:lnTo>
                    <a:pt x="4221" y="129812"/>
                  </a:lnTo>
                  <a:lnTo>
                    <a:pt x="3121" y="134990"/>
                  </a:lnTo>
                  <a:lnTo>
                    <a:pt x="2185" y="140200"/>
                  </a:lnTo>
                  <a:lnTo>
                    <a:pt x="1414" y="145438"/>
                  </a:lnTo>
                  <a:lnTo>
                    <a:pt x="810" y="150697"/>
                  </a:lnTo>
                  <a:lnTo>
                    <a:pt x="372" y="155972"/>
                  </a:lnTo>
                  <a:lnTo>
                    <a:pt x="102" y="161259"/>
                  </a:lnTo>
                  <a:lnTo>
                    <a:pt x="0" y="166552"/>
                  </a:lnTo>
                  <a:lnTo>
                    <a:pt x="64" y="171845"/>
                  </a:lnTo>
                  <a:lnTo>
                    <a:pt x="297" y="177134"/>
                  </a:lnTo>
                  <a:lnTo>
                    <a:pt x="697" y="182412"/>
                  </a:lnTo>
                  <a:lnTo>
                    <a:pt x="1264" y="187676"/>
                  </a:lnTo>
                  <a:lnTo>
                    <a:pt x="1997" y="192918"/>
                  </a:lnTo>
                  <a:lnTo>
                    <a:pt x="2896" y="198135"/>
                  </a:lnTo>
                  <a:lnTo>
                    <a:pt x="3959" y="203321"/>
                  </a:lnTo>
                  <a:lnTo>
                    <a:pt x="5187" y="208471"/>
                  </a:lnTo>
                  <a:lnTo>
                    <a:pt x="6576" y="213579"/>
                  </a:lnTo>
                  <a:lnTo>
                    <a:pt x="8127" y="218640"/>
                  </a:lnTo>
                  <a:lnTo>
                    <a:pt x="9837" y="223650"/>
                  </a:lnTo>
                  <a:lnTo>
                    <a:pt x="11705" y="228603"/>
                  </a:lnTo>
                  <a:lnTo>
                    <a:pt x="13729" y="233495"/>
                  </a:lnTo>
                  <a:lnTo>
                    <a:pt x="15907" y="238320"/>
                  </a:lnTo>
                  <a:lnTo>
                    <a:pt x="18236" y="243074"/>
                  </a:lnTo>
                  <a:lnTo>
                    <a:pt x="20715" y="247751"/>
                  </a:lnTo>
                  <a:lnTo>
                    <a:pt x="23340" y="252348"/>
                  </a:lnTo>
                  <a:lnTo>
                    <a:pt x="26110" y="256859"/>
                  </a:lnTo>
                  <a:lnTo>
                    <a:pt x="29022" y="261281"/>
                  </a:lnTo>
                  <a:lnTo>
                    <a:pt x="32072" y="265607"/>
                  </a:lnTo>
                  <a:lnTo>
                    <a:pt x="35257" y="269836"/>
                  </a:lnTo>
                  <a:lnTo>
                    <a:pt x="38574" y="273961"/>
                  </a:lnTo>
                  <a:lnTo>
                    <a:pt x="42021" y="277979"/>
                  </a:lnTo>
                  <a:lnTo>
                    <a:pt x="45593" y="281886"/>
                  </a:lnTo>
                  <a:lnTo>
                    <a:pt x="49287" y="285678"/>
                  </a:lnTo>
                  <a:lnTo>
                    <a:pt x="53099" y="289351"/>
                  </a:lnTo>
                  <a:lnTo>
                    <a:pt x="57026" y="292901"/>
                  </a:lnTo>
                  <a:lnTo>
                    <a:pt x="61063" y="296325"/>
                  </a:lnTo>
                  <a:lnTo>
                    <a:pt x="65206" y="299620"/>
                  </a:lnTo>
                  <a:lnTo>
                    <a:pt x="69452" y="302782"/>
                  </a:lnTo>
                  <a:lnTo>
                    <a:pt x="73796" y="305808"/>
                  </a:lnTo>
                  <a:lnTo>
                    <a:pt x="78233" y="308695"/>
                  </a:lnTo>
                  <a:lnTo>
                    <a:pt x="82759" y="311440"/>
                  </a:lnTo>
                  <a:lnTo>
                    <a:pt x="87370" y="314040"/>
                  </a:lnTo>
                  <a:lnTo>
                    <a:pt x="92062" y="316493"/>
                  </a:lnTo>
                  <a:lnTo>
                    <a:pt x="96828" y="318796"/>
                  </a:lnTo>
                  <a:lnTo>
                    <a:pt x="101665" y="320947"/>
                  </a:lnTo>
                  <a:lnTo>
                    <a:pt x="106568" y="322944"/>
                  </a:lnTo>
                  <a:lnTo>
                    <a:pt x="111531" y="324785"/>
                  </a:lnTo>
                  <a:lnTo>
                    <a:pt x="116550" y="326467"/>
                  </a:lnTo>
                  <a:lnTo>
                    <a:pt x="121620" y="327990"/>
                  </a:lnTo>
                  <a:lnTo>
                    <a:pt x="126736" y="329352"/>
                  </a:lnTo>
                  <a:lnTo>
                    <a:pt x="131892" y="330550"/>
                  </a:lnTo>
                  <a:lnTo>
                    <a:pt x="137084" y="331585"/>
                  </a:lnTo>
                  <a:lnTo>
                    <a:pt x="142306" y="332455"/>
                  </a:lnTo>
                  <a:lnTo>
                    <a:pt x="147552" y="333160"/>
                  </a:lnTo>
                  <a:lnTo>
                    <a:pt x="152819" y="333698"/>
                  </a:lnTo>
                  <a:lnTo>
                    <a:pt x="158099" y="334068"/>
                  </a:lnTo>
                  <a:lnTo>
                    <a:pt x="163389" y="334272"/>
                  </a:lnTo>
                  <a:lnTo>
                    <a:pt x="168683" y="334307"/>
                  </a:lnTo>
                  <a:lnTo>
                    <a:pt x="173975" y="334176"/>
                  </a:lnTo>
                  <a:lnTo>
                    <a:pt x="179260" y="333876"/>
                  </a:lnTo>
                  <a:lnTo>
                    <a:pt x="184533" y="333410"/>
                  </a:lnTo>
                  <a:lnTo>
                    <a:pt x="189789" y="332776"/>
                  </a:lnTo>
                  <a:lnTo>
                    <a:pt x="195022" y="331977"/>
                  </a:lnTo>
                  <a:lnTo>
                    <a:pt x="200227" y="331012"/>
                  </a:lnTo>
                  <a:lnTo>
                    <a:pt x="205399" y="329883"/>
                  </a:lnTo>
                  <a:lnTo>
                    <a:pt x="210533" y="328591"/>
                  </a:lnTo>
                  <a:lnTo>
                    <a:pt x="215623" y="327137"/>
                  </a:lnTo>
                  <a:lnTo>
                    <a:pt x="220664" y="325523"/>
                  </a:lnTo>
                  <a:lnTo>
                    <a:pt x="225652" y="323749"/>
                  </a:lnTo>
                  <a:lnTo>
                    <a:pt x="230581" y="321819"/>
                  </a:lnTo>
                  <a:lnTo>
                    <a:pt x="235447" y="319733"/>
                  </a:lnTo>
                  <a:lnTo>
                    <a:pt x="240244" y="317495"/>
                  </a:lnTo>
                  <a:lnTo>
                    <a:pt x="244968" y="315106"/>
                  </a:lnTo>
                  <a:lnTo>
                    <a:pt x="249614" y="312568"/>
                  </a:lnTo>
                  <a:lnTo>
                    <a:pt x="254177" y="309884"/>
                  </a:lnTo>
                  <a:lnTo>
                    <a:pt x="258653" y="307058"/>
                  </a:lnTo>
                  <a:lnTo>
                    <a:pt x="263037" y="304091"/>
                  </a:lnTo>
                  <a:lnTo>
                    <a:pt x="267325" y="300987"/>
                  </a:lnTo>
                  <a:lnTo>
                    <a:pt x="271513" y="297748"/>
                  </a:lnTo>
                  <a:lnTo>
                    <a:pt x="275596" y="294379"/>
                  </a:lnTo>
                  <a:lnTo>
                    <a:pt x="279570" y="290882"/>
                  </a:lnTo>
                  <a:lnTo>
                    <a:pt x="283431" y="287261"/>
                  </a:lnTo>
                  <a:lnTo>
                    <a:pt x="287176" y="283519"/>
                  </a:lnTo>
                  <a:lnTo>
                    <a:pt x="290801" y="279661"/>
                  </a:lnTo>
                  <a:lnTo>
                    <a:pt x="294301" y="275690"/>
                  </a:lnTo>
                  <a:lnTo>
                    <a:pt x="297674" y="271610"/>
                  </a:lnTo>
                  <a:lnTo>
                    <a:pt x="300917" y="267425"/>
                  </a:lnTo>
                  <a:lnTo>
                    <a:pt x="304025" y="263140"/>
                  </a:lnTo>
                  <a:lnTo>
                    <a:pt x="306996" y="258758"/>
                  </a:lnTo>
                  <a:lnTo>
                    <a:pt x="309826" y="254285"/>
                  </a:lnTo>
                  <a:lnTo>
                    <a:pt x="312514" y="249724"/>
                  </a:lnTo>
                  <a:lnTo>
                    <a:pt x="315055" y="245080"/>
                  </a:lnTo>
                  <a:lnTo>
                    <a:pt x="317449" y="240359"/>
                  </a:lnTo>
                  <a:lnTo>
                    <a:pt x="319692" y="235563"/>
                  </a:lnTo>
                  <a:lnTo>
                    <a:pt x="321782" y="230700"/>
                  </a:lnTo>
                  <a:lnTo>
                    <a:pt x="323716" y="225772"/>
                  </a:lnTo>
                  <a:lnTo>
                    <a:pt x="325494" y="220786"/>
                  </a:lnTo>
                  <a:lnTo>
                    <a:pt x="327113" y="215746"/>
                  </a:lnTo>
                  <a:lnTo>
                    <a:pt x="328572" y="210657"/>
                  </a:lnTo>
                  <a:lnTo>
                    <a:pt x="329868" y="205524"/>
                  </a:lnTo>
                  <a:lnTo>
                    <a:pt x="331002" y="200354"/>
                  </a:lnTo>
                  <a:lnTo>
                    <a:pt x="331971" y="195149"/>
                  </a:lnTo>
                  <a:lnTo>
                    <a:pt x="332775" y="189917"/>
                  </a:lnTo>
                  <a:lnTo>
                    <a:pt x="333413" y="184662"/>
                  </a:lnTo>
                  <a:lnTo>
                    <a:pt x="333884" y="179389"/>
                  </a:lnTo>
                  <a:lnTo>
                    <a:pt x="334188" y="174104"/>
                  </a:lnTo>
                  <a:lnTo>
                    <a:pt x="334325" y="168812"/>
                  </a:lnTo>
                  <a:lnTo>
                    <a:pt x="334294" y="163518"/>
                  </a:lnTo>
                  <a:lnTo>
                    <a:pt x="334095" y="158228"/>
                  </a:lnTo>
                  <a:lnTo>
                    <a:pt x="333729" y="152947"/>
                  </a:lnTo>
                  <a:lnTo>
                    <a:pt x="333196" y="147681"/>
                  </a:lnTo>
                  <a:lnTo>
                    <a:pt x="332496" y="142433"/>
                  </a:lnTo>
                  <a:lnTo>
                    <a:pt x="331631" y="137211"/>
                  </a:lnTo>
                  <a:lnTo>
                    <a:pt x="330601" y="132018"/>
                  </a:lnTo>
                  <a:lnTo>
                    <a:pt x="329406" y="126861"/>
                  </a:lnTo>
                  <a:lnTo>
                    <a:pt x="328050" y="121744"/>
                  </a:lnTo>
                  <a:lnTo>
                    <a:pt x="326531" y="116673"/>
                  </a:lnTo>
                  <a:lnTo>
                    <a:pt x="324853" y="111652"/>
                  </a:lnTo>
                  <a:lnTo>
                    <a:pt x="323017" y="106687"/>
                  </a:lnTo>
                  <a:lnTo>
                    <a:pt x="321024" y="101783"/>
                  </a:lnTo>
                  <a:lnTo>
                    <a:pt x="318878" y="96944"/>
                  </a:lnTo>
                  <a:lnTo>
                    <a:pt x="316579" y="92175"/>
                  </a:lnTo>
                  <a:lnTo>
                    <a:pt x="314130" y="87482"/>
                  </a:lnTo>
                  <a:lnTo>
                    <a:pt x="311534" y="82868"/>
                  </a:lnTo>
                  <a:lnTo>
                    <a:pt x="308793" y="78340"/>
                  </a:lnTo>
                  <a:lnTo>
                    <a:pt x="305910" y="73900"/>
                  </a:lnTo>
                  <a:lnTo>
                    <a:pt x="302888" y="69553"/>
                  </a:lnTo>
                  <a:lnTo>
                    <a:pt x="299730" y="65305"/>
                  </a:lnTo>
                  <a:lnTo>
                    <a:pt x="296438" y="61159"/>
                  </a:lnTo>
                  <a:lnTo>
                    <a:pt x="293018" y="57118"/>
                  </a:lnTo>
                  <a:lnTo>
                    <a:pt x="289471" y="53189"/>
                  </a:lnTo>
                  <a:lnTo>
                    <a:pt x="285801" y="49373"/>
                  </a:lnTo>
                  <a:lnTo>
                    <a:pt x="282013" y="45676"/>
                  </a:lnTo>
                  <a:lnTo>
                    <a:pt x="278109" y="42100"/>
                  </a:lnTo>
                  <a:lnTo>
                    <a:pt x="274094" y="38650"/>
                  </a:lnTo>
                  <a:lnTo>
                    <a:pt x="269972" y="35329"/>
                  </a:lnTo>
                  <a:lnTo>
                    <a:pt x="265746" y="32140"/>
                  </a:lnTo>
                  <a:lnTo>
                    <a:pt x="261422" y="29086"/>
                  </a:lnTo>
                  <a:lnTo>
                    <a:pt x="257003" y="26171"/>
                  </a:lnTo>
                  <a:lnTo>
                    <a:pt x="252495" y="23397"/>
                  </a:lnTo>
                  <a:lnTo>
                    <a:pt x="247900" y="20768"/>
                  </a:lnTo>
                  <a:lnTo>
                    <a:pt x="243225" y="18285"/>
                  </a:lnTo>
                  <a:lnTo>
                    <a:pt x="238473" y="15951"/>
                  </a:lnTo>
                  <a:lnTo>
                    <a:pt x="233650" y="13769"/>
                  </a:lnTo>
                  <a:lnTo>
                    <a:pt x="228760" y="11741"/>
                  </a:lnTo>
                  <a:lnTo>
                    <a:pt x="223809" y="9868"/>
                  </a:lnTo>
                  <a:lnTo>
                    <a:pt x="218800" y="8154"/>
                  </a:lnTo>
                  <a:lnTo>
                    <a:pt x="213740" y="6599"/>
                  </a:lnTo>
                  <a:lnTo>
                    <a:pt x="208633" y="5204"/>
                  </a:lnTo>
                  <a:lnTo>
                    <a:pt x="203485" y="3973"/>
                  </a:lnTo>
                  <a:lnTo>
                    <a:pt x="198300" y="2904"/>
                  </a:lnTo>
                  <a:lnTo>
                    <a:pt x="193084" y="2001"/>
                  </a:lnTo>
                  <a:lnTo>
                    <a:pt x="187842" y="1263"/>
                  </a:lnTo>
                  <a:lnTo>
                    <a:pt x="182579" y="692"/>
                  </a:lnTo>
                  <a:lnTo>
                    <a:pt x="177301" y="287"/>
                  </a:lnTo>
                  <a:lnTo>
                    <a:pt x="167166" y="1671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3629088" y="5103947"/>
              <a:ext cx="10135" cy="167167"/>
            </a:xfrm>
            <a:custGeom>
              <a:avLst/>
              <a:pathLst>
                <a:path w="10135" h="167167">
                  <a:moveTo>
                    <a:pt x="10135" y="30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105894" y="530927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3938727" y="5309273"/>
              <a:ext cx="167167" cy="209591"/>
            </a:xfrm>
            <a:custGeom>
              <a:avLst/>
              <a:pathLst>
                <a:path w="167167" h="209591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8" y="1372"/>
                  </a:lnTo>
                  <a:lnTo>
                    <a:pt x="140485" y="2143"/>
                  </a:lnTo>
                  <a:lnTo>
                    <a:pt x="135209" y="3083"/>
                  </a:lnTo>
                  <a:lnTo>
                    <a:pt x="129966" y="4191"/>
                  </a:lnTo>
                  <a:lnTo>
                    <a:pt x="124761" y="5468"/>
                  </a:lnTo>
                  <a:lnTo>
                    <a:pt x="119600" y="6910"/>
                  </a:lnTo>
                  <a:lnTo>
                    <a:pt x="114487" y="8517"/>
                  </a:lnTo>
                  <a:lnTo>
                    <a:pt x="109429" y="10287"/>
                  </a:lnTo>
                  <a:lnTo>
                    <a:pt x="104430" y="12218"/>
                  </a:lnTo>
                  <a:lnTo>
                    <a:pt x="99496" y="14309"/>
                  </a:lnTo>
                  <a:lnTo>
                    <a:pt x="94631" y="16557"/>
                  </a:lnTo>
                  <a:lnTo>
                    <a:pt x="89840" y="18959"/>
                  </a:lnTo>
                  <a:lnTo>
                    <a:pt x="85130" y="21514"/>
                  </a:lnTo>
                  <a:lnTo>
                    <a:pt x="80503" y="24218"/>
                  </a:lnTo>
                  <a:lnTo>
                    <a:pt x="75965" y="27070"/>
                  </a:lnTo>
                  <a:lnTo>
                    <a:pt x="71522" y="30065"/>
                  </a:lnTo>
                  <a:lnTo>
                    <a:pt x="67176" y="33201"/>
                  </a:lnTo>
                  <a:lnTo>
                    <a:pt x="62933" y="36475"/>
                  </a:lnTo>
                  <a:lnTo>
                    <a:pt x="58798" y="39884"/>
                  </a:lnTo>
                  <a:lnTo>
                    <a:pt x="54773" y="43423"/>
                  </a:lnTo>
                  <a:lnTo>
                    <a:pt x="50865" y="47089"/>
                  </a:lnTo>
                  <a:lnTo>
                    <a:pt x="47076" y="50878"/>
                  </a:lnTo>
                  <a:lnTo>
                    <a:pt x="43410" y="54788"/>
                  </a:lnTo>
                  <a:lnTo>
                    <a:pt x="39871" y="58812"/>
                  </a:lnTo>
                  <a:lnTo>
                    <a:pt x="36463" y="62948"/>
                  </a:lnTo>
                  <a:lnTo>
                    <a:pt x="33190" y="67191"/>
                  </a:lnTo>
                  <a:lnTo>
                    <a:pt x="30054" y="71537"/>
                  </a:lnTo>
                  <a:lnTo>
                    <a:pt x="27059" y="75981"/>
                  </a:lnTo>
                  <a:lnTo>
                    <a:pt x="24208" y="80519"/>
                  </a:lnTo>
                  <a:lnTo>
                    <a:pt x="21505" y="85146"/>
                  </a:lnTo>
                  <a:lnTo>
                    <a:pt x="18950" y="89857"/>
                  </a:lnTo>
                  <a:lnTo>
                    <a:pt x="16548" y="94648"/>
                  </a:lnTo>
                  <a:lnTo>
                    <a:pt x="14301" y="99513"/>
                  </a:lnTo>
                  <a:lnTo>
                    <a:pt x="12211" y="104448"/>
                  </a:lnTo>
                  <a:lnTo>
                    <a:pt x="10280" y="109447"/>
                  </a:lnTo>
                  <a:lnTo>
                    <a:pt x="8511" y="114506"/>
                  </a:lnTo>
                  <a:lnTo>
                    <a:pt x="6904" y="119618"/>
                  </a:lnTo>
                  <a:lnTo>
                    <a:pt x="5463" y="124780"/>
                  </a:lnTo>
                  <a:lnTo>
                    <a:pt x="4187" y="129985"/>
                  </a:lnTo>
                  <a:lnTo>
                    <a:pt x="3079" y="135228"/>
                  </a:lnTo>
                  <a:lnTo>
                    <a:pt x="2140" y="140504"/>
                  </a:lnTo>
                  <a:lnTo>
                    <a:pt x="1370" y="145807"/>
                  </a:lnTo>
                  <a:lnTo>
                    <a:pt x="770" y="151133"/>
                  </a:lnTo>
                  <a:lnTo>
                    <a:pt x="342" y="156475"/>
                  </a:lnTo>
                  <a:lnTo>
                    <a:pt x="85" y="161828"/>
                  </a:lnTo>
                  <a:lnTo>
                    <a:pt x="0" y="167186"/>
                  </a:lnTo>
                  <a:lnTo>
                    <a:pt x="86" y="172544"/>
                  </a:lnTo>
                  <a:lnTo>
                    <a:pt x="344" y="177897"/>
                  </a:lnTo>
                  <a:lnTo>
                    <a:pt x="774" y="183239"/>
                  </a:lnTo>
                  <a:lnTo>
                    <a:pt x="1375" y="188564"/>
                  </a:lnTo>
                  <a:lnTo>
                    <a:pt x="2146" y="193868"/>
                  </a:lnTo>
                  <a:lnTo>
                    <a:pt x="3086" y="199143"/>
                  </a:lnTo>
                  <a:lnTo>
                    <a:pt x="4196" y="204386"/>
                  </a:lnTo>
                  <a:lnTo>
                    <a:pt x="5472" y="209591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3944200" y="5309273"/>
              <a:ext cx="328851" cy="334327"/>
            </a:xfrm>
            <a:custGeom>
              <a:avLst/>
              <a:pathLst>
                <a:path w="328851" h="334327">
                  <a:moveTo>
                    <a:pt x="0" y="209591"/>
                  </a:moveTo>
                  <a:lnTo>
                    <a:pt x="1431" y="214715"/>
                  </a:lnTo>
                  <a:lnTo>
                    <a:pt x="3026" y="219791"/>
                  </a:lnTo>
                  <a:lnTo>
                    <a:pt x="4781" y="224813"/>
                  </a:lnTo>
                  <a:lnTo>
                    <a:pt x="6694" y="229777"/>
                  </a:lnTo>
                  <a:lnTo>
                    <a:pt x="8765" y="234678"/>
                  </a:lnTo>
                  <a:lnTo>
                    <a:pt x="10991" y="239510"/>
                  </a:lnTo>
                  <a:lnTo>
                    <a:pt x="13370" y="244269"/>
                  </a:lnTo>
                  <a:lnTo>
                    <a:pt x="15898" y="248950"/>
                  </a:lnTo>
                  <a:lnTo>
                    <a:pt x="18574" y="253548"/>
                  </a:lnTo>
                  <a:lnTo>
                    <a:pt x="21396" y="258059"/>
                  </a:lnTo>
                  <a:lnTo>
                    <a:pt x="24359" y="262477"/>
                  </a:lnTo>
                  <a:lnTo>
                    <a:pt x="27462" y="266799"/>
                  </a:lnTo>
                  <a:lnTo>
                    <a:pt x="30700" y="271020"/>
                  </a:lnTo>
                  <a:lnTo>
                    <a:pt x="34071" y="275136"/>
                  </a:lnTo>
                  <a:lnTo>
                    <a:pt x="37572" y="279143"/>
                  </a:lnTo>
                  <a:lnTo>
                    <a:pt x="41198" y="283036"/>
                  </a:lnTo>
                  <a:lnTo>
                    <a:pt x="44946" y="286812"/>
                  </a:lnTo>
                  <a:lnTo>
                    <a:pt x="48812" y="290466"/>
                  </a:lnTo>
                  <a:lnTo>
                    <a:pt x="52793" y="293996"/>
                  </a:lnTo>
                  <a:lnTo>
                    <a:pt x="56884" y="297397"/>
                  </a:lnTo>
                  <a:lnTo>
                    <a:pt x="61081" y="300666"/>
                  </a:lnTo>
                  <a:lnTo>
                    <a:pt x="65381" y="303800"/>
                  </a:lnTo>
                  <a:lnTo>
                    <a:pt x="69777" y="306796"/>
                  </a:lnTo>
                  <a:lnTo>
                    <a:pt x="74267" y="309650"/>
                  </a:lnTo>
                  <a:lnTo>
                    <a:pt x="78845" y="312360"/>
                  </a:lnTo>
                  <a:lnTo>
                    <a:pt x="83508" y="314923"/>
                  </a:lnTo>
                  <a:lnTo>
                    <a:pt x="88249" y="317336"/>
                  </a:lnTo>
                  <a:lnTo>
                    <a:pt x="93065" y="319597"/>
                  </a:lnTo>
                  <a:lnTo>
                    <a:pt x="97950" y="321704"/>
                  </a:lnTo>
                  <a:lnTo>
                    <a:pt x="102900" y="323654"/>
                  </a:lnTo>
                  <a:lnTo>
                    <a:pt x="107910" y="325446"/>
                  </a:lnTo>
                  <a:lnTo>
                    <a:pt x="112974" y="327077"/>
                  </a:lnTo>
                  <a:lnTo>
                    <a:pt x="118087" y="328547"/>
                  </a:lnTo>
                  <a:lnTo>
                    <a:pt x="123244" y="329852"/>
                  </a:lnTo>
                  <a:lnTo>
                    <a:pt x="128441" y="330994"/>
                  </a:lnTo>
                  <a:lnTo>
                    <a:pt x="133671" y="331969"/>
                  </a:lnTo>
                  <a:lnTo>
                    <a:pt x="138929" y="332777"/>
                  </a:lnTo>
                  <a:lnTo>
                    <a:pt x="144211" y="333418"/>
                  </a:lnTo>
                  <a:lnTo>
                    <a:pt x="149510" y="333890"/>
                  </a:lnTo>
                  <a:lnTo>
                    <a:pt x="154822" y="334193"/>
                  </a:lnTo>
                  <a:lnTo>
                    <a:pt x="160140" y="334327"/>
                  </a:lnTo>
                  <a:lnTo>
                    <a:pt x="165461" y="334292"/>
                  </a:lnTo>
                  <a:lnTo>
                    <a:pt x="170777" y="334087"/>
                  </a:lnTo>
                  <a:lnTo>
                    <a:pt x="176084" y="333714"/>
                  </a:lnTo>
                  <a:lnTo>
                    <a:pt x="181376" y="333172"/>
                  </a:lnTo>
                  <a:lnTo>
                    <a:pt x="186649" y="332461"/>
                  </a:lnTo>
                  <a:lnTo>
                    <a:pt x="191896" y="331583"/>
                  </a:lnTo>
                  <a:lnTo>
                    <a:pt x="197113" y="330539"/>
                  </a:lnTo>
                  <a:lnTo>
                    <a:pt x="202294" y="329329"/>
                  </a:lnTo>
                  <a:lnTo>
                    <a:pt x="207434" y="327955"/>
                  </a:lnTo>
                  <a:lnTo>
                    <a:pt x="212527" y="326418"/>
                  </a:lnTo>
                  <a:lnTo>
                    <a:pt x="217569" y="324720"/>
                  </a:lnTo>
                  <a:lnTo>
                    <a:pt x="222554" y="322862"/>
                  </a:lnTo>
                  <a:lnTo>
                    <a:pt x="227478" y="320847"/>
                  </a:lnTo>
                  <a:lnTo>
                    <a:pt x="232335" y="318675"/>
                  </a:lnTo>
                  <a:lnTo>
                    <a:pt x="237121" y="316351"/>
                  </a:lnTo>
                  <a:lnTo>
                    <a:pt x="241830" y="313875"/>
                  </a:lnTo>
                  <a:lnTo>
                    <a:pt x="246458" y="311251"/>
                  </a:lnTo>
                  <a:lnTo>
                    <a:pt x="251000" y="308480"/>
                  </a:lnTo>
                  <a:lnTo>
                    <a:pt x="255451" y="305567"/>
                  </a:lnTo>
                  <a:lnTo>
                    <a:pt x="259808" y="302513"/>
                  </a:lnTo>
                  <a:lnTo>
                    <a:pt x="264065" y="299323"/>
                  </a:lnTo>
                  <a:lnTo>
                    <a:pt x="268219" y="295998"/>
                  </a:lnTo>
                  <a:lnTo>
                    <a:pt x="272264" y="292543"/>
                  </a:lnTo>
                  <a:lnTo>
                    <a:pt x="276198" y="288961"/>
                  </a:lnTo>
                  <a:lnTo>
                    <a:pt x="280016" y="285256"/>
                  </a:lnTo>
                  <a:lnTo>
                    <a:pt x="283714" y="281431"/>
                  </a:lnTo>
                  <a:lnTo>
                    <a:pt x="287288" y="277490"/>
                  </a:lnTo>
                  <a:lnTo>
                    <a:pt x="290735" y="273437"/>
                  </a:lnTo>
                  <a:lnTo>
                    <a:pt x="294051" y="269277"/>
                  </a:lnTo>
                  <a:lnTo>
                    <a:pt x="297234" y="265014"/>
                  </a:lnTo>
                  <a:lnTo>
                    <a:pt x="300279" y="260651"/>
                  </a:lnTo>
                  <a:lnTo>
                    <a:pt x="303183" y="256194"/>
                  </a:lnTo>
                  <a:lnTo>
                    <a:pt x="305945" y="251646"/>
                  </a:lnTo>
                  <a:lnTo>
                    <a:pt x="308560" y="247013"/>
                  </a:lnTo>
                  <a:lnTo>
                    <a:pt x="311026" y="242299"/>
                  </a:lnTo>
                  <a:lnTo>
                    <a:pt x="313342" y="237509"/>
                  </a:lnTo>
                  <a:lnTo>
                    <a:pt x="315503" y="232648"/>
                  </a:lnTo>
                  <a:lnTo>
                    <a:pt x="317509" y="227720"/>
                  </a:lnTo>
                  <a:lnTo>
                    <a:pt x="319357" y="222731"/>
                  </a:lnTo>
                  <a:lnTo>
                    <a:pt x="321045" y="217686"/>
                  </a:lnTo>
                  <a:lnTo>
                    <a:pt x="322572" y="212589"/>
                  </a:lnTo>
                  <a:lnTo>
                    <a:pt x="323936" y="207447"/>
                  </a:lnTo>
                  <a:lnTo>
                    <a:pt x="325136" y="202264"/>
                  </a:lnTo>
                  <a:lnTo>
                    <a:pt x="326170" y="197045"/>
                  </a:lnTo>
                  <a:lnTo>
                    <a:pt x="327037" y="191796"/>
                  </a:lnTo>
                  <a:lnTo>
                    <a:pt x="327737" y="186522"/>
                  </a:lnTo>
                  <a:lnTo>
                    <a:pt x="328269" y="181228"/>
                  </a:lnTo>
                  <a:lnTo>
                    <a:pt x="328632" y="175920"/>
                  </a:lnTo>
                  <a:lnTo>
                    <a:pt x="328826" y="170604"/>
                  </a:lnTo>
                  <a:lnTo>
                    <a:pt x="328851" y="165284"/>
                  </a:lnTo>
                  <a:lnTo>
                    <a:pt x="328706" y="159965"/>
                  </a:lnTo>
                  <a:lnTo>
                    <a:pt x="328393" y="154654"/>
                  </a:lnTo>
                  <a:lnTo>
                    <a:pt x="327910" y="149356"/>
                  </a:lnTo>
                  <a:lnTo>
                    <a:pt x="327259" y="144076"/>
                  </a:lnTo>
                  <a:lnTo>
                    <a:pt x="326440" y="138819"/>
                  </a:lnTo>
                  <a:lnTo>
                    <a:pt x="325455" y="133591"/>
                  </a:lnTo>
                  <a:lnTo>
                    <a:pt x="324303" y="128397"/>
                  </a:lnTo>
                  <a:lnTo>
                    <a:pt x="322987" y="123242"/>
                  </a:lnTo>
                  <a:lnTo>
                    <a:pt x="321508" y="118131"/>
                  </a:lnTo>
                  <a:lnTo>
                    <a:pt x="319867" y="113071"/>
                  </a:lnTo>
                  <a:lnTo>
                    <a:pt x="318065" y="108065"/>
                  </a:lnTo>
                  <a:lnTo>
                    <a:pt x="316105" y="103119"/>
                  </a:lnTo>
                  <a:lnTo>
                    <a:pt x="313989" y="98237"/>
                  </a:lnTo>
                  <a:lnTo>
                    <a:pt x="311718" y="93426"/>
                  </a:lnTo>
                  <a:lnTo>
                    <a:pt x="309296" y="88689"/>
                  </a:lnTo>
                  <a:lnTo>
                    <a:pt x="306724" y="84032"/>
                  </a:lnTo>
                  <a:lnTo>
                    <a:pt x="304005" y="79459"/>
                  </a:lnTo>
                  <a:lnTo>
                    <a:pt x="301142" y="74975"/>
                  </a:lnTo>
                  <a:lnTo>
                    <a:pt x="298137" y="70584"/>
                  </a:lnTo>
                  <a:lnTo>
                    <a:pt x="294995" y="66291"/>
                  </a:lnTo>
                  <a:lnTo>
                    <a:pt x="291717" y="62100"/>
                  </a:lnTo>
                  <a:lnTo>
                    <a:pt x="288308" y="58016"/>
                  </a:lnTo>
                  <a:lnTo>
                    <a:pt x="284770" y="54042"/>
                  </a:lnTo>
                  <a:lnTo>
                    <a:pt x="281108" y="50183"/>
                  </a:lnTo>
                  <a:lnTo>
                    <a:pt x="277325" y="46442"/>
                  </a:lnTo>
                  <a:lnTo>
                    <a:pt x="273425" y="42824"/>
                  </a:lnTo>
                  <a:lnTo>
                    <a:pt x="269412" y="39331"/>
                  </a:lnTo>
                  <a:lnTo>
                    <a:pt x="265289" y="35968"/>
                  </a:lnTo>
                  <a:lnTo>
                    <a:pt x="261062" y="32738"/>
                  </a:lnTo>
                  <a:lnTo>
                    <a:pt x="256733" y="29644"/>
                  </a:lnTo>
                  <a:lnTo>
                    <a:pt x="252309" y="26690"/>
                  </a:lnTo>
                  <a:lnTo>
                    <a:pt x="247793" y="23877"/>
                  </a:lnTo>
                  <a:lnTo>
                    <a:pt x="243190" y="21210"/>
                  </a:lnTo>
                  <a:lnTo>
                    <a:pt x="238504" y="18691"/>
                  </a:lnTo>
                  <a:lnTo>
                    <a:pt x="233740" y="16322"/>
                  </a:lnTo>
                  <a:lnTo>
                    <a:pt x="228903" y="14105"/>
                  </a:lnTo>
                  <a:lnTo>
                    <a:pt x="223999" y="12044"/>
                  </a:lnTo>
                  <a:lnTo>
                    <a:pt x="219031" y="10140"/>
                  </a:lnTo>
                  <a:lnTo>
                    <a:pt x="214005" y="8395"/>
                  </a:lnTo>
                  <a:lnTo>
                    <a:pt x="208926" y="6811"/>
                  </a:lnTo>
                  <a:lnTo>
                    <a:pt x="203799" y="5389"/>
                  </a:lnTo>
                  <a:lnTo>
                    <a:pt x="198630" y="4131"/>
                  </a:lnTo>
                  <a:lnTo>
                    <a:pt x="193423" y="3038"/>
                  </a:lnTo>
                  <a:lnTo>
                    <a:pt x="188184" y="2112"/>
                  </a:lnTo>
                  <a:lnTo>
                    <a:pt x="182918" y="1352"/>
                  </a:lnTo>
                  <a:lnTo>
                    <a:pt x="177631" y="761"/>
                  </a:lnTo>
                  <a:lnTo>
                    <a:pt x="172328" y="338"/>
                  </a:lnTo>
                  <a:lnTo>
                    <a:pt x="167014" y="84"/>
                  </a:lnTo>
                  <a:lnTo>
                    <a:pt x="161694" y="0"/>
                  </a:lnTo>
                  <a:lnTo>
                    <a:pt x="16169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4617280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4591615" y="5399291"/>
              <a:ext cx="25665" cy="167167"/>
            </a:xfrm>
            <a:custGeom>
              <a:avLst/>
              <a:pathLst>
                <a:path w="25665" h="167167">
                  <a:moveTo>
                    <a:pt x="25665" y="0"/>
                  </a:moveTo>
                  <a:lnTo>
                    <a:pt x="17079" y="220"/>
                  </a:lnTo>
                  <a:lnTo>
                    <a:pt x="8517" y="881"/>
                  </a:lnTo>
                  <a:lnTo>
                    <a:pt x="0" y="1981"/>
                  </a:lnTo>
                  <a:lnTo>
                    <a:pt x="25665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4591615" y="5401273"/>
              <a:ext cx="25665" cy="165185"/>
            </a:xfrm>
            <a:custGeom>
              <a:avLst/>
              <a:pathLst>
                <a:path w="25665" h="165185">
                  <a:moveTo>
                    <a:pt x="0" y="0"/>
                  </a:moveTo>
                  <a:lnTo>
                    <a:pt x="25665" y="16518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4450119" y="5399791"/>
              <a:ext cx="334326" cy="333827"/>
            </a:xfrm>
            <a:custGeom>
              <a:avLst/>
              <a:pathLst>
                <a:path w="334326" h="333827">
                  <a:moveTo>
                    <a:pt x="141495" y="1481"/>
                  </a:moveTo>
                  <a:lnTo>
                    <a:pt x="136275" y="2377"/>
                  </a:lnTo>
                  <a:lnTo>
                    <a:pt x="131086" y="3438"/>
                  </a:lnTo>
                  <a:lnTo>
                    <a:pt x="125933" y="4663"/>
                  </a:lnTo>
                  <a:lnTo>
                    <a:pt x="120822" y="6050"/>
                  </a:lnTo>
                  <a:lnTo>
                    <a:pt x="115757" y="7599"/>
                  </a:lnTo>
                  <a:lnTo>
                    <a:pt x="110743" y="9307"/>
                  </a:lnTo>
                  <a:lnTo>
                    <a:pt x="105787" y="11173"/>
                  </a:lnTo>
                  <a:lnTo>
                    <a:pt x="100892" y="13195"/>
                  </a:lnTo>
                  <a:lnTo>
                    <a:pt x="96063" y="15372"/>
                  </a:lnTo>
                  <a:lnTo>
                    <a:pt x="91306" y="17700"/>
                  </a:lnTo>
                  <a:lnTo>
                    <a:pt x="86625" y="20178"/>
                  </a:lnTo>
                  <a:lnTo>
                    <a:pt x="82025" y="22802"/>
                  </a:lnTo>
                  <a:lnTo>
                    <a:pt x="77510" y="25572"/>
                  </a:lnTo>
                  <a:lnTo>
                    <a:pt x="73085" y="28482"/>
                  </a:lnTo>
                  <a:lnTo>
                    <a:pt x="68755" y="31532"/>
                  </a:lnTo>
                  <a:lnTo>
                    <a:pt x="64524" y="34717"/>
                  </a:lnTo>
                  <a:lnTo>
                    <a:pt x="60395" y="38035"/>
                  </a:lnTo>
                  <a:lnTo>
                    <a:pt x="56374" y="41481"/>
                  </a:lnTo>
                  <a:lnTo>
                    <a:pt x="52464" y="45054"/>
                  </a:lnTo>
                  <a:lnTo>
                    <a:pt x="48669" y="48748"/>
                  </a:lnTo>
                  <a:lnTo>
                    <a:pt x="44993" y="52561"/>
                  </a:lnTo>
                  <a:lnTo>
                    <a:pt x="41439" y="56489"/>
                  </a:lnTo>
                  <a:lnTo>
                    <a:pt x="38012" y="60527"/>
                  </a:lnTo>
                  <a:lnTo>
                    <a:pt x="34714" y="64671"/>
                  </a:lnTo>
                  <a:lnTo>
                    <a:pt x="31550" y="68918"/>
                  </a:lnTo>
                  <a:lnTo>
                    <a:pt x="28521" y="73263"/>
                  </a:lnTo>
                  <a:lnTo>
                    <a:pt x="25632" y="77702"/>
                  </a:lnTo>
                  <a:lnTo>
                    <a:pt x="22885" y="82230"/>
                  </a:lnTo>
                  <a:lnTo>
                    <a:pt x="20282" y="86843"/>
                  </a:lnTo>
                  <a:lnTo>
                    <a:pt x="17827" y="91536"/>
                  </a:lnTo>
                  <a:lnTo>
                    <a:pt x="15522" y="96304"/>
                  </a:lnTo>
                  <a:lnTo>
                    <a:pt x="13369" y="101143"/>
                  </a:lnTo>
                  <a:lnTo>
                    <a:pt x="11371" y="106048"/>
                  </a:lnTo>
                  <a:lnTo>
                    <a:pt x="9529" y="111014"/>
                  </a:lnTo>
                  <a:lnTo>
                    <a:pt x="7845" y="116035"/>
                  </a:lnTo>
                  <a:lnTo>
                    <a:pt x="6321" y="121107"/>
                  </a:lnTo>
                  <a:lnTo>
                    <a:pt x="4958" y="126226"/>
                  </a:lnTo>
                  <a:lnTo>
                    <a:pt x="3758" y="131384"/>
                  </a:lnTo>
                  <a:lnTo>
                    <a:pt x="2723" y="136578"/>
                  </a:lnTo>
                  <a:lnTo>
                    <a:pt x="1852" y="141803"/>
                  </a:lnTo>
                  <a:lnTo>
                    <a:pt x="1147" y="147052"/>
                  </a:lnTo>
                  <a:lnTo>
                    <a:pt x="609" y="152321"/>
                  </a:lnTo>
                  <a:lnTo>
                    <a:pt x="238" y="157604"/>
                  </a:lnTo>
                  <a:lnTo>
                    <a:pt x="35" y="162896"/>
                  </a:lnTo>
                  <a:lnTo>
                    <a:pt x="0" y="168193"/>
                  </a:lnTo>
                  <a:lnTo>
                    <a:pt x="132" y="173487"/>
                  </a:lnTo>
                  <a:lnTo>
                    <a:pt x="432" y="178775"/>
                  </a:lnTo>
                  <a:lnTo>
                    <a:pt x="899" y="184051"/>
                  </a:lnTo>
                  <a:lnTo>
                    <a:pt x="1533" y="189309"/>
                  </a:lnTo>
                  <a:lnTo>
                    <a:pt x="2333" y="194545"/>
                  </a:lnTo>
                  <a:lnTo>
                    <a:pt x="3299" y="199752"/>
                  </a:lnTo>
                  <a:lnTo>
                    <a:pt x="4430" y="204926"/>
                  </a:lnTo>
                  <a:lnTo>
                    <a:pt x="5723" y="210062"/>
                  </a:lnTo>
                  <a:lnTo>
                    <a:pt x="7179" y="215155"/>
                  </a:lnTo>
                  <a:lnTo>
                    <a:pt x="8795" y="220198"/>
                  </a:lnTo>
                  <a:lnTo>
                    <a:pt x="10571" y="225188"/>
                  </a:lnTo>
                  <a:lnTo>
                    <a:pt x="12503" y="230119"/>
                  </a:lnTo>
                  <a:lnTo>
                    <a:pt x="14591" y="234987"/>
                  </a:lnTo>
                  <a:lnTo>
                    <a:pt x="16832" y="239786"/>
                  </a:lnTo>
                  <a:lnTo>
                    <a:pt x="19224" y="244511"/>
                  </a:lnTo>
                  <a:lnTo>
                    <a:pt x="21764" y="249159"/>
                  </a:lnTo>
                  <a:lnTo>
                    <a:pt x="24450" y="253723"/>
                  </a:lnTo>
                  <a:lnTo>
                    <a:pt x="27280" y="258201"/>
                  </a:lnTo>
                  <a:lnTo>
                    <a:pt x="30249" y="262586"/>
                  </a:lnTo>
                  <a:lnTo>
                    <a:pt x="33357" y="266875"/>
                  </a:lnTo>
                  <a:lnTo>
                    <a:pt x="36598" y="271063"/>
                  </a:lnTo>
                  <a:lnTo>
                    <a:pt x="39971" y="275147"/>
                  </a:lnTo>
                  <a:lnTo>
                    <a:pt x="43471" y="279122"/>
                  </a:lnTo>
                  <a:lnTo>
                    <a:pt x="47096" y="282984"/>
                  </a:lnTo>
                  <a:lnTo>
                    <a:pt x="50841" y="286729"/>
                  </a:lnTo>
                  <a:lnTo>
                    <a:pt x="54703" y="290353"/>
                  </a:lnTo>
                  <a:lnTo>
                    <a:pt x="58678" y="293854"/>
                  </a:lnTo>
                  <a:lnTo>
                    <a:pt x="62761" y="297226"/>
                  </a:lnTo>
                  <a:lnTo>
                    <a:pt x="66949" y="300468"/>
                  </a:lnTo>
                  <a:lnTo>
                    <a:pt x="71238" y="303576"/>
                  </a:lnTo>
                  <a:lnTo>
                    <a:pt x="75624" y="306545"/>
                  </a:lnTo>
                  <a:lnTo>
                    <a:pt x="80101" y="309375"/>
                  </a:lnTo>
                  <a:lnTo>
                    <a:pt x="84665" y="312061"/>
                  </a:lnTo>
                  <a:lnTo>
                    <a:pt x="89313" y="314602"/>
                  </a:lnTo>
                  <a:lnTo>
                    <a:pt x="94038" y="316994"/>
                  </a:lnTo>
                  <a:lnTo>
                    <a:pt x="98837" y="319235"/>
                  </a:lnTo>
                  <a:lnTo>
                    <a:pt x="103705" y="321322"/>
                  </a:lnTo>
                  <a:lnTo>
                    <a:pt x="108636" y="323255"/>
                  </a:lnTo>
                  <a:lnTo>
                    <a:pt x="113626" y="325030"/>
                  </a:lnTo>
                  <a:lnTo>
                    <a:pt x="118669" y="326647"/>
                  </a:lnTo>
                  <a:lnTo>
                    <a:pt x="123762" y="328103"/>
                  </a:lnTo>
                  <a:lnTo>
                    <a:pt x="128897" y="329396"/>
                  </a:lnTo>
                  <a:lnTo>
                    <a:pt x="134072" y="330527"/>
                  </a:lnTo>
                  <a:lnTo>
                    <a:pt x="139279" y="331493"/>
                  </a:lnTo>
                  <a:lnTo>
                    <a:pt x="144515" y="332293"/>
                  </a:lnTo>
                  <a:lnTo>
                    <a:pt x="149773" y="332927"/>
                  </a:lnTo>
                  <a:lnTo>
                    <a:pt x="155049" y="333395"/>
                  </a:lnTo>
                  <a:lnTo>
                    <a:pt x="160336" y="333695"/>
                  </a:lnTo>
                  <a:lnTo>
                    <a:pt x="165631" y="333827"/>
                  </a:lnTo>
                  <a:lnTo>
                    <a:pt x="170927" y="333792"/>
                  </a:lnTo>
                  <a:lnTo>
                    <a:pt x="176220" y="333588"/>
                  </a:lnTo>
                  <a:lnTo>
                    <a:pt x="181503" y="333218"/>
                  </a:lnTo>
                  <a:lnTo>
                    <a:pt x="186772" y="332680"/>
                  </a:lnTo>
                  <a:lnTo>
                    <a:pt x="192021" y="331975"/>
                  </a:lnTo>
                  <a:lnTo>
                    <a:pt x="197246" y="331105"/>
                  </a:lnTo>
                  <a:lnTo>
                    <a:pt x="202440" y="330069"/>
                  </a:lnTo>
                  <a:lnTo>
                    <a:pt x="207598" y="328869"/>
                  </a:lnTo>
                  <a:lnTo>
                    <a:pt x="212716" y="327507"/>
                  </a:lnTo>
                  <a:lnTo>
                    <a:pt x="217789" y="325983"/>
                  </a:lnTo>
                  <a:lnTo>
                    <a:pt x="222810" y="324299"/>
                  </a:lnTo>
                  <a:lnTo>
                    <a:pt x="227776" y="322457"/>
                  </a:lnTo>
                  <a:lnTo>
                    <a:pt x="232681" y="320459"/>
                  </a:lnTo>
                  <a:lnTo>
                    <a:pt x="237520" y="318306"/>
                  </a:lnTo>
                  <a:lnTo>
                    <a:pt x="242288" y="316001"/>
                  </a:lnTo>
                  <a:lnTo>
                    <a:pt x="246981" y="313546"/>
                  </a:lnTo>
                  <a:lnTo>
                    <a:pt x="251594" y="310944"/>
                  </a:lnTo>
                  <a:lnTo>
                    <a:pt x="256122" y="308196"/>
                  </a:lnTo>
                  <a:lnTo>
                    <a:pt x="260561" y="305307"/>
                  </a:lnTo>
                  <a:lnTo>
                    <a:pt x="264906" y="302279"/>
                  </a:lnTo>
                  <a:lnTo>
                    <a:pt x="269153" y="299114"/>
                  </a:lnTo>
                  <a:lnTo>
                    <a:pt x="273298" y="295817"/>
                  </a:lnTo>
                  <a:lnTo>
                    <a:pt x="277336" y="292390"/>
                  </a:lnTo>
                  <a:lnTo>
                    <a:pt x="281263" y="288836"/>
                  </a:lnTo>
                  <a:lnTo>
                    <a:pt x="285076" y="285160"/>
                  </a:lnTo>
                  <a:lnTo>
                    <a:pt x="288771" y="281365"/>
                  </a:lnTo>
                  <a:lnTo>
                    <a:pt x="292343" y="277455"/>
                  </a:lnTo>
                  <a:lnTo>
                    <a:pt x="295790" y="273434"/>
                  </a:lnTo>
                  <a:lnTo>
                    <a:pt x="299108" y="269306"/>
                  </a:lnTo>
                  <a:lnTo>
                    <a:pt x="302293" y="265074"/>
                  </a:lnTo>
                  <a:lnTo>
                    <a:pt x="305343" y="260744"/>
                  </a:lnTo>
                  <a:lnTo>
                    <a:pt x="308254" y="256319"/>
                  </a:lnTo>
                  <a:lnTo>
                    <a:pt x="311023" y="251804"/>
                  </a:lnTo>
                  <a:lnTo>
                    <a:pt x="313648" y="247204"/>
                  </a:lnTo>
                  <a:lnTo>
                    <a:pt x="316126" y="242523"/>
                  </a:lnTo>
                  <a:lnTo>
                    <a:pt x="318454" y="237766"/>
                  </a:lnTo>
                  <a:lnTo>
                    <a:pt x="320630" y="232938"/>
                  </a:lnTo>
                  <a:lnTo>
                    <a:pt x="322653" y="228043"/>
                  </a:lnTo>
                  <a:lnTo>
                    <a:pt x="324519" y="223086"/>
                  </a:lnTo>
                  <a:lnTo>
                    <a:pt x="326227" y="218073"/>
                  </a:lnTo>
                  <a:lnTo>
                    <a:pt x="327776" y="213008"/>
                  </a:lnTo>
                  <a:lnTo>
                    <a:pt x="329163" y="207897"/>
                  </a:lnTo>
                  <a:lnTo>
                    <a:pt x="330388" y="202744"/>
                  </a:lnTo>
                  <a:lnTo>
                    <a:pt x="331449" y="197555"/>
                  </a:lnTo>
                  <a:lnTo>
                    <a:pt x="332345" y="192335"/>
                  </a:lnTo>
                  <a:lnTo>
                    <a:pt x="333075" y="187089"/>
                  </a:lnTo>
                  <a:lnTo>
                    <a:pt x="333639" y="181823"/>
                  </a:lnTo>
                  <a:lnTo>
                    <a:pt x="334036" y="176541"/>
                  </a:lnTo>
                  <a:lnTo>
                    <a:pt x="334265" y="171250"/>
                  </a:lnTo>
                  <a:lnTo>
                    <a:pt x="334326" y="165954"/>
                  </a:lnTo>
                  <a:lnTo>
                    <a:pt x="334219" y="160659"/>
                  </a:lnTo>
                  <a:lnTo>
                    <a:pt x="333945" y="155370"/>
                  </a:lnTo>
                  <a:lnTo>
                    <a:pt x="333504" y="150092"/>
                  </a:lnTo>
                  <a:lnTo>
                    <a:pt x="332895" y="144830"/>
                  </a:lnTo>
                  <a:lnTo>
                    <a:pt x="332120" y="139591"/>
                  </a:lnTo>
                  <a:lnTo>
                    <a:pt x="331180" y="134379"/>
                  </a:lnTo>
                  <a:lnTo>
                    <a:pt x="330074" y="129199"/>
                  </a:lnTo>
                  <a:lnTo>
                    <a:pt x="328806" y="124057"/>
                  </a:lnTo>
                  <a:lnTo>
                    <a:pt x="327375" y="118958"/>
                  </a:lnTo>
                  <a:lnTo>
                    <a:pt x="325783" y="113906"/>
                  </a:lnTo>
                  <a:lnTo>
                    <a:pt x="324032" y="108908"/>
                  </a:lnTo>
                  <a:lnTo>
                    <a:pt x="322124" y="103967"/>
                  </a:lnTo>
                  <a:lnTo>
                    <a:pt x="320060" y="99090"/>
                  </a:lnTo>
                  <a:lnTo>
                    <a:pt x="317842" y="94280"/>
                  </a:lnTo>
                  <a:lnTo>
                    <a:pt x="315473" y="89543"/>
                  </a:lnTo>
                  <a:lnTo>
                    <a:pt x="312956" y="84883"/>
                  </a:lnTo>
                  <a:lnTo>
                    <a:pt x="310292" y="80305"/>
                  </a:lnTo>
                  <a:lnTo>
                    <a:pt x="307484" y="75815"/>
                  </a:lnTo>
                  <a:lnTo>
                    <a:pt x="304535" y="71415"/>
                  </a:lnTo>
                  <a:lnTo>
                    <a:pt x="301449" y="67111"/>
                  </a:lnTo>
                  <a:lnTo>
                    <a:pt x="298228" y="62907"/>
                  </a:lnTo>
                  <a:lnTo>
                    <a:pt x="294875" y="58807"/>
                  </a:lnTo>
                  <a:lnTo>
                    <a:pt x="291394" y="54815"/>
                  </a:lnTo>
                  <a:lnTo>
                    <a:pt x="287788" y="50935"/>
                  </a:lnTo>
                  <a:lnTo>
                    <a:pt x="284062" y="47172"/>
                  </a:lnTo>
                  <a:lnTo>
                    <a:pt x="280217" y="43529"/>
                  </a:lnTo>
                  <a:lnTo>
                    <a:pt x="276260" y="40009"/>
                  </a:lnTo>
                  <a:lnTo>
                    <a:pt x="272193" y="36616"/>
                  </a:lnTo>
                  <a:lnTo>
                    <a:pt x="268020" y="33354"/>
                  </a:lnTo>
                  <a:lnTo>
                    <a:pt x="263746" y="30226"/>
                  </a:lnTo>
                  <a:lnTo>
                    <a:pt x="259376" y="27235"/>
                  </a:lnTo>
                  <a:lnTo>
                    <a:pt x="254912" y="24384"/>
                  </a:lnTo>
                  <a:lnTo>
                    <a:pt x="250361" y="21675"/>
                  </a:lnTo>
                  <a:lnTo>
                    <a:pt x="245726" y="19112"/>
                  </a:lnTo>
                  <a:lnTo>
                    <a:pt x="241012" y="16697"/>
                  </a:lnTo>
                  <a:lnTo>
                    <a:pt x="236224" y="14433"/>
                  </a:lnTo>
                  <a:lnTo>
                    <a:pt x="231367" y="12322"/>
                  </a:lnTo>
                  <a:lnTo>
                    <a:pt x="226445" y="10365"/>
                  </a:lnTo>
                  <a:lnTo>
                    <a:pt x="221464" y="8565"/>
                  </a:lnTo>
                  <a:lnTo>
                    <a:pt x="216428" y="6925"/>
                  </a:lnTo>
                  <a:lnTo>
                    <a:pt x="211343" y="5444"/>
                  </a:lnTo>
                  <a:lnTo>
                    <a:pt x="206214" y="4125"/>
                  </a:lnTo>
                  <a:lnTo>
                    <a:pt x="201045" y="2970"/>
                  </a:lnTo>
                  <a:lnTo>
                    <a:pt x="195842" y="1978"/>
                  </a:lnTo>
                  <a:lnTo>
                    <a:pt x="190611" y="1152"/>
                  </a:lnTo>
                  <a:lnTo>
                    <a:pt x="185356" y="493"/>
                  </a:lnTo>
                  <a:lnTo>
                    <a:pt x="180082" y="0"/>
                  </a:lnTo>
                  <a:lnTo>
                    <a:pt x="167160" y="1666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4617280" y="5399291"/>
              <a:ext cx="12922" cy="167167"/>
            </a:xfrm>
            <a:custGeom>
              <a:avLst/>
              <a:pathLst>
                <a:path w="12922" h="167167">
                  <a:moveTo>
                    <a:pt x="12922" y="50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5135676" y="536914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4968509" y="5369149"/>
              <a:ext cx="167166" cy="300560"/>
            </a:xfrm>
            <a:custGeom>
              <a:avLst/>
              <a:pathLst>
                <a:path w="167166" h="300560">
                  <a:moveTo>
                    <a:pt x="167166" y="0"/>
                  </a:moveTo>
                  <a:lnTo>
                    <a:pt x="161820" y="85"/>
                  </a:lnTo>
                  <a:lnTo>
                    <a:pt x="156480" y="341"/>
                  </a:lnTo>
                  <a:lnTo>
                    <a:pt x="151151" y="768"/>
                  </a:lnTo>
                  <a:lnTo>
                    <a:pt x="145838" y="1366"/>
                  </a:lnTo>
                  <a:lnTo>
                    <a:pt x="140547" y="2132"/>
                  </a:lnTo>
                  <a:lnTo>
                    <a:pt x="135283" y="3068"/>
                  </a:lnTo>
                  <a:lnTo>
                    <a:pt x="130052" y="4172"/>
                  </a:lnTo>
                  <a:lnTo>
                    <a:pt x="124858" y="5442"/>
                  </a:lnTo>
                  <a:lnTo>
                    <a:pt x="119708" y="6877"/>
                  </a:lnTo>
                  <a:lnTo>
                    <a:pt x="114607" y="8477"/>
                  </a:lnTo>
                  <a:lnTo>
                    <a:pt x="109559" y="10239"/>
                  </a:lnTo>
                  <a:lnTo>
                    <a:pt x="104570" y="12161"/>
                  </a:lnTo>
                  <a:lnTo>
                    <a:pt x="99646" y="14242"/>
                  </a:lnTo>
                  <a:lnTo>
                    <a:pt x="94790" y="16480"/>
                  </a:lnTo>
                  <a:lnTo>
                    <a:pt x="90008" y="18871"/>
                  </a:lnTo>
                  <a:lnTo>
                    <a:pt x="85306" y="21414"/>
                  </a:lnTo>
                  <a:lnTo>
                    <a:pt x="80687" y="24106"/>
                  </a:lnTo>
                  <a:lnTo>
                    <a:pt x="76156" y="26945"/>
                  </a:lnTo>
                  <a:lnTo>
                    <a:pt x="71719" y="29927"/>
                  </a:lnTo>
                  <a:lnTo>
                    <a:pt x="67379" y="33049"/>
                  </a:lnTo>
                  <a:lnTo>
                    <a:pt x="63141" y="36309"/>
                  </a:lnTo>
                  <a:lnTo>
                    <a:pt x="59010" y="39702"/>
                  </a:lnTo>
                  <a:lnTo>
                    <a:pt x="54989" y="43226"/>
                  </a:lnTo>
                  <a:lnTo>
                    <a:pt x="51083" y="46877"/>
                  </a:lnTo>
                  <a:lnTo>
                    <a:pt x="47296" y="50650"/>
                  </a:lnTo>
                  <a:lnTo>
                    <a:pt x="43631" y="54543"/>
                  </a:lnTo>
                  <a:lnTo>
                    <a:pt x="40093" y="58551"/>
                  </a:lnTo>
                  <a:lnTo>
                    <a:pt x="36684" y="62670"/>
                  </a:lnTo>
                  <a:lnTo>
                    <a:pt x="33410" y="66896"/>
                  </a:lnTo>
                  <a:lnTo>
                    <a:pt x="30272" y="71225"/>
                  </a:lnTo>
                  <a:lnTo>
                    <a:pt x="27274" y="75651"/>
                  </a:lnTo>
                  <a:lnTo>
                    <a:pt x="24419" y="80172"/>
                  </a:lnTo>
                  <a:lnTo>
                    <a:pt x="21710" y="84781"/>
                  </a:lnTo>
                  <a:lnTo>
                    <a:pt x="19150" y="89474"/>
                  </a:lnTo>
                  <a:lnTo>
                    <a:pt x="16741" y="94247"/>
                  </a:lnTo>
                  <a:lnTo>
                    <a:pt x="14486" y="99095"/>
                  </a:lnTo>
                  <a:lnTo>
                    <a:pt x="12387" y="104012"/>
                  </a:lnTo>
                  <a:lnTo>
                    <a:pt x="10447" y="108994"/>
                  </a:lnTo>
                  <a:lnTo>
                    <a:pt x="8667" y="114035"/>
                  </a:lnTo>
                  <a:lnTo>
                    <a:pt x="7049" y="119131"/>
                  </a:lnTo>
                  <a:lnTo>
                    <a:pt x="5595" y="124276"/>
                  </a:lnTo>
                  <a:lnTo>
                    <a:pt x="4306" y="129464"/>
                  </a:lnTo>
                  <a:lnTo>
                    <a:pt x="3183" y="134692"/>
                  </a:lnTo>
                  <a:lnTo>
                    <a:pt x="2229" y="139952"/>
                  </a:lnTo>
                  <a:lnTo>
                    <a:pt x="1443" y="145240"/>
                  </a:lnTo>
                  <a:lnTo>
                    <a:pt x="826" y="150551"/>
                  </a:lnTo>
                  <a:lnTo>
                    <a:pt x="380" y="155879"/>
                  </a:lnTo>
                  <a:lnTo>
                    <a:pt x="104" y="161218"/>
                  </a:lnTo>
                  <a:lnTo>
                    <a:pt x="0" y="166563"/>
                  </a:lnTo>
                  <a:lnTo>
                    <a:pt x="66" y="171909"/>
                  </a:lnTo>
                  <a:lnTo>
                    <a:pt x="303" y="177250"/>
                  </a:lnTo>
                  <a:lnTo>
                    <a:pt x="711" y="182581"/>
                  </a:lnTo>
                  <a:lnTo>
                    <a:pt x="1289" y="187896"/>
                  </a:lnTo>
                  <a:lnTo>
                    <a:pt x="2036" y="193190"/>
                  </a:lnTo>
                  <a:lnTo>
                    <a:pt x="2953" y="198457"/>
                  </a:lnTo>
                  <a:lnTo>
                    <a:pt x="4038" y="203692"/>
                  </a:lnTo>
                  <a:lnTo>
                    <a:pt x="5289" y="208890"/>
                  </a:lnTo>
                  <a:lnTo>
                    <a:pt x="6706" y="214045"/>
                  </a:lnTo>
                  <a:lnTo>
                    <a:pt x="8287" y="219152"/>
                  </a:lnTo>
                  <a:lnTo>
                    <a:pt x="10031" y="224206"/>
                  </a:lnTo>
                  <a:lnTo>
                    <a:pt x="11935" y="229202"/>
                  </a:lnTo>
                  <a:lnTo>
                    <a:pt x="13998" y="234134"/>
                  </a:lnTo>
                  <a:lnTo>
                    <a:pt x="16218" y="238998"/>
                  </a:lnTo>
                  <a:lnTo>
                    <a:pt x="18592" y="243788"/>
                  </a:lnTo>
                  <a:lnTo>
                    <a:pt x="21118" y="248500"/>
                  </a:lnTo>
                  <a:lnTo>
                    <a:pt x="23794" y="253129"/>
                  </a:lnTo>
                  <a:lnTo>
                    <a:pt x="26616" y="257670"/>
                  </a:lnTo>
                  <a:lnTo>
                    <a:pt x="29582" y="262118"/>
                  </a:lnTo>
                  <a:lnTo>
                    <a:pt x="32689" y="266469"/>
                  </a:lnTo>
                  <a:lnTo>
                    <a:pt x="35933" y="270719"/>
                  </a:lnTo>
                  <a:lnTo>
                    <a:pt x="39312" y="274862"/>
                  </a:lnTo>
                  <a:lnTo>
                    <a:pt x="42821" y="278896"/>
                  </a:lnTo>
                  <a:lnTo>
                    <a:pt x="46457" y="282815"/>
                  </a:lnTo>
                  <a:lnTo>
                    <a:pt x="50217" y="286616"/>
                  </a:lnTo>
                  <a:lnTo>
                    <a:pt x="54097" y="290294"/>
                  </a:lnTo>
                  <a:lnTo>
                    <a:pt x="58092" y="293847"/>
                  </a:lnTo>
                  <a:lnTo>
                    <a:pt x="62199" y="297270"/>
                  </a:lnTo>
                  <a:lnTo>
                    <a:pt x="66413" y="30056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5034923" y="5536317"/>
              <a:ext cx="100753" cy="133393"/>
            </a:xfrm>
            <a:custGeom>
              <a:avLst/>
              <a:pathLst>
                <a:path w="100753" h="133393">
                  <a:moveTo>
                    <a:pt x="0" y="133393"/>
                  </a:moveTo>
                  <a:lnTo>
                    <a:pt x="100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5034923" y="5536317"/>
              <a:ext cx="100753" cy="133393"/>
            </a:xfrm>
            <a:custGeom>
              <a:avLst/>
              <a:pathLst>
                <a:path w="100753" h="133393">
                  <a:moveTo>
                    <a:pt x="0" y="133393"/>
                  </a:moveTo>
                  <a:lnTo>
                    <a:pt x="100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034923" y="5536317"/>
              <a:ext cx="100753" cy="133393"/>
            </a:xfrm>
            <a:custGeom>
              <a:avLst/>
              <a:pathLst>
                <a:path w="100753" h="133393">
                  <a:moveTo>
                    <a:pt x="0" y="133393"/>
                  </a:moveTo>
                  <a:lnTo>
                    <a:pt x="1007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034923" y="5536317"/>
              <a:ext cx="100753" cy="133393"/>
            </a:xfrm>
            <a:custGeom>
              <a:avLst/>
              <a:pathLst>
                <a:path w="100753" h="133393">
                  <a:moveTo>
                    <a:pt x="0" y="133393"/>
                  </a:moveTo>
                  <a:lnTo>
                    <a:pt x="1007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034923" y="5536317"/>
              <a:ext cx="100753" cy="133393"/>
            </a:xfrm>
            <a:custGeom>
              <a:avLst/>
              <a:pathLst>
                <a:path w="100753" h="133393">
                  <a:moveTo>
                    <a:pt x="0" y="133393"/>
                  </a:moveTo>
                  <a:lnTo>
                    <a:pt x="1007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034923" y="5536317"/>
              <a:ext cx="166501" cy="167158"/>
            </a:xfrm>
            <a:custGeom>
              <a:avLst/>
              <a:pathLst>
                <a:path w="166501" h="167158">
                  <a:moveTo>
                    <a:pt x="0" y="133393"/>
                  </a:moveTo>
                  <a:lnTo>
                    <a:pt x="4435" y="136630"/>
                  </a:lnTo>
                  <a:lnTo>
                    <a:pt x="8974" y="139719"/>
                  </a:lnTo>
                  <a:lnTo>
                    <a:pt x="13612" y="142658"/>
                  </a:lnTo>
                  <a:lnTo>
                    <a:pt x="18344" y="145443"/>
                  </a:lnTo>
                  <a:lnTo>
                    <a:pt x="23165" y="148071"/>
                  </a:lnTo>
                  <a:lnTo>
                    <a:pt x="28070" y="150539"/>
                  </a:lnTo>
                  <a:lnTo>
                    <a:pt x="33053" y="152845"/>
                  </a:lnTo>
                  <a:lnTo>
                    <a:pt x="38109" y="154986"/>
                  </a:lnTo>
                  <a:lnTo>
                    <a:pt x="43233" y="156960"/>
                  </a:lnTo>
                  <a:lnTo>
                    <a:pt x="48419" y="158764"/>
                  </a:lnTo>
                  <a:lnTo>
                    <a:pt x="53661" y="160397"/>
                  </a:lnTo>
                  <a:lnTo>
                    <a:pt x="58954" y="161857"/>
                  </a:lnTo>
                  <a:lnTo>
                    <a:pt x="64292" y="163142"/>
                  </a:lnTo>
                  <a:lnTo>
                    <a:pt x="69670" y="164252"/>
                  </a:lnTo>
                  <a:lnTo>
                    <a:pt x="75081" y="165184"/>
                  </a:lnTo>
                  <a:lnTo>
                    <a:pt x="80520" y="165938"/>
                  </a:lnTo>
                  <a:lnTo>
                    <a:pt x="85980" y="166513"/>
                  </a:lnTo>
                  <a:lnTo>
                    <a:pt x="91457" y="166908"/>
                  </a:lnTo>
                  <a:lnTo>
                    <a:pt x="96943" y="167124"/>
                  </a:lnTo>
                  <a:lnTo>
                    <a:pt x="102434" y="167158"/>
                  </a:lnTo>
                  <a:lnTo>
                    <a:pt x="107923" y="167013"/>
                  </a:lnTo>
                  <a:lnTo>
                    <a:pt x="113404" y="166688"/>
                  </a:lnTo>
                  <a:lnTo>
                    <a:pt x="118872" y="166182"/>
                  </a:lnTo>
                  <a:lnTo>
                    <a:pt x="124319" y="165497"/>
                  </a:lnTo>
                  <a:lnTo>
                    <a:pt x="129742" y="164634"/>
                  </a:lnTo>
                  <a:lnTo>
                    <a:pt x="135133" y="163593"/>
                  </a:lnTo>
                  <a:lnTo>
                    <a:pt x="140487" y="162376"/>
                  </a:lnTo>
                  <a:lnTo>
                    <a:pt x="145799" y="160983"/>
                  </a:lnTo>
                  <a:lnTo>
                    <a:pt x="151061" y="159417"/>
                  </a:lnTo>
                  <a:lnTo>
                    <a:pt x="156270" y="157679"/>
                  </a:lnTo>
                  <a:lnTo>
                    <a:pt x="161418" y="155771"/>
                  </a:lnTo>
                  <a:lnTo>
                    <a:pt x="166501" y="153694"/>
                  </a:lnTo>
                  <a:lnTo>
                    <a:pt x="10075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135676" y="5369149"/>
              <a:ext cx="167157" cy="320862"/>
            </a:xfrm>
            <a:custGeom>
              <a:avLst/>
              <a:pathLst>
                <a:path w="167157" h="320862">
                  <a:moveTo>
                    <a:pt x="65748" y="320862"/>
                  </a:moveTo>
                  <a:lnTo>
                    <a:pt x="70606" y="318691"/>
                  </a:lnTo>
                  <a:lnTo>
                    <a:pt x="75392" y="316368"/>
                  </a:lnTo>
                  <a:lnTo>
                    <a:pt x="80102" y="313893"/>
                  </a:lnTo>
                  <a:lnTo>
                    <a:pt x="84731" y="311269"/>
                  </a:lnTo>
                  <a:lnTo>
                    <a:pt x="89274" y="308500"/>
                  </a:lnTo>
                  <a:lnTo>
                    <a:pt x="93727" y="305587"/>
                  </a:lnTo>
                  <a:lnTo>
                    <a:pt x="98085" y="302534"/>
                  </a:lnTo>
                  <a:lnTo>
                    <a:pt x="102343" y="299344"/>
                  </a:lnTo>
                  <a:lnTo>
                    <a:pt x="106498" y="296020"/>
                  </a:lnTo>
                  <a:lnTo>
                    <a:pt x="110544" y="292565"/>
                  </a:lnTo>
                  <a:lnTo>
                    <a:pt x="114479" y="288984"/>
                  </a:lnTo>
                  <a:lnTo>
                    <a:pt x="118298" y="285279"/>
                  </a:lnTo>
                  <a:lnTo>
                    <a:pt x="121997" y="281454"/>
                  </a:lnTo>
                  <a:lnTo>
                    <a:pt x="125572" y="277514"/>
                  </a:lnTo>
                  <a:lnTo>
                    <a:pt x="129020" y="273462"/>
                  </a:lnTo>
                  <a:lnTo>
                    <a:pt x="132338" y="269302"/>
                  </a:lnTo>
                  <a:lnTo>
                    <a:pt x="135521" y="265039"/>
                  </a:lnTo>
                  <a:lnTo>
                    <a:pt x="138567" y="260676"/>
                  </a:lnTo>
                  <a:lnTo>
                    <a:pt x="141473" y="256219"/>
                  </a:lnTo>
                  <a:lnTo>
                    <a:pt x="144235" y="251672"/>
                  </a:lnTo>
                  <a:lnTo>
                    <a:pt x="146851" y="247039"/>
                  </a:lnTo>
                  <a:lnTo>
                    <a:pt x="149319" y="242325"/>
                  </a:lnTo>
                  <a:lnTo>
                    <a:pt x="151635" y="237535"/>
                  </a:lnTo>
                  <a:lnTo>
                    <a:pt x="153798" y="232673"/>
                  </a:lnTo>
                  <a:lnTo>
                    <a:pt x="155805" y="227745"/>
                  </a:lnTo>
                  <a:lnTo>
                    <a:pt x="157653" y="222756"/>
                  </a:lnTo>
                  <a:lnTo>
                    <a:pt x="159343" y="217711"/>
                  </a:lnTo>
                  <a:lnTo>
                    <a:pt x="160871" y="212614"/>
                  </a:lnTo>
                  <a:lnTo>
                    <a:pt x="162235" y="207472"/>
                  </a:lnTo>
                  <a:lnTo>
                    <a:pt x="163436" y="202288"/>
                  </a:lnTo>
                  <a:lnTo>
                    <a:pt x="164471" y="197069"/>
                  </a:lnTo>
                  <a:lnTo>
                    <a:pt x="165339" y="191820"/>
                  </a:lnTo>
                  <a:lnTo>
                    <a:pt x="166040" y="186545"/>
                  </a:lnTo>
                  <a:lnTo>
                    <a:pt x="166573" y="181251"/>
                  </a:lnTo>
                  <a:lnTo>
                    <a:pt x="166936" y="175943"/>
                  </a:lnTo>
                  <a:lnTo>
                    <a:pt x="167131" y="170626"/>
                  </a:lnTo>
                  <a:lnTo>
                    <a:pt x="167157" y="165306"/>
                  </a:lnTo>
                  <a:lnTo>
                    <a:pt x="167013" y="159987"/>
                  </a:lnTo>
                  <a:lnTo>
                    <a:pt x="166700" y="154675"/>
                  </a:lnTo>
                  <a:lnTo>
                    <a:pt x="166218" y="149376"/>
                  </a:lnTo>
                  <a:lnTo>
                    <a:pt x="165567" y="144096"/>
                  </a:lnTo>
                  <a:lnTo>
                    <a:pt x="164749" y="138838"/>
                  </a:lnTo>
                  <a:lnTo>
                    <a:pt x="163764" y="133610"/>
                  </a:lnTo>
                  <a:lnTo>
                    <a:pt x="162613" y="128415"/>
                  </a:lnTo>
                  <a:lnTo>
                    <a:pt x="161298" y="123259"/>
                  </a:lnTo>
                  <a:lnTo>
                    <a:pt x="159819" y="118148"/>
                  </a:lnTo>
                  <a:lnTo>
                    <a:pt x="158178" y="113087"/>
                  </a:lnTo>
                  <a:lnTo>
                    <a:pt x="156376" y="108081"/>
                  </a:lnTo>
                  <a:lnTo>
                    <a:pt x="154417" y="103134"/>
                  </a:lnTo>
                  <a:lnTo>
                    <a:pt x="152301" y="98252"/>
                  </a:lnTo>
                  <a:lnTo>
                    <a:pt x="150030" y="93440"/>
                  </a:lnTo>
                  <a:lnTo>
                    <a:pt x="147608" y="88703"/>
                  </a:lnTo>
                  <a:lnTo>
                    <a:pt x="145036" y="84045"/>
                  </a:lnTo>
                  <a:lnTo>
                    <a:pt x="142318" y="79471"/>
                  </a:lnTo>
                  <a:lnTo>
                    <a:pt x="139455" y="74987"/>
                  </a:lnTo>
                  <a:lnTo>
                    <a:pt x="136450" y="70595"/>
                  </a:lnTo>
                  <a:lnTo>
                    <a:pt x="133308" y="66302"/>
                  </a:lnTo>
                  <a:lnTo>
                    <a:pt x="130030" y="62110"/>
                  </a:lnTo>
                  <a:lnTo>
                    <a:pt x="126621" y="58025"/>
                  </a:lnTo>
                  <a:lnTo>
                    <a:pt x="123084" y="54051"/>
                  </a:lnTo>
                  <a:lnTo>
                    <a:pt x="119421" y="50191"/>
                  </a:lnTo>
                  <a:lnTo>
                    <a:pt x="115638" y="46450"/>
                  </a:lnTo>
                  <a:lnTo>
                    <a:pt x="111738" y="42831"/>
                  </a:lnTo>
                  <a:lnTo>
                    <a:pt x="107724" y="39338"/>
                  </a:lnTo>
                  <a:lnTo>
                    <a:pt x="103602" y="35974"/>
                  </a:lnTo>
                  <a:lnTo>
                    <a:pt x="99374" y="32744"/>
                  </a:lnTo>
                  <a:lnTo>
                    <a:pt x="95046" y="29649"/>
                  </a:lnTo>
                  <a:lnTo>
                    <a:pt x="90621" y="26694"/>
                  </a:lnTo>
                  <a:lnTo>
                    <a:pt x="86105" y="23881"/>
                  </a:lnTo>
                  <a:lnTo>
                    <a:pt x="81501" y="21214"/>
                  </a:lnTo>
                  <a:lnTo>
                    <a:pt x="76815" y="18694"/>
                  </a:lnTo>
                  <a:lnTo>
                    <a:pt x="72051" y="16324"/>
                  </a:lnTo>
                  <a:lnTo>
                    <a:pt x="67214" y="14108"/>
                  </a:lnTo>
                  <a:lnTo>
                    <a:pt x="62309" y="12046"/>
                  </a:lnTo>
                  <a:lnTo>
                    <a:pt x="57341" y="10142"/>
                  </a:lnTo>
                  <a:lnTo>
                    <a:pt x="52315" y="8396"/>
                  </a:lnTo>
                  <a:lnTo>
                    <a:pt x="47235" y="6812"/>
                  </a:lnTo>
                  <a:lnTo>
                    <a:pt x="42108" y="5390"/>
                  </a:lnTo>
                  <a:lnTo>
                    <a:pt x="36938" y="4132"/>
                  </a:lnTo>
                  <a:lnTo>
                    <a:pt x="31731" y="3039"/>
                  </a:lnTo>
                  <a:lnTo>
                    <a:pt x="26492" y="2112"/>
                  </a:lnTo>
                  <a:lnTo>
                    <a:pt x="21226" y="1353"/>
                  </a:lnTo>
                  <a:lnTo>
                    <a:pt x="15938" y="761"/>
                  </a:lnTo>
                  <a:lnTo>
                    <a:pt x="10634" y="338"/>
                  </a:lnTo>
                  <a:lnTo>
                    <a:pt x="5320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5633135" y="522047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5505325" y="5220472"/>
              <a:ext cx="127809" cy="167167"/>
            </a:xfrm>
            <a:custGeom>
              <a:avLst/>
              <a:pathLst>
                <a:path w="127809" h="167167">
                  <a:moveTo>
                    <a:pt x="127809" y="0"/>
                  </a:moveTo>
                  <a:lnTo>
                    <a:pt x="122214" y="93"/>
                  </a:lnTo>
                  <a:lnTo>
                    <a:pt x="116626" y="374"/>
                  </a:lnTo>
                  <a:lnTo>
                    <a:pt x="111049" y="842"/>
                  </a:lnTo>
                  <a:lnTo>
                    <a:pt x="105492" y="1496"/>
                  </a:lnTo>
                  <a:lnTo>
                    <a:pt x="99960" y="2336"/>
                  </a:lnTo>
                  <a:lnTo>
                    <a:pt x="94459" y="3360"/>
                  </a:lnTo>
                  <a:lnTo>
                    <a:pt x="88995" y="4568"/>
                  </a:lnTo>
                  <a:lnTo>
                    <a:pt x="83574" y="5958"/>
                  </a:lnTo>
                  <a:lnTo>
                    <a:pt x="78204" y="7529"/>
                  </a:lnTo>
                  <a:lnTo>
                    <a:pt x="72889" y="9279"/>
                  </a:lnTo>
                  <a:lnTo>
                    <a:pt x="67635" y="11205"/>
                  </a:lnTo>
                  <a:lnTo>
                    <a:pt x="62449" y="13307"/>
                  </a:lnTo>
                  <a:lnTo>
                    <a:pt x="57336" y="15580"/>
                  </a:lnTo>
                  <a:lnTo>
                    <a:pt x="52302" y="18024"/>
                  </a:lnTo>
                  <a:lnTo>
                    <a:pt x="47352" y="20635"/>
                  </a:lnTo>
                  <a:lnTo>
                    <a:pt x="42493" y="23410"/>
                  </a:lnTo>
                  <a:lnTo>
                    <a:pt x="37730" y="26346"/>
                  </a:lnTo>
                  <a:lnTo>
                    <a:pt x="33067" y="29440"/>
                  </a:lnTo>
                  <a:lnTo>
                    <a:pt x="28510" y="32688"/>
                  </a:lnTo>
                  <a:lnTo>
                    <a:pt x="24065" y="36086"/>
                  </a:lnTo>
                  <a:lnTo>
                    <a:pt x="19736" y="39632"/>
                  </a:lnTo>
                  <a:lnTo>
                    <a:pt x="15528" y="43321"/>
                  </a:lnTo>
                  <a:lnTo>
                    <a:pt x="11446" y="47148"/>
                  </a:lnTo>
                  <a:lnTo>
                    <a:pt x="7494" y="51110"/>
                  </a:lnTo>
                  <a:lnTo>
                    <a:pt x="3677" y="55202"/>
                  </a:lnTo>
                  <a:lnTo>
                    <a:pt x="0" y="59419"/>
                  </a:lnTo>
                  <a:lnTo>
                    <a:pt x="12780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5505325" y="5279891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5505325" y="5279891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5505325" y="5279891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5505325" y="5279891"/>
              <a:ext cx="127809" cy="107747"/>
            </a:xfrm>
            <a:custGeom>
              <a:avLst/>
              <a:pathLst>
                <a:path w="127809" h="107747">
                  <a:moveTo>
                    <a:pt x="0" y="0"/>
                  </a:moveTo>
                  <a:lnTo>
                    <a:pt x="127809" y="1077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5473584" y="5279891"/>
              <a:ext cx="159551" cy="107747"/>
            </a:xfrm>
            <a:custGeom>
              <a:avLst/>
              <a:pathLst>
                <a:path w="159551" h="107747">
                  <a:moveTo>
                    <a:pt x="31741" y="0"/>
                  </a:moveTo>
                  <a:lnTo>
                    <a:pt x="27933" y="4686"/>
                  </a:lnTo>
                  <a:lnTo>
                    <a:pt x="24296" y="9508"/>
                  </a:lnTo>
                  <a:lnTo>
                    <a:pt x="20836" y="14458"/>
                  </a:lnTo>
                  <a:lnTo>
                    <a:pt x="17556" y="19529"/>
                  </a:lnTo>
                  <a:lnTo>
                    <a:pt x="14462" y="24716"/>
                  </a:lnTo>
                  <a:lnTo>
                    <a:pt x="11558" y="30011"/>
                  </a:lnTo>
                  <a:lnTo>
                    <a:pt x="8847" y="35407"/>
                  </a:lnTo>
                  <a:lnTo>
                    <a:pt x="6332" y="40898"/>
                  </a:lnTo>
                  <a:lnTo>
                    <a:pt x="4017" y="46476"/>
                  </a:lnTo>
                  <a:lnTo>
                    <a:pt x="1905" y="52134"/>
                  </a:lnTo>
                  <a:lnTo>
                    <a:pt x="0" y="57865"/>
                  </a:lnTo>
                  <a:lnTo>
                    <a:pt x="159551" y="10774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5465985" y="5220472"/>
              <a:ext cx="334297" cy="334334"/>
            </a:xfrm>
            <a:custGeom>
              <a:avLst/>
              <a:pathLst>
                <a:path w="334297" h="334334">
                  <a:moveTo>
                    <a:pt x="7598" y="117284"/>
                  </a:moveTo>
                  <a:lnTo>
                    <a:pt x="6095" y="122373"/>
                  </a:lnTo>
                  <a:lnTo>
                    <a:pt x="4755" y="127507"/>
                  </a:lnTo>
                  <a:lnTo>
                    <a:pt x="3578" y="132681"/>
                  </a:lnTo>
                  <a:lnTo>
                    <a:pt x="2566" y="137890"/>
                  </a:lnTo>
                  <a:lnTo>
                    <a:pt x="1720" y="143128"/>
                  </a:lnTo>
                  <a:lnTo>
                    <a:pt x="1040" y="148391"/>
                  </a:lnTo>
                  <a:lnTo>
                    <a:pt x="528" y="153672"/>
                  </a:lnTo>
                  <a:lnTo>
                    <a:pt x="183" y="158967"/>
                  </a:lnTo>
                  <a:lnTo>
                    <a:pt x="7" y="164270"/>
                  </a:lnTo>
                  <a:lnTo>
                    <a:pt x="0" y="169576"/>
                  </a:lnTo>
                  <a:lnTo>
                    <a:pt x="160" y="174880"/>
                  </a:lnTo>
                  <a:lnTo>
                    <a:pt x="489" y="180176"/>
                  </a:lnTo>
                  <a:lnTo>
                    <a:pt x="986" y="185459"/>
                  </a:lnTo>
                  <a:lnTo>
                    <a:pt x="1650" y="190723"/>
                  </a:lnTo>
                  <a:lnTo>
                    <a:pt x="2481" y="195964"/>
                  </a:lnTo>
                  <a:lnTo>
                    <a:pt x="3478" y="201176"/>
                  </a:lnTo>
                  <a:lnTo>
                    <a:pt x="4640" y="206353"/>
                  </a:lnTo>
                  <a:lnTo>
                    <a:pt x="5965" y="211491"/>
                  </a:lnTo>
                  <a:lnTo>
                    <a:pt x="7453" y="216585"/>
                  </a:lnTo>
                  <a:lnTo>
                    <a:pt x="9102" y="221628"/>
                  </a:lnTo>
                  <a:lnTo>
                    <a:pt x="10910" y="226617"/>
                  </a:lnTo>
                  <a:lnTo>
                    <a:pt x="12876" y="231545"/>
                  </a:lnTo>
                  <a:lnTo>
                    <a:pt x="14997" y="236409"/>
                  </a:lnTo>
                  <a:lnTo>
                    <a:pt x="17271" y="241203"/>
                  </a:lnTo>
                  <a:lnTo>
                    <a:pt x="19696" y="245923"/>
                  </a:lnTo>
                  <a:lnTo>
                    <a:pt x="22270" y="250563"/>
                  </a:lnTo>
                  <a:lnTo>
                    <a:pt x="24990" y="255119"/>
                  </a:lnTo>
                  <a:lnTo>
                    <a:pt x="27853" y="259587"/>
                  </a:lnTo>
                  <a:lnTo>
                    <a:pt x="30856" y="263961"/>
                  </a:lnTo>
                  <a:lnTo>
                    <a:pt x="33997" y="268238"/>
                  </a:lnTo>
                  <a:lnTo>
                    <a:pt x="37272" y="272413"/>
                  </a:lnTo>
                  <a:lnTo>
                    <a:pt x="40678" y="276482"/>
                  </a:lnTo>
                  <a:lnTo>
                    <a:pt x="44211" y="280441"/>
                  </a:lnTo>
                  <a:lnTo>
                    <a:pt x="47868" y="284286"/>
                  </a:lnTo>
                  <a:lnTo>
                    <a:pt x="51645" y="288012"/>
                  </a:lnTo>
                  <a:lnTo>
                    <a:pt x="55538" y="291617"/>
                  </a:lnTo>
                  <a:lnTo>
                    <a:pt x="59544" y="295097"/>
                  </a:lnTo>
                  <a:lnTo>
                    <a:pt x="63659" y="298448"/>
                  </a:lnTo>
                  <a:lnTo>
                    <a:pt x="67878" y="301666"/>
                  </a:lnTo>
                  <a:lnTo>
                    <a:pt x="72196" y="304749"/>
                  </a:lnTo>
                  <a:lnTo>
                    <a:pt x="76611" y="307693"/>
                  </a:lnTo>
                  <a:lnTo>
                    <a:pt x="81116" y="310496"/>
                  </a:lnTo>
                  <a:lnTo>
                    <a:pt x="85708" y="313154"/>
                  </a:lnTo>
                  <a:lnTo>
                    <a:pt x="90383" y="315665"/>
                  </a:lnTo>
                  <a:lnTo>
                    <a:pt x="95135" y="318027"/>
                  </a:lnTo>
                  <a:lnTo>
                    <a:pt x="99959" y="320237"/>
                  </a:lnTo>
                  <a:lnTo>
                    <a:pt x="104851" y="322292"/>
                  </a:lnTo>
                  <a:lnTo>
                    <a:pt x="109805" y="324191"/>
                  </a:lnTo>
                  <a:lnTo>
                    <a:pt x="114818" y="325932"/>
                  </a:lnTo>
                  <a:lnTo>
                    <a:pt x="119883" y="327513"/>
                  </a:lnTo>
                  <a:lnTo>
                    <a:pt x="124996" y="328932"/>
                  </a:lnTo>
                  <a:lnTo>
                    <a:pt x="130151" y="330189"/>
                  </a:lnTo>
                  <a:lnTo>
                    <a:pt x="135344" y="331281"/>
                  </a:lnTo>
                  <a:lnTo>
                    <a:pt x="140568" y="332208"/>
                  </a:lnTo>
                  <a:lnTo>
                    <a:pt x="145820" y="332968"/>
                  </a:lnTo>
                  <a:lnTo>
                    <a:pt x="151093" y="333561"/>
                  </a:lnTo>
                  <a:lnTo>
                    <a:pt x="156382" y="333987"/>
                  </a:lnTo>
                  <a:lnTo>
                    <a:pt x="161682" y="334245"/>
                  </a:lnTo>
                  <a:lnTo>
                    <a:pt x="166987" y="334334"/>
                  </a:lnTo>
                  <a:lnTo>
                    <a:pt x="172293" y="334255"/>
                  </a:lnTo>
                  <a:lnTo>
                    <a:pt x="177593" y="334008"/>
                  </a:lnTo>
                  <a:lnTo>
                    <a:pt x="182883" y="333592"/>
                  </a:lnTo>
                  <a:lnTo>
                    <a:pt x="188157" y="333009"/>
                  </a:lnTo>
                  <a:lnTo>
                    <a:pt x="193410" y="332259"/>
                  </a:lnTo>
                  <a:lnTo>
                    <a:pt x="198636" y="331342"/>
                  </a:lnTo>
                  <a:lnTo>
                    <a:pt x="203831" y="330260"/>
                  </a:lnTo>
                  <a:lnTo>
                    <a:pt x="208989" y="329014"/>
                  </a:lnTo>
                  <a:lnTo>
                    <a:pt x="214104" y="327604"/>
                  </a:lnTo>
                  <a:lnTo>
                    <a:pt x="219173" y="326033"/>
                  </a:lnTo>
                  <a:lnTo>
                    <a:pt x="224189" y="324302"/>
                  </a:lnTo>
                  <a:lnTo>
                    <a:pt x="229147" y="322413"/>
                  </a:lnTo>
                  <a:lnTo>
                    <a:pt x="234043" y="320367"/>
                  </a:lnTo>
                  <a:lnTo>
                    <a:pt x="238871" y="318167"/>
                  </a:lnTo>
                  <a:lnTo>
                    <a:pt x="243628" y="315814"/>
                  </a:lnTo>
                  <a:lnTo>
                    <a:pt x="248307" y="313312"/>
                  </a:lnTo>
                  <a:lnTo>
                    <a:pt x="252904" y="310663"/>
                  </a:lnTo>
                  <a:lnTo>
                    <a:pt x="257415" y="307869"/>
                  </a:lnTo>
                  <a:lnTo>
                    <a:pt x="261835" y="304933"/>
                  </a:lnTo>
                  <a:lnTo>
                    <a:pt x="266160" y="301859"/>
                  </a:lnTo>
                  <a:lnTo>
                    <a:pt x="270385" y="298648"/>
                  </a:lnTo>
                  <a:lnTo>
                    <a:pt x="274506" y="295306"/>
                  </a:lnTo>
                  <a:lnTo>
                    <a:pt x="278519" y="291834"/>
                  </a:lnTo>
                  <a:lnTo>
                    <a:pt x="282419" y="288237"/>
                  </a:lnTo>
                  <a:lnTo>
                    <a:pt x="286204" y="284517"/>
                  </a:lnTo>
                  <a:lnTo>
                    <a:pt x="289868" y="280680"/>
                  </a:lnTo>
                  <a:lnTo>
                    <a:pt x="293409" y="276728"/>
                  </a:lnTo>
                  <a:lnTo>
                    <a:pt x="296823" y="272665"/>
                  </a:lnTo>
                  <a:lnTo>
                    <a:pt x="300105" y="268497"/>
                  </a:lnTo>
                  <a:lnTo>
                    <a:pt x="303254" y="264226"/>
                  </a:lnTo>
                  <a:lnTo>
                    <a:pt x="306266" y="259857"/>
                  </a:lnTo>
                  <a:lnTo>
                    <a:pt x="309138" y="255395"/>
                  </a:lnTo>
                  <a:lnTo>
                    <a:pt x="311867" y="250844"/>
                  </a:lnTo>
                  <a:lnTo>
                    <a:pt x="314449" y="246209"/>
                  </a:lnTo>
                  <a:lnTo>
                    <a:pt x="316884" y="241494"/>
                  </a:lnTo>
                  <a:lnTo>
                    <a:pt x="319167" y="236705"/>
                  </a:lnTo>
                  <a:lnTo>
                    <a:pt x="321298" y="231845"/>
                  </a:lnTo>
                  <a:lnTo>
                    <a:pt x="323273" y="226920"/>
                  </a:lnTo>
                  <a:lnTo>
                    <a:pt x="325091" y="221935"/>
                  </a:lnTo>
                  <a:lnTo>
                    <a:pt x="326749" y="216895"/>
                  </a:lnTo>
                  <a:lnTo>
                    <a:pt x="328247" y="211804"/>
                  </a:lnTo>
                  <a:lnTo>
                    <a:pt x="329583" y="206669"/>
                  </a:lnTo>
                  <a:lnTo>
                    <a:pt x="330755" y="201494"/>
                  </a:lnTo>
                  <a:lnTo>
                    <a:pt x="331762" y="196284"/>
                  </a:lnTo>
                  <a:lnTo>
                    <a:pt x="332603" y="191045"/>
                  </a:lnTo>
                  <a:lnTo>
                    <a:pt x="333277" y="185782"/>
                  </a:lnTo>
                  <a:lnTo>
                    <a:pt x="333784" y="180500"/>
                  </a:lnTo>
                  <a:lnTo>
                    <a:pt x="334124" y="175205"/>
                  </a:lnTo>
                  <a:lnTo>
                    <a:pt x="334295" y="169901"/>
                  </a:lnTo>
                  <a:lnTo>
                    <a:pt x="334297" y="164595"/>
                  </a:lnTo>
                  <a:lnTo>
                    <a:pt x="334131" y="159291"/>
                  </a:lnTo>
                  <a:lnTo>
                    <a:pt x="333797" y="153996"/>
                  </a:lnTo>
                  <a:lnTo>
                    <a:pt x="333295" y="148713"/>
                  </a:lnTo>
                  <a:lnTo>
                    <a:pt x="332626" y="143450"/>
                  </a:lnTo>
                  <a:lnTo>
                    <a:pt x="331790" y="138210"/>
                  </a:lnTo>
                  <a:lnTo>
                    <a:pt x="330788" y="132999"/>
                  </a:lnTo>
                  <a:lnTo>
                    <a:pt x="329621" y="127823"/>
                  </a:lnTo>
                  <a:lnTo>
                    <a:pt x="328291" y="122686"/>
                  </a:lnTo>
                  <a:lnTo>
                    <a:pt x="326798" y="117594"/>
                  </a:lnTo>
                  <a:lnTo>
                    <a:pt x="325144" y="112552"/>
                  </a:lnTo>
                  <a:lnTo>
                    <a:pt x="323331" y="107565"/>
                  </a:lnTo>
                  <a:lnTo>
                    <a:pt x="321361" y="102639"/>
                  </a:lnTo>
                  <a:lnTo>
                    <a:pt x="319235" y="97777"/>
                  </a:lnTo>
                  <a:lnTo>
                    <a:pt x="316956" y="92985"/>
                  </a:lnTo>
                  <a:lnTo>
                    <a:pt x="314526" y="88268"/>
                  </a:lnTo>
                  <a:lnTo>
                    <a:pt x="311948" y="83630"/>
                  </a:lnTo>
                  <a:lnTo>
                    <a:pt x="309224" y="79077"/>
                  </a:lnTo>
                  <a:lnTo>
                    <a:pt x="306356" y="74612"/>
                  </a:lnTo>
                  <a:lnTo>
                    <a:pt x="303349" y="70240"/>
                  </a:lnTo>
                  <a:lnTo>
                    <a:pt x="300204" y="65967"/>
                  </a:lnTo>
                  <a:lnTo>
                    <a:pt x="296925" y="61795"/>
                  </a:lnTo>
                  <a:lnTo>
                    <a:pt x="293515" y="57729"/>
                  </a:lnTo>
                  <a:lnTo>
                    <a:pt x="289978" y="53774"/>
                  </a:lnTo>
                  <a:lnTo>
                    <a:pt x="286318" y="49932"/>
                  </a:lnTo>
                  <a:lnTo>
                    <a:pt x="282537" y="46209"/>
                  </a:lnTo>
                  <a:lnTo>
                    <a:pt x="278640" y="42608"/>
                  </a:lnTo>
                  <a:lnTo>
                    <a:pt x="274630" y="39132"/>
                  </a:lnTo>
                  <a:lnTo>
                    <a:pt x="270513" y="35786"/>
                  </a:lnTo>
                  <a:lnTo>
                    <a:pt x="266291" y="32571"/>
                  </a:lnTo>
                  <a:lnTo>
                    <a:pt x="261969" y="29493"/>
                  </a:lnTo>
                  <a:lnTo>
                    <a:pt x="257552" y="26553"/>
                  </a:lnTo>
                  <a:lnTo>
                    <a:pt x="253044" y="23754"/>
                  </a:lnTo>
                  <a:lnTo>
                    <a:pt x="248449" y="21101"/>
                  </a:lnTo>
                  <a:lnTo>
                    <a:pt x="243772" y="18594"/>
                  </a:lnTo>
                  <a:lnTo>
                    <a:pt x="239018" y="16237"/>
                  </a:lnTo>
                  <a:lnTo>
                    <a:pt x="234192" y="14032"/>
                  </a:lnTo>
                  <a:lnTo>
                    <a:pt x="229298" y="11981"/>
                  </a:lnTo>
                  <a:lnTo>
                    <a:pt x="224341" y="10087"/>
                  </a:lnTo>
                  <a:lnTo>
                    <a:pt x="219327" y="8351"/>
                  </a:lnTo>
                  <a:lnTo>
                    <a:pt x="214260" y="6775"/>
                  </a:lnTo>
                  <a:lnTo>
                    <a:pt x="209146" y="5361"/>
                  </a:lnTo>
                  <a:lnTo>
                    <a:pt x="203990" y="4109"/>
                  </a:lnTo>
                  <a:lnTo>
                    <a:pt x="198796" y="3022"/>
                  </a:lnTo>
                  <a:lnTo>
                    <a:pt x="193570" y="2101"/>
                  </a:lnTo>
                  <a:lnTo>
                    <a:pt x="188318" y="1345"/>
                  </a:lnTo>
                  <a:lnTo>
                    <a:pt x="183045" y="757"/>
                  </a:lnTo>
                  <a:lnTo>
                    <a:pt x="177755" y="336"/>
                  </a:lnTo>
                  <a:lnTo>
                    <a:pt x="172455" y="84"/>
                  </a:lnTo>
                  <a:lnTo>
                    <a:pt x="167150" y="0"/>
                  </a:lnTo>
                  <a:lnTo>
                    <a:pt x="16715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082840" y="496127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5920508" y="4961274"/>
              <a:ext cx="162331" cy="167167"/>
            </a:xfrm>
            <a:custGeom>
              <a:avLst/>
              <a:pathLst>
                <a:path w="162331" h="167167">
                  <a:moveTo>
                    <a:pt x="162331" y="0"/>
                  </a:moveTo>
                  <a:lnTo>
                    <a:pt x="156911" y="87"/>
                  </a:lnTo>
                  <a:lnTo>
                    <a:pt x="151496" y="351"/>
                  </a:lnTo>
                  <a:lnTo>
                    <a:pt x="146093" y="790"/>
                  </a:lnTo>
                  <a:lnTo>
                    <a:pt x="140706" y="1404"/>
                  </a:lnTo>
                  <a:lnTo>
                    <a:pt x="135343" y="2192"/>
                  </a:lnTo>
                  <a:lnTo>
                    <a:pt x="130007" y="3154"/>
                  </a:lnTo>
                  <a:lnTo>
                    <a:pt x="124706" y="4289"/>
                  </a:lnTo>
                  <a:lnTo>
                    <a:pt x="119445" y="5594"/>
                  </a:lnTo>
                  <a:lnTo>
                    <a:pt x="114228" y="7070"/>
                  </a:lnTo>
                  <a:lnTo>
                    <a:pt x="109062" y="8714"/>
                  </a:lnTo>
                  <a:lnTo>
                    <a:pt x="103952" y="10525"/>
                  </a:lnTo>
                  <a:lnTo>
                    <a:pt x="98904" y="12500"/>
                  </a:lnTo>
                  <a:lnTo>
                    <a:pt x="93922" y="14638"/>
                  </a:lnTo>
                  <a:lnTo>
                    <a:pt x="89012" y="16936"/>
                  </a:lnTo>
                  <a:lnTo>
                    <a:pt x="84179" y="19393"/>
                  </a:lnTo>
                  <a:lnTo>
                    <a:pt x="79429" y="22005"/>
                  </a:lnTo>
                  <a:lnTo>
                    <a:pt x="74765" y="24769"/>
                  </a:lnTo>
                  <a:lnTo>
                    <a:pt x="70194" y="27683"/>
                  </a:lnTo>
                  <a:lnTo>
                    <a:pt x="65720" y="30744"/>
                  </a:lnTo>
                  <a:lnTo>
                    <a:pt x="61347" y="33949"/>
                  </a:lnTo>
                  <a:lnTo>
                    <a:pt x="57080" y="37293"/>
                  </a:lnTo>
                  <a:lnTo>
                    <a:pt x="52924" y="40774"/>
                  </a:lnTo>
                  <a:lnTo>
                    <a:pt x="48883" y="44388"/>
                  </a:lnTo>
                  <a:lnTo>
                    <a:pt x="44962" y="48132"/>
                  </a:lnTo>
                  <a:lnTo>
                    <a:pt x="41164" y="52000"/>
                  </a:lnTo>
                  <a:lnTo>
                    <a:pt x="37493" y="55989"/>
                  </a:lnTo>
                  <a:lnTo>
                    <a:pt x="33954" y="60096"/>
                  </a:lnTo>
                  <a:lnTo>
                    <a:pt x="30550" y="64315"/>
                  </a:lnTo>
                  <a:lnTo>
                    <a:pt x="27284" y="68642"/>
                  </a:lnTo>
                  <a:lnTo>
                    <a:pt x="24160" y="73073"/>
                  </a:lnTo>
                  <a:lnTo>
                    <a:pt x="21182" y="77603"/>
                  </a:lnTo>
                  <a:lnTo>
                    <a:pt x="18352" y="82227"/>
                  </a:lnTo>
                  <a:lnTo>
                    <a:pt x="15673" y="86940"/>
                  </a:lnTo>
                  <a:lnTo>
                    <a:pt x="13149" y="91738"/>
                  </a:lnTo>
                  <a:lnTo>
                    <a:pt x="10782" y="96615"/>
                  </a:lnTo>
                  <a:lnTo>
                    <a:pt x="8574" y="101566"/>
                  </a:lnTo>
                  <a:lnTo>
                    <a:pt x="6527" y="106586"/>
                  </a:lnTo>
                  <a:lnTo>
                    <a:pt x="4645" y="111670"/>
                  </a:lnTo>
                  <a:lnTo>
                    <a:pt x="2928" y="116812"/>
                  </a:lnTo>
                  <a:lnTo>
                    <a:pt x="1379" y="122007"/>
                  </a:lnTo>
                  <a:lnTo>
                    <a:pt x="0" y="127250"/>
                  </a:lnTo>
                  <a:lnTo>
                    <a:pt x="162331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5920508" y="5088524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5920508" y="5088524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5920508" y="5088524"/>
              <a:ext cx="162331" cy="39916"/>
            </a:xfrm>
            <a:custGeom>
              <a:avLst/>
              <a:pathLst>
                <a:path w="162331" h="39916">
                  <a:moveTo>
                    <a:pt x="0" y="0"/>
                  </a:moveTo>
                  <a:lnTo>
                    <a:pt x="162331" y="399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5915672" y="5088524"/>
              <a:ext cx="167167" cy="96469"/>
            </a:xfrm>
            <a:custGeom>
              <a:avLst/>
              <a:pathLst>
                <a:path w="167167" h="96469">
                  <a:moveTo>
                    <a:pt x="4835" y="0"/>
                  </a:moveTo>
                  <a:lnTo>
                    <a:pt x="3555" y="5620"/>
                  </a:lnTo>
                  <a:lnTo>
                    <a:pt x="2470" y="11281"/>
                  </a:lnTo>
                  <a:lnTo>
                    <a:pt x="1581" y="16976"/>
                  </a:lnTo>
                  <a:lnTo>
                    <a:pt x="889" y="22699"/>
                  </a:lnTo>
                  <a:lnTo>
                    <a:pt x="394" y="28442"/>
                  </a:lnTo>
                  <a:lnTo>
                    <a:pt x="97" y="34199"/>
                  </a:lnTo>
                  <a:lnTo>
                    <a:pt x="0" y="39962"/>
                  </a:lnTo>
                  <a:lnTo>
                    <a:pt x="100" y="45725"/>
                  </a:lnTo>
                  <a:lnTo>
                    <a:pt x="400" y="51482"/>
                  </a:lnTo>
                  <a:lnTo>
                    <a:pt x="898" y="57225"/>
                  </a:lnTo>
                  <a:lnTo>
                    <a:pt x="1594" y="62947"/>
                  </a:lnTo>
                  <a:lnTo>
                    <a:pt x="2486" y="68642"/>
                  </a:lnTo>
                  <a:lnTo>
                    <a:pt x="3574" y="74302"/>
                  </a:lnTo>
                  <a:lnTo>
                    <a:pt x="4857" y="79922"/>
                  </a:lnTo>
                  <a:lnTo>
                    <a:pt x="6333" y="85494"/>
                  </a:lnTo>
                  <a:lnTo>
                    <a:pt x="8000" y="91012"/>
                  </a:lnTo>
                  <a:lnTo>
                    <a:pt x="9856" y="96469"/>
                  </a:lnTo>
                  <a:lnTo>
                    <a:pt x="167167" y="399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5925529" y="4961274"/>
              <a:ext cx="324467" cy="334328"/>
            </a:xfrm>
            <a:custGeom>
              <a:avLst/>
              <a:pathLst>
                <a:path w="324467" h="334328">
                  <a:moveTo>
                    <a:pt x="0" y="223720"/>
                  </a:moveTo>
                  <a:lnTo>
                    <a:pt x="1868" y="228669"/>
                  </a:lnTo>
                  <a:lnTo>
                    <a:pt x="3892" y="233557"/>
                  </a:lnTo>
                  <a:lnTo>
                    <a:pt x="6069" y="238378"/>
                  </a:lnTo>
                  <a:lnTo>
                    <a:pt x="8398" y="243128"/>
                  </a:lnTo>
                  <a:lnTo>
                    <a:pt x="10876" y="247802"/>
                  </a:lnTo>
                  <a:lnTo>
                    <a:pt x="13501" y="252395"/>
                  </a:lnTo>
                  <a:lnTo>
                    <a:pt x="16270" y="256902"/>
                  </a:lnTo>
                  <a:lnTo>
                    <a:pt x="19180" y="261320"/>
                  </a:lnTo>
                  <a:lnTo>
                    <a:pt x="22228" y="265644"/>
                  </a:lnTo>
                  <a:lnTo>
                    <a:pt x="25412" y="269869"/>
                  </a:lnTo>
                  <a:lnTo>
                    <a:pt x="28727" y="273991"/>
                  </a:lnTo>
                  <a:lnTo>
                    <a:pt x="32172" y="278006"/>
                  </a:lnTo>
                  <a:lnTo>
                    <a:pt x="35742" y="281910"/>
                  </a:lnTo>
                  <a:lnTo>
                    <a:pt x="39433" y="285699"/>
                  </a:lnTo>
                  <a:lnTo>
                    <a:pt x="43243" y="289370"/>
                  </a:lnTo>
                  <a:lnTo>
                    <a:pt x="47166" y="292918"/>
                  </a:lnTo>
                  <a:lnTo>
                    <a:pt x="51201" y="296340"/>
                  </a:lnTo>
                  <a:lnTo>
                    <a:pt x="55341" y="299633"/>
                  </a:lnTo>
                  <a:lnTo>
                    <a:pt x="59583" y="302793"/>
                  </a:lnTo>
                  <a:lnTo>
                    <a:pt x="63924" y="305817"/>
                  </a:lnTo>
                  <a:lnTo>
                    <a:pt x="68358" y="308703"/>
                  </a:lnTo>
                  <a:lnTo>
                    <a:pt x="72881" y="311446"/>
                  </a:lnTo>
                  <a:lnTo>
                    <a:pt x="77488" y="314046"/>
                  </a:lnTo>
                  <a:lnTo>
                    <a:pt x="82176" y="316498"/>
                  </a:lnTo>
                  <a:lnTo>
                    <a:pt x="86938" y="318800"/>
                  </a:lnTo>
                  <a:lnTo>
                    <a:pt x="91771" y="320951"/>
                  </a:lnTo>
                  <a:lnTo>
                    <a:pt x="96670" y="322948"/>
                  </a:lnTo>
                  <a:lnTo>
                    <a:pt x="101630" y="324789"/>
                  </a:lnTo>
                  <a:lnTo>
                    <a:pt x="106645" y="326472"/>
                  </a:lnTo>
                  <a:lnTo>
                    <a:pt x="111711" y="327995"/>
                  </a:lnTo>
                  <a:lnTo>
                    <a:pt x="116823" y="329357"/>
                  </a:lnTo>
                  <a:lnTo>
                    <a:pt x="121975" y="330557"/>
                  </a:lnTo>
                  <a:lnTo>
                    <a:pt x="127163" y="331593"/>
                  </a:lnTo>
                  <a:lnTo>
                    <a:pt x="132381" y="332465"/>
                  </a:lnTo>
                  <a:lnTo>
                    <a:pt x="137623" y="333171"/>
                  </a:lnTo>
                  <a:lnTo>
                    <a:pt x="142886" y="333711"/>
                  </a:lnTo>
                  <a:lnTo>
                    <a:pt x="148163" y="334084"/>
                  </a:lnTo>
                  <a:lnTo>
                    <a:pt x="153449" y="334290"/>
                  </a:lnTo>
                  <a:lnTo>
                    <a:pt x="158739" y="334328"/>
                  </a:lnTo>
                  <a:lnTo>
                    <a:pt x="164027" y="334199"/>
                  </a:lnTo>
                  <a:lnTo>
                    <a:pt x="169309" y="333903"/>
                  </a:lnTo>
                  <a:lnTo>
                    <a:pt x="174579" y="333440"/>
                  </a:lnTo>
                  <a:lnTo>
                    <a:pt x="179832" y="332810"/>
                  </a:lnTo>
                  <a:lnTo>
                    <a:pt x="185062" y="332015"/>
                  </a:lnTo>
                  <a:lnTo>
                    <a:pt x="190264" y="331054"/>
                  </a:lnTo>
                  <a:lnTo>
                    <a:pt x="195433" y="329929"/>
                  </a:lnTo>
                  <a:lnTo>
                    <a:pt x="200564" y="328642"/>
                  </a:lnTo>
                  <a:lnTo>
                    <a:pt x="205652" y="327192"/>
                  </a:lnTo>
                  <a:lnTo>
                    <a:pt x="210691" y="325583"/>
                  </a:lnTo>
                  <a:lnTo>
                    <a:pt x="215677" y="323814"/>
                  </a:lnTo>
                  <a:lnTo>
                    <a:pt x="220604" y="321889"/>
                  </a:lnTo>
                  <a:lnTo>
                    <a:pt x="225468" y="319809"/>
                  </a:lnTo>
                  <a:lnTo>
                    <a:pt x="230264" y="317576"/>
                  </a:lnTo>
                  <a:lnTo>
                    <a:pt x="234986" y="315192"/>
                  </a:lnTo>
                  <a:lnTo>
                    <a:pt x="239631" y="312660"/>
                  </a:lnTo>
                  <a:lnTo>
                    <a:pt x="244194" y="309982"/>
                  </a:lnTo>
                  <a:lnTo>
                    <a:pt x="248669" y="307162"/>
                  </a:lnTo>
                  <a:lnTo>
                    <a:pt x="253053" y="304201"/>
                  </a:lnTo>
                  <a:lnTo>
                    <a:pt x="257341" y="301103"/>
                  </a:lnTo>
                  <a:lnTo>
                    <a:pt x="261529" y="297871"/>
                  </a:lnTo>
                  <a:lnTo>
                    <a:pt x="265612" y="294508"/>
                  </a:lnTo>
                  <a:lnTo>
                    <a:pt x="269587" y="291017"/>
                  </a:lnTo>
                  <a:lnTo>
                    <a:pt x="273450" y="287402"/>
                  </a:lnTo>
                  <a:lnTo>
                    <a:pt x="277196" y="283667"/>
                  </a:lnTo>
                  <a:lnTo>
                    <a:pt x="280822" y="279816"/>
                  </a:lnTo>
                  <a:lnTo>
                    <a:pt x="284325" y="275851"/>
                  </a:lnTo>
                  <a:lnTo>
                    <a:pt x="287700" y="271778"/>
                  </a:lnTo>
                  <a:lnTo>
                    <a:pt x="290945" y="267600"/>
                  </a:lnTo>
                  <a:lnTo>
                    <a:pt x="294056" y="263321"/>
                  </a:lnTo>
                  <a:lnTo>
                    <a:pt x="297030" y="258946"/>
                  </a:lnTo>
                  <a:lnTo>
                    <a:pt x="299864" y="254479"/>
                  </a:lnTo>
                  <a:lnTo>
                    <a:pt x="302555" y="249925"/>
                  </a:lnTo>
                  <a:lnTo>
                    <a:pt x="305101" y="245287"/>
                  </a:lnTo>
                  <a:lnTo>
                    <a:pt x="307499" y="240572"/>
                  </a:lnTo>
                  <a:lnTo>
                    <a:pt x="309747" y="235783"/>
                  </a:lnTo>
                  <a:lnTo>
                    <a:pt x="311841" y="230925"/>
                  </a:lnTo>
                  <a:lnTo>
                    <a:pt x="313781" y="226004"/>
                  </a:lnTo>
                  <a:lnTo>
                    <a:pt x="315565" y="221023"/>
                  </a:lnTo>
                  <a:lnTo>
                    <a:pt x="317190" y="215989"/>
                  </a:lnTo>
                  <a:lnTo>
                    <a:pt x="318654" y="210905"/>
                  </a:lnTo>
                  <a:lnTo>
                    <a:pt x="319958" y="205778"/>
                  </a:lnTo>
                  <a:lnTo>
                    <a:pt x="321098" y="200613"/>
                  </a:lnTo>
                  <a:lnTo>
                    <a:pt x="322074" y="195413"/>
                  </a:lnTo>
                  <a:lnTo>
                    <a:pt x="322885" y="190186"/>
                  </a:lnTo>
                  <a:lnTo>
                    <a:pt x="323531" y="184935"/>
                  </a:lnTo>
                  <a:lnTo>
                    <a:pt x="324010" y="179667"/>
                  </a:lnTo>
                  <a:lnTo>
                    <a:pt x="324322" y="174386"/>
                  </a:lnTo>
                  <a:lnTo>
                    <a:pt x="324467" y="169098"/>
                  </a:lnTo>
                  <a:lnTo>
                    <a:pt x="324444" y="163808"/>
                  </a:lnTo>
                  <a:lnTo>
                    <a:pt x="324254" y="158521"/>
                  </a:lnTo>
                  <a:lnTo>
                    <a:pt x="323897" y="153243"/>
                  </a:lnTo>
                  <a:lnTo>
                    <a:pt x="323373" y="147979"/>
                  </a:lnTo>
                  <a:lnTo>
                    <a:pt x="322683" y="142734"/>
                  </a:lnTo>
                  <a:lnTo>
                    <a:pt x="321827" y="137514"/>
                  </a:lnTo>
                  <a:lnTo>
                    <a:pt x="320806" y="132323"/>
                  </a:lnTo>
                  <a:lnTo>
                    <a:pt x="319622" y="127167"/>
                  </a:lnTo>
                  <a:lnTo>
                    <a:pt x="318275" y="122051"/>
                  </a:lnTo>
                  <a:lnTo>
                    <a:pt x="316767" y="116981"/>
                  </a:lnTo>
                  <a:lnTo>
                    <a:pt x="315099" y="111960"/>
                  </a:lnTo>
                  <a:lnTo>
                    <a:pt x="313273" y="106995"/>
                  </a:lnTo>
                  <a:lnTo>
                    <a:pt x="311291" y="102091"/>
                  </a:lnTo>
                  <a:lnTo>
                    <a:pt x="309155" y="97251"/>
                  </a:lnTo>
                  <a:lnTo>
                    <a:pt x="306866" y="92481"/>
                  </a:lnTo>
                  <a:lnTo>
                    <a:pt x="304428" y="87786"/>
                  </a:lnTo>
                  <a:lnTo>
                    <a:pt x="301843" y="83171"/>
                  </a:lnTo>
                  <a:lnTo>
                    <a:pt x="299113" y="78640"/>
                  </a:lnTo>
                  <a:lnTo>
                    <a:pt x="296241" y="74197"/>
                  </a:lnTo>
                  <a:lnTo>
                    <a:pt x="293229" y="69848"/>
                  </a:lnTo>
                  <a:lnTo>
                    <a:pt x="290082" y="65596"/>
                  </a:lnTo>
                  <a:lnTo>
                    <a:pt x="286802" y="61446"/>
                  </a:lnTo>
                  <a:lnTo>
                    <a:pt x="283392" y="57401"/>
                  </a:lnTo>
                  <a:lnTo>
                    <a:pt x="279855" y="53467"/>
                  </a:lnTo>
                  <a:lnTo>
                    <a:pt x="276196" y="49646"/>
                  </a:lnTo>
                  <a:lnTo>
                    <a:pt x="272418" y="45943"/>
                  </a:lnTo>
                  <a:lnTo>
                    <a:pt x="268525" y="42362"/>
                  </a:lnTo>
                  <a:lnTo>
                    <a:pt x="264520" y="38905"/>
                  </a:lnTo>
                  <a:lnTo>
                    <a:pt x="260408" y="35577"/>
                  </a:lnTo>
                  <a:lnTo>
                    <a:pt x="256193" y="32381"/>
                  </a:lnTo>
                  <a:lnTo>
                    <a:pt x="251878" y="29320"/>
                  </a:lnTo>
                  <a:lnTo>
                    <a:pt x="247469" y="26396"/>
                  </a:lnTo>
                  <a:lnTo>
                    <a:pt x="242970" y="23614"/>
                  </a:lnTo>
                  <a:lnTo>
                    <a:pt x="238385" y="20976"/>
                  </a:lnTo>
                  <a:lnTo>
                    <a:pt x="233719" y="18484"/>
                  </a:lnTo>
                  <a:lnTo>
                    <a:pt x="228976" y="16140"/>
                  </a:lnTo>
                  <a:lnTo>
                    <a:pt x="224161" y="13948"/>
                  </a:lnTo>
                  <a:lnTo>
                    <a:pt x="219279" y="11910"/>
                  </a:lnTo>
                  <a:lnTo>
                    <a:pt x="214336" y="10027"/>
                  </a:lnTo>
                  <a:lnTo>
                    <a:pt x="209335" y="8301"/>
                  </a:lnTo>
                  <a:lnTo>
                    <a:pt x="204282" y="6734"/>
                  </a:lnTo>
                  <a:lnTo>
                    <a:pt x="199182" y="5328"/>
                  </a:lnTo>
                  <a:lnTo>
                    <a:pt x="194041" y="4085"/>
                  </a:lnTo>
                  <a:lnTo>
                    <a:pt x="188862" y="3004"/>
                  </a:lnTo>
                  <a:lnTo>
                    <a:pt x="183652" y="2088"/>
                  </a:lnTo>
                  <a:lnTo>
                    <a:pt x="178415" y="1337"/>
                  </a:lnTo>
                  <a:lnTo>
                    <a:pt x="173158" y="752"/>
                  </a:lnTo>
                  <a:lnTo>
                    <a:pt x="167884" y="334"/>
                  </a:lnTo>
                  <a:lnTo>
                    <a:pt x="162600" y="83"/>
                  </a:lnTo>
                  <a:lnTo>
                    <a:pt x="157310" y="0"/>
                  </a:lnTo>
                  <a:lnTo>
                    <a:pt x="15731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460546" y="4605529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293381" y="4605529"/>
              <a:ext cx="167164" cy="332730"/>
            </a:xfrm>
            <a:custGeom>
              <a:avLst/>
              <a:pathLst>
                <a:path w="167164" h="332730">
                  <a:moveTo>
                    <a:pt x="167164" y="0"/>
                  </a:moveTo>
                  <a:lnTo>
                    <a:pt x="161825" y="85"/>
                  </a:lnTo>
                  <a:lnTo>
                    <a:pt x="156491" y="341"/>
                  </a:lnTo>
                  <a:lnTo>
                    <a:pt x="151168" y="767"/>
                  </a:lnTo>
                  <a:lnTo>
                    <a:pt x="145861" y="1362"/>
                  </a:lnTo>
                  <a:lnTo>
                    <a:pt x="140576" y="2128"/>
                  </a:lnTo>
                  <a:lnTo>
                    <a:pt x="135318" y="3061"/>
                  </a:lnTo>
                  <a:lnTo>
                    <a:pt x="130093" y="4162"/>
                  </a:lnTo>
                  <a:lnTo>
                    <a:pt x="124905" y="5429"/>
                  </a:lnTo>
                  <a:lnTo>
                    <a:pt x="119761" y="6861"/>
                  </a:lnTo>
                  <a:lnTo>
                    <a:pt x="114665" y="8457"/>
                  </a:lnTo>
                  <a:lnTo>
                    <a:pt x="109622" y="10215"/>
                  </a:lnTo>
                  <a:lnTo>
                    <a:pt x="104639" y="12133"/>
                  </a:lnTo>
                  <a:lnTo>
                    <a:pt x="99719" y="14209"/>
                  </a:lnTo>
                  <a:lnTo>
                    <a:pt x="94867" y="16442"/>
                  </a:lnTo>
                  <a:lnTo>
                    <a:pt x="90090" y="18828"/>
                  </a:lnTo>
                  <a:lnTo>
                    <a:pt x="85391" y="21365"/>
                  </a:lnTo>
                  <a:lnTo>
                    <a:pt x="80776" y="24052"/>
                  </a:lnTo>
                  <a:lnTo>
                    <a:pt x="76249" y="26884"/>
                  </a:lnTo>
                  <a:lnTo>
                    <a:pt x="71815" y="29859"/>
                  </a:lnTo>
                  <a:lnTo>
                    <a:pt x="67478" y="32975"/>
                  </a:lnTo>
                  <a:lnTo>
                    <a:pt x="63242" y="36228"/>
                  </a:lnTo>
                  <a:lnTo>
                    <a:pt x="59113" y="39614"/>
                  </a:lnTo>
                  <a:lnTo>
                    <a:pt x="55094" y="43130"/>
                  </a:lnTo>
                  <a:lnTo>
                    <a:pt x="51189" y="46773"/>
                  </a:lnTo>
                  <a:lnTo>
                    <a:pt x="47403" y="50539"/>
                  </a:lnTo>
                  <a:lnTo>
                    <a:pt x="43739" y="54423"/>
                  </a:lnTo>
                  <a:lnTo>
                    <a:pt x="40201" y="58423"/>
                  </a:lnTo>
                  <a:lnTo>
                    <a:pt x="36792" y="62534"/>
                  </a:lnTo>
                  <a:lnTo>
                    <a:pt x="33517" y="66752"/>
                  </a:lnTo>
                  <a:lnTo>
                    <a:pt x="30378" y="71072"/>
                  </a:lnTo>
                  <a:lnTo>
                    <a:pt x="27378" y="75490"/>
                  </a:lnTo>
                  <a:lnTo>
                    <a:pt x="24521" y="80001"/>
                  </a:lnTo>
                  <a:lnTo>
                    <a:pt x="21810" y="84602"/>
                  </a:lnTo>
                  <a:lnTo>
                    <a:pt x="19247" y="89287"/>
                  </a:lnTo>
                  <a:lnTo>
                    <a:pt x="16835" y="94051"/>
                  </a:lnTo>
                  <a:lnTo>
                    <a:pt x="14576" y="98890"/>
                  </a:lnTo>
                  <a:lnTo>
                    <a:pt x="12473" y="103799"/>
                  </a:lnTo>
                  <a:lnTo>
                    <a:pt x="10528" y="108772"/>
                  </a:lnTo>
                  <a:lnTo>
                    <a:pt x="8743" y="113805"/>
                  </a:lnTo>
                  <a:lnTo>
                    <a:pt x="7119" y="118892"/>
                  </a:lnTo>
                  <a:lnTo>
                    <a:pt x="5659" y="124029"/>
                  </a:lnTo>
                  <a:lnTo>
                    <a:pt x="4363" y="129209"/>
                  </a:lnTo>
                  <a:lnTo>
                    <a:pt x="3234" y="134429"/>
                  </a:lnTo>
                  <a:lnTo>
                    <a:pt x="2272" y="139681"/>
                  </a:lnTo>
                  <a:lnTo>
                    <a:pt x="1478" y="144962"/>
                  </a:lnTo>
                  <a:lnTo>
                    <a:pt x="854" y="150266"/>
                  </a:lnTo>
                  <a:lnTo>
                    <a:pt x="399" y="155586"/>
                  </a:lnTo>
                  <a:lnTo>
                    <a:pt x="114" y="160919"/>
                  </a:lnTo>
                  <a:lnTo>
                    <a:pt x="0" y="166258"/>
                  </a:lnTo>
                  <a:lnTo>
                    <a:pt x="56" y="171597"/>
                  </a:lnTo>
                  <a:lnTo>
                    <a:pt x="283" y="176933"/>
                  </a:lnTo>
                  <a:lnTo>
                    <a:pt x="680" y="182258"/>
                  </a:lnTo>
                  <a:lnTo>
                    <a:pt x="1247" y="187568"/>
                  </a:lnTo>
                  <a:lnTo>
                    <a:pt x="1983" y="192857"/>
                  </a:lnTo>
                  <a:lnTo>
                    <a:pt x="2888" y="198120"/>
                  </a:lnTo>
                  <a:lnTo>
                    <a:pt x="3960" y="203351"/>
                  </a:lnTo>
                  <a:lnTo>
                    <a:pt x="5199" y="208546"/>
                  </a:lnTo>
                  <a:lnTo>
                    <a:pt x="6603" y="213698"/>
                  </a:lnTo>
                  <a:lnTo>
                    <a:pt x="8172" y="218803"/>
                  </a:lnTo>
                  <a:lnTo>
                    <a:pt x="9902" y="223855"/>
                  </a:lnTo>
                  <a:lnTo>
                    <a:pt x="11793" y="228849"/>
                  </a:lnTo>
                  <a:lnTo>
                    <a:pt x="13842" y="233780"/>
                  </a:lnTo>
                  <a:lnTo>
                    <a:pt x="16048" y="238643"/>
                  </a:lnTo>
                  <a:lnTo>
                    <a:pt x="18408" y="243433"/>
                  </a:lnTo>
                  <a:lnTo>
                    <a:pt x="20920" y="248146"/>
                  </a:lnTo>
                  <a:lnTo>
                    <a:pt x="23581" y="252776"/>
                  </a:lnTo>
                  <a:lnTo>
                    <a:pt x="26389" y="257318"/>
                  </a:lnTo>
                  <a:lnTo>
                    <a:pt x="29340" y="261769"/>
                  </a:lnTo>
                  <a:lnTo>
                    <a:pt x="32432" y="266122"/>
                  </a:lnTo>
                  <a:lnTo>
                    <a:pt x="35662" y="270375"/>
                  </a:lnTo>
                  <a:lnTo>
                    <a:pt x="39025" y="274523"/>
                  </a:lnTo>
                  <a:lnTo>
                    <a:pt x="42520" y="278561"/>
                  </a:lnTo>
                  <a:lnTo>
                    <a:pt x="46141" y="282485"/>
                  </a:lnTo>
                  <a:lnTo>
                    <a:pt x="49886" y="286292"/>
                  </a:lnTo>
                  <a:lnTo>
                    <a:pt x="53751" y="289977"/>
                  </a:lnTo>
                  <a:lnTo>
                    <a:pt x="57732" y="293537"/>
                  </a:lnTo>
                  <a:lnTo>
                    <a:pt x="61824" y="296968"/>
                  </a:lnTo>
                  <a:lnTo>
                    <a:pt x="66024" y="300266"/>
                  </a:lnTo>
                  <a:lnTo>
                    <a:pt x="70326" y="303429"/>
                  </a:lnTo>
                  <a:lnTo>
                    <a:pt x="74728" y="306453"/>
                  </a:lnTo>
                  <a:lnTo>
                    <a:pt x="79224" y="309334"/>
                  </a:lnTo>
                  <a:lnTo>
                    <a:pt x="83810" y="312070"/>
                  </a:lnTo>
                  <a:lnTo>
                    <a:pt x="88481" y="314659"/>
                  </a:lnTo>
                  <a:lnTo>
                    <a:pt x="93232" y="317097"/>
                  </a:lnTo>
                  <a:lnTo>
                    <a:pt x="98059" y="319382"/>
                  </a:lnTo>
                  <a:lnTo>
                    <a:pt x="102956" y="321511"/>
                  </a:lnTo>
                  <a:lnTo>
                    <a:pt x="107918" y="323483"/>
                  </a:lnTo>
                  <a:lnTo>
                    <a:pt x="112941" y="325296"/>
                  </a:lnTo>
                  <a:lnTo>
                    <a:pt x="118020" y="326947"/>
                  </a:lnTo>
                  <a:lnTo>
                    <a:pt x="123148" y="328435"/>
                  </a:lnTo>
                  <a:lnTo>
                    <a:pt x="128322" y="329759"/>
                  </a:lnTo>
                  <a:lnTo>
                    <a:pt x="133535" y="330917"/>
                  </a:lnTo>
                  <a:lnTo>
                    <a:pt x="138782" y="331907"/>
                  </a:lnTo>
                  <a:lnTo>
                    <a:pt x="144059" y="332730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437441" y="4772696"/>
              <a:ext cx="23105" cy="165562"/>
            </a:xfrm>
            <a:custGeom>
              <a:avLst/>
              <a:pathLst>
                <a:path w="23105" h="165562">
                  <a:moveTo>
                    <a:pt x="0" y="165562"/>
                  </a:moveTo>
                  <a:lnTo>
                    <a:pt x="2310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437441" y="4772696"/>
              <a:ext cx="23105" cy="165562"/>
            </a:xfrm>
            <a:custGeom>
              <a:avLst/>
              <a:pathLst>
                <a:path w="23105" h="165562">
                  <a:moveTo>
                    <a:pt x="0" y="165562"/>
                  </a:moveTo>
                  <a:lnTo>
                    <a:pt x="2310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g898"/>
            <p:cNvSpPr/>
            <p:nvPr/>
          </p:nvSpPr>
          <p:spPr>
            <a:xfrm>
              <a:off x="6437441" y="4772696"/>
              <a:ext cx="129383" cy="167164"/>
            </a:xfrm>
            <a:custGeom>
              <a:avLst/>
              <a:pathLst>
                <a:path w="129383" h="167164">
                  <a:moveTo>
                    <a:pt x="0" y="165562"/>
                  </a:moveTo>
                  <a:lnTo>
                    <a:pt x="5492" y="166236"/>
                  </a:lnTo>
                  <a:lnTo>
                    <a:pt x="11004" y="166728"/>
                  </a:lnTo>
                  <a:lnTo>
                    <a:pt x="16530" y="167038"/>
                  </a:lnTo>
                  <a:lnTo>
                    <a:pt x="22062" y="167164"/>
                  </a:lnTo>
                  <a:lnTo>
                    <a:pt x="27596" y="167107"/>
                  </a:lnTo>
                  <a:lnTo>
                    <a:pt x="33125" y="166866"/>
                  </a:lnTo>
                  <a:lnTo>
                    <a:pt x="38642" y="166443"/>
                  </a:lnTo>
                  <a:lnTo>
                    <a:pt x="44143" y="165838"/>
                  </a:lnTo>
                  <a:lnTo>
                    <a:pt x="49621" y="165051"/>
                  </a:lnTo>
                  <a:lnTo>
                    <a:pt x="55070" y="164083"/>
                  </a:lnTo>
                  <a:lnTo>
                    <a:pt x="60483" y="162935"/>
                  </a:lnTo>
                  <a:lnTo>
                    <a:pt x="65856" y="161608"/>
                  </a:lnTo>
                  <a:lnTo>
                    <a:pt x="71182" y="160105"/>
                  </a:lnTo>
                  <a:lnTo>
                    <a:pt x="76455" y="158426"/>
                  </a:lnTo>
                  <a:lnTo>
                    <a:pt x="81669" y="156573"/>
                  </a:lnTo>
                  <a:lnTo>
                    <a:pt x="86820" y="154549"/>
                  </a:lnTo>
                  <a:lnTo>
                    <a:pt x="91900" y="152355"/>
                  </a:lnTo>
                  <a:lnTo>
                    <a:pt x="96906" y="149994"/>
                  </a:lnTo>
                  <a:lnTo>
                    <a:pt x="101830" y="147469"/>
                  </a:lnTo>
                  <a:lnTo>
                    <a:pt x="106668" y="144783"/>
                  </a:lnTo>
                  <a:lnTo>
                    <a:pt x="111415" y="141938"/>
                  </a:lnTo>
                  <a:lnTo>
                    <a:pt x="116064" y="138937"/>
                  </a:lnTo>
                  <a:lnTo>
                    <a:pt x="120612" y="135784"/>
                  </a:lnTo>
                  <a:lnTo>
                    <a:pt x="125053" y="132482"/>
                  </a:lnTo>
                  <a:lnTo>
                    <a:pt x="129383" y="129035"/>
                  </a:lnTo>
                  <a:lnTo>
                    <a:pt x="2310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g899"/>
            <p:cNvSpPr/>
            <p:nvPr/>
          </p:nvSpPr>
          <p:spPr>
            <a:xfrm>
              <a:off x="6460546" y="4605529"/>
              <a:ext cx="167159" cy="296202"/>
            </a:xfrm>
            <a:custGeom>
              <a:avLst/>
              <a:pathLst>
                <a:path w="167159" h="296202">
                  <a:moveTo>
                    <a:pt x="106277" y="296202"/>
                  </a:moveTo>
                  <a:lnTo>
                    <a:pt x="110332" y="292752"/>
                  </a:lnTo>
                  <a:lnTo>
                    <a:pt x="114276" y="289175"/>
                  </a:lnTo>
                  <a:lnTo>
                    <a:pt x="118103" y="285474"/>
                  </a:lnTo>
                  <a:lnTo>
                    <a:pt x="121811" y="281652"/>
                  </a:lnTo>
                  <a:lnTo>
                    <a:pt x="125395" y="277715"/>
                  </a:lnTo>
                  <a:lnTo>
                    <a:pt x="128852" y="273665"/>
                  </a:lnTo>
                  <a:lnTo>
                    <a:pt x="132178" y="269508"/>
                  </a:lnTo>
                  <a:lnTo>
                    <a:pt x="135371" y="265247"/>
                  </a:lnTo>
                  <a:lnTo>
                    <a:pt x="138425" y="260886"/>
                  </a:lnTo>
                  <a:lnTo>
                    <a:pt x="141340" y="256430"/>
                  </a:lnTo>
                  <a:lnTo>
                    <a:pt x="144111" y="251883"/>
                  </a:lnTo>
                  <a:lnTo>
                    <a:pt x="146736" y="247251"/>
                  </a:lnTo>
                  <a:lnTo>
                    <a:pt x="149212" y="242537"/>
                  </a:lnTo>
                  <a:lnTo>
                    <a:pt x="151536" y="237747"/>
                  </a:lnTo>
                  <a:lnTo>
                    <a:pt x="153707" y="232885"/>
                  </a:lnTo>
                  <a:lnTo>
                    <a:pt x="155722" y="227957"/>
                  </a:lnTo>
                  <a:lnTo>
                    <a:pt x="157579" y="222967"/>
                  </a:lnTo>
                  <a:lnTo>
                    <a:pt x="159276" y="217920"/>
                  </a:lnTo>
                  <a:lnTo>
                    <a:pt x="160812" y="212822"/>
                  </a:lnTo>
                  <a:lnTo>
                    <a:pt x="162184" y="207677"/>
                  </a:lnTo>
                  <a:lnTo>
                    <a:pt x="163392" y="202492"/>
                  </a:lnTo>
                  <a:lnTo>
                    <a:pt x="164434" y="197270"/>
                  </a:lnTo>
                  <a:lnTo>
                    <a:pt x="165309" y="192018"/>
                  </a:lnTo>
                  <a:lnTo>
                    <a:pt x="166017" y="186741"/>
                  </a:lnTo>
                  <a:lnTo>
                    <a:pt x="166556" y="181444"/>
                  </a:lnTo>
                  <a:lnTo>
                    <a:pt x="166926" y="176133"/>
                  </a:lnTo>
                  <a:lnTo>
                    <a:pt x="167127" y="170812"/>
                  </a:lnTo>
                  <a:lnTo>
                    <a:pt x="167159" y="165488"/>
                  </a:lnTo>
                  <a:lnTo>
                    <a:pt x="167020" y="160165"/>
                  </a:lnTo>
                  <a:lnTo>
                    <a:pt x="166713" y="154850"/>
                  </a:lnTo>
                  <a:lnTo>
                    <a:pt x="166236" y="149547"/>
                  </a:lnTo>
                  <a:lnTo>
                    <a:pt x="165590" y="144261"/>
                  </a:lnTo>
                  <a:lnTo>
                    <a:pt x="164777" y="139000"/>
                  </a:lnTo>
                  <a:lnTo>
                    <a:pt x="163796" y="133766"/>
                  </a:lnTo>
                  <a:lnTo>
                    <a:pt x="162649" y="128567"/>
                  </a:lnTo>
                  <a:lnTo>
                    <a:pt x="161338" y="123407"/>
                  </a:lnTo>
                  <a:lnTo>
                    <a:pt x="159862" y="118291"/>
                  </a:lnTo>
                  <a:lnTo>
                    <a:pt x="158225" y="113224"/>
                  </a:lnTo>
                  <a:lnTo>
                    <a:pt x="156426" y="108213"/>
                  </a:lnTo>
                  <a:lnTo>
                    <a:pt x="154470" y="103261"/>
                  </a:lnTo>
                  <a:lnTo>
                    <a:pt x="152356" y="98374"/>
                  </a:lnTo>
                  <a:lnTo>
                    <a:pt x="150088" y="93557"/>
                  </a:lnTo>
                  <a:lnTo>
                    <a:pt x="147668" y="88814"/>
                  </a:lnTo>
                  <a:lnTo>
                    <a:pt x="145097" y="84151"/>
                  </a:lnTo>
                  <a:lnTo>
                    <a:pt x="142380" y="79573"/>
                  </a:lnTo>
                  <a:lnTo>
                    <a:pt x="139518" y="75083"/>
                  </a:lnTo>
                  <a:lnTo>
                    <a:pt x="136515" y="70686"/>
                  </a:lnTo>
                  <a:lnTo>
                    <a:pt x="133373" y="66388"/>
                  </a:lnTo>
                  <a:lnTo>
                    <a:pt x="130096" y="62191"/>
                  </a:lnTo>
                  <a:lnTo>
                    <a:pt x="126687" y="58101"/>
                  </a:lnTo>
                  <a:lnTo>
                    <a:pt x="123149" y="54122"/>
                  </a:lnTo>
                  <a:lnTo>
                    <a:pt x="119487" y="50258"/>
                  </a:lnTo>
                  <a:lnTo>
                    <a:pt x="115703" y="46512"/>
                  </a:lnTo>
                  <a:lnTo>
                    <a:pt x="111802" y="42888"/>
                  </a:lnTo>
                  <a:lnTo>
                    <a:pt x="107787" y="39391"/>
                  </a:lnTo>
                  <a:lnTo>
                    <a:pt x="103663" y="36023"/>
                  </a:lnTo>
                  <a:lnTo>
                    <a:pt x="99434" y="32788"/>
                  </a:lnTo>
                  <a:lnTo>
                    <a:pt x="95104" y="29689"/>
                  </a:lnTo>
                  <a:lnTo>
                    <a:pt x="90678" y="26730"/>
                  </a:lnTo>
                  <a:lnTo>
                    <a:pt x="86159" y="23914"/>
                  </a:lnTo>
                  <a:lnTo>
                    <a:pt x="81553" y="21243"/>
                  </a:lnTo>
                  <a:lnTo>
                    <a:pt x="76865" y="18719"/>
                  </a:lnTo>
                  <a:lnTo>
                    <a:pt x="72098" y="16347"/>
                  </a:lnTo>
                  <a:lnTo>
                    <a:pt x="67258" y="14127"/>
                  </a:lnTo>
                  <a:lnTo>
                    <a:pt x="62351" y="12063"/>
                  </a:lnTo>
                  <a:lnTo>
                    <a:pt x="57379" y="10156"/>
                  </a:lnTo>
                  <a:lnTo>
                    <a:pt x="52350" y="8408"/>
                  </a:lnTo>
                  <a:lnTo>
                    <a:pt x="47267" y="6821"/>
                  </a:lnTo>
                  <a:lnTo>
                    <a:pt x="42137" y="5397"/>
                  </a:lnTo>
                  <a:lnTo>
                    <a:pt x="36964" y="4138"/>
                  </a:lnTo>
                  <a:lnTo>
                    <a:pt x="31753" y="3043"/>
                  </a:lnTo>
                  <a:lnTo>
                    <a:pt x="26510" y="2115"/>
                  </a:lnTo>
                  <a:lnTo>
                    <a:pt x="21240" y="1354"/>
                  </a:lnTo>
                  <a:lnTo>
                    <a:pt x="15949" y="762"/>
                  </a:lnTo>
                  <a:lnTo>
                    <a:pt x="10642" y="339"/>
                  </a:lnTo>
                  <a:lnTo>
                    <a:pt x="5323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g90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g90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g90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g90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g90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g90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g90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g90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g90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g90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g91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g91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g91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g91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g91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g915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g916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g917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g918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g919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g920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g921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g922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g923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g924"/>
            <p:cNvSpPr/>
            <p:nvPr/>
          </p:nvSpPr>
          <p:spPr>
            <a:xfrm>
              <a:off x="6745892" y="4172415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g925"/>
            <p:cNvSpPr/>
            <p:nvPr/>
          </p:nvSpPr>
          <p:spPr>
            <a:xfrm>
              <a:off x="6578729" y="4172415"/>
              <a:ext cx="222497" cy="334319"/>
            </a:xfrm>
            <a:custGeom>
              <a:avLst/>
              <a:pathLst>
                <a:path w="222497" h="334319">
                  <a:moveTo>
                    <a:pt x="167163" y="0"/>
                  </a:moveTo>
                  <a:lnTo>
                    <a:pt x="161828" y="85"/>
                  </a:lnTo>
                  <a:lnTo>
                    <a:pt x="156499" y="340"/>
                  </a:lnTo>
                  <a:lnTo>
                    <a:pt x="151181" y="765"/>
                  </a:lnTo>
                  <a:lnTo>
                    <a:pt x="145879" y="1360"/>
                  </a:lnTo>
                  <a:lnTo>
                    <a:pt x="140599" y="2124"/>
                  </a:lnTo>
                  <a:lnTo>
                    <a:pt x="135345" y="3055"/>
                  </a:lnTo>
                  <a:lnTo>
                    <a:pt x="130124" y="4154"/>
                  </a:lnTo>
                  <a:lnTo>
                    <a:pt x="124941" y="5419"/>
                  </a:lnTo>
                  <a:lnTo>
                    <a:pt x="119801" y="6849"/>
                  </a:lnTo>
                  <a:lnTo>
                    <a:pt x="114709" y="8442"/>
                  </a:lnTo>
                  <a:lnTo>
                    <a:pt x="109671" y="10197"/>
                  </a:lnTo>
                  <a:lnTo>
                    <a:pt x="104691" y="12112"/>
                  </a:lnTo>
                  <a:lnTo>
                    <a:pt x="99775" y="14184"/>
                  </a:lnTo>
                  <a:lnTo>
                    <a:pt x="94927" y="16412"/>
                  </a:lnTo>
                  <a:lnTo>
                    <a:pt x="90153" y="18794"/>
                  </a:lnTo>
                  <a:lnTo>
                    <a:pt x="85457" y="21328"/>
                  </a:lnTo>
                  <a:lnTo>
                    <a:pt x="80845" y="24009"/>
                  </a:lnTo>
                  <a:lnTo>
                    <a:pt x="76321" y="26837"/>
                  </a:lnTo>
                  <a:lnTo>
                    <a:pt x="71889" y="29807"/>
                  </a:lnTo>
                  <a:lnTo>
                    <a:pt x="67554" y="32917"/>
                  </a:lnTo>
                  <a:lnTo>
                    <a:pt x="63320" y="36164"/>
                  </a:lnTo>
                  <a:lnTo>
                    <a:pt x="59193" y="39545"/>
                  </a:lnTo>
                  <a:lnTo>
                    <a:pt x="55175" y="43055"/>
                  </a:lnTo>
                  <a:lnTo>
                    <a:pt x="51272" y="46692"/>
                  </a:lnTo>
                  <a:lnTo>
                    <a:pt x="47486" y="50452"/>
                  </a:lnTo>
                  <a:lnTo>
                    <a:pt x="43822" y="54331"/>
                  </a:lnTo>
                  <a:lnTo>
                    <a:pt x="40284" y="58324"/>
                  </a:lnTo>
                  <a:lnTo>
                    <a:pt x="36876" y="62428"/>
                  </a:lnTo>
                  <a:lnTo>
                    <a:pt x="33600" y="66639"/>
                  </a:lnTo>
                  <a:lnTo>
                    <a:pt x="30460" y="70953"/>
                  </a:lnTo>
                  <a:lnTo>
                    <a:pt x="27459" y="75364"/>
                  </a:lnTo>
                  <a:lnTo>
                    <a:pt x="24601" y="79869"/>
                  </a:lnTo>
                  <a:lnTo>
                    <a:pt x="21887" y="84463"/>
                  </a:lnTo>
                  <a:lnTo>
                    <a:pt x="19322" y="89141"/>
                  </a:lnTo>
                  <a:lnTo>
                    <a:pt x="16907" y="93899"/>
                  </a:lnTo>
                  <a:lnTo>
                    <a:pt x="14646" y="98731"/>
                  </a:lnTo>
                  <a:lnTo>
                    <a:pt x="12540" y="103633"/>
                  </a:lnTo>
                  <a:lnTo>
                    <a:pt x="10591" y="108600"/>
                  </a:lnTo>
                  <a:lnTo>
                    <a:pt x="8802" y="113626"/>
                  </a:lnTo>
                  <a:lnTo>
                    <a:pt x="7174" y="118707"/>
                  </a:lnTo>
                  <a:lnTo>
                    <a:pt x="5709" y="123837"/>
                  </a:lnTo>
                  <a:lnTo>
                    <a:pt x="4408" y="129011"/>
                  </a:lnTo>
                  <a:lnTo>
                    <a:pt x="3274" y="134225"/>
                  </a:lnTo>
                  <a:lnTo>
                    <a:pt x="2306" y="139471"/>
                  </a:lnTo>
                  <a:lnTo>
                    <a:pt x="1506" y="144746"/>
                  </a:lnTo>
                  <a:lnTo>
                    <a:pt x="875" y="150044"/>
                  </a:lnTo>
                  <a:lnTo>
                    <a:pt x="413" y="155359"/>
                  </a:lnTo>
                  <a:lnTo>
                    <a:pt x="121" y="160687"/>
                  </a:lnTo>
                  <a:lnTo>
                    <a:pt x="0" y="166021"/>
                  </a:lnTo>
                  <a:lnTo>
                    <a:pt x="48" y="171356"/>
                  </a:lnTo>
                  <a:lnTo>
                    <a:pt x="267" y="176686"/>
                  </a:lnTo>
                  <a:lnTo>
                    <a:pt x="656" y="182008"/>
                  </a:lnTo>
                  <a:lnTo>
                    <a:pt x="1214" y="187313"/>
                  </a:lnTo>
                  <a:lnTo>
                    <a:pt x="1941" y="192599"/>
                  </a:lnTo>
                  <a:lnTo>
                    <a:pt x="2837" y="197858"/>
                  </a:lnTo>
                  <a:lnTo>
                    <a:pt x="3900" y="203087"/>
                  </a:lnTo>
                  <a:lnTo>
                    <a:pt x="5130" y="208278"/>
                  </a:lnTo>
                  <a:lnTo>
                    <a:pt x="6524" y="213428"/>
                  </a:lnTo>
                  <a:lnTo>
                    <a:pt x="8082" y="218531"/>
                  </a:lnTo>
                  <a:lnTo>
                    <a:pt x="9802" y="223581"/>
                  </a:lnTo>
                  <a:lnTo>
                    <a:pt x="11683" y="228574"/>
                  </a:lnTo>
                  <a:lnTo>
                    <a:pt x="13722" y="233505"/>
                  </a:lnTo>
                  <a:lnTo>
                    <a:pt x="15917" y="238367"/>
                  </a:lnTo>
                  <a:lnTo>
                    <a:pt x="18266" y="243158"/>
                  </a:lnTo>
                  <a:lnTo>
                    <a:pt x="20767" y="247871"/>
                  </a:lnTo>
                  <a:lnTo>
                    <a:pt x="23417" y="252501"/>
                  </a:lnTo>
                  <a:lnTo>
                    <a:pt x="26213" y="257045"/>
                  </a:lnTo>
                  <a:lnTo>
                    <a:pt x="29153" y="261497"/>
                  </a:lnTo>
                  <a:lnTo>
                    <a:pt x="32233" y="265853"/>
                  </a:lnTo>
                  <a:lnTo>
                    <a:pt x="35451" y="270109"/>
                  </a:lnTo>
                  <a:lnTo>
                    <a:pt x="38804" y="274259"/>
                  </a:lnTo>
                  <a:lnTo>
                    <a:pt x="42286" y="278301"/>
                  </a:lnTo>
                  <a:lnTo>
                    <a:pt x="45897" y="282230"/>
                  </a:lnTo>
                  <a:lnTo>
                    <a:pt x="49630" y="286041"/>
                  </a:lnTo>
                  <a:lnTo>
                    <a:pt x="53483" y="289731"/>
                  </a:lnTo>
                  <a:lnTo>
                    <a:pt x="57453" y="293296"/>
                  </a:lnTo>
                  <a:lnTo>
                    <a:pt x="61533" y="296733"/>
                  </a:lnTo>
                  <a:lnTo>
                    <a:pt x="65722" y="300038"/>
                  </a:lnTo>
                  <a:lnTo>
                    <a:pt x="70014" y="303207"/>
                  </a:lnTo>
                  <a:lnTo>
                    <a:pt x="74404" y="306238"/>
                  </a:lnTo>
                  <a:lnTo>
                    <a:pt x="78890" y="309127"/>
                  </a:lnTo>
                  <a:lnTo>
                    <a:pt x="83465" y="311872"/>
                  </a:lnTo>
                  <a:lnTo>
                    <a:pt x="88125" y="314469"/>
                  </a:lnTo>
                  <a:lnTo>
                    <a:pt x="92866" y="316917"/>
                  </a:lnTo>
                  <a:lnTo>
                    <a:pt x="97683" y="319211"/>
                  </a:lnTo>
                  <a:lnTo>
                    <a:pt x="102570" y="321351"/>
                  </a:lnTo>
                  <a:lnTo>
                    <a:pt x="107523" y="323334"/>
                  </a:lnTo>
                  <a:lnTo>
                    <a:pt x="112537" y="325157"/>
                  </a:lnTo>
                  <a:lnTo>
                    <a:pt x="117607" y="326820"/>
                  </a:lnTo>
                  <a:lnTo>
                    <a:pt x="122727" y="328320"/>
                  </a:lnTo>
                  <a:lnTo>
                    <a:pt x="127892" y="329656"/>
                  </a:lnTo>
                  <a:lnTo>
                    <a:pt x="133098" y="330827"/>
                  </a:lnTo>
                  <a:lnTo>
                    <a:pt x="138338" y="331830"/>
                  </a:lnTo>
                  <a:lnTo>
                    <a:pt x="143607" y="332666"/>
                  </a:lnTo>
                  <a:lnTo>
                    <a:pt x="148900" y="333334"/>
                  </a:lnTo>
                  <a:lnTo>
                    <a:pt x="154212" y="333832"/>
                  </a:lnTo>
                  <a:lnTo>
                    <a:pt x="159537" y="334160"/>
                  </a:lnTo>
                  <a:lnTo>
                    <a:pt x="164870" y="334319"/>
                  </a:lnTo>
                  <a:lnTo>
                    <a:pt x="170206" y="334307"/>
                  </a:lnTo>
                  <a:lnTo>
                    <a:pt x="175538" y="334124"/>
                  </a:lnTo>
                  <a:lnTo>
                    <a:pt x="180861" y="333772"/>
                  </a:lnTo>
                  <a:lnTo>
                    <a:pt x="186171" y="333250"/>
                  </a:lnTo>
                  <a:lnTo>
                    <a:pt x="191461" y="332559"/>
                  </a:lnTo>
                  <a:lnTo>
                    <a:pt x="196727" y="331699"/>
                  </a:lnTo>
                  <a:lnTo>
                    <a:pt x="201962" y="330672"/>
                  </a:lnTo>
                  <a:lnTo>
                    <a:pt x="207162" y="329478"/>
                  </a:lnTo>
                  <a:lnTo>
                    <a:pt x="212322" y="328119"/>
                  </a:lnTo>
                  <a:lnTo>
                    <a:pt x="217435" y="326596"/>
                  </a:lnTo>
                  <a:lnTo>
                    <a:pt x="222497" y="324911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g926"/>
            <p:cNvSpPr/>
            <p:nvPr/>
          </p:nvSpPr>
          <p:spPr>
            <a:xfrm>
              <a:off x="6745892" y="4339583"/>
              <a:ext cx="55333" cy="157743"/>
            </a:xfrm>
            <a:custGeom>
              <a:avLst/>
              <a:pathLst>
                <a:path w="55333" h="157743">
                  <a:moveTo>
                    <a:pt x="55333" y="15774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g927"/>
            <p:cNvSpPr/>
            <p:nvPr/>
          </p:nvSpPr>
          <p:spPr>
            <a:xfrm>
              <a:off x="6745892" y="4339583"/>
              <a:ext cx="157726" cy="157743"/>
            </a:xfrm>
            <a:custGeom>
              <a:avLst/>
              <a:pathLst>
                <a:path w="157726" h="157743">
                  <a:moveTo>
                    <a:pt x="55333" y="157743"/>
                  </a:moveTo>
                  <a:lnTo>
                    <a:pt x="60535" y="155821"/>
                  </a:lnTo>
                  <a:lnTo>
                    <a:pt x="65671" y="153727"/>
                  </a:lnTo>
                  <a:lnTo>
                    <a:pt x="70733" y="151465"/>
                  </a:lnTo>
                  <a:lnTo>
                    <a:pt x="75719" y="149035"/>
                  </a:lnTo>
                  <a:lnTo>
                    <a:pt x="80620" y="146441"/>
                  </a:lnTo>
                  <a:lnTo>
                    <a:pt x="85433" y="143687"/>
                  </a:lnTo>
                  <a:lnTo>
                    <a:pt x="90152" y="140774"/>
                  </a:lnTo>
                  <a:lnTo>
                    <a:pt x="94772" y="137706"/>
                  </a:lnTo>
                  <a:lnTo>
                    <a:pt x="99288" y="134487"/>
                  </a:lnTo>
                  <a:lnTo>
                    <a:pt x="103694" y="131119"/>
                  </a:lnTo>
                  <a:lnTo>
                    <a:pt x="107986" y="127608"/>
                  </a:lnTo>
                  <a:lnTo>
                    <a:pt x="112159" y="123956"/>
                  </a:lnTo>
                  <a:lnTo>
                    <a:pt x="116209" y="120167"/>
                  </a:lnTo>
                  <a:lnTo>
                    <a:pt x="120131" y="116246"/>
                  </a:lnTo>
                  <a:lnTo>
                    <a:pt x="123921" y="112198"/>
                  </a:lnTo>
                  <a:lnTo>
                    <a:pt x="127574" y="108026"/>
                  </a:lnTo>
                  <a:lnTo>
                    <a:pt x="131087" y="103735"/>
                  </a:lnTo>
                  <a:lnTo>
                    <a:pt x="134456" y="99329"/>
                  </a:lnTo>
                  <a:lnTo>
                    <a:pt x="137677" y="94815"/>
                  </a:lnTo>
                  <a:lnTo>
                    <a:pt x="140746" y="90196"/>
                  </a:lnTo>
                  <a:lnTo>
                    <a:pt x="143660" y="85478"/>
                  </a:lnTo>
                  <a:lnTo>
                    <a:pt x="146416" y="80666"/>
                  </a:lnTo>
                  <a:lnTo>
                    <a:pt x="149012" y="75765"/>
                  </a:lnTo>
                  <a:lnTo>
                    <a:pt x="151443" y="70780"/>
                  </a:lnTo>
                  <a:lnTo>
                    <a:pt x="153707" y="65718"/>
                  </a:lnTo>
                  <a:lnTo>
                    <a:pt x="155802" y="60584"/>
                  </a:lnTo>
                  <a:lnTo>
                    <a:pt x="157726" y="553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g928"/>
            <p:cNvSpPr/>
            <p:nvPr/>
          </p:nvSpPr>
          <p:spPr>
            <a:xfrm>
              <a:off x="6745892" y="4172415"/>
              <a:ext cx="167150" cy="222550"/>
            </a:xfrm>
            <a:custGeom>
              <a:avLst/>
              <a:pathLst>
                <a:path w="167150" h="222550">
                  <a:moveTo>
                    <a:pt x="157726" y="222550"/>
                  </a:moveTo>
                  <a:lnTo>
                    <a:pt x="159435" y="217420"/>
                  </a:lnTo>
                  <a:lnTo>
                    <a:pt x="160977" y="212237"/>
                  </a:lnTo>
                  <a:lnTo>
                    <a:pt x="162350" y="207007"/>
                  </a:lnTo>
                  <a:lnTo>
                    <a:pt x="163554" y="201736"/>
                  </a:lnTo>
                  <a:lnTo>
                    <a:pt x="164586" y="196428"/>
                  </a:lnTo>
                  <a:lnTo>
                    <a:pt x="165446" y="191090"/>
                  </a:lnTo>
                  <a:lnTo>
                    <a:pt x="166133" y="185726"/>
                  </a:lnTo>
                  <a:lnTo>
                    <a:pt x="166647" y="180344"/>
                  </a:lnTo>
                  <a:lnTo>
                    <a:pt x="166986" y="174947"/>
                  </a:lnTo>
                  <a:lnTo>
                    <a:pt x="167150" y="169543"/>
                  </a:lnTo>
                  <a:lnTo>
                    <a:pt x="167139" y="164135"/>
                  </a:lnTo>
                  <a:lnTo>
                    <a:pt x="166954" y="158731"/>
                  </a:lnTo>
                  <a:lnTo>
                    <a:pt x="166594" y="153336"/>
                  </a:lnTo>
                  <a:lnTo>
                    <a:pt x="166059" y="147956"/>
                  </a:lnTo>
                  <a:lnTo>
                    <a:pt x="165351" y="142595"/>
                  </a:lnTo>
                  <a:lnTo>
                    <a:pt x="164470" y="137260"/>
                  </a:lnTo>
                  <a:lnTo>
                    <a:pt x="163417" y="131957"/>
                  </a:lnTo>
                  <a:lnTo>
                    <a:pt x="162192" y="126690"/>
                  </a:lnTo>
                  <a:lnTo>
                    <a:pt x="160799" y="121466"/>
                  </a:lnTo>
                  <a:lnTo>
                    <a:pt x="159236" y="116289"/>
                  </a:lnTo>
                  <a:lnTo>
                    <a:pt x="157508" y="111166"/>
                  </a:lnTo>
                  <a:lnTo>
                    <a:pt x="155614" y="106101"/>
                  </a:lnTo>
                  <a:lnTo>
                    <a:pt x="153558" y="101100"/>
                  </a:lnTo>
                  <a:lnTo>
                    <a:pt x="151341" y="96168"/>
                  </a:lnTo>
                  <a:lnTo>
                    <a:pt x="148965" y="91311"/>
                  </a:lnTo>
                  <a:lnTo>
                    <a:pt x="146434" y="86533"/>
                  </a:lnTo>
                  <a:lnTo>
                    <a:pt x="143750" y="81839"/>
                  </a:lnTo>
                  <a:lnTo>
                    <a:pt x="140915" y="77235"/>
                  </a:lnTo>
                  <a:lnTo>
                    <a:pt x="137933" y="72724"/>
                  </a:lnTo>
                  <a:lnTo>
                    <a:pt x="134806" y="68313"/>
                  </a:lnTo>
                  <a:lnTo>
                    <a:pt x="131538" y="64005"/>
                  </a:lnTo>
                  <a:lnTo>
                    <a:pt x="128133" y="59804"/>
                  </a:lnTo>
                  <a:lnTo>
                    <a:pt x="124594" y="55716"/>
                  </a:lnTo>
                  <a:lnTo>
                    <a:pt x="120924" y="51745"/>
                  </a:lnTo>
                  <a:lnTo>
                    <a:pt x="117128" y="47895"/>
                  </a:lnTo>
                  <a:lnTo>
                    <a:pt x="113209" y="44169"/>
                  </a:lnTo>
                  <a:lnTo>
                    <a:pt x="109172" y="40572"/>
                  </a:lnTo>
                  <a:lnTo>
                    <a:pt x="105021" y="37107"/>
                  </a:lnTo>
                  <a:lnTo>
                    <a:pt x="100760" y="33779"/>
                  </a:lnTo>
                  <a:lnTo>
                    <a:pt x="96393" y="30590"/>
                  </a:lnTo>
                  <a:lnTo>
                    <a:pt x="91925" y="27544"/>
                  </a:lnTo>
                  <a:lnTo>
                    <a:pt x="87362" y="24644"/>
                  </a:lnTo>
                  <a:lnTo>
                    <a:pt x="82707" y="21893"/>
                  </a:lnTo>
                  <a:lnTo>
                    <a:pt x="77965" y="19294"/>
                  </a:lnTo>
                  <a:lnTo>
                    <a:pt x="73142" y="16850"/>
                  </a:lnTo>
                  <a:lnTo>
                    <a:pt x="68242" y="14563"/>
                  </a:lnTo>
                  <a:lnTo>
                    <a:pt x="63271" y="12436"/>
                  </a:lnTo>
                  <a:lnTo>
                    <a:pt x="58234" y="10471"/>
                  </a:lnTo>
                  <a:lnTo>
                    <a:pt x="53135" y="8669"/>
                  </a:lnTo>
                  <a:lnTo>
                    <a:pt x="47981" y="7034"/>
                  </a:lnTo>
                  <a:lnTo>
                    <a:pt x="42777" y="5566"/>
                  </a:lnTo>
                  <a:lnTo>
                    <a:pt x="37529" y="4267"/>
                  </a:lnTo>
                  <a:lnTo>
                    <a:pt x="32240" y="3138"/>
                  </a:lnTo>
                  <a:lnTo>
                    <a:pt x="26919" y="2181"/>
                  </a:lnTo>
                  <a:lnTo>
                    <a:pt x="21569" y="1397"/>
                  </a:lnTo>
                  <a:lnTo>
                    <a:pt x="16196" y="786"/>
                  </a:lnTo>
                  <a:lnTo>
                    <a:pt x="10807" y="349"/>
                  </a:lnTo>
                  <a:lnTo>
                    <a:pt x="5406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g92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g93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g93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g93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g93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g93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g93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g93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g93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g93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g93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g94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g94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g94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g94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g94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g945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g946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g947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g948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g949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g950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g951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g952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g953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g954"/>
            <p:cNvSpPr/>
            <p:nvPr/>
          </p:nvSpPr>
          <p:spPr>
            <a:xfrm>
              <a:off x="6923495" y="368528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g955"/>
            <p:cNvSpPr/>
            <p:nvPr/>
          </p:nvSpPr>
          <p:spPr>
            <a:xfrm>
              <a:off x="6756327" y="3685283"/>
              <a:ext cx="167167" cy="333565"/>
            </a:xfrm>
            <a:custGeom>
              <a:avLst/>
              <a:pathLst>
                <a:path w="167167" h="333565">
                  <a:moveTo>
                    <a:pt x="167167" y="0"/>
                  </a:moveTo>
                  <a:lnTo>
                    <a:pt x="161809" y="85"/>
                  </a:lnTo>
                  <a:lnTo>
                    <a:pt x="156456" y="343"/>
                  </a:lnTo>
                  <a:lnTo>
                    <a:pt x="151114" y="772"/>
                  </a:lnTo>
                  <a:lnTo>
                    <a:pt x="145788" y="1372"/>
                  </a:lnTo>
                  <a:lnTo>
                    <a:pt x="140485" y="2143"/>
                  </a:lnTo>
                  <a:lnTo>
                    <a:pt x="135209" y="3083"/>
                  </a:lnTo>
                  <a:lnTo>
                    <a:pt x="129966" y="4191"/>
                  </a:lnTo>
                  <a:lnTo>
                    <a:pt x="124761" y="5468"/>
                  </a:lnTo>
                  <a:lnTo>
                    <a:pt x="119600" y="6910"/>
                  </a:lnTo>
                  <a:lnTo>
                    <a:pt x="114487" y="8517"/>
                  </a:lnTo>
                  <a:lnTo>
                    <a:pt x="109429" y="10287"/>
                  </a:lnTo>
                  <a:lnTo>
                    <a:pt x="104430" y="12218"/>
                  </a:lnTo>
                  <a:lnTo>
                    <a:pt x="99496" y="14309"/>
                  </a:lnTo>
                  <a:lnTo>
                    <a:pt x="94631" y="16557"/>
                  </a:lnTo>
                  <a:lnTo>
                    <a:pt x="89840" y="18959"/>
                  </a:lnTo>
                  <a:lnTo>
                    <a:pt x="85130" y="21514"/>
                  </a:lnTo>
                  <a:lnTo>
                    <a:pt x="80503" y="24218"/>
                  </a:lnTo>
                  <a:lnTo>
                    <a:pt x="75965" y="27070"/>
                  </a:lnTo>
                  <a:lnTo>
                    <a:pt x="71522" y="30065"/>
                  </a:lnTo>
                  <a:lnTo>
                    <a:pt x="67176" y="33201"/>
                  </a:lnTo>
                  <a:lnTo>
                    <a:pt x="62933" y="36475"/>
                  </a:lnTo>
                  <a:lnTo>
                    <a:pt x="58798" y="39884"/>
                  </a:lnTo>
                  <a:lnTo>
                    <a:pt x="54773" y="43423"/>
                  </a:lnTo>
                  <a:lnTo>
                    <a:pt x="50865" y="47089"/>
                  </a:lnTo>
                  <a:lnTo>
                    <a:pt x="47076" y="50878"/>
                  </a:lnTo>
                  <a:lnTo>
                    <a:pt x="43410" y="54788"/>
                  </a:lnTo>
                  <a:lnTo>
                    <a:pt x="39871" y="58812"/>
                  </a:lnTo>
                  <a:lnTo>
                    <a:pt x="36463" y="62948"/>
                  </a:lnTo>
                  <a:lnTo>
                    <a:pt x="33190" y="67191"/>
                  </a:lnTo>
                  <a:lnTo>
                    <a:pt x="30054" y="71537"/>
                  </a:lnTo>
                  <a:lnTo>
                    <a:pt x="27059" y="75981"/>
                  </a:lnTo>
                  <a:lnTo>
                    <a:pt x="24208" y="80519"/>
                  </a:lnTo>
                  <a:lnTo>
                    <a:pt x="21505" y="85146"/>
                  </a:lnTo>
                  <a:lnTo>
                    <a:pt x="18950" y="89857"/>
                  </a:lnTo>
                  <a:lnTo>
                    <a:pt x="16548" y="94648"/>
                  </a:lnTo>
                  <a:lnTo>
                    <a:pt x="14301" y="99513"/>
                  </a:lnTo>
                  <a:lnTo>
                    <a:pt x="12211" y="104448"/>
                  </a:lnTo>
                  <a:lnTo>
                    <a:pt x="10280" y="109447"/>
                  </a:lnTo>
                  <a:lnTo>
                    <a:pt x="8511" y="114506"/>
                  </a:lnTo>
                  <a:lnTo>
                    <a:pt x="6904" y="119618"/>
                  </a:lnTo>
                  <a:lnTo>
                    <a:pt x="5463" y="124780"/>
                  </a:lnTo>
                  <a:lnTo>
                    <a:pt x="4187" y="129985"/>
                  </a:lnTo>
                  <a:lnTo>
                    <a:pt x="3079" y="135228"/>
                  </a:lnTo>
                  <a:lnTo>
                    <a:pt x="2140" y="140504"/>
                  </a:lnTo>
                  <a:lnTo>
                    <a:pt x="1370" y="145807"/>
                  </a:lnTo>
                  <a:lnTo>
                    <a:pt x="770" y="151133"/>
                  </a:lnTo>
                  <a:lnTo>
                    <a:pt x="342" y="156475"/>
                  </a:lnTo>
                  <a:lnTo>
                    <a:pt x="85" y="161828"/>
                  </a:lnTo>
                  <a:lnTo>
                    <a:pt x="0" y="167186"/>
                  </a:lnTo>
                  <a:lnTo>
                    <a:pt x="86" y="172544"/>
                  </a:lnTo>
                  <a:lnTo>
                    <a:pt x="344" y="177897"/>
                  </a:lnTo>
                  <a:lnTo>
                    <a:pt x="774" y="183239"/>
                  </a:lnTo>
                  <a:lnTo>
                    <a:pt x="1375" y="188564"/>
                  </a:lnTo>
                  <a:lnTo>
                    <a:pt x="2146" y="193868"/>
                  </a:lnTo>
                  <a:lnTo>
                    <a:pt x="3086" y="199143"/>
                  </a:lnTo>
                  <a:lnTo>
                    <a:pt x="4196" y="204386"/>
                  </a:lnTo>
                  <a:lnTo>
                    <a:pt x="5472" y="209591"/>
                  </a:lnTo>
                  <a:lnTo>
                    <a:pt x="6915" y="214752"/>
                  </a:lnTo>
                  <a:lnTo>
                    <a:pt x="8523" y="219865"/>
                  </a:lnTo>
                  <a:lnTo>
                    <a:pt x="10294" y="224923"/>
                  </a:lnTo>
                  <a:lnTo>
                    <a:pt x="12226" y="229921"/>
                  </a:lnTo>
                  <a:lnTo>
                    <a:pt x="14317" y="234856"/>
                  </a:lnTo>
                  <a:lnTo>
                    <a:pt x="16565" y="239720"/>
                  </a:lnTo>
                  <a:lnTo>
                    <a:pt x="18968" y="244510"/>
                  </a:lnTo>
                  <a:lnTo>
                    <a:pt x="21523" y="249221"/>
                  </a:lnTo>
                  <a:lnTo>
                    <a:pt x="24228" y="253847"/>
                  </a:lnTo>
                  <a:lnTo>
                    <a:pt x="27080" y="258384"/>
                  </a:lnTo>
                  <a:lnTo>
                    <a:pt x="30076" y="262828"/>
                  </a:lnTo>
                  <a:lnTo>
                    <a:pt x="33213" y="267173"/>
                  </a:lnTo>
                  <a:lnTo>
                    <a:pt x="36487" y="271415"/>
                  </a:lnTo>
                  <a:lnTo>
                    <a:pt x="39896" y="275551"/>
                  </a:lnTo>
                  <a:lnTo>
                    <a:pt x="43435" y="279574"/>
                  </a:lnTo>
                  <a:lnTo>
                    <a:pt x="47102" y="283483"/>
                  </a:lnTo>
                  <a:lnTo>
                    <a:pt x="50892" y="287272"/>
                  </a:lnTo>
                  <a:lnTo>
                    <a:pt x="54802" y="290937"/>
                  </a:lnTo>
                  <a:lnTo>
                    <a:pt x="58827" y="294475"/>
                  </a:lnTo>
                  <a:lnTo>
                    <a:pt x="62963" y="297882"/>
                  </a:lnTo>
                  <a:lnTo>
                    <a:pt x="67207" y="301155"/>
                  </a:lnTo>
                  <a:lnTo>
                    <a:pt x="71553" y="304291"/>
                  </a:lnTo>
                  <a:lnTo>
                    <a:pt x="75997" y="307285"/>
                  </a:lnTo>
                  <a:lnTo>
                    <a:pt x="80536" y="310135"/>
                  </a:lnTo>
                  <a:lnTo>
                    <a:pt x="85163" y="312839"/>
                  </a:lnTo>
                  <a:lnTo>
                    <a:pt x="89874" y="315392"/>
                  </a:lnTo>
                  <a:lnTo>
                    <a:pt x="94665" y="317794"/>
                  </a:lnTo>
                  <a:lnTo>
                    <a:pt x="99531" y="320040"/>
                  </a:lnTo>
                  <a:lnTo>
                    <a:pt x="104466" y="322130"/>
                  </a:lnTo>
                  <a:lnTo>
                    <a:pt x="109465" y="324060"/>
                  </a:lnTo>
                  <a:lnTo>
                    <a:pt x="114524" y="325829"/>
                  </a:lnTo>
                  <a:lnTo>
                    <a:pt x="119636" y="327435"/>
                  </a:lnTo>
                  <a:lnTo>
                    <a:pt x="124798" y="328876"/>
                  </a:lnTo>
                  <a:lnTo>
                    <a:pt x="130003" y="330151"/>
                  </a:lnTo>
                  <a:lnTo>
                    <a:pt x="135247" y="331259"/>
                  </a:lnTo>
                  <a:lnTo>
                    <a:pt x="140523" y="332197"/>
                  </a:lnTo>
                  <a:lnTo>
                    <a:pt x="145826" y="332967"/>
                  </a:lnTo>
                  <a:lnTo>
                    <a:pt x="151152" y="333565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g956"/>
            <p:cNvSpPr/>
            <p:nvPr/>
          </p:nvSpPr>
          <p:spPr>
            <a:xfrm>
              <a:off x="6907480" y="3689790"/>
              <a:ext cx="183180" cy="329827"/>
            </a:xfrm>
            <a:custGeom>
              <a:avLst/>
              <a:pathLst>
                <a:path w="183180" h="329827">
                  <a:moveTo>
                    <a:pt x="0" y="329058"/>
                  </a:moveTo>
                  <a:lnTo>
                    <a:pt x="5326" y="329485"/>
                  </a:lnTo>
                  <a:lnTo>
                    <a:pt x="10663" y="329741"/>
                  </a:lnTo>
                  <a:lnTo>
                    <a:pt x="16006" y="329827"/>
                  </a:lnTo>
                  <a:lnTo>
                    <a:pt x="21349" y="329741"/>
                  </a:lnTo>
                  <a:lnTo>
                    <a:pt x="26686" y="329486"/>
                  </a:lnTo>
                  <a:lnTo>
                    <a:pt x="32012" y="329059"/>
                  </a:lnTo>
                  <a:lnTo>
                    <a:pt x="37322" y="328463"/>
                  </a:lnTo>
                  <a:lnTo>
                    <a:pt x="42611" y="327697"/>
                  </a:lnTo>
                  <a:lnTo>
                    <a:pt x="47872" y="326763"/>
                  </a:lnTo>
                  <a:lnTo>
                    <a:pt x="53100" y="325661"/>
                  </a:lnTo>
                  <a:lnTo>
                    <a:pt x="58291" y="324393"/>
                  </a:lnTo>
                  <a:lnTo>
                    <a:pt x="63438" y="322959"/>
                  </a:lnTo>
                  <a:lnTo>
                    <a:pt x="68537" y="321361"/>
                  </a:lnTo>
                  <a:lnTo>
                    <a:pt x="73583" y="319601"/>
                  </a:lnTo>
                  <a:lnTo>
                    <a:pt x="78569" y="317681"/>
                  </a:lnTo>
                  <a:lnTo>
                    <a:pt x="83492" y="315603"/>
                  </a:lnTo>
                  <a:lnTo>
                    <a:pt x="88345" y="313368"/>
                  </a:lnTo>
                  <a:lnTo>
                    <a:pt x="93125" y="310979"/>
                  </a:lnTo>
                  <a:lnTo>
                    <a:pt x="97826" y="308439"/>
                  </a:lnTo>
                  <a:lnTo>
                    <a:pt x="102444" y="305750"/>
                  </a:lnTo>
                  <a:lnTo>
                    <a:pt x="106973" y="302915"/>
                  </a:lnTo>
                  <a:lnTo>
                    <a:pt x="111409" y="299936"/>
                  </a:lnTo>
                  <a:lnTo>
                    <a:pt x="115747" y="296817"/>
                  </a:lnTo>
                  <a:lnTo>
                    <a:pt x="119984" y="293561"/>
                  </a:lnTo>
                  <a:lnTo>
                    <a:pt x="124115" y="290171"/>
                  </a:lnTo>
                  <a:lnTo>
                    <a:pt x="128135" y="286651"/>
                  </a:lnTo>
                  <a:lnTo>
                    <a:pt x="132040" y="283004"/>
                  </a:lnTo>
                  <a:lnTo>
                    <a:pt x="135827" y="279235"/>
                  </a:lnTo>
                  <a:lnTo>
                    <a:pt x="139492" y="275346"/>
                  </a:lnTo>
                  <a:lnTo>
                    <a:pt x="143031" y="271342"/>
                  </a:lnTo>
                  <a:lnTo>
                    <a:pt x="146439" y="267227"/>
                  </a:lnTo>
                  <a:lnTo>
                    <a:pt x="149715" y="263005"/>
                  </a:lnTo>
                  <a:lnTo>
                    <a:pt x="152853" y="258681"/>
                  </a:lnTo>
                  <a:lnTo>
                    <a:pt x="155852" y="254258"/>
                  </a:lnTo>
                  <a:lnTo>
                    <a:pt x="158708" y="249742"/>
                  </a:lnTo>
                  <a:lnTo>
                    <a:pt x="161419" y="245137"/>
                  </a:lnTo>
                  <a:lnTo>
                    <a:pt x="163980" y="240448"/>
                  </a:lnTo>
                  <a:lnTo>
                    <a:pt x="166391" y="235679"/>
                  </a:lnTo>
                  <a:lnTo>
                    <a:pt x="168648" y="230836"/>
                  </a:lnTo>
                  <a:lnTo>
                    <a:pt x="170749" y="225923"/>
                  </a:lnTo>
                  <a:lnTo>
                    <a:pt x="172692" y="220945"/>
                  </a:lnTo>
                  <a:lnTo>
                    <a:pt x="174475" y="215908"/>
                  </a:lnTo>
                  <a:lnTo>
                    <a:pt x="176095" y="210816"/>
                  </a:lnTo>
                  <a:lnTo>
                    <a:pt x="177553" y="205675"/>
                  </a:lnTo>
                  <a:lnTo>
                    <a:pt x="178845" y="200490"/>
                  </a:lnTo>
                  <a:lnTo>
                    <a:pt x="179971" y="195267"/>
                  </a:lnTo>
                  <a:lnTo>
                    <a:pt x="180929" y="190010"/>
                  </a:lnTo>
                  <a:lnTo>
                    <a:pt x="181719" y="184725"/>
                  </a:lnTo>
                  <a:lnTo>
                    <a:pt x="182340" y="179418"/>
                  </a:lnTo>
                  <a:lnTo>
                    <a:pt x="182791" y="174094"/>
                  </a:lnTo>
                  <a:lnTo>
                    <a:pt x="183071" y="168758"/>
                  </a:lnTo>
                  <a:lnTo>
                    <a:pt x="183180" y="163415"/>
                  </a:lnTo>
                  <a:lnTo>
                    <a:pt x="183119" y="158072"/>
                  </a:lnTo>
                  <a:lnTo>
                    <a:pt x="182887" y="152734"/>
                  </a:lnTo>
                  <a:lnTo>
                    <a:pt x="182485" y="147406"/>
                  </a:lnTo>
                  <a:lnTo>
                    <a:pt x="181912" y="142093"/>
                  </a:lnTo>
                  <a:lnTo>
                    <a:pt x="181170" y="136801"/>
                  </a:lnTo>
                  <a:lnTo>
                    <a:pt x="180259" y="131536"/>
                  </a:lnTo>
                  <a:lnTo>
                    <a:pt x="179181" y="126303"/>
                  </a:lnTo>
                  <a:lnTo>
                    <a:pt x="177935" y="121107"/>
                  </a:lnTo>
                  <a:lnTo>
                    <a:pt x="176525" y="115953"/>
                  </a:lnTo>
                  <a:lnTo>
                    <a:pt x="174950" y="110847"/>
                  </a:lnTo>
                  <a:lnTo>
                    <a:pt x="173213" y="105793"/>
                  </a:lnTo>
                  <a:lnTo>
                    <a:pt x="171315" y="100798"/>
                  </a:lnTo>
                  <a:lnTo>
                    <a:pt x="169259" y="95867"/>
                  </a:lnTo>
                  <a:lnTo>
                    <a:pt x="167046" y="91003"/>
                  </a:lnTo>
                  <a:lnTo>
                    <a:pt x="164678" y="86213"/>
                  </a:lnTo>
                  <a:lnTo>
                    <a:pt x="162159" y="81500"/>
                  </a:lnTo>
                  <a:lnTo>
                    <a:pt x="159491" y="76871"/>
                  </a:lnTo>
                  <a:lnTo>
                    <a:pt x="156675" y="72329"/>
                  </a:lnTo>
                  <a:lnTo>
                    <a:pt x="153717" y="67880"/>
                  </a:lnTo>
                  <a:lnTo>
                    <a:pt x="150617" y="63527"/>
                  </a:lnTo>
                  <a:lnTo>
                    <a:pt x="147380" y="59276"/>
                  </a:lnTo>
                  <a:lnTo>
                    <a:pt x="144009" y="55130"/>
                  </a:lnTo>
                  <a:lnTo>
                    <a:pt x="140507" y="51094"/>
                  </a:lnTo>
                  <a:lnTo>
                    <a:pt x="136877" y="47173"/>
                  </a:lnTo>
                  <a:lnTo>
                    <a:pt x="133125" y="43369"/>
                  </a:lnTo>
                  <a:lnTo>
                    <a:pt x="129252" y="39687"/>
                  </a:lnTo>
                  <a:lnTo>
                    <a:pt x="125264" y="36131"/>
                  </a:lnTo>
                  <a:lnTo>
                    <a:pt x="121164" y="32704"/>
                  </a:lnTo>
                  <a:lnTo>
                    <a:pt x="116957" y="29409"/>
                  </a:lnTo>
                  <a:lnTo>
                    <a:pt x="112647" y="26251"/>
                  </a:lnTo>
                  <a:lnTo>
                    <a:pt x="108238" y="23232"/>
                  </a:lnTo>
                  <a:lnTo>
                    <a:pt x="103735" y="20356"/>
                  </a:lnTo>
                  <a:lnTo>
                    <a:pt x="99142" y="17625"/>
                  </a:lnTo>
                  <a:lnTo>
                    <a:pt x="94464" y="15043"/>
                  </a:lnTo>
                  <a:lnTo>
                    <a:pt x="89706" y="12611"/>
                  </a:lnTo>
                  <a:lnTo>
                    <a:pt x="84873" y="10332"/>
                  </a:lnTo>
                  <a:lnTo>
                    <a:pt x="79969" y="8209"/>
                  </a:lnTo>
                  <a:lnTo>
                    <a:pt x="75000" y="6244"/>
                  </a:lnTo>
                  <a:lnTo>
                    <a:pt x="69971" y="4439"/>
                  </a:lnTo>
                  <a:lnTo>
                    <a:pt x="64887" y="2795"/>
                  </a:lnTo>
                  <a:lnTo>
                    <a:pt x="59753" y="1315"/>
                  </a:lnTo>
                  <a:lnTo>
                    <a:pt x="54574" y="0"/>
                  </a:lnTo>
                  <a:lnTo>
                    <a:pt x="16015" y="1626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g957"/>
            <p:cNvSpPr/>
            <p:nvPr/>
          </p:nvSpPr>
          <p:spPr>
            <a:xfrm>
              <a:off x="6923495" y="3685283"/>
              <a:ext cx="38558" cy="167167"/>
            </a:xfrm>
            <a:custGeom>
              <a:avLst/>
              <a:pathLst>
                <a:path w="38558" h="167167">
                  <a:moveTo>
                    <a:pt x="38558" y="4507"/>
                  </a:moveTo>
                  <a:lnTo>
                    <a:pt x="32221" y="3134"/>
                  </a:lnTo>
                  <a:lnTo>
                    <a:pt x="25835" y="2008"/>
                  </a:lnTo>
                  <a:lnTo>
                    <a:pt x="19410" y="1130"/>
                  </a:lnTo>
                  <a:lnTo>
                    <a:pt x="12956" y="502"/>
                  </a:lnTo>
                  <a:lnTo>
                    <a:pt x="6483" y="12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tx95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6727739" y="2753836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6555392" y="2266703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6285813" y="1833590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5876387" y="1482170"/>
              <a:ext cx="412905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AMP</a:t>
              </a:r>
            </a:p>
          </p:txBody>
        </p:sp>
        <p:sp>
          <p:nvSpPr>
            <p:cNvPr id="963" name="tx963"/>
            <p:cNvSpPr/>
            <p:nvPr/>
          </p:nvSpPr>
          <p:spPr>
            <a:xfrm>
              <a:off x="5410870" y="1222972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64" name="tx964"/>
            <p:cNvSpPr/>
            <p:nvPr/>
          </p:nvSpPr>
          <p:spPr>
            <a:xfrm>
              <a:off x="4982243" y="1069969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65" name="tx965"/>
            <p:cNvSpPr/>
            <p:nvPr/>
          </p:nvSpPr>
          <p:spPr>
            <a:xfrm>
              <a:off x="4410874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66" name="tx966"/>
            <p:cNvSpPr/>
            <p:nvPr/>
          </p:nvSpPr>
          <p:spPr>
            <a:xfrm>
              <a:off x="3904837" y="1135613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67" name="tx967"/>
            <p:cNvSpPr/>
            <p:nvPr/>
          </p:nvSpPr>
          <p:spPr>
            <a:xfrm>
              <a:off x="3412078" y="1335172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68" name="tx968"/>
            <p:cNvSpPr/>
            <p:nvPr/>
          </p:nvSpPr>
          <p:spPr>
            <a:xfrm>
              <a:off x="3043228" y="1650504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69" name="tx969"/>
            <p:cNvSpPr/>
            <p:nvPr/>
          </p:nvSpPr>
          <p:spPr>
            <a:xfrm>
              <a:off x="2661773" y="2041851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70" name="tx970"/>
            <p:cNvSpPr/>
            <p:nvPr/>
          </p:nvSpPr>
          <p:spPr>
            <a:xfrm>
              <a:off x="2455187" y="2505106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71" name="tx971"/>
            <p:cNvSpPr/>
            <p:nvPr/>
          </p:nvSpPr>
          <p:spPr>
            <a:xfrm>
              <a:off x="2335480" y="3009529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72" name="tx972"/>
            <p:cNvSpPr/>
            <p:nvPr/>
          </p:nvSpPr>
          <p:spPr>
            <a:xfrm>
              <a:off x="2324783" y="3527924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73" name="tx973"/>
            <p:cNvSpPr/>
            <p:nvPr/>
          </p:nvSpPr>
          <p:spPr>
            <a:xfrm>
              <a:off x="2449885" y="4032347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2688283" y="4495602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3048437" y="4898484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3449192" y="5208048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3936509" y="5413374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4431989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4987452" y="5467484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5447984" y="5320248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5881736" y="5059608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6280604" y="4703863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550137" y="4272006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6743552" y="3783478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2025-06-26T12:09:49Z</dcterms:modified>
  <cp:category/>
</cp:coreProperties>
</file>