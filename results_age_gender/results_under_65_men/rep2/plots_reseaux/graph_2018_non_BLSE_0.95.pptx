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9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2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7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5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8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5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9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1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08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9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0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0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9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8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1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64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6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3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66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63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75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09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96" y="3170392"/>
              <a:ext cx="1283" cy="167167"/>
            </a:xfrm>
            <a:custGeom>
              <a:avLst/>
              <a:pathLst>
                <a:path w="1283" h="167167">
                  <a:moveTo>
                    <a:pt x="1283" y="0"/>
                  </a:moveTo>
                  <a:lnTo>
                    <a:pt x="0" y="4"/>
                  </a:lnTo>
                  <a:lnTo>
                    <a:pt x="12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496" y="3170397"/>
              <a:ext cx="1283" cy="167162"/>
            </a:xfrm>
            <a:custGeom>
              <a:avLst/>
              <a:pathLst>
                <a:path w="1283" h="167162">
                  <a:moveTo>
                    <a:pt x="0" y="0"/>
                  </a:moveTo>
                  <a:lnTo>
                    <a:pt x="128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2" y="3170397"/>
              <a:ext cx="334314" cy="334325"/>
            </a:xfrm>
            <a:custGeom>
              <a:avLst/>
              <a:pathLst>
                <a:path w="334314" h="334325">
                  <a:moveTo>
                    <a:pt x="165864" y="0"/>
                  </a:moveTo>
                  <a:lnTo>
                    <a:pt x="160586" y="123"/>
                  </a:lnTo>
                  <a:lnTo>
                    <a:pt x="155314" y="414"/>
                  </a:lnTo>
                  <a:lnTo>
                    <a:pt x="150055" y="871"/>
                  </a:lnTo>
                  <a:lnTo>
                    <a:pt x="144812" y="1493"/>
                  </a:lnTo>
                  <a:lnTo>
                    <a:pt x="139592" y="2281"/>
                  </a:lnTo>
                  <a:lnTo>
                    <a:pt x="134399" y="3233"/>
                  </a:lnTo>
                  <a:lnTo>
                    <a:pt x="129239" y="4349"/>
                  </a:lnTo>
                  <a:lnTo>
                    <a:pt x="124117" y="5627"/>
                  </a:lnTo>
                  <a:lnTo>
                    <a:pt x="119038" y="7067"/>
                  </a:lnTo>
                  <a:lnTo>
                    <a:pt x="114006" y="8666"/>
                  </a:lnTo>
                  <a:lnTo>
                    <a:pt x="109028" y="10423"/>
                  </a:lnTo>
                  <a:lnTo>
                    <a:pt x="104108" y="12336"/>
                  </a:lnTo>
                  <a:lnTo>
                    <a:pt x="99250" y="14404"/>
                  </a:lnTo>
                  <a:lnTo>
                    <a:pt x="94460" y="16624"/>
                  </a:lnTo>
                  <a:lnTo>
                    <a:pt x="89743" y="18994"/>
                  </a:lnTo>
                  <a:lnTo>
                    <a:pt x="85103" y="21513"/>
                  </a:lnTo>
                  <a:lnTo>
                    <a:pt x="80545" y="24176"/>
                  </a:lnTo>
                  <a:lnTo>
                    <a:pt x="76073" y="26982"/>
                  </a:lnTo>
                  <a:lnTo>
                    <a:pt x="71692" y="29928"/>
                  </a:lnTo>
                  <a:lnTo>
                    <a:pt x="67406" y="33010"/>
                  </a:lnTo>
                  <a:lnTo>
                    <a:pt x="63219" y="36227"/>
                  </a:lnTo>
                  <a:lnTo>
                    <a:pt x="59136" y="39574"/>
                  </a:lnTo>
                  <a:lnTo>
                    <a:pt x="55161" y="43048"/>
                  </a:lnTo>
                  <a:lnTo>
                    <a:pt x="51298" y="46646"/>
                  </a:lnTo>
                  <a:lnTo>
                    <a:pt x="47550" y="50364"/>
                  </a:lnTo>
                  <a:lnTo>
                    <a:pt x="43922" y="54199"/>
                  </a:lnTo>
                  <a:lnTo>
                    <a:pt x="40416" y="58147"/>
                  </a:lnTo>
                  <a:lnTo>
                    <a:pt x="37037" y="62203"/>
                  </a:lnTo>
                  <a:lnTo>
                    <a:pt x="33788" y="66364"/>
                  </a:lnTo>
                  <a:lnTo>
                    <a:pt x="30671" y="70625"/>
                  </a:lnTo>
                  <a:lnTo>
                    <a:pt x="27691" y="74983"/>
                  </a:lnTo>
                  <a:lnTo>
                    <a:pt x="24850" y="79432"/>
                  </a:lnTo>
                  <a:lnTo>
                    <a:pt x="22150" y="83969"/>
                  </a:lnTo>
                  <a:lnTo>
                    <a:pt x="19596" y="88589"/>
                  </a:lnTo>
                  <a:lnTo>
                    <a:pt x="17188" y="93288"/>
                  </a:lnTo>
                  <a:lnTo>
                    <a:pt x="14930" y="98060"/>
                  </a:lnTo>
                  <a:lnTo>
                    <a:pt x="12824" y="102901"/>
                  </a:lnTo>
                  <a:lnTo>
                    <a:pt x="10872" y="107806"/>
                  </a:lnTo>
                  <a:lnTo>
                    <a:pt x="9075" y="112770"/>
                  </a:lnTo>
                  <a:lnTo>
                    <a:pt x="7437" y="117789"/>
                  </a:lnTo>
                  <a:lnTo>
                    <a:pt x="5957" y="122857"/>
                  </a:lnTo>
                  <a:lnTo>
                    <a:pt x="4639" y="127969"/>
                  </a:lnTo>
                  <a:lnTo>
                    <a:pt x="3482" y="133120"/>
                  </a:lnTo>
                  <a:lnTo>
                    <a:pt x="2489" y="138305"/>
                  </a:lnTo>
                  <a:lnTo>
                    <a:pt x="1660" y="143519"/>
                  </a:lnTo>
                  <a:lnTo>
                    <a:pt x="996" y="148756"/>
                  </a:lnTo>
                  <a:lnTo>
                    <a:pt x="497" y="154012"/>
                  </a:lnTo>
                  <a:lnTo>
                    <a:pt x="165" y="159281"/>
                  </a:lnTo>
                  <a:lnTo>
                    <a:pt x="0" y="164558"/>
                  </a:lnTo>
                  <a:lnTo>
                    <a:pt x="1" y="169837"/>
                  </a:lnTo>
                  <a:lnTo>
                    <a:pt x="168" y="175114"/>
                  </a:lnTo>
                  <a:lnTo>
                    <a:pt x="503" y="180382"/>
                  </a:lnTo>
                  <a:lnTo>
                    <a:pt x="1003" y="185638"/>
                  </a:lnTo>
                  <a:lnTo>
                    <a:pt x="1670" y="190875"/>
                  </a:lnTo>
                  <a:lnTo>
                    <a:pt x="2501" y="196088"/>
                  </a:lnTo>
                  <a:lnTo>
                    <a:pt x="3496" y="201273"/>
                  </a:lnTo>
                  <a:lnTo>
                    <a:pt x="4655" y="206424"/>
                  </a:lnTo>
                  <a:lnTo>
                    <a:pt x="5976" y="211535"/>
                  </a:lnTo>
                  <a:lnTo>
                    <a:pt x="7458" y="216602"/>
                  </a:lnTo>
                  <a:lnTo>
                    <a:pt x="9098" y="221620"/>
                  </a:lnTo>
                  <a:lnTo>
                    <a:pt x="10897" y="226584"/>
                  </a:lnTo>
                  <a:lnTo>
                    <a:pt x="12851" y="231488"/>
                  </a:lnTo>
                  <a:lnTo>
                    <a:pt x="14959" y="236328"/>
                  </a:lnTo>
                  <a:lnTo>
                    <a:pt x="17219" y="241099"/>
                  </a:lnTo>
                  <a:lnTo>
                    <a:pt x="19629" y="245797"/>
                  </a:lnTo>
                  <a:lnTo>
                    <a:pt x="22185" y="250416"/>
                  </a:lnTo>
                  <a:lnTo>
                    <a:pt x="24887" y="254952"/>
                  </a:lnTo>
                  <a:lnTo>
                    <a:pt x="27730" y="259400"/>
                  </a:lnTo>
                  <a:lnTo>
                    <a:pt x="30712" y="263757"/>
                  </a:lnTo>
                  <a:lnTo>
                    <a:pt x="33830" y="268017"/>
                  </a:lnTo>
                  <a:lnTo>
                    <a:pt x="37081" y="272176"/>
                  </a:lnTo>
                  <a:lnTo>
                    <a:pt x="40462" y="276231"/>
                  </a:lnTo>
                  <a:lnTo>
                    <a:pt x="43969" y="280177"/>
                  </a:lnTo>
                  <a:lnTo>
                    <a:pt x="47600" y="284010"/>
                  </a:lnTo>
                  <a:lnTo>
                    <a:pt x="51349" y="287727"/>
                  </a:lnTo>
                  <a:lnTo>
                    <a:pt x="55214" y="291323"/>
                  </a:lnTo>
                  <a:lnTo>
                    <a:pt x="59190" y="294796"/>
                  </a:lnTo>
                  <a:lnTo>
                    <a:pt x="63274" y="298141"/>
                  </a:lnTo>
                  <a:lnTo>
                    <a:pt x="67462" y="301356"/>
                  </a:lnTo>
                  <a:lnTo>
                    <a:pt x="71749" y="304437"/>
                  </a:lnTo>
                  <a:lnTo>
                    <a:pt x="76132" y="307381"/>
                  </a:lnTo>
                  <a:lnTo>
                    <a:pt x="80605" y="310185"/>
                  </a:lnTo>
                  <a:lnTo>
                    <a:pt x="85164" y="312846"/>
                  </a:lnTo>
                  <a:lnTo>
                    <a:pt x="89805" y="315362"/>
                  </a:lnTo>
                  <a:lnTo>
                    <a:pt x="94524" y="317730"/>
                  </a:lnTo>
                  <a:lnTo>
                    <a:pt x="99314" y="319949"/>
                  </a:lnTo>
                  <a:lnTo>
                    <a:pt x="104173" y="322014"/>
                  </a:lnTo>
                  <a:lnTo>
                    <a:pt x="109094" y="323926"/>
                  </a:lnTo>
                  <a:lnTo>
                    <a:pt x="114073" y="325681"/>
                  </a:lnTo>
                  <a:lnTo>
                    <a:pt x="119105" y="327278"/>
                  </a:lnTo>
                  <a:lnTo>
                    <a:pt x="124185" y="328715"/>
                  </a:lnTo>
                  <a:lnTo>
                    <a:pt x="129308" y="329991"/>
                  </a:lnTo>
                  <a:lnTo>
                    <a:pt x="134468" y="331104"/>
                  </a:lnTo>
                  <a:lnTo>
                    <a:pt x="139662" y="332054"/>
                  </a:lnTo>
                  <a:lnTo>
                    <a:pt x="144882" y="332840"/>
                  </a:lnTo>
                  <a:lnTo>
                    <a:pt x="150125" y="333461"/>
                  </a:lnTo>
                  <a:lnTo>
                    <a:pt x="155385" y="333915"/>
                  </a:lnTo>
                  <a:lnTo>
                    <a:pt x="160656" y="334203"/>
                  </a:lnTo>
                  <a:lnTo>
                    <a:pt x="165934" y="334325"/>
                  </a:lnTo>
                  <a:lnTo>
                    <a:pt x="171213" y="334280"/>
                  </a:lnTo>
                  <a:lnTo>
                    <a:pt x="176488" y="334068"/>
                  </a:lnTo>
                  <a:lnTo>
                    <a:pt x="181754" y="333690"/>
                  </a:lnTo>
                  <a:lnTo>
                    <a:pt x="187005" y="333146"/>
                  </a:lnTo>
                  <a:lnTo>
                    <a:pt x="192237" y="332436"/>
                  </a:lnTo>
                  <a:lnTo>
                    <a:pt x="197443" y="331561"/>
                  </a:lnTo>
                  <a:lnTo>
                    <a:pt x="202619" y="330523"/>
                  </a:lnTo>
                  <a:lnTo>
                    <a:pt x="207760" y="329321"/>
                  </a:lnTo>
                  <a:lnTo>
                    <a:pt x="212860" y="327958"/>
                  </a:lnTo>
                  <a:lnTo>
                    <a:pt x="217915" y="326434"/>
                  </a:lnTo>
                  <a:lnTo>
                    <a:pt x="222919" y="324751"/>
                  </a:lnTo>
                  <a:lnTo>
                    <a:pt x="227867" y="322912"/>
                  </a:lnTo>
                  <a:lnTo>
                    <a:pt x="232755" y="320917"/>
                  </a:lnTo>
                  <a:lnTo>
                    <a:pt x="237578" y="318768"/>
                  </a:lnTo>
                  <a:lnTo>
                    <a:pt x="242330" y="316469"/>
                  </a:lnTo>
                  <a:lnTo>
                    <a:pt x="247007" y="314020"/>
                  </a:lnTo>
                  <a:lnTo>
                    <a:pt x="251605" y="311425"/>
                  </a:lnTo>
                  <a:lnTo>
                    <a:pt x="256118" y="308686"/>
                  </a:lnTo>
                  <a:lnTo>
                    <a:pt x="260542" y="305806"/>
                  </a:lnTo>
                  <a:lnTo>
                    <a:pt x="264874" y="302788"/>
                  </a:lnTo>
                  <a:lnTo>
                    <a:pt x="269108" y="299634"/>
                  </a:lnTo>
                  <a:lnTo>
                    <a:pt x="273240" y="296348"/>
                  </a:lnTo>
                  <a:lnTo>
                    <a:pt x="277267" y="292934"/>
                  </a:lnTo>
                  <a:lnTo>
                    <a:pt x="281183" y="289394"/>
                  </a:lnTo>
                  <a:lnTo>
                    <a:pt x="284986" y="285732"/>
                  </a:lnTo>
                  <a:lnTo>
                    <a:pt x="288671" y="281952"/>
                  </a:lnTo>
                  <a:lnTo>
                    <a:pt x="292235" y="278057"/>
                  </a:lnTo>
                  <a:lnTo>
                    <a:pt x="295675" y="274052"/>
                  </a:lnTo>
                  <a:lnTo>
                    <a:pt x="298986" y="269940"/>
                  </a:lnTo>
                  <a:lnTo>
                    <a:pt x="302166" y="265726"/>
                  </a:lnTo>
                  <a:lnTo>
                    <a:pt x="305211" y="261413"/>
                  </a:lnTo>
                  <a:lnTo>
                    <a:pt x="308118" y="257006"/>
                  </a:lnTo>
                  <a:lnTo>
                    <a:pt x="310885" y="252510"/>
                  </a:lnTo>
                  <a:lnTo>
                    <a:pt x="313508" y="247929"/>
                  </a:lnTo>
                  <a:lnTo>
                    <a:pt x="315986" y="243267"/>
                  </a:lnTo>
                  <a:lnTo>
                    <a:pt x="318315" y="238529"/>
                  </a:lnTo>
                  <a:lnTo>
                    <a:pt x="320493" y="233720"/>
                  </a:lnTo>
                  <a:lnTo>
                    <a:pt x="322518" y="228844"/>
                  </a:lnTo>
                  <a:lnTo>
                    <a:pt x="324388" y="223907"/>
                  </a:lnTo>
                  <a:lnTo>
                    <a:pt x="326102" y="218914"/>
                  </a:lnTo>
                  <a:lnTo>
                    <a:pt x="327657" y="213869"/>
                  </a:lnTo>
                  <a:lnTo>
                    <a:pt x="329051" y="208777"/>
                  </a:lnTo>
                  <a:lnTo>
                    <a:pt x="330285" y="203644"/>
                  </a:lnTo>
                  <a:lnTo>
                    <a:pt x="331355" y="198474"/>
                  </a:lnTo>
                  <a:lnTo>
                    <a:pt x="332262" y="193273"/>
                  </a:lnTo>
                  <a:lnTo>
                    <a:pt x="333004" y="188046"/>
                  </a:lnTo>
                  <a:lnTo>
                    <a:pt x="333581" y="182798"/>
                  </a:lnTo>
                  <a:lnTo>
                    <a:pt x="333992" y="177535"/>
                  </a:lnTo>
                  <a:lnTo>
                    <a:pt x="334236" y="172261"/>
                  </a:lnTo>
                  <a:lnTo>
                    <a:pt x="334314" y="166983"/>
                  </a:lnTo>
                  <a:lnTo>
                    <a:pt x="334225" y="161704"/>
                  </a:lnTo>
                  <a:lnTo>
                    <a:pt x="333969" y="156431"/>
                  </a:lnTo>
                  <a:lnTo>
                    <a:pt x="333547" y="151168"/>
                  </a:lnTo>
                  <a:lnTo>
                    <a:pt x="332959" y="145922"/>
                  </a:lnTo>
                  <a:lnTo>
                    <a:pt x="332206" y="140697"/>
                  </a:lnTo>
                  <a:lnTo>
                    <a:pt x="331288" y="135498"/>
                  </a:lnTo>
                  <a:lnTo>
                    <a:pt x="330206" y="130330"/>
                  </a:lnTo>
                  <a:lnTo>
                    <a:pt x="328962" y="125200"/>
                  </a:lnTo>
                  <a:lnTo>
                    <a:pt x="327556" y="120111"/>
                  </a:lnTo>
                  <a:lnTo>
                    <a:pt x="325990" y="115069"/>
                  </a:lnTo>
                  <a:lnTo>
                    <a:pt x="324266" y="110079"/>
                  </a:lnTo>
                  <a:lnTo>
                    <a:pt x="322385" y="105146"/>
                  </a:lnTo>
                  <a:lnTo>
                    <a:pt x="320350" y="100275"/>
                  </a:lnTo>
                  <a:lnTo>
                    <a:pt x="318161" y="95471"/>
                  </a:lnTo>
                  <a:lnTo>
                    <a:pt x="315822" y="90738"/>
                  </a:lnTo>
                  <a:lnTo>
                    <a:pt x="313335" y="86082"/>
                  </a:lnTo>
                  <a:lnTo>
                    <a:pt x="310701" y="81506"/>
                  </a:lnTo>
                  <a:lnTo>
                    <a:pt x="307925" y="77015"/>
                  </a:lnTo>
                  <a:lnTo>
                    <a:pt x="305008" y="72615"/>
                  </a:lnTo>
                  <a:lnTo>
                    <a:pt x="301954" y="68309"/>
                  </a:lnTo>
                  <a:lnTo>
                    <a:pt x="298765" y="64101"/>
                  </a:lnTo>
                  <a:lnTo>
                    <a:pt x="295445" y="59997"/>
                  </a:lnTo>
                  <a:lnTo>
                    <a:pt x="291997" y="55999"/>
                  </a:lnTo>
                  <a:lnTo>
                    <a:pt x="288425" y="52112"/>
                  </a:lnTo>
                  <a:lnTo>
                    <a:pt x="284731" y="48339"/>
                  </a:lnTo>
                  <a:lnTo>
                    <a:pt x="280921" y="44686"/>
                  </a:lnTo>
                  <a:lnTo>
                    <a:pt x="276996" y="41154"/>
                  </a:lnTo>
                  <a:lnTo>
                    <a:pt x="272963" y="37748"/>
                  </a:lnTo>
                  <a:lnTo>
                    <a:pt x="268823" y="34471"/>
                  </a:lnTo>
                  <a:lnTo>
                    <a:pt x="264583" y="31327"/>
                  </a:lnTo>
                  <a:lnTo>
                    <a:pt x="260245" y="28318"/>
                  </a:lnTo>
                  <a:lnTo>
                    <a:pt x="255814" y="25447"/>
                  </a:lnTo>
                  <a:lnTo>
                    <a:pt x="251295" y="22718"/>
                  </a:lnTo>
                  <a:lnTo>
                    <a:pt x="246692" y="20133"/>
                  </a:lnTo>
                  <a:lnTo>
                    <a:pt x="242009" y="17695"/>
                  </a:lnTo>
                  <a:lnTo>
                    <a:pt x="237252" y="15405"/>
                  </a:lnTo>
                  <a:lnTo>
                    <a:pt x="232425" y="13267"/>
                  </a:lnTo>
                  <a:lnTo>
                    <a:pt x="227533" y="11282"/>
                  </a:lnTo>
                  <a:lnTo>
                    <a:pt x="222581" y="9453"/>
                  </a:lnTo>
                  <a:lnTo>
                    <a:pt x="217573" y="7782"/>
                  </a:lnTo>
                  <a:lnTo>
                    <a:pt x="212515" y="6269"/>
                  </a:lnTo>
                  <a:lnTo>
                    <a:pt x="207412" y="4916"/>
                  </a:lnTo>
                  <a:lnTo>
                    <a:pt x="202269" y="3726"/>
                  </a:lnTo>
                  <a:lnTo>
                    <a:pt x="197090" y="2698"/>
                  </a:lnTo>
                  <a:lnTo>
                    <a:pt x="191882" y="1835"/>
                  </a:lnTo>
                  <a:lnTo>
                    <a:pt x="186649" y="1136"/>
                  </a:lnTo>
                  <a:lnTo>
                    <a:pt x="181397" y="603"/>
                  </a:lnTo>
                  <a:lnTo>
                    <a:pt x="167147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250" cy="167167"/>
            </a:xfrm>
            <a:custGeom>
              <a:avLst/>
              <a:pathLst>
                <a:path w="14250" h="167167">
                  <a:moveTo>
                    <a:pt x="14250" y="60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2133" y="2633064"/>
              <a:ext cx="26877" cy="167167"/>
            </a:xfrm>
            <a:custGeom>
              <a:avLst/>
              <a:pathLst>
                <a:path w="26877" h="167167">
                  <a:moveTo>
                    <a:pt x="26877" y="0"/>
                  </a:moveTo>
                  <a:lnTo>
                    <a:pt x="20130" y="136"/>
                  </a:lnTo>
                  <a:lnTo>
                    <a:pt x="13395" y="544"/>
                  </a:lnTo>
                  <a:lnTo>
                    <a:pt x="6681" y="1224"/>
                  </a:lnTo>
                  <a:lnTo>
                    <a:pt x="0" y="2174"/>
                  </a:lnTo>
                  <a:lnTo>
                    <a:pt x="268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2133" y="2635239"/>
              <a:ext cx="26877" cy="164992"/>
            </a:xfrm>
            <a:custGeom>
              <a:avLst/>
              <a:pathLst>
                <a:path w="26877" h="164992">
                  <a:moveTo>
                    <a:pt x="0" y="0"/>
                  </a:moveTo>
                  <a:lnTo>
                    <a:pt x="26877" y="164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61" y="2635239"/>
              <a:ext cx="334314" cy="332157"/>
            </a:xfrm>
            <a:custGeom>
              <a:avLst/>
              <a:pathLst>
                <a:path w="334314" h="332157">
                  <a:moveTo>
                    <a:pt x="140271" y="0"/>
                  </a:moveTo>
                  <a:lnTo>
                    <a:pt x="135065" y="932"/>
                  </a:lnTo>
                  <a:lnTo>
                    <a:pt x="129891" y="2030"/>
                  </a:lnTo>
                  <a:lnTo>
                    <a:pt x="124754" y="3290"/>
                  </a:lnTo>
                  <a:lnTo>
                    <a:pt x="119659" y="4712"/>
                  </a:lnTo>
                  <a:lnTo>
                    <a:pt x="114613" y="6295"/>
                  </a:lnTo>
                  <a:lnTo>
                    <a:pt x="109618" y="8036"/>
                  </a:lnTo>
                  <a:lnTo>
                    <a:pt x="104682" y="9935"/>
                  </a:lnTo>
                  <a:lnTo>
                    <a:pt x="99807" y="11989"/>
                  </a:lnTo>
                  <a:lnTo>
                    <a:pt x="95001" y="14196"/>
                  </a:lnTo>
                  <a:lnTo>
                    <a:pt x="90266" y="16554"/>
                  </a:lnTo>
                  <a:lnTo>
                    <a:pt x="85609" y="19060"/>
                  </a:lnTo>
                  <a:lnTo>
                    <a:pt x="81033" y="21713"/>
                  </a:lnTo>
                  <a:lnTo>
                    <a:pt x="76543" y="24509"/>
                  </a:lnTo>
                  <a:lnTo>
                    <a:pt x="72144" y="27446"/>
                  </a:lnTo>
                  <a:lnTo>
                    <a:pt x="67840" y="30520"/>
                  </a:lnTo>
                  <a:lnTo>
                    <a:pt x="63635" y="33729"/>
                  </a:lnTo>
                  <a:lnTo>
                    <a:pt x="59535" y="37070"/>
                  </a:lnTo>
                  <a:lnTo>
                    <a:pt x="55541" y="40539"/>
                  </a:lnTo>
                  <a:lnTo>
                    <a:pt x="51660" y="44132"/>
                  </a:lnTo>
                  <a:lnTo>
                    <a:pt x="47894" y="47846"/>
                  </a:lnTo>
                  <a:lnTo>
                    <a:pt x="44248" y="51677"/>
                  </a:lnTo>
                  <a:lnTo>
                    <a:pt x="40725" y="55622"/>
                  </a:lnTo>
                  <a:lnTo>
                    <a:pt x="37328" y="59677"/>
                  </a:lnTo>
                  <a:lnTo>
                    <a:pt x="34061" y="63836"/>
                  </a:lnTo>
                  <a:lnTo>
                    <a:pt x="30927" y="68097"/>
                  </a:lnTo>
                  <a:lnTo>
                    <a:pt x="27930" y="72455"/>
                  </a:lnTo>
                  <a:lnTo>
                    <a:pt x="25072" y="76906"/>
                  </a:lnTo>
                  <a:lnTo>
                    <a:pt x="22357" y="81445"/>
                  </a:lnTo>
                  <a:lnTo>
                    <a:pt x="19786" y="86068"/>
                  </a:lnTo>
                  <a:lnTo>
                    <a:pt x="17363" y="90769"/>
                  </a:lnTo>
                  <a:lnTo>
                    <a:pt x="15090" y="95545"/>
                  </a:lnTo>
                  <a:lnTo>
                    <a:pt x="12969" y="100390"/>
                  </a:lnTo>
                  <a:lnTo>
                    <a:pt x="11002" y="105300"/>
                  </a:lnTo>
                  <a:lnTo>
                    <a:pt x="9192" y="110270"/>
                  </a:lnTo>
                  <a:lnTo>
                    <a:pt x="7540" y="115295"/>
                  </a:lnTo>
                  <a:lnTo>
                    <a:pt x="6048" y="120369"/>
                  </a:lnTo>
                  <a:lnTo>
                    <a:pt x="4716" y="125488"/>
                  </a:lnTo>
                  <a:lnTo>
                    <a:pt x="3548" y="130647"/>
                  </a:lnTo>
                  <a:lnTo>
                    <a:pt x="2543" y="135840"/>
                  </a:lnTo>
                  <a:lnTo>
                    <a:pt x="1703" y="141062"/>
                  </a:lnTo>
                  <a:lnTo>
                    <a:pt x="1029" y="146308"/>
                  </a:lnTo>
                  <a:lnTo>
                    <a:pt x="521" y="151573"/>
                  </a:lnTo>
                  <a:lnTo>
                    <a:pt x="180" y="156851"/>
                  </a:lnTo>
                  <a:lnTo>
                    <a:pt x="6" y="162137"/>
                  </a:lnTo>
                  <a:lnTo>
                    <a:pt x="0" y="167426"/>
                  </a:lnTo>
                  <a:lnTo>
                    <a:pt x="160" y="172713"/>
                  </a:lnTo>
                  <a:lnTo>
                    <a:pt x="488" y="177992"/>
                  </a:lnTo>
                  <a:lnTo>
                    <a:pt x="983" y="183258"/>
                  </a:lnTo>
                  <a:lnTo>
                    <a:pt x="1644" y="188506"/>
                  </a:lnTo>
                  <a:lnTo>
                    <a:pt x="2471" y="193730"/>
                  </a:lnTo>
                  <a:lnTo>
                    <a:pt x="3462" y="198926"/>
                  </a:lnTo>
                  <a:lnTo>
                    <a:pt x="4618" y="204087"/>
                  </a:lnTo>
                  <a:lnTo>
                    <a:pt x="5936" y="209210"/>
                  </a:lnTo>
                  <a:lnTo>
                    <a:pt x="7415" y="214288"/>
                  </a:lnTo>
                  <a:lnTo>
                    <a:pt x="9055" y="219316"/>
                  </a:lnTo>
                  <a:lnTo>
                    <a:pt x="10853" y="224291"/>
                  </a:lnTo>
                  <a:lnTo>
                    <a:pt x="12807" y="229206"/>
                  </a:lnTo>
                  <a:lnTo>
                    <a:pt x="14916" y="234056"/>
                  </a:lnTo>
                  <a:lnTo>
                    <a:pt x="17177" y="238838"/>
                  </a:lnTo>
                  <a:lnTo>
                    <a:pt x="19588" y="243545"/>
                  </a:lnTo>
                  <a:lnTo>
                    <a:pt x="22147" y="248174"/>
                  </a:lnTo>
                  <a:lnTo>
                    <a:pt x="24851" y="252720"/>
                  </a:lnTo>
                  <a:lnTo>
                    <a:pt x="27698" y="257178"/>
                  </a:lnTo>
                  <a:lnTo>
                    <a:pt x="30684" y="261544"/>
                  </a:lnTo>
                  <a:lnTo>
                    <a:pt x="33807" y="265813"/>
                  </a:lnTo>
                  <a:lnTo>
                    <a:pt x="37063" y="269981"/>
                  </a:lnTo>
                  <a:lnTo>
                    <a:pt x="40450" y="274043"/>
                  </a:lnTo>
                  <a:lnTo>
                    <a:pt x="43963" y="277997"/>
                  </a:lnTo>
                  <a:lnTo>
                    <a:pt x="47600" y="281838"/>
                  </a:lnTo>
                  <a:lnTo>
                    <a:pt x="51356" y="285561"/>
                  </a:lnTo>
                  <a:lnTo>
                    <a:pt x="55229" y="289164"/>
                  </a:lnTo>
                  <a:lnTo>
                    <a:pt x="59213" y="292643"/>
                  </a:lnTo>
                  <a:lnTo>
                    <a:pt x="63306" y="295994"/>
                  </a:lnTo>
                  <a:lnTo>
                    <a:pt x="67502" y="299213"/>
                  </a:lnTo>
                  <a:lnTo>
                    <a:pt x="71798" y="302299"/>
                  </a:lnTo>
                  <a:lnTo>
                    <a:pt x="76190" y="305246"/>
                  </a:lnTo>
                  <a:lnTo>
                    <a:pt x="80672" y="308054"/>
                  </a:lnTo>
                  <a:lnTo>
                    <a:pt x="85242" y="310718"/>
                  </a:lnTo>
                  <a:lnTo>
                    <a:pt x="89893" y="313236"/>
                  </a:lnTo>
                  <a:lnTo>
                    <a:pt x="94621" y="315606"/>
                  </a:lnTo>
                  <a:lnTo>
                    <a:pt x="99423" y="317825"/>
                  </a:lnTo>
                  <a:lnTo>
                    <a:pt x="104292" y="319892"/>
                  </a:lnTo>
                  <a:lnTo>
                    <a:pt x="109224" y="321803"/>
                  </a:lnTo>
                  <a:lnTo>
                    <a:pt x="114213" y="323557"/>
                  </a:lnTo>
                  <a:lnTo>
                    <a:pt x="119256" y="325152"/>
                  </a:lnTo>
                  <a:lnTo>
                    <a:pt x="124347" y="326587"/>
                  </a:lnTo>
                  <a:lnTo>
                    <a:pt x="129481" y="327860"/>
                  </a:lnTo>
                  <a:lnTo>
                    <a:pt x="134652" y="328970"/>
                  </a:lnTo>
                  <a:lnTo>
                    <a:pt x="139856" y="329916"/>
                  </a:lnTo>
                  <a:lnTo>
                    <a:pt x="145088" y="330697"/>
                  </a:lnTo>
                  <a:lnTo>
                    <a:pt x="150341" y="331312"/>
                  </a:lnTo>
                  <a:lnTo>
                    <a:pt x="155611" y="331761"/>
                  </a:lnTo>
                  <a:lnTo>
                    <a:pt x="160893" y="332042"/>
                  </a:lnTo>
                  <a:lnTo>
                    <a:pt x="166181" y="332157"/>
                  </a:lnTo>
                  <a:lnTo>
                    <a:pt x="171470" y="332104"/>
                  </a:lnTo>
                  <a:lnTo>
                    <a:pt x="176754" y="331883"/>
                  </a:lnTo>
                  <a:lnTo>
                    <a:pt x="182029" y="331496"/>
                  </a:lnTo>
                  <a:lnTo>
                    <a:pt x="187290" y="330942"/>
                  </a:lnTo>
                  <a:lnTo>
                    <a:pt x="192530" y="330222"/>
                  </a:lnTo>
                  <a:lnTo>
                    <a:pt x="197744" y="329336"/>
                  </a:lnTo>
                  <a:lnTo>
                    <a:pt x="202928" y="328286"/>
                  </a:lnTo>
                  <a:lnTo>
                    <a:pt x="208076" y="327072"/>
                  </a:lnTo>
                  <a:lnTo>
                    <a:pt x="213183" y="325696"/>
                  </a:lnTo>
                  <a:lnTo>
                    <a:pt x="218244" y="324159"/>
                  </a:lnTo>
                  <a:lnTo>
                    <a:pt x="223254" y="322463"/>
                  </a:lnTo>
                  <a:lnTo>
                    <a:pt x="228208" y="320609"/>
                  </a:lnTo>
                  <a:lnTo>
                    <a:pt x="233101" y="318600"/>
                  </a:lnTo>
                  <a:lnTo>
                    <a:pt x="237927" y="316437"/>
                  </a:lnTo>
                  <a:lnTo>
                    <a:pt x="242683" y="314122"/>
                  </a:lnTo>
                  <a:lnTo>
                    <a:pt x="247363" y="311657"/>
                  </a:lnTo>
                  <a:lnTo>
                    <a:pt x="251963" y="309046"/>
                  </a:lnTo>
                  <a:lnTo>
                    <a:pt x="256478" y="306291"/>
                  </a:lnTo>
                  <a:lnTo>
                    <a:pt x="260903" y="303394"/>
                  </a:lnTo>
                  <a:lnTo>
                    <a:pt x="265235" y="300359"/>
                  </a:lnTo>
                  <a:lnTo>
                    <a:pt x="269468" y="297188"/>
                  </a:lnTo>
                  <a:lnTo>
                    <a:pt x="273599" y="293885"/>
                  </a:lnTo>
                  <a:lnTo>
                    <a:pt x="277624" y="290453"/>
                  </a:lnTo>
                  <a:lnTo>
                    <a:pt x="281537" y="286895"/>
                  </a:lnTo>
                  <a:lnTo>
                    <a:pt x="285337" y="283215"/>
                  </a:lnTo>
                  <a:lnTo>
                    <a:pt x="289018" y="279417"/>
                  </a:lnTo>
                  <a:lnTo>
                    <a:pt x="292577" y="275504"/>
                  </a:lnTo>
                  <a:lnTo>
                    <a:pt x="296010" y="271481"/>
                  </a:lnTo>
                  <a:lnTo>
                    <a:pt x="299314" y="267351"/>
                  </a:lnTo>
                  <a:lnTo>
                    <a:pt x="302487" y="263118"/>
                  </a:lnTo>
                  <a:lnTo>
                    <a:pt x="305523" y="258788"/>
                  </a:lnTo>
                  <a:lnTo>
                    <a:pt x="308421" y="254363"/>
                  </a:lnTo>
                  <a:lnTo>
                    <a:pt x="311178" y="249849"/>
                  </a:lnTo>
                  <a:lnTo>
                    <a:pt x="313790" y="245250"/>
                  </a:lnTo>
                  <a:lnTo>
                    <a:pt x="316256" y="240570"/>
                  </a:lnTo>
                  <a:lnTo>
                    <a:pt x="318572" y="235815"/>
                  </a:lnTo>
                  <a:lnTo>
                    <a:pt x="320737" y="230989"/>
                  </a:lnTo>
                  <a:lnTo>
                    <a:pt x="322748" y="226097"/>
                  </a:lnTo>
                  <a:lnTo>
                    <a:pt x="324604" y="221144"/>
                  </a:lnTo>
                  <a:lnTo>
                    <a:pt x="326301" y="216135"/>
                  </a:lnTo>
                  <a:lnTo>
                    <a:pt x="327840" y="211074"/>
                  </a:lnTo>
                  <a:lnTo>
                    <a:pt x="329217" y="205968"/>
                  </a:lnTo>
                  <a:lnTo>
                    <a:pt x="330432" y="200820"/>
                  </a:lnTo>
                  <a:lnTo>
                    <a:pt x="331484" y="195636"/>
                  </a:lnTo>
                  <a:lnTo>
                    <a:pt x="332371" y="190422"/>
                  </a:lnTo>
                  <a:lnTo>
                    <a:pt x="333093" y="185182"/>
                  </a:lnTo>
                  <a:lnTo>
                    <a:pt x="333649" y="179922"/>
                  </a:lnTo>
                  <a:lnTo>
                    <a:pt x="334038" y="174647"/>
                  </a:lnTo>
                  <a:lnTo>
                    <a:pt x="334260" y="169363"/>
                  </a:lnTo>
                  <a:lnTo>
                    <a:pt x="334314" y="164074"/>
                  </a:lnTo>
                  <a:lnTo>
                    <a:pt x="334201" y="158786"/>
                  </a:lnTo>
                  <a:lnTo>
                    <a:pt x="333921" y="153504"/>
                  </a:lnTo>
                  <a:lnTo>
                    <a:pt x="333475" y="148234"/>
                  </a:lnTo>
                  <a:lnTo>
                    <a:pt x="332861" y="142980"/>
                  </a:lnTo>
                  <a:lnTo>
                    <a:pt x="332082" y="137749"/>
                  </a:lnTo>
                  <a:lnTo>
                    <a:pt x="331137" y="132544"/>
                  </a:lnTo>
                  <a:lnTo>
                    <a:pt x="330029" y="127373"/>
                  </a:lnTo>
                  <a:lnTo>
                    <a:pt x="328757" y="122239"/>
                  </a:lnTo>
                  <a:lnTo>
                    <a:pt x="327324" y="117147"/>
                  </a:lnTo>
                  <a:lnTo>
                    <a:pt x="325730" y="112104"/>
                  </a:lnTo>
                  <a:lnTo>
                    <a:pt x="323977" y="107113"/>
                  </a:lnTo>
                  <a:lnTo>
                    <a:pt x="322068" y="102181"/>
                  </a:lnTo>
                  <a:lnTo>
                    <a:pt x="320003" y="97311"/>
                  </a:lnTo>
                  <a:lnTo>
                    <a:pt x="317785" y="92509"/>
                  </a:lnTo>
                  <a:lnTo>
                    <a:pt x="315417" y="87780"/>
                  </a:lnTo>
                  <a:lnTo>
                    <a:pt x="312900" y="83128"/>
                  </a:lnTo>
                  <a:lnTo>
                    <a:pt x="310237" y="78558"/>
                  </a:lnTo>
                  <a:lnTo>
                    <a:pt x="307431" y="74075"/>
                  </a:lnTo>
                  <a:lnTo>
                    <a:pt x="304484" y="69682"/>
                  </a:lnTo>
                  <a:lnTo>
                    <a:pt x="301400" y="65385"/>
                  </a:lnTo>
                  <a:lnTo>
                    <a:pt x="298182" y="61188"/>
                  </a:lnTo>
                  <a:lnTo>
                    <a:pt x="294832" y="57094"/>
                  </a:lnTo>
                  <a:lnTo>
                    <a:pt x="291355" y="53109"/>
                  </a:lnTo>
                  <a:lnTo>
                    <a:pt x="287753" y="49235"/>
                  </a:lnTo>
                  <a:lnTo>
                    <a:pt x="284031" y="45478"/>
                  </a:lnTo>
                  <a:lnTo>
                    <a:pt x="280191" y="41840"/>
                  </a:lnTo>
                  <a:lnTo>
                    <a:pt x="276239" y="38325"/>
                  </a:lnTo>
                  <a:lnTo>
                    <a:pt x="272177" y="34938"/>
                  </a:lnTo>
                  <a:lnTo>
                    <a:pt x="268010" y="31680"/>
                  </a:lnTo>
                  <a:lnTo>
                    <a:pt x="263742" y="28556"/>
                  </a:lnTo>
                  <a:lnTo>
                    <a:pt x="259377" y="25568"/>
                  </a:lnTo>
                  <a:lnTo>
                    <a:pt x="254920" y="22720"/>
                  </a:lnTo>
                  <a:lnTo>
                    <a:pt x="250375" y="20015"/>
                  </a:lnTo>
                  <a:lnTo>
                    <a:pt x="245747" y="17454"/>
                  </a:lnTo>
                  <a:lnTo>
                    <a:pt x="241040" y="15042"/>
                  </a:lnTo>
                  <a:lnTo>
                    <a:pt x="236259" y="12779"/>
                  </a:lnTo>
                  <a:lnTo>
                    <a:pt x="231409" y="10669"/>
                  </a:lnTo>
                  <a:lnTo>
                    <a:pt x="226495" y="8713"/>
                  </a:lnTo>
                  <a:lnTo>
                    <a:pt x="221521" y="6914"/>
                  </a:lnTo>
                  <a:lnTo>
                    <a:pt x="216493" y="5273"/>
                  </a:lnTo>
                  <a:lnTo>
                    <a:pt x="167149" y="164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49343" cy="167167"/>
            </a:xfrm>
            <a:custGeom>
              <a:avLst/>
              <a:pathLst>
                <a:path w="49343" h="167167">
                  <a:moveTo>
                    <a:pt x="49343" y="7448"/>
                  </a:moveTo>
                  <a:lnTo>
                    <a:pt x="43328" y="5712"/>
                  </a:lnTo>
                  <a:lnTo>
                    <a:pt x="37251" y="4203"/>
                  </a:lnTo>
                  <a:lnTo>
                    <a:pt x="31123" y="2922"/>
                  </a:lnTo>
                  <a:lnTo>
                    <a:pt x="24951" y="1872"/>
                  </a:lnTo>
                  <a:lnTo>
                    <a:pt x="18744" y="1054"/>
                  </a:lnTo>
                  <a:lnTo>
                    <a:pt x="12510" y="468"/>
                  </a:lnTo>
                  <a:lnTo>
                    <a:pt x="625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340" y="2126963"/>
              <a:ext cx="5131" cy="167167"/>
            </a:xfrm>
            <a:custGeom>
              <a:avLst/>
              <a:pathLst>
                <a:path w="5131" h="167167">
                  <a:moveTo>
                    <a:pt x="5131" y="0"/>
                  </a:moveTo>
                  <a:lnTo>
                    <a:pt x="0" y="78"/>
                  </a:lnTo>
                  <a:lnTo>
                    <a:pt x="51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340" y="212704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18" y="2127042"/>
              <a:ext cx="334315" cy="334253"/>
            </a:xfrm>
            <a:custGeom>
              <a:avLst/>
              <a:pathLst>
                <a:path w="334315" h="334253">
                  <a:moveTo>
                    <a:pt x="162022" y="0"/>
                  </a:moveTo>
                  <a:lnTo>
                    <a:pt x="156731" y="246"/>
                  </a:lnTo>
                  <a:lnTo>
                    <a:pt x="151450" y="660"/>
                  </a:lnTo>
                  <a:lnTo>
                    <a:pt x="146185" y="1241"/>
                  </a:lnTo>
                  <a:lnTo>
                    <a:pt x="140941" y="1989"/>
                  </a:lnTo>
                  <a:lnTo>
                    <a:pt x="135723" y="2902"/>
                  </a:lnTo>
                  <a:lnTo>
                    <a:pt x="130537" y="3980"/>
                  </a:lnTo>
                  <a:lnTo>
                    <a:pt x="125388" y="5222"/>
                  </a:lnTo>
                  <a:lnTo>
                    <a:pt x="120281" y="6627"/>
                  </a:lnTo>
                  <a:lnTo>
                    <a:pt x="115220" y="8192"/>
                  </a:lnTo>
                  <a:lnTo>
                    <a:pt x="110212" y="9918"/>
                  </a:lnTo>
                  <a:lnTo>
                    <a:pt x="105261" y="11801"/>
                  </a:lnTo>
                  <a:lnTo>
                    <a:pt x="100372" y="13839"/>
                  </a:lnTo>
                  <a:lnTo>
                    <a:pt x="95550" y="16032"/>
                  </a:lnTo>
                  <a:lnTo>
                    <a:pt x="90800" y="18377"/>
                  </a:lnTo>
                  <a:lnTo>
                    <a:pt x="86127" y="20870"/>
                  </a:lnTo>
                  <a:lnTo>
                    <a:pt x="81535" y="23511"/>
                  </a:lnTo>
                  <a:lnTo>
                    <a:pt x="77029" y="26296"/>
                  </a:lnTo>
                  <a:lnTo>
                    <a:pt x="72614" y="29222"/>
                  </a:lnTo>
                  <a:lnTo>
                    <a:pt x="68293" y="32286"/>
                  </a:lnTo>
                  <a:lnTo>
                    <a:pt x="64072" y="35486"/>
                  </a:lnTo>
                  <a:lnTo>
                    <a:pt x="59954" y="38818"/>
                  </a:lnTo>
                  <a:lnTo>
                    <a:pt x="55944" y="42279"/>
                  </a:lnTo>
                  <a:lnTo>
                    <a:pt x="52045" y="45865"/>
                  </a:lnTo>
                  <a:lnTo>
                    <a:pt x="48262" y="49573"/>
                  </a:lnTo>
                  <a:lnTo>
                    <a:pt x="44599" y="53399"/>
                  </a:lnTo>
                  <a:lnTo>
                    <a:pt x="41058" y="57339"/>
                  </a:lnTo>
                  <a:lnTo>
                    <a:pt x="37644" y="61389"/>
                  </a:lnTo>
                  <a:lnTo>
                    <a:pt x="34361" y="65545"/>
                  </a:lnTo>
                  <a:lnTo>
                    <a:pt x="31210" y="69804"/>
                  </a:lnTo>
                  <a:lnTo>
                    <a:pt x="28196" y="74159"/>
                  </a:lnTo>
                  <a:lnTo>
                    <a:pt x="25322" y="78609"/>
                  </a:lnTo>
                  <a:lnTo>
                    <a:pt x="22589" y="83147"/>
                  </a:lnTo>
                  <a:lnTo>
                    <a:pt x="20003" y="87769"/>
                  </a:lnTo>
                  <a:lnTo>
                    <a:pt x="17563" y="92471"/>
                  </a:lnTo>
                  <a:lnTo>
                    <a:pt x="15274" y="97248"/>
                  </a:lnTo>
                  <a:lnTo>
                    <a:pt x="13138" y="102095"/>
                  </a:lnTo>
                  <a:lnTo>
                    <a:pt x="11156" y="107007"/>
                  </a:lnTo>
                  <a:lnTo>
                    <a:pt x="9331" y="111980"/>
                  </a:lnTo>
                  <a:lnTo>
                    <a:pt x="7664" y="117008"/>
                  </a:lnTo>
                  <a:lnTo>
                    <a:pt x="6157" y="122086"/>
                  </a:lnTo>
                  <a:lnTo>
                    <a:pt x="4812" y="127210"/>
                  </a:lnTo>
                  <a:lnTo>
                    <a:pt x="3630" y="132373"/>
                  </a:lnTo>
                  <a:lnTo>
                    <a:pt x="2613" y="137572"/>
                  </a:lnTo>
                  <a:lnTo>
                    <a:pt x="1760" y="142799"/>
                  </a:lnTo>
                  <a:lnTo>
                    <a:pt x="1074" y="148052"/>
                  </a:lnTo>
                  <a:lnTo>
                    <a:pt x="554" y="153323"/>
                  </a:lnTo>
                  <a:lnTo>
                    <a:pt x="201" y="158609"/>
                  </a:lnTo>
                  <a:lnTo>
                    <a:pt x="17" y="163902"/>
                  </a:lnTo>
                  <a:lnTo>
                    <a:pt x="0" y="169199"/>
                  </a:lnTo>
                  <a:lnTo>
                    <a:pt x="150" y="174494"/>
                  </a:lnTo>
                  <a:lnTo>
                    <a:pt x="469" y="179782"/>
                  </a:lnTo>
                  <a:lnTo>
                    <a:pt x="955" y="185056"/>
                  </a:lnTo>
                  <a:lnTo>
                    <a:pt x="1607" y="190313"/>
                  </a:lnTo>
                  <a:lnTo>
                    <a:pt x="2426" y="195546"/>
                  </a:lnTo>
                  <a:lnTo>
                    <a:pt x="3411" y="200751"/>
                  </a:lnTo>
                  <a:lnTo>
                    <a:pt x="4559" y="205922"/>
                  </a:lnTo>
                  <a:lnTo>
                    <a:pt x="5871" y="211054"/>
                  </a:lnTo>
                  <a:lnTo>
                    <a:pt x="7345" y="216142"/>
                  </a:lnTo>
                  <a:lnTo>
                    <a:pt x="8980" y="221180"/>
                  </a:lnTo>
                  <a:lnTo>
                    <a:pt x="10773" y="226165"/>
                  </a:lnTo>
                  <a:lnTo>
                    <a:pt x="12723" y="231090"/>
                  </a:lnTo>
                  <a:lnTo>
                    <a:pt x="14828" y="235950"/>
                  </a:lnTo>
                  <a:lnTo>
                    <a:pt x="17087" y="240742"/>
                  </a:lnTo>
                  <a:lnTo>
                    <a:pt x="19496" y="245460"/>
                  </a:lnTo>
                  <a:lnTo>
                    <a:pt x="22053" y="250098"/>
                  </a:lnTo>
                  <a:lnTo>
                    <a:pt x="24756" y="254654"/>
                  </a:lnTo>
                  <a:lnTo>
                    <a:pt x="27601" y="259122"/>
                  </a:lnTo>
                  <a:lnTo>
                    <a:pt x="30587" y="263497"/>
                  </a:lnTo>
                  <a:lnTo>
                    <a:pt x="33710" y="267775"/>
                  </a:lnTo>
                  <a:lnTo>
                    <a:pt x="36968" y="271953"/>
                  </a:lnTo>
                  <a:lnTo>
                    <a:pt x="40355" y="276025"/>
                  </a:lnTo>
                  <a:lnTo>
                    <a:pt x="43870" y="279987"/>
                  </a:lnTo>
                  <a:lnTo>
                    <a:pt x="47509" y="283837"/>
                  </a:lnTo>
                  <a:lnTo>
                    <a:pt x="51268" y="287569"/>
                  </a:lnTo>
                  <a:lnTo>
                    <a:pt x="55144" y="291180"/>
                  </a:lnTo>
                  <a:lnTo>
                    <a:pt x="59131" y="294666"/>
                  </a:lnTo>
                  <a:lnTo>
                    <a:pt x="63228" y="298025"/>
                  </a:lnTo>
                  <a:lnTo>
                    <a:pt x="67428" y="301252"/>
                  </a:lnTo>
                  <a:lnTo>
                    <a:pt x="71729" y="304344"/>
                  </a:lnTo>
                  <a:lnTo>
                    <a:pt x="76126" y="307298"/>
                  </a:lnTo>
                  <a:lnTo>
                    <a:pt x="80614" y="310112"/>
                  </a:lnTo>
                  <a:lnTo>
                    <a:pt x="85189" y="312782"/>
                  </a:lnTo>
                  <a:lnTo>
                    <a:pt x="89846" y="315306"/>
                  </a:lnTo>
                  <a:lnTo>
                    <a:pt x="94580" y="317681"/>
                  </a:lnTo>
                  <a:lnTo>
                    <a:pt x="99388" y="319904"/>
                  </a:lnTo>
                  <a:lnTo>
                    <a:pt x="104264" y="321975"/>
                  </a:lnTo>
                  <a:lnTo>
                    <a:pt x="109203" y="323889"/>
                  </a:lnTo>
                  <a:lnTo>
                    <a:pt x="114200" y="325647"/>
                  </a:lnTo>
                  <a:lnTo>
                    <a:pt x="119250" y="327245"/>
                  </a:lnTo>
                  <a:lnTo>
                    <a:pt x="124348" y="328682"/>
                  </a:lnTo>
                  <a:lnTo>
                    <a:pt x="129489" y="329957"/>
                  </a:lnTo>
                  <a:lnTo>
                    <a:pt x="134669" y="331069"/>
                  </a:lnTo>
                  <a:lnTo>
                    <a:pt x="139880" y="332016"/>
                  </a:lnTo>
                  <a:lnTo>
                    <a:pt x="145119" y="332797"/>
                  </a:lnTo>
                  <a:lnTo>
                    <a:pt x="150381" y="333412"/>
                  </a:lnTo>
                  <a:lnTo>
                    <a:pt x="155659" y="333860"/>
                  </a:lnTo>
                  <a:lnTo>
                    <a:pt x="160948" y="334140"/>
                  </a:lnTo>
                  <a:lnTo>
                    <a:pt x="166244" y="334253"/>
                  </a:lnTo>
                  <a:lnTo>
                    <a:pt x="171541" y="334198"/>
                  </a:lnTo>
                  <a:lnTo>
                    <a:pt x="176833" y="333975"/>
                  </a:lnTo>
                  <a:lnTo>
                    <a:pt x="182116" y="333585"/>
                  </a:lnTo>
                  <a:lnTo>
                    <a:pt x="187383" y="333027"/>
                  </a:lnTo>
                  <a:lnTo>
                    <a:pt x="192631" y="332303"/>
                  </a:lnTo>
                  <a:lnTo>
                    <a:pt x="197852" y="331413"/>
                  </a:lnTo>
                  <a:lnTo>
                    <a:pt x="203043" y="330358"/>
                  </a:lnTo>
                  <a:lnTo>
                    <a:pt x="208198" y="329139"/>
                  </a:lnTo>
                  <a:lnTo>
                    <a:pt x="213312" y="327757"/>
                  </a:lnTo>
                  <a:lnTo>
                    <a:pt x="218379" y="326214"/>
                  </a:lnTo>
                  <a:lnTo>
                    <a:pt x="223395" y="324511"/>
                  </a:lnTo>
                  <a:lnTo>
                    <a:pt x="228354" y="322650"/>
                  </a:lnTo>
                  <a:lnTo>
                    <a:pt x="233252" y="320633"/>
                  </a:lnTo>
                  <a:lnTo>
                    <a:pt x="238084" y="318461"/>
                  </a:lnTo>
                  <a:lnTo>
                    <a:pt x="242844" y="316138"/>
                  </a:lnTo>
                  <a:lnTo>
                    <a:pt x="247528" y="313665"/>
                  </a:lnTo>
                  <a:lnTo>
                    <a:pt x="252132" y="311045"/>
                  </a:lnTo>
                  <a:lnTo>
                    <a:pt x="256650" y="308281"/>
                  </a:lnTo>
                  <a:lnTo>
                    <a:pt x="261079" y="305374"/>
                  </a:lnTo>
                  <a:lnTo>
                    <a:pt x="265413" y="302329"/>
                  </a:lnTo>
                  <a:lnTo>
                    <a:pt x="269648" y="299148"/>
                  </a:lnTo>
                  <a:lnTo>
                    <a:pt x="273781" y="295834"/>
                  </a:lnTo>
                  <a:lnTo>
                    <a:pt x="277807" y="292391"/>
                  </a:lnTo>
                  <a:lnTo>
                    <a:pt x="281721" y="288823"/>
                  </a:lnTo>
                  <a:lnTo>
                    <a:pt x="285520" y="285132"/>
                  </a:lnTo>
                  <a:lnTo>
                    <a:pt x="289201" y="281322"/>
                  </a:lnTo>
                  <a:lnTo>
                    <a:pt x="292759" y="277398"/>
                  </a:lnTo>
                  <a:lnTo>
                    <a:pt x="296191" y="273363"/>
                  </a:lnTo>
                  <a:lnTo>
                    <a:pt x="299493" y="269221"/>
                  </a:lnTo>
                  <a:lnTo>
                    <a:pt x="302663" y="264977"/>
                  </a:lnTo>
                  <a:lnTo>
                    <a:pt x="305696" y="260635"/>
                  </a:lnTo>
                  <a:lnTo>
                    <a:pt x="308590" y="256198"/>
                  </a:lnTo>
                  <a:lnTo>
                    <a:pt x="311343" y="251673"/>
                  </a:lnTo>
                  <a:lnTo>
                    <a:pt x="313950" y="247062"/>
                  </a:lnTo>
                  <a:lnTo>
                    <a:pt x="316410" y="242371"/>
                  </a:lnTo>
                  <a:lnTo>
                    <a:pt x="318720" y="237604"/>
                  </a:lnTo>
                  <a:lnTo>
                    <a:pt x="320878" y="232766"/>
                  </a:lnTo>
                  <a:lnTo>
                    <a:pt x="322882" y="227863"/>
                  </a:lnTo>
                  <a:lnTo>
                    <a:pt x="324729" y="222899"/>
                  </a:lnTo>
                  <a:lnTo>
                    <a:pt x="326419" y="217878"/>
                  </a:lnTo>
                  <a:lnTo>
                    <a:pt x="327948" y="212807"/>
                  </a:lnTo>
                  <a:lnTo>
                    <a:pt x="329316" y="207689"/>
                  </a:lnTo>
                  <a:lnTo>
                    <a:pt x="330521" y="202531"/>
                  </a:lnTo>
                  <a:lnTo>
                    <a:pt x="331561" y="197337"/>
                  </a:lnTo>
                  <a:lnTo>
                    <a:pt x="332437" y="192113"/>
                  </a:lnTo>
                  <a:lnTo>
                    <a:pt x="333147" y="186864"/>
                  </a:lnTo>
                  <a:lnTo>
                    <a:pt x="333690" y="181595"/>
                  </a:lnTo>
                  <a:lnTo>
                    <a:pt x="334066" y="176311"/>
                  </a:lnTo>
                  <a:lnTo>
                    <a:pt x="334275" y="171018"/>
                  </a:lnTo>
                  <a:lnTo>
                    <a:pt x="334315" y="165721"/>
                  </a:lnTo>
                  <a:lnTo>
                    <a:pt x="334188" y="160426"/>
                  </a:lnTo>
                  <a:lnTo>
                    <a:pt x="333893" y="155137"/>
                  </a:lnTo>
                  <a:lnTo>
                    <a:pt x="333431" y="149860"/>
                  </a:lnTo>
                  <a:lnTo>
                    <a:pt x="332802" y="144601"/>
                  </a:lnTo>
                  <a:lnTo>
                    <a:pt x="167154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5648" cy="167167"/>
            </a:xfrm>
            <a:custGeom>
              <a:avLst/>
              <a:pathLst>
                <a:path w="165648" h="167167">
                  <a:moveTo>
                    <a:pt x="165648" y="144680"/>
                  </a:moveTo>
                  <a:lnTo>
                    <a:pt x="164826" y="139287"/>
                  </a:lnTo>
                  <a:lnTo>
                    <a:pt x="163828" y="133924"/>
                  </a:lnTo>
                  <a:lnTo>
                    <a:pt x="162656" y="128596"/>
                  </a:lnTo>
                  <a:lnTo>
                    <a:pt x="161311" y="123310"/>
                  </a:lnTo>
                  <a:lnTo>
                    <a:pt x="159794" y="118070"/>
                  </a:lnTo>
                  <a:lnTo>
                    <a:pt x="158107" y="112882"/>
                  </a:lnTo>
                  <a:lnTo>
                    <a:pt x="156252" y="107752"/>
                  </a:lnTo>
                  <a:lnTo>
                    <a:pt x="154230" y="102686"/>
                  </a:lnTo>
                  <a:lnTo>
                    <a:pt x="152044" y="97688"/>
                  </a:lnTo>
                  <a:lnTo>
                    <a:pt x="149696" y="92764"/>
                  </a:lnTo>
                  <a:lnTo>
                    <a:pt x="147189" y="87920"/>
                  </a:lnTo>
                  <a:lnTo>
                    <a:pt x="144525" y="83159"/>
                  </a:lnTo>
                  <a:lnTo>
                    <a:pt x="141707" y="78489"/>
                  </a:lnTo>
                  <a:lnTo>
                    <a:pt x="138738" y="73912"/>
                  </a:lnTo>
                  <a:lnTo>
                    <a:pt x="135622" y="69435"/>
                  </a:lnTo>
                  <a:lnTo>
                    <a:pt x="132361" y="65062"/>
                  </a:lnTo>
                  <a:lnTo>
                    <a:pt x="128959" y="60798"/>
                  </a:lnTo>
                  <a:lnTo>
                    <a:pt x="125420" y="56647"/>
                  </a:lnTo>
                  <a:lnTo>
                    <a:pt x="121747" y="52614"/>
                  </a:lnTo>
                  <a:lnTo>
                    <a:pt x="117945" y="48702"/>
                  </a:lnTo>
                  <a:lnTo>
                    <a:pt x="114017" y="44917"/>
                  </a:lnTo>
                  <a:lnTo>
                    <a:pt x="109967" y="41262"/>
                  </a:lnTo>
                  <a:lnTo>
                    <a:pt x="105801" y="37741"/>
                  </a:lnTo>
                  <a:lnTo>
                    <a:pt x="101522" y="34358"/>
                  </a:lnTo>
                  <a:lnTo>
                    <a:pt x="97134" y="31116"/>
                  </a:lnTo>
                  <a:lnTo>
                    <a:pt x="92644" y="28019"/>
                  </a:lnTo>
                  <a:lnTo>
                    <a:pt x="88054" y="25071"/>
                  </a:lnTo>
                  <a:lnTo>
                    <a:pt x="83371" y="22273"/>
                  </a:lnTo>
                  <a:lnTo>
                    <a:pt x="78599" y="19630"/>
                  </a:lnTo>
                  <a:lnTo>
                    <a:pt x="73743" y="17144"/>
                  </a:lnTo>
                  <a:lnTo>
                    <a:pt x="68809" y="14818"/>
                  </a:lnTo>
                  <a:lnTo>
                    <a:pt x="63802" y="12654"/>
                  </a:lnTo>
                  <a:lnTo>
                    <a:pt x="58727" y="10655"/>
                  </a:lnTo>
                  <a:lnTo>
                    <a:pt x="53589" y="8822"/>
                  </a:lnTo>
                  <a:lnTo>
                    <a:pt x="48394" y="7158"/>
                  </a:lnTo>
                  <a:lnTo>
                    <a:pt x="43147" y="5664"/>
                  </a:lnTo>
                  <a:lnTo>
                    <a:pt x="37855" y="4342"/>
                  </a:lnTo>
                  <a:lnTo>
                    <a:pt x="32522" y="3194"/>
                  </a:lnTo>
                  <a:lnTo>
                    <a:pt x="27155" y="2220"/>
                  </a:lnTo>
                  <a:lnTo>
                    <a:pt x="21759" y="1422"/>
                  </a:lnTo>
                  <a:lnTo>
                    <a:pt x="16339" y="800"/>
                  </a:lnTo>
                  <a:lnTo>
                    <a:pt x="10902" y="355"/>
                  </a:lnTo>
                  <a:lnTo>
                    <a:pt x="545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129" y="1681503"/>
              <a:ext cx="6105" cy="167167"/>
            </a:xfrm>
            <a:custGeom>
              <a:avLst/>
              <a:pathLst>
                <a:path w="6105" h="167167">
                  <a:moveTo>
                    <a:pt x="6105" y="0"/>
                  </a:moveTo>
                  <a:lnTo>
                    <a:pt x="0" y="111"/>
                  </a:lnTo>
                  <a:lnTo>
                    <a:pt x="610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129" y="1681614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4" y="1681614"/>
              <a:ext cx="334318" cy="334217"/>
            </a:xfrm>
            <a:custGeom>
              <a:avLst/>
              <a:pathLst>
                <a:path w="334318" h="334217">
                  <a:moveTo>
                    <a:pt x="161044" y="0"/>
                  </a:moveTo>
                  <a:lnTo>
                    <a:pt x="155769" y="276"/>
                  </a:lnTo>
                  <a:lnTo>
                    <a:pt x="150506" y="719"/>
                  </a:lnTo>
                  <a:lnTo>
                    <a:pt x="145259" y="1328"/>
                  </a:lnTo>
                  <a:lnTo>
                    <a:pt x="140033" y="2102"/>
                  </a:lnTo>
                  <a:lnTo>
                    <a:pt x="134835" y="3041"/>
                  </a:lnTo>
                  <a:lnTo>
                    <a:pt x="129669" y="4144"/>
                  </a:lnTo>
                  <a:lnTo>
                    <a:pt x="124541" y="5409"/>
                  </a:lnTo>
                  <a:lnTo>
                    <a:pt x="119455" y="6836"/>
                  </a:lnTo>
                  <a:lnTo>
                    <a:pt x="114417" y="8423"/>
                  </a:lnTo>
                  <a:lnTo>
                    <a:pt x="109431" y="10169"/>
                  </a:lnTo>
                  <a:lnTo>
                    <a:pt x="104503" y="12070"/>
                  </a:lnTo>
                  <a:lnTo>
                    <a:pt x="99638" y="14127"/>
                  </a:lnTo>
                  <a:lnTo>
                    <a:pt x="94840" y="16337"/>
                  </a:lnTo>
                  <a:lnTo>
                    <a:pt x="90114" y="18696"/>
                  </a:lnTo>
                  <a:lnTo>
                    <a:pt x="85465" y="21204"/>
                  </a:lnTo>
                  <a:lnTo>
                    <a:pt x="80898" y="23858"/>
                  </a:lnTo>
                  <a:lnTo>
                    <a:pt x="76417" y="26655"/>
                  </a:lnTo>
                  <a:lnTo>
                    <a:pt x="72026" y="29591"/>
                  </a:lnTo>
                  <a:lnTo>
                    <a:pt x="67730" y="32665"/>
                  </a:lnTo>
                  <a:lnTo>
                    <a:pt x="63534" y="35874"/>
                  </a:lnTo>
                  <a:lnTo>
                    <a:pt x="59441" y="39213"/>
                  </a:lnTo>
                  <a:lnTo>
                    <a:pt x="55456" y="42680"/>
                  </a:lnTo>
                  <a:lnTo>
                    <a:pt x="51582" y="46271"/>
                  </a:lnTo>
                  <a:lnTo>
                    <a:pt x="47823" y="49982"/>
                  </a:lnTo>
                  <a:lnTo>
                    <a:pt x="44184" y="53811"/>
                  </a:lnTo>
                  <a:lnTo>
                    <a:pt x="40668" y="57753"/>
                  </a:lnTo>
                  <a:lnTo>
                    <a:pt x="37277" y="61803"/>
                  </a:lnTo>
                  <a:lnTo>
                    <a:pt x="34017" y="65959"/>
                  </a:lnTo>
                  <a:lnTo>
                    <a:pt x="30889" y="70216"/>
                  </a:lnTo>
                  <a:lnTo>
                    <a:pt x="27898" y="74569"/>
                  </a:lnTo>
                  <a:lnTo>
                    <a:pt x="25045" y="79015"/>
                  </a:lnTo>
                  <a:lnTo>
                    <a:pt x="22334" y="83549"/>
                  </a:lnTo>
                  <a:lnTo>
                    <a:pt x="19768" y="88166"/>
                  </a:lnTo>
                  <a:lnTo>
                    <a:pt x="17349" y="92862"/>
                  </a:lnTo>
                  <a:lnTo>
                    <a:pt x="15080" y="97632"/>
                  </a:lnTo>
                  <a:lnTo>
                    <a:pt x="12963" y="102471"/>
                  </a:lnTo>
                  <a:lnTo>
                    <a:pt x="10999" y="107375"/>
                  </a:lnTo>
                  <a:lnTo>
                    <a:pt x="9191" y="112338"/>
                  </a:lnTo>
                  <a:lnTo>
                    <a:pt x="7542" y="117356"/>
                  </a:lnTo>
                  <a:lnTo>
                    <a:pt x="6051" y="122424"/>
                  </a:lnTo>
                  <a:lnTo>
                    <a:pt x="4721" y="127536"/>
                  </a:lnTo>
                  <a:lnTo>
                    <a:pt x="3554" y="132688"/>
                  </a:lnTo>
                  <a:lnTo>
                    <a:pt x="2550" y="137874"/>
                  </a:lnTo>
                  <a:lnTo>
                    <a:pt x="1710" y="143089"/>
                  </a:lnTo>
                  <a:lnTo>
                    <a:pt x="1035" y="148328"/>
                  </a:lnTo>
                  <a:lnTo>
                    <a:pt x="526" y="153585"/>
                  </a:lnTo>
                  <a:lnTo>
                    <a:pt x="184" y="158856"/>
                  </a:lnTo>
                  <a:lnTo>
                    <a:pt x="8" y="164136"/>
                  </a:lnTo>
                  <a:lnTo>
                    <a:pt x="0" y="169418"/>
                  </a:lnTo>
                  <a:lnTo>
                    <a:pt x="158" y="174698"/>
                  </a:lnTo>
                  <a:lnTo>
                    <a:pt x="482" y="179970"/>
                  </a:lnTo>
                  <a:lnTo>
                    <a:pt x="974" y="185230"/>
                  </a:lnTo>
                  <a:lnTo>
                    <a:pt x="1631" y="190471"/>
                  </a:lnTo>
                  <a:lnTo>
                    <a:pt x="2453" y="195689"/>
                  </a:lnTo>
                  <a:lnTo>
                    <a:pt x="3440" y="200878"/>
                  </a:lnTo>
                  <a:lnTo>
                    <a:pt x="4590" y="206033"/>
                  </a:lnTo>
                  <a:lnTo>
                    <a:pt x="5903" y="211150"/>
                  </a:lnTo>
                  <a:lnTo>
                    <a:pt x="7377" y="216222"/>
                  </a:lnTo>
                  <a:lnTo>
                    <a:pt x="9010" y="221246"/>
                  </a:lnTo>
                  <a:lnTo>
                    <a:pt x="10801" y="226215"/>
                  </a:lnTo>
                  <a:lnTo>
                    <a:pt x="12748" y="231126"/>
                  </a:lnTo>
                  <a:lnTo>
                    <a:pt x="14850" y="235972"/>
                  </a:lnTo>
                  <a:lnTo>
                    <a:pt x="17103" y="240749"/>
                  </a:lnTo>
                  <a:lnTo>
                    <a:pt x="19506" y="245453"/>
                  </a:lnTo>
                  <a:lnTo>
                    <a:pt x="22057" y="250079"/>
                  </a:lnTo>
                  <a:lnTo>
                    <a:pt x="24752" y="254622"/>
                  </a:lnTo>
                  <a:lnTo>
                    <a:pt x="27590" y="259077"/>
                  </a:lnTo>
                  <a:lnTo>
                    <a:pt x="30567" y="263440"/>
                  </a:lnTo>
                  <a:lnTo>
                    <a:pt x="33681" y="267707"/>
                  </a:lnTo>
                  <a:lnTo>
                    <a:pt x="36927" y="271874"/>
                  </a:lnTo>
                  <a:lnTo>
                    <a:pt x="40304" y="275936"/>
                  </a:lnTo>
                  <a:lnTo>
                    <a:pt x="43807" y="279889"/>
                  </a:lnTo>
                  <a:lnTo>
                    <a:pt x="47434" y="283730"/>
                  </a:lnTo>
                  <a:lnTo>
                    <a:pt x="51180" y="287454"/>
                  </a:lnTo>
                  <a:lnTo>
                    <a:pt x="55042" y="291058"/>
                  </a:lnTo>
                  <a:lnTo>
                    <a:pt x="59016" y="294538"/>
                  </a:lnTo>
                  <a:lnTo>
                    <a:pt x="63098" y="297891"/>
                  </a:lnTo>
                  <a:lnTo>
                    <a:pt x="67283" y="301113"/>
                  </a:lnTo>
                  <a:lnTo>
                    <a:pt x="71569" y="304202"/>
                  </a:lnTo>
                  <a:lnTo>
                    <a:pt x="75949" y="307153"/>
                  </a:lnTo>
                  <a:lnTo>
                    <a:pt x="80421" y="309965"/>
                  </a:lnTo>
                  <a:lnTo>
                    <a:pt x="84980" y="312633"/>
                  </a:lnTo>
                  <a:lnTo>
                    <a:pt x="89620" y="315157"/>
                  </a:lnTo>
                  <a:lnTo>
                    <a:pt x="94338" y="317532"/>
                  </a:lnTo>
                  <a:lnTo>
                    <a:pt x="99129" y="319758"/>
                  </a:lnTo>
                  <a:lnTo>
                    <a:pt x="103987" y="321831"/>
                  </a:lnTo>
                  <a:lnTo>
                    <a:pt x="108909" y="323749"/>
                  </a:lnTo>
                  <a:lnTo>
                    <a:pt x="113889" y="325511"/>
                  </a:lnTo>
                  <a:lnTo>
                    <a:pt x="118922" y="327115"/>
                  </a:lnTo>
                  <a:lnTo>
                    <a:pt x="124003" y="328558"/>
                  </a:lnTo>
                  <a:lnTo>
                    <a:pt x="129127" y="329841"/>
                  </a:lnTo>
                  <a:lnTo>
                    <a:pt x="134289" y="330961"/>
                  </a:lnTo>
                  <a:lnTo>
                    <a:pt x="139484" y="331918"/>
                  </a:lnTo>
                  <a:lnTo>
                    <a:pt x="144707" y="332709"/>
                  </a:lnTo>
                  <a:lnTo>
                    <a:pt x="149952" y="333336"/>
                  </a:lnTo>
                  <a:lnTo>
                    <a:pt x="155214" y="333796"/>
                  </a:lnTo>
                  <a:lnTo>
                    <a:pt x="160488" y="334090"/>
                  </a:lnTo>
                  <a:lnTo>
                    <a:pt x="165768" y="334217"/>
                  </a:lnTo>
                  <a:lnTo>
                    <a:pt x="171051" y="334177"/>
                  </a:lnTo>
                  <a:lnTo>
                    <a:pt x="176329" y="333971"/>
                  </a:lnTo>
                  <a:lnTo>
                    <a:pt x="181598" y="333597"/>
                  </a:lnTo>
                  <a:lnTo>
                    <a:pt x="186852" y="333058"/>
                  </a:lnTo>
                  <a:lnTo>
                    <a:pt x="192087" y="332352"/>
                  </a:lnTo>
                  <a:lnTo>
                    <a:pt x="197297" y="331482"/>
                  </a:lnTo>
                  <a:lnTo>
                    <a:pt x="202477" y="330447"/>
                  </a:lnTo>
                  <a:lnTo>
                    <a:pt x="207622" y="329250"/>
                  </a:lnTo>
                  <a:lnTo>
                    <a:pt x="212726" y="327890"/>
                  </a:lnTo>
                  <a:lnTo>
                    <a:pt x="217785" y="326370"/>
                  </a:lnTo>
                  <a:lnTo>
                    <a:pt x="222793" y="324690"/>
                  </a:lnTo>
                  <a:lnTo>
                    <a:pt x="227746" y="322854"/>
                  </a:lnTo>
                  <a:lnTo>
                    <a:pt x="232638" y="320861"/>
                  </a:lnTo>
                  <a:lnTo>
                    <a:pt x="237465" y="318716"/>
                  </a:lnTo>
                  <a:lnTo>
                    <a:pt x="242221" y="316418"/>
                  </a:lnTo>
                  <a:lnTo>
                    <a:pt x="246903" y="313972"/>
                  </a:lnTo>
                  <a:lnTo>
                    <a:pt x="251505" y="311379"/>
                  </a:lnTo>
                  <a:lnTo>
                    <a:pt x="256023" y="308642"/>
                  </a:lnTo>
                  <a:lnTo>
                    <a:pt x="260452" y="305763"/>
                  </a:lnTo>
                  <a:lnTo>
                    <a:pt x="264788" y="302746"/>
                  </a:lnTo>
                  <a:lnTo>
                    <a:pt x="269026" y="299593"/>
                  </a:lnTo>
                  <a:lnTo>
                    <a:pt x="273163" y="296308"/>
                  </a:lnTo>
                  <a:lnTo>
                    <a:pt x="277193" y="292894"/>
                  </a:lnTo>
                  <a:lnTo>
                    <a:pt x="281114" y="289355"/>
                  </a:lnTo>
                  <a:lnTo>
                    <a:pt x="284921" y="285693"/>
                  </a:lnTo>
                  <a:lnTo>
                    <a:pt x="288611" y="281913"/>
                  </a:lnTo>
                  <a:lnTo>
                    <a:pt x="292179" y="278018"/>
                  </a:lnTo>
                  <a:lnTo>
                    <a:pt x="295623" y="274012"/>
                  </a:lnTo>
                  <a:lnTo>
                    <a:pt x="298938" y="269900"/>
                  </a:lnTo>
                  <a:lnTo>
                    <a:pt x="302121" y="265685"/>
                  </a:lnTo>
                  <a:lnTo>
                    <a:pt x="305170" y="261371"/>
                  </a:lnTo>
                  <a:lnTo>
                    <a:pt x="308081" y="256964"/>
                  </a:lnTo>
                  <a:lnTo>
                    <a:pt x="310851" y="252466"/>
                  </a:lnTo>
                  <a:lnTo>
                    <a:pt x="313478" y="247883"/>
                  </a:lnTo>
                  <a:lnTo>
                    <a:pt x="315959" y="243220"/>
                  </a:lnTo>
                  <a:lnTo>
                    <a:pt x="318291" y="238480"/>
                  </a:lnTo>
                  <a:lnTo>
                    <a:pt x="320472" y="233669"/>
                  </a:lnTo>
                  <a:lnTo>
                    <a:pt x="322500" y="228792"/>
                  </a:lnTo>
                  <a:lnTo>
                    <a:pt x="324373" y="223853"/>
                  </a:lnTo>
                  <a:lnTo>
                    <a:pt x="326089" y="218857"/>
                  </a:lnTo>
                  <a:lnTo>
                    <a:pt x="327646" y="213809"/>
                  </a:lnTo>
                  <a:lnTo>
                    <a:pt x="329043" y="208715"/>
                  </a:lnTo>
                  <a:lnTo>
                    <a:pt x="330279" y="203580"/>
                  </a:lnTo>
                  <a:lnTo>
                    <a:pt x="331351" y="198407"/>
                  </a:lnTo>
                  <a:lnTo>
                    <a:pt x="332260" y="193204"/>
                  </a:lnTo>
                  <a:lnTo>
                    <a:pt x="333004" y="187974"/>
                  </a:lnTo>
                  <a:lnTo>
                    <a:pt x="333582" y="182724"/>
                  </a:lnTo>
                  <a:lnTo>
                    <a:pt x="333994" y="177457"/>
                  </a:lnTo>
                  <a:lnTo>
                    <a:pt x="334239" y="172181"/>
                  </a:lnTo>
                  <a:lnTo>
                    <a:pt x="334318" y="166899"/>
                  </a:lnTo>
                  <a:lnTo>
                    <a:pt x="334229" y="161618"/>
                  </a:lnTo>
                  <a:lnTo>
                    <a:pt x="333974" y="156342"/>
                  </a:lnTo>
                  <a:lnTo>
                    <a:pt x="333552" y="151076"/>
                  </a:lnTo>
                  <a:lnTo>
                    <a:pt x="332964" y="145827"/>
                  </a:lnTo>
                  <a:lnTo>
                    <a:pt x="332211" y="140599"/>
                  </a:lnTo>
                  <a:lnTo>
                    <a:pt x="331292" y="135397"/>
                  </a:lnTo>
                  <a:lnTo>
                    <a:pt x="330210" y="130226"/>
                  </a:lnTo>
                  <a:lnTo>
                    <a:pt x="328965" y="125093"/>
                  </a:lnTo>
                  <a:lnTo>
                    <a:pt x="327559" y="120001"/>
                  </a:lnTo>
                  <a:lnTo>
                    <a:pt x="325992" y="114957"/>
                  </a:lnTo>
                  <a:lnTo>
                    <a:pt x="324267" y="109964"/>
                  </a:lnTo>
                  <a:lnTo>
                    <a:pt x="322384" y="105029"/>
                  </a:lnTo>
                  <a:lnTo>
                    <a:pt x="320347" y="100155"/>
                  </a:lnTo>
                  <a:lnTo>
                    <a:pt x="318157" y="95348"/>
                  </a:lnTo>
                  <a:lnTo>
                    <a:pt x="315816" y="90613"/>
                  </a:lnTo>
                  <a:lnTo>
                    <a:pt x="313327" y="85954"/>
                  </a:lnTo>
                  <a:lnTo>
                    <a:pt x="310691" y="81376"/>
                  </a:lnTo>
                  <a:lnTo>
                    <a:pt x="307913" y="76884"/>
                  </a:lnTo>
                  <a:lnTo>
                    <a:pt x="304994" y="72482"/>
                  </a:lnTo>
                  <a:lnTo>
                    <a:pt x="301937" y="68174"/>
                  </a:lnTo>
                  <a:lnTo>
                    <a:pt x="298745" y="63965"/>
                  </a:lnTo>
                  <a:lnTo>
                    <a:pt x="295422" y="59858"/>
                  </a:lnTo>
                  <a:lnTo>
                    <a:pt x="291972" y="55859"/>
                  </a:lnTo>
                  <a:lnTo>
                    <a:pt x="288396" y="51971"/>
                  </a:lnTo>
                  <a:lnTo>
                    <a:pt x="284699" y="48198"/>
                  </a:lnTo>
                  <a:lnTo>
                    <a:pt x="280886" y="44543"/>
                  </a:lnTo>
                  <a:lnTo>
                    <a:pt x="276958" y="41011"/>
                  </a:lnTo>
                  <a:lnTo>
                    <a:pt x="272921" y="37605"/>
                  </a:lnTo>
                  <a:lnTo>
                    <a:pt x="268778" y="34327"/>
                  </a:lnTo>
                  <a:lnTo>
                    <a:pt x="264534" y="31183"/>
                  </a:lnTo>
                  <a:lnTo>
                    <a:pt x="260192" y="28174"/>
                  </a:lnTo>
                  <a:lnTo>
                    <a:pt x="255758" y="25303"/>
                  </a:lnTo>
                  <a:lnTo>
                    <a:pt x="251235" y="22575"/>
                  </a:lnTo>
                  <a:lnTo>
                    <a:pt x="246628" y="19990"/>
                  </a:lnTo>
                  <a:lnTo>
                    <a:pt x="241942" y="17553"/>
                  </a:lnTo>
                  <a:lnTo>
                    <a:pt x="237181" y="15264"/>
                  </a:lnTo>
                  <a:lnTo>
                    <a:pt x="167150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70031" cy="167167"/>
            </a:xfrm>
            <a:custGeom>
              <a:avLst/>
              <a:pathLst>
                <a:path w="70031" h="167167">
                  <a:moveTo>
                    <a:pt x="70031" y="15376"/>
                  </a:moveTo>
                  <a:lnTo>
                    <a:pt x="64519" y="12952"/>
                  </a:lnTo>
                  <a:lnTo>
                    <a:pt x="58923" y="10728"/>
                  </a:lnTo>
                  <a:lnTo>
                    <a:pt x="53251" y="8708"/>
                  </a:lnTo>
                  <a:lnTo>
                    <a:pt x="47509" y="6893"/>
                  </a:lnTo>
                  <a:lnTo>
                    <a:pt x="41706" y="5286"/>
                  </a:lnTo>
                  <a:lnTo>
                    <a:pt x="35849" y="3889"/>
                  </a:lnTo>
                  <a:lnTo>
                    <a:pt x="29946" y="2704"/>
                  </a:lnTo>
                  <a:lnTo>
                    <a:pt x="24003" y="1732"/>
                  </a:lnTo>
                  <a:lnTo>
                    <a:pt x="18029" y="975"/>
                  </a:lnTo>
                  <a:lnTo>
                    <a:pt x="12033" y="433"/>
                  </a:lnTo>
                  <a:lnTo>
                    <a:pt x="6020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2" y="1322571"/>
              <a:ext cx="167166" cy="319660"/>
            </a:xfrm>
            <a:custGeom>
              <a:avLst/>
              <a:pathLst>
                <a:path w="167166" h="319660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9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4" y="6882"/>
                  </a:lnTo>
                  <a:lnTo>
                    <a:pt x="114591" y="8482"/>
                  </a:lnTo>
                  <a:lnTo>
                    <a:pt x="109542" y="10245"/>
                  </a:lnTo>
                  <a:lnTo>
                    <a:pt x="104552" y="12169"/>
                  </a:lnTo>
                  <a:lnTo>
                    <a:pt x="99626" y="14251"/>
                  </a:lnTo>
                  <a:lnTo>
                    <a:pt x="94769" y="16490"/>
                  </a:lnTo>
                  <a:lnTo>
                    <a:pt x="89986" y="18883"/>
                  </a:lnTo>
                  <a:lnTo>
                    <a:pt x="85282" y="21428"/>
                  </a:lnTo>
                  <a:lnTo>
                    <a:pt x="80662" y="24122"/>
                  </a:lnTo>
                  <a:lnTo>
                    <a:pt x="76130" y="26962"/>
                  </a:lnTo>
                  <a:lnTo>
                    <a:pt x="71692" y="29946"/>
                  </a:lnTo>
                  <a:lnTo>
                    <a:pt x="67352" y="33070"/>
                  </a:lnTo>
                  <a:lnTo>
                    <a:pt x="63113" y="36331"/>
                  </a:lnTo>
                  <a:lnTo>
                    <a:pt x="58981" y="39727"/>
                  </a:lnTo>
                  <a:lnTo>
                    <a:pt x="54960" y="43253"/>
                  </a:lnTo>
                  <a:lnTo>
                    <a:pt x="51054" y="46905"/>
                  </a:lnTo>
                  <a:lnTo>
                    <a:pt x="47266" y="50681"/>
                  </a:lnTo>
                  <a:lnTo>
                    <a:pt x="43601" y="54576"/>
                  </a:lnTo>
                  <a:lnTo>
                    <a:pt x="40063" y="58586"/>
                  </a:lnTo>
                  <a:lnTo>
                    <a:pt x="36655" y="62708"/>
                  </a:lnTo>
                  <a:lnTo>
                    <a:pt x="33380" y="66936"/>
                  </a:lnTo>
                  <a:lnTo>
                    <a:pt x="30242" y="71267"/>
                  </a:lnTo>
                  <a:lnTo>
                    <a:pt x="27245" y="75696"/>
                  </a:lnTo>
                  <a:lnTo>
                    <a:pt x="24390" y="80219"/>
                  </a:lnTo>
                  <a:lnTo>
                    <a:pt x="21682" y="84830"/>
                  </a:lnTo>
                  <a:lnTo>
                    <a:pt x="19123" y="89526"/>
                  </a:lnTo>
                  <a:lnTo>
                    <a:pt x="16715" y="94302"/>
                  </a:lnTo>
                  <a:lnTo>
                    <a:pt x="14461" y="99151"/>
                  </a:lnTo>
                  <a:lnTo>
                    <a:pt x="12363" y="104071"/>
                  </a:lnTo>
                  <a:lnTo>
                    <a:pt x="10424" y="109055"/>
                  </a:lnTo>
                  <a:lnTo>
                    <a:pt x="8646" y="114099"/>
                  </a:lnTo>
                  <a:lnTo>
                    <a:pt x="7029" y="119197"/>
                  </a:lnTo>
                  <a:lnTo>
                    <a:pt x="5577" y="124344"/>
                  </a:lnTo>
                  <a:lnTo>
                    <a:pt x="4290" y="129535"/>
                  </a:lnTo>
                  <a:lnTo>
                    <a:pt x="3169" y="134764"/>
                  </a:lnTo>
                  <a:lnTo>
                    <a:pt x="2217" y="140027"/>
                  </a:lnTo>
                  <a:lnTo>
                    <a:pt x="1433" y="145317"/>
                  </a:lnTo>
                  <a:lnTo>
                    <a:pt x="819" y="150630"/>
                  </a:lnTo>
                  <a:lnTo>
                    <a:pt x="375" y="155959"/>
                  </a:lnTo>
                  <a:lnTo>
                    <a:pt x="102" y="161300"/>
                  </a:lnTo>
                  <a:lnTo>
                    <a:pt x="0" y="166647"/>
                  </a:lnTo>
                  <a:lnTo>
                    <a:pt x="68" y="171995"/>
                  </a:lnTo>
                  <a:lnTo>
                    <a:pt x="308" y="177338"/>
                  </a:lnTo>
                  <a:lnTo>
                    <a:pt x="719" y="182670"/>
                  </a:lnTo>
                  <a:lnTo>
                    <a:pt x="1300" y="187986"/>
                  </a:lnTo>
                  <a:lnTo>
                    <a:pt x="2051" y="193281"/>
                  </a:lnTo>
                  <a:lnTo>
                    <a:pt x="2971" y="198550"/>
                  </a:lnTo>
                  <a:lnTo>
                    <a:pt x="4059" y="203786"/>
                  </a:lnTo>
                  <a:lnTo>
                    <a:pt x="5314" y="208985"/>
                  </a:lnTo>
                  <a:lnTo>
                    <a:pt x="6734" y="214141"/>
                  </a:lnTo>
                  <a:lnTo>
                    <a:pt x="8319" y="219249"/>
                  </a:lnTo>
                  <a:lnTo>
                    <a:pt x="10066" y="224303"/>
                  </a:lnTo>
                  <a:lnTo>
                    <a:pt x="11974" y="229299"/>
                  </a:lnTo>
                  <a:lnTo>
                    <a:pt x="14041" y="234232"/>
                  </a:lnTo>
                  <a:lnTo>
                    <a:pt x="16265" y="239096"/>
                  </a:lnTo>
                  <a:lnTo>
                    <a:pt x="18643" y="243886"/>
                  </a:lnTo>
                  <a:lnTo>
                    <a:pt x="21173" y="248598"/>
                  </a:lnTo>
                  <a:lnTo>
                    <a:pt x="23853" y="253226"/>
                  </a:lnTo>
                  <a:lnTo>
                    <a:pt x="26679" y="257766"/>
                  </a:lnTo>
                  <a:lnTo>
                    <a:pt x="29649" y="262214"/>
                  </a:lnTo>
                  <a:lnTo>
                    <a:pt x="32760" y="266564"/>
                  </a:lnTo>
                  <a:lnTo>
                    <a:pt x="36008" y="270813"/>
                  </a:lnTo>
                  <a:lnTo>
                    <a:pt x="39390" y="274955"/>
                  </a:lnTo>
                  <a:lnTo>
                    <a:pt x="42904" y="278987"/>
                  </a:lnTo>
                  <a:lnTo>
                    <a:pt x="46544" y="282905"/>
                  </a:lnTo>
                  <a:lnTo>
                    <a:pt x="50308" y="286704"/>
                  </a:lnTo>
                  <a:lnTo>
                    <a:pt x="54192" y="290381"/>
                  </a:lnTo>
                  <a:lnTo>
                    <a:pt x="58191" y="293932"/>
                  </a:lnTo>
                  <a:lnTo>
                    <a:pt x="62302" y="297353"/>
                  </a:lnTo>
                  <a:lnTo>
                    <a:pt x="66520" y="300641"/>
                  </a:lnTo>
                  <a:lnTo>
                    <a:pt x="70841" y="303792"/>
                  </a:lnTo>
                  <a:lnTo>
                    <a:pt x="75261" y="306803"/>
                  </a:lnTo>
                  <a:lnTo>
                    <a:pt x="79774" y="309672"/>
                  </a:lnTo>
                  <a:lnTo>
                    <a:pt x="84378" y="312394"/>
                  </a:lnTo>
                  <a:lnTo>
                    <a:pt x="89066" y="314968"/>
                  </a:lnTo>
                  <a:lnTo>
                    <a:pt x="93833" y="317391"/>
                  </a:lnTo>
                  <a:lnTo>
                    <a:pt x="98676" y="31966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2549" y="1489739"/>
              <a:ext cx="68489" cy="152492"/>
            </a:xfrm>
            <a:custGeom>
              <a:avLst/>
              <a:pathLst>
                <a:path w="68489" h="152492">
                  <a:moveTo>
                    <a:pt x="0" y="152492"/>
                  </a:moveTo>
                  <a:lnTo>
                    <a:pt x="6848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2549" y="1322593"/>
              <a:ext cx="235646" cy="334309"/>
            </a:xfrm>
            <a:custGeom>
              <a:avLst/>
              <a:pathLst>
                <a:path w="235646" h="334309">
                  <a:moveTo>
                    <a:pt x="0" y="319639"/>
                  </a:moveTo>
                  <a:lnTo>
                    <a:pt x="4908" y="321749"/>
                  </a:lnTo>
                  <a:lnTo>
                    <a:pt x="9881" y="323702"/>
                  </a:lnTo>
                  <a:lnTo>
                    <a:pt x="14914" y="325495"/>
                  </a:lnTo>
                  <a:lnTo>
                    <a:pt x="20001" y="327126"/>
                  </a:lnTo>
                  <a:lnTo>
                    <a:pt x="25138" y="328594"/>
                  </a:lnTo>
                  <a:lnTo>
                    <a:pt x="30320" y="329897"/>
                  </a:lnTo>
                  <a:lnTo>
                    <a:pt x="35540" y="331034"/>
                  </a:lnTo>
                  <a:lnTo>
                    <a:pt x="40794" y="332003"/>
                  </a:lnTo>
                  <a:lnTo>
                    <a:pt x="46077" y="332804"/>
                  </a:lnTo>
                  <a:lnTo>
                    <a:pt x="51382" y="333435"/>
                  </a:lnTo>
                  <a:lnTo>
                    <a:pt x="56705" y="333897"/>
                  </a:lnTo>
                  <a:lnTo>
                    <a:pt x="62040" y="334189"/>
                  </a:lnTo>
                  <a:lnTo>
                    <a:pt x="67381" y="334309"/>
                  </a:lnTo>
                  <a:lnTo>
                    <a:pt x="72723" y="334259"/>
                  </a:lnTo>
                  <a:lnTo>
                    <a:pt x="78062" y="334039"/>
                  </a:lnTo>
                  <a:lnTo>
                    <a:pt x="83390" y="333648"/>
                  </a:lnTo>
                  <a:lnTo>
                    <a:pt x="88703" y="333086"/>
                  </a:lnTo>
                  <a:lnTo>
                    <a:pt x="93996" y="332356"/>
                  </a:lnTo>
                  <a:lnTo>
                    <a:pt x="99262" y="331456"/>
                  </a:lnTo>
                  <a:lnTo>
                    <a:pt x="104497" y="330389"/>
                  </a:lnTo>
                  <a:lnTo>
                    <a:pt x="109696" y="329155"/>
                  </a:lnTo>
                  <a:lnTo>
                    <a:pt x="114852" y="327755"/>
                  </a:lnTo>
                  <a:lnTo>
                    <a:pt x="119961" y="326192"/>
                  </a:lnTo>
                  <a:lnTo>
                    <a:pt x="125017" y="324466"/>
                  </a:lnTo>
                  <a:lnTo>
                    <a:pt x="130015" y="322579"/>
                  </a:lnTo>
                  <a:lnTo>
                    <a:pt x="134951" y="320533"/>
                  </a:lnTo>
                  <a:lnTo>
                    <a:pt x="139819" y="318331"/>
                  </a:lnTo>
                  <a:lnTo>
                    <a:pt x="144614" y="315974"/>
                  </a:lnTo>
                  <a:lnTo>
                    <a:pt x="149331" y="313466"/>
                  </a:lnTo>
                  <a:lnTo>
                    <a:pt x="153965" y="310808"/>
                  </a:lnTo>
                  <a:lnTo>
                    <a:pt x="158513" y="308003"/>
                  </a:lnTo>
                  <a:lnTo>
                    <a:pt x="162968" y="305054"/>
                  </a:lnTo>
                  <a:lnTo>
                    <a:pt x="167327" y="301964"/>
                  </a:lnTo>
                  <a:lnTo>
                    <a:pt x="171585" y="298737"/>
                  </a:lnTo>
                  <a:lnTo>
                    <a:pt x="175737" y="295375"/>
                  </a:lnTo>
                  <a:lnTo>
                    <a:pt x="179780" y="291882"/>
                  </a:lnTo>
                  <a:lnTo>
                    <a:pt x="183709" y="288262"/>
                  </a:lnTo>
                  <a:lnTo>
                    <a:pt x="187521" y="284518"/>
                  </a:lnTo>
                  <a:lnTo>
                    <a:pt x="191211" y="280655"/>
                  </a:lnTo>
                  <a:lnTo>
                    <a:pt x="194776" y="276675"/>
                  </a:lnTo>
                  <a:lnTo>
                    <a:pt x="198211" y="272583"/>
                  </a:lnTo>
                  <a:lnTo>
                    <a:pt x="201515" y="268384"/>
                  </a:lnTo>
                  <a:lnTo>
                    <a:pt x="204682" y="264081"/>
                  </a:lnTo>
                  <a:lnTo>
                    <a:pt x="207710" y="259680"/>
                  </a:lnTo>
                  <a:lnTo>
                    <a:pt x="210596" y="255183"/>
                  </a:lnTo>
                  <a:lnTo>
                    <a:pt x="213337" y="250597"/>
                  </a:lnTo>
                  <a:lnTo>
                    <a:pt x="215930" y="245926"/>
                  </a:lnTo>
                  <a:lnTo>
                    <a:pt x="218372" y="241174"/>
                  </a:lnTo>
                  <a:lnTo>
                    <a:pt x="220661" y="236346"/>
                  </a:lnTo>
                  <a:lnTo>
                    <a:pt x="222795" y="231448"/>
                  </a:lnTo>
                  <a:lnTo>
                    <a:pt x="224771" y="226484"/>
                  </a:lnTo>
                  <a:lnTo>
                    <a:pt x="226587" y="221460"/>
                  </a:lnTo>
                  <a:lnTo>
                    <a:pt x="228242" y="216380"/>
                  </a:lnTo>
                  <a:lnTo>
                    <a:pt x="229734" y="211250"/>
                  </a:lnTo>
                  <a:lnTo>
                    <a:pt x="231061" y="206074"/>
                  </a:lnTo>
                  <a:lnTo>
                    <a:pt x="232222" y="200859"/>
                  </a:lnTo>
                  <a:lnTo>
                    <a:pt x="233216" y="195610"/>
                  </a:lnTo>
                  <a:lnTo>
                    <a:pt x="234041" y="190331"/>
                  </a:lnTo>
                  <a:lnTo>
                    <a:pt x="234697" y="185029"/>
                  </a:lnTo>
                  <a:lnTo>
                    <a:pt x="235184" y="179708"/>
                  </a:lnTo>
                  <a:lnTo>
                    <a:pt x="235500" y="174375"/>
                  </a:lnTo>
                  <a:lnTo>
                    <a:pt x="235646" y="169034"/>
                  </a:lnTo>
                  <a:lnTo>
                    <a:pt x="235621" y="163691"/>
                  </a:lnTo>
                  <a:lnTo>
                    <a:pt x="235425" y="158352"/>
                  </a:lnTo>
                  <a:lnTo>
                    <a:pt x="235059" y="153022"/>
                  </a:lnTo>
                  <a:lnTo>
                    <a:pt x="234523" y="147706"/>
                  </a:lnTo>
                  <a:lnTo>
                    <a:pt x="233817" y="142410"/>
                  </a:lnTo>
                  <a:lnTo>
                    <a:pt x="232942" y="137140"/>
                  </a:lnTo>
                  <a:lnTo>
                    <a:pt x="231899" y="131900"/>
                  </a:lnTo>
                  <a:lnTo>
                    <a:pt x="230689" y="126696"/>
                  </a:lnTo>
                  <a:lnTo>
                    <a:pt x="229314" y="121533"/>
                  </a:lnTo>
                  <a:lnTo>
                    <a:pt x="227774" y="116417"/>
                  </a:lnTo>
                  <a:lnTo>
                    <a:pt x="226071" y="111353"/>
                  </a:lnTo>
                  <a:lnTo>
                    <a:pt x="224208" y="106346"/>
                  </a:lnTo>
                  <a:lnTo>
                    <a:pt x="222185" y="101400"/>
                  </a:lnTo>
                  <a:lnTo>
                    <a:pt x="220006" y="96522"/>
                  </a:lnTo>
                  <a:lnTo>
                    <a:pt x="217672" y="91717"/>
                  </a:lnTo>
                  <a:lnTo>
                    <a:pt x="215185" y="86988"/>
                  </a:lnTo>
                  <a:lnTo>
                    <a:pt x="212549" y="82341"/>
                  </a:lnTo>
                  <a:lnTo>
                    <a:pt x="209765" y="77781"/>
                  </a:lnTo>
                  <a:lnTo>
                    <a:pt x="206837" y="73312"/>
                  </a:lnTo>
                  <a:lnTo>
                    <a:pt x="203768" y="68938"/>
                  </a:lnTo>
                  <a:lnTo>
                    <a:pt x="200560" y="64666"/>
                  </a:lnTo>
                  <a:lnTo>
                    <a:pt x="197218" y="60497"/>
                  </a:lnTo>
                  <a:lnTo>
                    <a:pt x="193744" y="56438"/>
                  </a:lnTo>
                  <a:lnTo>
                    <a:pt x="190142" y="52492"/>
                  </a:lnTo>
                  <a:lnTo>
                    <a:pt x="186416" y="48663"/>
                  </a:lnTo>
                  <a:lnTo>
                    <a:pt x="182570" y="44955"/>
                  </a:lnTo>
                  <a:lnTo>
                    <a:pt x="178607" y="41372"/>
                  </a:lnTo>
                  <a:lnTo>
                    <a:pt x="174531" y="37917"/>
                  </a:lnTo>
                  <a:lnTo>
                    <a:pt x="170347" y="34594"/>
                  </a:lnTo>
                  <a:lnTo>
                    <a:pt x="166060" y="31407"/>
                  </a:lnTo>
                  <a:lnTo>
                    <a:pt x="161672" y="28358"/>
                  </a:lnTo>
                  <a:lnTo>
                    <a:pt x="157189" y="25451"/>
                  </a:lnTo>
                  <a:lnTo>
                    <a:pt x="152616" y="22689"/>
                  </a:lnTo>
                  <a:lnTo>
                    <a:pt x="147957" y="20075"/>
                  </a:lnTo>
                  <a:lnTo>
                    <a:pt x="143216" y="17610"/>
                  </a:lnTo>
                  <a:lnTo>
                    <a:pt x="138399" y="15299"/>
                  </a:lnTo>
                  <a:lnTo>
                    <a:pt x="133511" y="13142"/>
                  </a:lnTo>
                  <a:lnTo>
                    <a:pt x="128557" y="11143"/>
                  </a:lnTo>
                  <a:lnTo>
                    <a:pt x="123541" y="9303"/>
                  </a:lnTo>
                  <a:lnTo>
                    <a:pt x="118468" y="7624"/>
                  </a:lnTo>
                  <a:lnTo>
                    <a:pt x="113345" y="6109"/>
                  </a:lnTo>
                  <a:lnTo>
                    <a:pt x="108176" y="4758"/>
                  </a:lnTo>
                  <a:lnTo>
                    <a:pt x="102967" y="3572"/>
                  </a:lnTo>
                  <a:lnTo>
                    <a:pt x="97722" y="2554"/>
                  </a:lnTo>
                  <a:lnTo>
                    <a:pt x="92447" y="1704"/>
                  </a:lnTo>
                  <a:lnTo>
                    <a:pt x="87148" y="1023"/>
                  </a:lnTo>
                  <a:lnTo>
                    <a:pt x="81830" y="511"/>
                  </a:lnTo>
                  <a:lnTo>
                    <a:pt x="76498" y="170"/>
                  </a:lnTo>
                  <a:lnTo>
                    <a:pt x="71158" y="0"/>
                  </a:lnTo>
                  <a:lnTo>
                    <a:pt x="68489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668" cy="167167"/>
            </a:xfrm>
            <a:custGeom>
              <a:avLst/>
              <a:pathLst>
                <a:path w="2668" h="167167">
                  <a:moveTo>
                    <a:pt x="2668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3" y="1071028"/>
              <a:ext cx="167165" cy="280458"/>
            </a:xfrm>
            <a:custGeom>
              <a:avLst/>
              <a:pathLst>
                <a:path w="167165" h="280458">
                  <a:moveTo>
                    <a:pt x="167165" y="0"/>
                  </a:moveTo>
                  <a:lnTo>
                    <a:pt x="161790" y="86"/>
                  </a:lnTo>
                  <a:lnTo>
                    <a:pt x="156420" y="345"/>
                  </a:lnTo>
                  <a:lnTo>
                    <a:pt x="151062" y="777"/>
                  </a:lnTo>
                  <a:lnTo>
                    <a:pt x="145720" y="1381"/>
                  </a:lnTo>
                  <a:lnTo>
                    <a:pt x="140401" y="2156"/>
                  </a:lnTo>
                  <a:lnTo>
                    <a:pt x="135109" y="3102"/>
                  </a:lnTo>
                  <a:lnTo>
                    <a:pt x="129850" y="4217"/>
                  </a:lnTo>
                  <a:lnTo>
                    <a:pt x="124630" y="5501"/>
                  </a:lnTo>
                  <a:lnTo>
                    <a:pt x="119454" y="6953"/>
                  </a:lnTo>
                  <a:lnTo>
                    <a:pt x="114328" y="8569"/>
                  </a:lnTo>
                  <a:lnTo>
                    <a:pt x="109255" y="10350"/>
                  </a:lnTo>
                  <a:lnTo>
                    <a:pt x="104243" y="12293"/>
                  </a:lnTo>
                  <a:lnTo>
                    <a:pt x="99296" y="14397"/>
                  </a:lnTo>
                  <a:lnTo>
                    <a:pt x="94419" y="16658"/>
                  </a:lnTo>
                  <a:lnTo>
                    <a:pt x="89617" y="19075"/>
                  </a:lnTo>
                  <a:lnTo>
                    <a:pt x="84896" y="21645"/>
                  </a:lnTo>
                  <a:lnTo>
                    <a:pt x="80259" y="24365"/>
                  </a:lnTo>
                  <a:lnTo>
                    <a:pt x="75713" y="27233"/>
                  </a:lnTo>
                  <a:lnTo>
                    <a:pt x="71261" y="30246"/>
                  </a:lnTo>
                  <a:lnTo>
                    <a:pt x="66908" y="33401"/>
                  </a:lnTo>
                  <a:lnTo>
                    <a:pt x="62658" y="36693"/>
                  </a:lnTo>
                  <a:lnTo>
                    <a:pt x="58517" y="40121"/>
                  </a:lnTo>
                  <a:lnTo>
                    <a:pt x="54489" y="43680"/>
                  </a:lnTo>
                  <a:lnTo>
                    <a:pt x="50576" y="47367"/>
                  </a:lnTo>
                  <a:lnTo>
                    <a:pt x="46785" y="51178"/>
                  </a:lnTo>
                  <a:lnTo>
                    <a:pt x="43117" y="55108"/>
                  </a:lnTo>
                  <a:lnTo>
                    <a:pt x="39578" y="59155"/>
                  </a:lnTo>
                  <a:lnTo>
                    <a:pt x="36171" y="63313"/>
                  </a:lnTo>
                  <a:lnTo>
                    <a:pt x="32900" y="67578"/>
                  </a:lnTo>
                  <a:lnTo>
                    <a:pt x="29767" y="71947"/>
                  </a:lnTo>
                  <a:lnTo>
                    <a:pt x="26777" y="76414"/>
                  </a:lnTo>
                  <a:lnTo>
                    <a:pt x="23931" y="80975"/>
                  </a:lnTo>
                  <a:lnTo>
                    <a:pt x="21234" y="85625"/>
                  </a:lnTo>
                  <a:lnTo>
                    <a:pt x="18688" y="90359"/>
                  </a:lnTo>
                  <a:lnTo>
                    <a:pt x="16295" y="95173"/>
                  </a:lnTo>
                  <a:lnTo>
                    <a:pt x="14058" y="100061"/>
                  </a:lnTo>
                  <a:lnTo>
                    <a:pt x="11979" y="105019"/>
                  </a:lnTo>
                  <a:lnTo>
                    <a:pt x="10061" y="110041"/>
                  </a:lnTo>
                  <a:lnTo>
                    <a:pt x="8306" y="115121"/>
                  </a:lnTo>
                  <a:lnTo>
                    <a:pt x="6714" y="120256"/>
                  </a:lnTo>
                  <a:lnTo>
                    <a:pt x="5289" y="125440"/>
                  </a:lnTo>
                  <a:lnTo>
                    <a:pt x="4031" y="130666"/>
                  </a:lnTo>
                  <a:lnTo>
                    <a:pt x="2942" y="135930"/>
                  </a:lnTo>
                  <a:lnTo>
                    <a:pt x="2022" y="141227"/>
                  </a:lnTo>
                  <a:lnTo>
                    <a:pt x="1274" y="146550"/>
                  </a:lnTo>
                  <a:lnTo>
                    <a:pt x="697" y="151894"/>
                  </a:lnTo>
                  <a:lnTo>
                    <a:pt x="292" y="157255"/>
                  </a:lnTo>
                  <a:lnTo>
                    <a:pt x="59" y="162626"/>
                  </a:lnTo>
                  <a:lnTo>
                    <a:pt x="0" y="168001"/>
                  </a:lnTo>
                  <a:lnTo>
                    <a:pt x="113" y="173375"/>
                  </a:lnTo>
                  <a:lnTo>
                    <a:pt x="399" y="178743"/>
                  </a:lnTo>
                  <a:lnTo>
                    <a:pt x="857" y="184100"/>
                  </a:lnTo>
                  <a:lnTo>
                    <a:pt x="1488" y="189438"/>
                  </a:lnTo>
                  <a:lnTo>
                    <a:pt x="2289" y="194754"/>
                  </a:lnTo>
                  <a:lnTo>
                    <a:pt x="3262" y="200041"/>
                  </a:lnTo>
                  <a:lnTo>
                    <a:pt x="4403" y="205294"/>
                  </a:lnTo>
                  <a:lnTo>
                    <a:pt x="5713" y="210507"/>
                  </a:lnTo>
                  <a:lnTo>
                    <a:pt x="7190" y="215676"/>
                  </a:lnTo>
                  <a:lnTo>
                    <a:pt x="8833" y="220795"/>
                  </a:lnTo>
                  <a:lnTo>
                    <a:pt x="10639" y="225858"/>
                  </a:lnTo>
                  <a:lnTo>
                    <a:pt x="12607" y="230860"/>
                  </a:lnTo>
                  <a:lnTo>
                    <a:pt x="14735" y="235797"/>
                  </a:lnTo>
                  <a:lnTo>
                    <a:pt x="17021" y="240663"/>
                  </a:lnTo>
                  <a:lnTo>
                    <a:pt x="19461" y="245452"/>
                  </a:lnTo>
                  <a:lnTo>
                    <a:pt x="22055" y="250161"/>
                  </a:lnTo>
                  <a:lnTo>
                    <a:pt x="24798" y="254784"/>
                  </a:lnTo>
                  <a:lnTo>
                    <a:pt x="27689" y="259316"/>
                  </a:lnTo>
                  <a:lnTo>
                    <a:pt x="30724" y="263753"/>
                  </a:lnTo>
                  <a:lnTo>
                    <a:pt x="33900" y="268090"/>
                  </a:lnTo>
                  <a:lnTo>
                    <a:pt x="37214" y="272323"/>
                  </a:lnTo>
                  <a:lnTo>
                    <a:pt x="40663" y="276447"/>
                  </a:lnTo>
                  <a:lnTo>
                    <a:pt x="44242" y="28045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2335" y="1238196"/>
              <a:ext cx="122923" cy="113290"/>
            </a:xfrm>
            <a:custGeom>
              <a:avLst/>
              <a:pathLst>
                <a:path w="122923" h="113290">
                  <a:moveTo>
                    <a:pt x="0" y="113290"/>
                  </a:moveTo>
                  <a:lnTo>
                    <a:pt x="1229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2335" y="1118074"/>
              <a:ext cx="290090" cy="287286"/>
            </a:xfrm>
            <a:custGeom>
              <a:avLst/>
              <a:pathLst>
                <a:path w="290090" h="287286">
                  <a:moveTo>
                    <a:pt x="0" y="233412"/>
                  </a:moveTo>
                  <a:lnTo>
                    <a:pt x="3686" y="237286"/>
                  </a:lnTo>
                  <a:lnTo>
                    <a:pt x="7494" y="241039"/>
                  </a:lnTo>
                  <a:lnTo>
                    <a:pt x="11420" y="244669"/>
                  </a:lnTo>
                  <a:lnTo>
                    <a:pt x="15460" y="248171"/>
                  </a:lnTo>
                  <a:lnTo>
                    <a:pt x="19610" y="251542"/>
                  </a:lnTo>
                  <a:lnTo>
                    <a:pt x="23866" y="254779"/>
                  </a:lnTo>
                  <a:lnTo>
                    <a:pt x="28223" y="257878"/>
                  </a:lnTo>
                  <a:lnTo>
                    <a:pt x="32678" y="260836"/>
                  </a:lnTo>
                  <a:lnTo>
                    <a:pt x="37224" y="263651"/>
                  </a:lnTo>
                  <a:lnTo>
                    <a:pt x="41858" y="266318"/>
                  </a:lnTo>
                  <a:lnTo>
                    <a:pt x="46575" y="268836"/>
                  </a:lnTo>
                  <a:lnTo>
                    <a:pt x="51370" y="271201"/>
                  </a:lnTo>
                  <a:lnTo>
                    <a:pt x="56239" y="273413"/>
                  </a:lnTo>
                  <a:lnTo>
                    <a:pt x="61175" y="275467"/>
                  </a:lnTo>
                  <a:lnTo>
                    <a:pt x="66175" y="277362"/>
                  </a:lnTo>
                  <a:lnTo>
                    <a:pt x="71233" y="279096"/>
                  </a:lnTo>
                  <a:lnTo>
                    <a:pt x="76344" y="280668"/>
                  </a:lnTo>
                  <a:lnTo>
                    <a:pt x="81502" y="282076"/>
                  </a:lnTo>
                  <a:lnTo>
                    <a:pt x="86703" y="283318"/>
                  </a:lnTo>
                  <a:lnTo>
                    <a:pt x="91941" y="284393"/>
                  </a:lnTo>
                  <a:lnTo>
                    <a:pt x="97210" y="285299"/>
                  </a:lnTo>
                  <a:lnTo>
                    <a:pt x="102506" y="286037"/>
                  </a:lnTo>
                  <a:lnTo>
                    <a:pt x="107822" y="286605"/>
                  </a:lnTo>
                  <a:lnTo>
                    <a:pt x="113155" y="287003"/>
                  </a:lnTo>
                  <a:lnTo>
                    <a:pt x="118497" y="287230"/>
                  </a:lnTo>
                  <a:lnTo>
                    <a:pt x="123843" y="287286"/>
                  </a:lnTo>
                  <a:lnTo>
                    <a:pt x="129189" y="287171"/>
                  </a:lnTo>
                  <a:lnTo>
                    <a:pt x="134528" y="286885"/>
                  </a:lnTo>
                  <a:lnTo>
                    <a:pt x="139856" y="286429"/>
                  </a:lnTo>
                  <a:lnTo>
                    <a:pt x="145166" y="285802"/>
                  </a:lnTo>
                  <a:lnTo>
                    <a:pt x="150453" y="285006"/>
                  </a:lnTo>
                  <a:lnTo>
                    <a:pt x="155712" y="284041"/>
                  </a:lnTo>
                  <a:lnTo>
                    <a:pt x="160938" y="282909"/>
                  </a:lnTo>
                  <a:lnTo>
                    <a:pt x="166125" y="281610"/>
                  </a:lnTo>
                  <a:lnTo>
                    <a:pt x="171267" y="280145"/>
                  </a:lnTo>
                  <a:lnTo>
                    <a:pt x="176360" y="278517"/>
                  </a:lnTo>
                  <a:lnTo>
                    <a:pt x="181399" y="276727"/>
                  </a:lnTo>
                  <a:lnTo>
                    <a:pt x="186377" y="274777"/>
                  </a:lnTo>
                  <a:lnTo>
                    <a:pt x="191291" y="272669"/>
                  </a:lnTo>
                  <a:lnTo>
                    <a:pt x="196135" y="270404"/>
                  </a:lnTo>
                  <a:lnTo>
                    <a:pt x="200904" y="267986"/>
                  </a:lnTo>
                  <a:lnTo>
                    <a:pt x="205593" y="265416"/>
                  </a:lnTo>
                  <a:lnTo>
                    <a:pt x="210197" y="262698"/>
                  </a:lnTo>
                  <a:lnTo>
                    <a:pt x="214712" y="259834"/>
                  </a:lnTo>
                  <a:lnTo>
                    <a:pt x="219134" y="256827"/>
                  </a:lnTo>
                  <a:lnTo>
                    <a:pt x="223456" y="253680"/>
                  </a:lnTo>
                  <a:lnTo>
                    <a:pt x="227676" y="250396"/>
                  </a:lnTo>
                  <a:lnTo>
                    <a:pt x="231789" y="246980"/>
                  </a:lnTo>
                  <a:lnTo>
                    <a:pt x="235791" y="243433"/>
                  </a:lnTo>
                  <a:lnTo>
                    <a:pt x="239677" y="239760"/>
                  </a:lnTo>
                  <a:lnTo>
                    <a:pt x="243443" y="235965"/>
                  </a:lnTo>
                  <a:lnTo>
                    <a:pt x="247086" y="232051"/>
                  </a:lnTo>
                  <a:lnTo>
                    <a:pt x="250603" y="228023"/>
                  </a:lnTo>
                  <a:lnTo>
                    <a:pt x="253988" y="223885"/>
                  </a:lnTo>
                  <a:lnTo>
                    <a:pt x="257240" y="219640"/>
                  </a:lnTo>
                  <a:lnTo>
                    <a:pt x="260354" y="215293"/>
                  </a:lnTo>
                  <a:lnTo>
                    <a:pt x="263327" y="210849"/>
                  </a:lnTo>
                  <a:lnTo>
                    <a:pt x="266157" y="206313"/>
                  </a:lnTo>
                  <a:lnTo>
                    <a:pt x="268840" y="201688"/>
                  </a:lnTo>
                  <a:lnTo>
                    <a:pt x="271374" y="196979"/>
                  </a:lnTo>
                  <a:lnTo>
                    <a:pt x="273756" y="192192"/>
                  </a:lnTo>
                  <a:lnTo>
                    <a:pt x="275984" y="187331"/>
                  </a:lnTo>
                  <a:lnTo>
                    <a:pt x="278055" y="182402"/>
                  </a:lnTo>
                  <a:lnTo>
                    <a:pt x="279968" y="177409"/>
                  </a:lnTo>
                  <a:lnTo>
                    <a:pt x="281719" y="172357"/>
                  </a:lnTo>
                  <a:lnTo>
                    <a:pt x="283309" y="167252"/>
                  </a:lnTo>
                  <a:lnTo>
                    <a:pt x="284734" y="162098"/>
                  </a:lnTo>
                  <a:lnTo>
                    <a:pt x="285994" y="156902"/>
                  </a:lnTo>
                  <a:lnTo>
                    <a:pt x="287087" y="151668"/>
                  </a:lnTo>
                  <a:lnTo>
                    <a:pt x="288012" y="146401"/>
                  </a:lnTo>
                  <a:lnTo>
                    <a:pt x="288768" y="141108"/>
                  </a:lnTo>
                  <a:lnTo>
                    <a:pt x="289354" y="135793"/>
                  </a:lnTo>
                  <a:lnTo>
                    <a:pt x="289770" y="130463"/>
                  </a:lnTo>
                  <a:lnTo>
                    <a:pt x="290015" y="125121"/>
                  </a:lnTo>
                  <a:lnTo>
                    <a:pt x="290090" y="119775"/>
                  </a:lnTo>
                  <a:lnTo>
                    <a:pt x="289993" y="114429"/>
                  </a:lnTo>
                  <a:lnTo>
                    <a:pt x="289726" y="109089"/>
                  </a:lnTo>
                  <a:lnTo>
                    <a:pt x="289288" y="103760"/>
                  </a:lnTo>
                  <a:lnTo>
                    <a:pt x="288679" y="98447"/>
                  </a:lnTo>
                  <a:lnTo>
                    <a:pt x="287901" y="93157"/>
                  </a:lnTo>
                  <a:lnTo>
                    <a:pt x="286954" y="87895"/>
                  </a:lnTo>
                  <a:lnTo>
                    <a:pt x="285840" y="82665"/>
                  </a:lnTo>
                  <a:lnTo>
                    <a:pt x="284559" y="77474"/>
                  </a:lnTo>
                  <a:lnTo>
                    <a:pt x="283112" y="72327"/>
                  </a:lnTo>
                  <a:lnTo>
                    <a:pt x="281502" y="67228"/>
                  </a:lnTo>
                  <a:lnTo>
                    <a:pt x="279729" y="62183"/>
                  </a:lnTo>
                  <a:lnTo>
                    <a:pt x="277796" y="57198"/>
                  </a:lnTo>
                  <a:lnTo>
                    <a:pt x="275704" y="52277"/>
                  </a:lnTo>
                  <a:lnTo>
                    <a:pt x="273456" y="47426"/>
                  </a:lnTo>
                  <a:lnTo>
                    <a:pt x="271054" y="42649"/>
                  </a:lnTo>
                  <a:lnTo>
                    <a:pt x="268501" y="37951"/>
                  </a:lnTo>
                  <a:lnTo>
                    <a:pt x="265798" y="33337"/>
                  </a:lnTo>
                  <a:lnTo>
                    <a:pt x="262950" y="28812"/>
                  </a:lnTo>
                  <a:lnTo>
                    <a:pt x="259958" y="24381"/>
                  </a:lnTo>
                  <a:lnTo>
                    <a:pt x="256826" y="20047"/>
                  </a:lnTo>
                  <a:lnTo>
                    <a:pt x="253557" y="15816"/>
                  </a:lnTo>
                  <a:lnTo>
                    <a:pt x="250154" y="11691"/>
                  </a:lnTo>
                  <a:lnTo>
                    <a:pt x="246621" y="7678"/>
                  </a:lnTo>
                  <a:lnTo>
                    <a:pt x="242962" y="3779"/>
                  </a:lnTo>
                  <a:lnTo>
                    <a:pt x="239180" y="0"/>
                  </a:lnTo>
                  <a:lnTo>
                    <a:pt x="122923" y="120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16257" cy="167167"/>
            </a:xfrm>
            <a:custGeom>
              <a:avLst/>
              <a:pathLst>
                <a:path w="116257" h="167167">
                  <a:moveTo>
                    <a:pt x="116257" y="47045"/>
                  </a:moveTo>
                  <a:lnTo>
                    <a:pt x="112176" y="43226"/>
                  </a:lnTo>
                  <a:lnTo>
                    <a:pt x="107970" y="39545"/>
                  </a:lnTo>
                  <a:lnTo>
                    <a:pt x="103643" y="36007"/>
                  </a:lnTo>
                  <a:lnTo>
                    <a:pt x="99200" y="32615"/>
                  </a:lnTo>
                  <a:lnTo>
                    <a:pt x="94647" y="29374"/>
                  </a:lnTo>
                  <a:lnTo>
                    <a:pt x="89987" y="26287"/>
                  </a:lnTo>
                  <a:lnTo>
                    <a:pt x="85227" y="23357"/>
                  </a:lnTo>
                  <a:lnTo>
                    <a:pt x="80372" y="20588"/>
                  </a:lnTo>
                  <a:lnTo>
                    <a:pt x="75427" y="17983"/>
                  </a:lnTo>
                  <a:lnTo>
                    <a:pt x="70397" y="15545"/>
                  </a:lnTo>
                  <a:lnTo>
                    <a:pt x="65289" y="13277"/>
                  </a:lnTo>
                  <a:lnTo>
                    <a:pt x="60108" y="11180"/>
                  </a:lnTo>
                  <a:lnTo>
                    <a:pt x="54859" y="9258"/>
                  </a:lnTo>
                  <a:lnTo>
                    <a:pt x="49550" y="7512"/>
                  </a:lnTo>
                  <a:lnTo>
                    <a:pt x="44185" y="5945"/>
                  </a:lnTo>
                  <a:lnTo>
                    <a:pt x="38770" y="4558"/>
                  </a:lnTo>
                  <a:lnTo>
                    <a:pt x="33312" y="3352"/>
                  </a:lnTo>
                  <a:lnTo>
                    <a:pt x="27817" y="2330"/>
                  </a:lnTo>
                  <a:lnTo>
                    <a:pt x="22291" y="1492"/>
                  </a:lnTo>
                  <a:lnTo>
                    <a:pt x="16740" y="840"/>
                  </a:lnTo>
                  <a:lnTo>
                    <a:pt x="11170" y="373"/>
                  </a:lnTo>
                  <a:lnTo>
                    <a:pt x="5588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2349" y="941493"/>
              <a:ext cx="81194" cy="167167"/>
            </a:xfrm>
            <a:custGeom>
              <a:avLst/>
              <a:pathLst>
                <a:path w="81194" h="167167">
                  <a:moveTo>
                    <a:pt x="81194" y="0"/>
                  </a:moveTo>
                  <a:lnTo>
                    <a:pt x="75543" y="95"/>
                  </a:lnTo>
                  <a:lnTo>
                    <a:pt x="69898" y="382"/>
                  </a:lnTo>
                  <a:lnTo>
                    <a:pt x="64267" y="859"/>
                  </a:lnTo>
                  <a:lnTo>
                    <a:pt x="58654" y="1526"/>
                  </a:lnTo>
                  <a:lnTo>
                    <a:pt x="53068" y="2383"/>
                  </a:lnTo>
                  <a:lnTo>
                    <a:pt x="47513" y="3428"/>
                  </a:lnTo>
                  <a:lnTo>
                    <a:pt x="41997" y="4660"/>
                  </a:lnTo>
                  <a:lnTo>
                    <a:pt x="36526" y="6078"/>
                  </a:lnTo>
                  <a:lnTo>
                    <a:pt x="31106" y="7680"/>
                  </a:lnTo>
                  <a:lnTo>
                    <a:pt x="25743" y="9464"/>
                  </a:lnTo>
                  <a:lnTo>
                    <a:pt x="20444" y="11429"/>
                  </a:lnTo>
                  <a:lnTo>
                    <a:pt x="15214" y="13572"/>
                  </a:lnTo>
                  <a:lnTo>
                    <a:pt x="10059" y="15890"/>
                  </a:lnTo>
                  <a:lnTo>
                    <a:pt x="4986" y="18381"/>
                  </a:lnTo>
                  <a:lnTo>
                    <a:pt x="0" y="21042"/>
                  </a:lnTo>
                  <a:lnTo>
                    <a:pt x="8119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349" y="962536"/>
              <a:ext cx="81194" cy="146124"/>
            </a:xfrm>
            <a:custGeom>
              <a:avLst/>
              <a:pathLst>
                <a:path w="81194" h="146124">
                  <a:moveTo>
                    <a:pt x="0" y="0"/>
                  </a:moveTo>
                  <a:lnTo>
                    <a:pt x="81194" y="146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97" y="949717"/>
              <a:ext cx="334296" cy="326110"/>
            </a:xfrm>
            <a:custGeom>
              <a:avLst/>
              <a:pathLst>
                <a:path w="334296" h="326110">
                  <a:moveTo>
                    <a:pt x="85951" y="12818"/>
                  </a:moveTo>
                  <a:lnTo>
                    <a:pt x="81353" y="15469"/>
                  </a:lnTo>
                  <a:lnTo>
                    <a:pt x="76842" y="18265"/>
                  </a:lnTo>
                  <a:lnTo>
                    <a:pt x="72422" y="21202"/>
                  </a:lnTo>
                  <a:lnTo>
                    <a:pt x="68097" y="24279"/>
                  </a:lnTo>
                  <a:lnTo>
                    <a:pt x="63872" y="27491"/>
                  </a:lnTo>
                  <a:lnTo>
                    <a:pt x="59751" y="30836"/>
                  </a:lnTo>
                  <a:lnTo>
                    <a:pt x="55739" y="34309"/>
                  </a:lnTo>
                  <a:lnTo>
                    <a:pt x="51838" y="37909"/>
                  </a:lnTo>
                  <a:lnTo>
                    <a:pt x="48054" y="41630"/>
                  </a:lnTo>
                  <a:lnTo>
                    <a:pt x="44390" y="45470"/>
                  </a:lnTo>
                  <a:lnTo>
                    <a:pt x="40850" y="49424"/>
                  </a:lnTo>
                  <a:lnTo>
                    <a:pt x="37437" y="53488"/>
                  </a:lnTo>
                  <a:lnTo>
                    <a:pt x="34155" y="57659"/>
                  </a:lnTo>
                  <a:lnTo>
                    <a:pt x="31007" y="61932"/>
                  </a:lnTo>
                  <a:lnTo>
                    <a:pt x="27996" y="66302"/>
                  </a:lnTo>
                  <a:lnTo>
                    <a:pt x="25125" y="70766"/>
                  </a:lnTo>
                  <a:lnTo>
                    <a:pt x="22397" y="75319"/>
                  </a:lnTo>
                  <a:lnTo>
                    <a:pt x="19816" y="79956"/>
                  </a:lnTo>
                  <a:lnTo>
                    <a:pt x="17383" y="84673"/>
                  </a:lnTo>
                  <a:lnTo>
                    <a:pt x="15100" y="89465"/>
                  </a:lnTo>
                  <a:lnTo>
                    <a:pt x="12971" y="94327"/>
                  </a:lnTo>
                  <a:lnTo>
                    <a:pt x="10998" y="99253"/>
                  </a:lnTo>
                  <a:lnTo>
                    <a:pt x="9182" y="104240"/>
                  </a:lnTo>
                  <a:lnTo>
                    <a:pt x="7525" y="109282"/>
                  </a:lnTo>
                  <a:lnTo>
                    <a:pt x="6029" y="114375"/>
                  </a:lnTo>
                  <a:lnTo>
                    <a:pt x="4695" y="119512"/>
                  </a:lnTo>
                  <a:lnTo>
                    <a:pt x="3526" y="124689"/>
                  </a:lnTo>
                  <a:lnTo>
                    <a:pt x="2521" y="129900"/>
                  </a:lnTo>
                  <a:lnTo>
                    <a:pt x="1682" y="135141"/>
                  </a:lnTo>
                  <a:lnTo>
                    <a:pt x="1009" y="140405"/>
                  </a:lnTo>
                  <a:lnTo>
                    <a:pt x="505" y="145688"/>
                  </a:lnTo>
                  <a:lnTo>
                    <a:pt x="168" y="150985"/>
                  </a:lnTo>
                  <a:lnTo>
                    <a:pt x="0" y="156290"/>
                  </a:lnTo>
                  <a:lnTo>
                    <a:pt x="0" y="161597"/>
                  </a:lnTo>
                  <a:lnTo>
                    <a:pt x="168" y="166902"/>
                  </a:lnTo>
                  <a:lnTo>
                    <a:pt x="505" y="172199"/>
                  </a:lnTo>
                  <a:lnTo>
                    <a:pt x="1010" y="177482"/>
                  </a:lnTo>
                  <a:lnTo>
                    <a:pt x="1682" y="182746"/>
                  </a:lnTo>
                  <a:lnTo>
                    <a:pt x="2521" y="187987"/>
                  </a:lnTo>
                  <a:lnTo>
                    <a:pt x="3526" y="193198"/>
                  </a:lnTo>
                  <a:lnTo>
                    <a:pt x="4696" y="198375"/>
                  </a:lnTo>
                  <a:lnTo>
                    <a:pt x="6030" y="203512"/>
                  </a:lnTo>
                  <a:lnTo>
                    <a:pt x="7526" y="208604"/>
                  </a:lnTo>
                  <a:lnTo>
                    <a:pt x="9183" y="213647"/>
                  </a:lnTo>
                  <a:lnTo>
                    <a:pt x="10999" y="218633"/>
                  </a:lnTo>
                  <a:lnTo>
                    <a:pt x="12972" y="223560"/>
                  </a:lnTo>
                  <a:lnTo>
                    <a:pt x="15101" y="228422"/>
                  </a:lnTo>
                  <a:lnTo>
                    <a:pt x="17384" y="233214"/>
                  </a:lnTo>
                  <a:lnTo>
                    <a:pt x="19817" y="237930"/>
                  </a:lnTo>
                  <a:lnTo>
                    <a:pt x="22399" y="242567"/>
                  </a:lnTo>
                  <a:lnTo>
                    <a:pt x="25126" y="247120"/>
                  </a:lnTo>
                  <a:lnTo>
                    <a:pt x="27997" y="251584"/>
                  </a:lnTo>
                  <a:lnTo>
                    <a:pt x="31008" y="255955"/>
                  </a:lnTo>
                  <a:lnTo>
                    <a:pt x="34156" y="260227"/>
                  </a:lnTo>
                  <a:lnTo>
                    <a:pt x="37438" y="264398"/>
                  </a:lnTo>
                  <a:lnTo>
                    <a:pt x="40852" y="268463"/>
                  </a:lnTo>
                  <a:lnTo>
                    <a:pt x="44392" y="272417"/>
                  </a:lnTo>
                  <a:lnTo>
                    <a:pt x="48056" y="276256"/>
                  </a:lnTo>
                  <a:lnTo>
                    <a:pt x="51840" y="279978"/>
                  </a:lnTo>
                  <a:lnTo>
                    <a:pt x="55740" y="283577"/>
                  </a:lnTo>
                  <a:lnTo>
                    <a:pt x="59753" y="287051"/>
                  </a:lnTo>
                  <a:lnTo>
                    <a:pt x="63874" y="290395"/>
                  </a:lnTo>
                  <a:lnTo>
                    <a:pt x="68099" y="293607"/>
                  </a:lnTo>
                  <a:lnTo>
                    <a:pt x="72424" y="296684"/>
                  </a:lnTo>
                  <a:lnTo>
                    <a:pt x="76844" y="299621"/>
                  </a:lnTo>
                  <a:lnTo>
                    <a:pt x="81355" y="302417"/>
                  </a:lnTo>
                  <a:lnTo>
                    <a:pt x="85953" y="305068"/>
                  </a:lnTo>
                  <a:lnTo>
                    <a:pt x="90633" y="307572"/>
                  </a:lnTo>
                  <a:lnTo>
                    <a:pt x="95390" y="309926"/>
                  </a:lnTo>
                  <a:lnTo>
                    <a:pt x="100219" y="312128"/>
                  </a:lnTo>
                  <a:lnTo>
                    <a:pt x="105115" y="314175"/>
                  </a:lnTo>
                  <a:lnTo>
                    <a:pt x="110074" y="316066"/>
                  </a:lnTo>
                  <a:lnTo>
                    <a:pt x="115091" y="317798"/>
                  </a:lnTo>
                  <a:lnTo>
                    <a:pt x="120160" y="319371"/>
                  </a:lnTo>
                  <a:lnTo>
                    <a:pt x="125277" y="320781"/>
                  </a:lnTo>
                  <a:lnTo>
                    <a:pt x="130435" y="322029"/>
                  </a:lnTo>
                  <a:lnTo>
                    <a:pt x="135631" y="323112"/>
                  </a:lnTo>
                  <a:lnTo>
                    <a:pt x="140858" y="324030"/>
                  </a:lnTo>
                  <a:lnTo>
                    <a:pt x="146112" y="324781"/>
                  </a:lnTo>
                  <a:lnTo>
                    <a:pt x="151387" y="325365"/>
                  </a:lnTo>
                  <a:lnTo>
                    <a:pt x="156678" y="325782"/>
                  </a:lnTo>
                  <a:lnTo>
                    <a:pt x="161980" y="326030"/>
                  </a:lnTo>
                  <a:lnTo>
                    <a:pt x="167287" y="326110"/>
                  </a:lnTo>
                  <a:lnTo>
                    <a:pt x="172593" y="326021"/>
                  </a:lnTo>
                  <a:lnTo>
                    <a:pt x="177894" y="325764"/>
                  </a:lnTo>
                  <a:lnTo>
                    <a:pt x="183185" y="325339"/>
                  </a:lnTo>
                  <a:lnTo>
                    <a:pt x="188459" y="324746"/>
                  </a:lnTo>
                  <a:lnTo>
                    <a:pt x="193712" y="323985"/>
                  </a:lnTo>
                  <a:lnTo>
                    <a:pt x="198937" y="323059"/>
                  </a:lnTo>
                  <a:lnTo>
                    <a:pt x="204131" y="321967"/>
                  </a:lnTo>
                  <a:lnTo>
                    <a:pt x="209288" y="320711"/>
                  </a:lnTo>
                  <a:lnTo>
                    <a:pt x="214402" y="319291"/>
                  </a:lnTo>
                  <a:lnTo>
                    <a:pt x="219468" y="317710"/>
                  </a:lnTo>
                  <a:lnTo>
                    <a:pt x="224482" y="315969"/>
                  </a:lnTo>
                  <a:lnTo>
                    <a:pt x="229438" y="314070"/>
                  </a:lnTo>
                  <a:lnTo>
                    <a:pt x="234331" y="312015"/>
                  </a:lnTo>
                  <a:lnTo>
                    <a:pt x="239156" y="309805"/>
                  </a:lnTo>
                  <a:lnTo>
                    <a:pt x="243909" y="307443"/>
                  </a:lnTo>
                  <a:lnTo>
                    <a:pt x="248585" y="304931"/>
                  </a:lnTo>
                  <a:lnTo>
                    <a:pt x="253178" y="302272"/>
                  </a:lnTo>
                  <a:lnTo>
                    <a:pt x="257685" y="299469"/>
                  </a:lnTo>
                  <a:lnTo>
                    <a:pt x="262100" y="296524"/>
                  </a:lnTo>
                  <a:lnTo>
                    <a:pt x="266420" y="293440"/>
                  </a:lnTo>
                  <a:lnTo>
                    <a:pt x="270639" y="290221"/>
                  </a:lnTo>
                  <a:lnTo>
                    <a:pt x="274754" y="286869"/>
                  </a:lnTo>
                  <a:lnTo>
                    <a:pt x="278761" y="283389"/>
                  </a:lnTo>
                  <a:lnTo>
                    <a:pt x="282655" y="279783"/>
                  </a:lnTo>
                  <a:lnTo>
                    <a:pt x="286433" y="276055"/>
                  </a:lnTo>
                  <a:lnTo>
                    <a:pt x="290091" y="272210"/>
                  </a:lnTo>
                  <a:lnTo>
                    <a:pt x="293625" y="268250"/>
                  </a:lnTo>
                  <a:lnTo>
                    <a:pt x="297031" y="264179"/>
                  </a:lnTo>
                  <a:lnTo>
                    <a:pt x="300306" y="260003"/>
                  </a:lnTo>
                  <a:lnTo>
                    <a:pt x="303447" y="255725"/>
                  </a:lnTo>
                  <a:lnTo>
                    <a:pt x="306451" y="251350"/>
                  </a:lnTo>
                  <a:lnTo>
                    <a:pt x="309314" y="246881"/>
                  </a:lnTo>
                  <a:lnTo>
                    <a:pt x="312034" y="242323"/>
                  </a:lnTo>
                  <a:lnTo>
                    <a:pt x="314608" y="237682"/>
                  </a:lnTo>
                  <a:lnTo>
                    <a:pt x="317033" y="232961"/>
                  </a:lnTo>
                  <a:lnTo>
                    <a:pt x="319307" y="228166"/>
                  </a:lnTo>
                  <a:lnTo>
                    <a:pt x="321428" y="223300"/>
                  </a:lnTo>
                  <a:lnTo>
                    <a:pt x="323393" y="218370"/>
                  </a:lnTo>
                  <a:lnTo>
                    <a:pt x="325201" y="213380"/>
                  </a:lnTo>
                  <a:lnTo>
                    <a:pt x="326850" y="208335"/>
                  </a:lnTo>
                  <a:lnTo>
                    <a:pt x="328337" y="203241"/>
                  </a:lnTo>
                  <a:lnTo>
                    <a:pt x="329662" y="198101"/>
                  </a:lnTo>
                  <a:lnTo>
                    <a:pt x="330823" y="192923"/>
                  </a:lnTo>
                  <a:lnTo>
                    <a:pt x="331819" y="187710"/>
                  </a:lnTo>
                  <a:lnTo>
                    <a:pt x="332650" y="182468"/>
                  </a:lnTo>
                  <a:lnTo>
                    <a:pt x="333313" y="177202"/>
                  </a:lnTo>
                  <a:lnTo>
                    <a:pt x="333809" y="171918"/>
                  </a:lnTo>
                  <a:lnTo>
                    <a:pt x="334137" y="166621"/>
                  </a:lnTo>
                  <a:lnTo>
                    <a:pt x="334296" y="161316"/>
                  </a:lnTo>
                  <a:lnTo>
                    <a:pt x="334288" y="156008"/>
                  </a:lnTo>
                  <a:lnTo>
                    <a:pt x="334110" y="150704"/>
                  </a:lnTo>
                  <a:lnTo>
                    <a:pt x="333765" y="145408"/>
                  </a:lnTo>
                  <a:lnTo>
                    <a:pt x="333251" y="140125"/>
                  </a:lnTo>
                  <a:lnTo>
                    <a:pt x="332570" y="134862"/>
                  </a:lnTo>
                  <a:lnTo>
                    <a:pt x="331722" y="129623"/>
                  </a:lnTo>
                  <a:lnTo>
                    <a:pt x="330708" y="124413"/>
                  </a:lnTo>
                  <a:lnTo>
                    <a:pt x="329530" y="119238"/>
                  </a:lnTo>
                  <a:lnTo>
                    <a:pt x="328188" y="114103"/>
                  </a:lnTo>
                  <a:lnTo>
                    <a:pt x="326683" y="109014"/>
                  </a:lnTo>
                  <a:lnTo>
                    <a:pt x="325018" y="103974"/>
                  </a:lnTo>
                  <a:lnTo>
                    <a:pt x="323193" y="98990"/>
                  </a:lnTo>
                  <a:lnTo>
                    <a:pt x="321211" y="94067"/>
                  </a:lnTo>
                  <a:lnTo>
                    <a:pt x="319074" y="89209"/>
                  </a:lnTo>
                  <a:lnTo>
                    <a:pt x="316784" y="84421"/>
                  </a:lnTo>
                  <a:lnTo>
                    <a:pt x="314343" y="79708"/>
                  </a:lnTo>
                  <a:lnTo>
                    <a:pt x="311753" y="75076"/>
                  </a:lnTo>
                  <a:lnTo>
                    <a:pt x="309018" y="70527"/>
                  </a:lnTo>
                  <a:lnTo>
                    <a:pt x="306140" y="66068"/>
                  </a:lnTo>
                  <a:lnTo>
                    <a:pt x="303122" y="61703"/>
                  </a:lnTo>
                  <a:lnTo>
                    <a:pt x="299966" y="57435"/>
                  </a:lnTo>
                  <a:lnTo>
                    <a:pt x="296677" y="53270"/>
                  </a:lnTo>
                  <a:lnTo>
                    <a:pt x="293257" y="49211"/>
                  </a:lnTo>
                  <a:lnTo>
                    <a:pt x="289710" y="45263"/>
                  </a:lnTo>
                  <a:lnTo>
                    <a:pt x="286040" y="41430"/>
                  </a:lnTo>
                  <a:lnTo>
                    <a:pt x="282249" y="37715"/>
                  </a:lnTo>
                  <a:lnTo>
                    <a:pt x="278343" y="34122"/>
                  </a:lnTo>
                  <a:lnTo>
                    <a:pt x="274325" y="30655"/>
                  </a:lnTo>
                  <a:lnTo>
                    <a:pt x="270198" y="27317"/>
                  </a:lnTo>
                  <a:lnTo>
                    <a:pt x="265968" y="24112"/>
                  </a:lnTo>
                  <a:lnTo>
                    <a:pt x="261638" y="21043"/>
                  </a:lnTo>
                  <a:lnTo>
                    <a:pt x="257213" y="18113"/>
                  </a:lnTo>
                  <a:lnTo>
                    <a:pt x="252697" y="15325"/>
                  </a:lnTo>
                  <a:lnTo>
                    <a:pt x="248094" y="12681"/>
                  </a:lnTo>
                  <a:lnTo>
                    <a:pt x="243410" y="10185"/>
                  </a:lnTo>
                  <a:lnTo>
                    <a:pt x="238650" y="7839"/>
                  </a:lnTo>
                  <a:lnTo>
                    <a:pt x="233817" y="5645"/>
                  </a:lnTo>
                  <a:lnTo>
                    <a:pt x="228917" y="3606"/>
                  </a:lnTo>
                  <a:lnTo>
                    <a:pt x="223955" y="1724"/>
                  </a:lnTo>
                  <a:lnTo>
                    <a:pt x="218935" y="0"/>
                  </a:lnTo>
                  <a:lnTo>
                    <a:pt x="167146" y="158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51789" cy="167167"/>
            </a:xfrm>
            <a:custGeom>
              <a:avLst/>
              <a:pathLst>
                <a:path w="51789" h="167167">
                  <a:moveTo>
                    <a:pt x="51789" y="8224"/>
                  </a:moveTo>
                  <a:lnTo>
                    <a:pt x="46195" y="6509"/>
                  </a:lnTo>
                  <a:lnTo>
                    <a:pt x="40546" y="4991"/>
                  </a:lnTo>
                  <a:lnTo>
                    <a:pt x="34846" y="3672"/>
                  </a:lnTo>
                  <a:lnTo>
                    <a:pt x="29104" y="2553"/>
                  </a:lnTo>
                  <a:lnTo>
                    <a:pt x="23326" y="1635"/>
                  </a:lnTo>
                  <a:lnTo>
                    <a:pt x="17519" y="920"/>
                  </a:lnTo>
                  <a:lnTo>
                    <a:pt x="11691" y="409"/>
                  </a:lnTo>
                  <a:lnTo>
                    <a:pt x="584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5207" y="941493"/>
              <a:ext cx="51007" cy="167167"/>
            </a:xfrm>
            <a:custGeom>
              <a:avLst/>
              <a:pathLst>
                <a:path w="51007" h="167167">
                  <a:moveTo>
                    <a:pt x="51007" y="0"/>
                  </a:moveTo>
                  <a:lnTo>
                    <a:pt x="44530" y="125"/>
                  </a:lnTo>
                  <a:lnTo>
                    <a:pt x="38062" y="502"/>
                  </a:lnTo>
                  <a:lnTo>
                    <a:pt x="31613" y="1128"/>
                  </a:lnTo>
                  <a:lnTo>
                    <a:pt x="25194" y="2005"/>
                  </a:lnTo>
                  <a:lnTo>
                    <a:pt x="18813" y="3129"/>
                  </a:lnTo>
                  <a:lnTo>
                    <a:pt x="12481" y="4500"/>
                  </a:lnTo>
                  <a:lnTo>
                    <a:pt x="6207" y="6115"/>
                  </a:lnTo>
                  <a:lnTo>
                    <a:pt x="0" y="7972"/>
                  </a:lnTo>
                  <a:lnTo>
                    <a:pt x="510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5207" y="949465"/>
              <a:ext cx="51007" cy="159195"/>
            </a:xfrm>
            <a:custGeom>
              <a:avLst/>
              <a:pathLst>
                <a:path w="51007" h="159195">
                  <a:moveTo>
                    <a:pt x="0" y="0"/>
                  </a:moveTo>
                  <a:lnTo>
                    <a:pt x="51007" y="1591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68" y="949465"/>
              <a:ext cx="167147" cy="324451"/>
            </a:xfrm>
            <a:custGeom>
              <a:avLst/>
              <a:pathLst>
                <a:path w="167147" h="324451">
                  <a:moveTo>
                    <a:pt x="116139" y="0"/>
                  </a:moveTo>
                  <a:lnTo>
                    <a:pt x="111086" y="1708"/>
                  </a:lnTo>
                  <a:lnTo>
                    <a:pt x="106091" y="3576"/>
                  </a:lnTo>
                  <a:lnTo>
                    <a:pt x="101157" y="5603"/>
                  </a:lnTo>
                  <a:lnTo>
                    <a:pt x="96291" y="7787"/>
                  </a:lnTo>
                  <a:lnTo>
                    <a:pt x="91497" y="10124"/>
                  </a:lnTo>
                  <a:lnTo>
                    <a:pt x="86780" y="12613"/>
                  </a:lnTo>
                  <a:lnTo>
                    <a:pt x="82145" y="15252"/>
                  </a:lnTo>
                  <a:lnTo>
                    <a:pt x="77596" y="18037"/>
                  </a:lnTo>
                  <a:lnTo>
                    <a:pt x="73139" y="20965"/>
                  </a:lnTo>
                  <a:lnTo>
                    <a:pt x="68777" y="24035"/>
                  </a:lnTo>
                  <a:lnTo>
                    <a:pt x="64515" y="27241"/>
                  </a:lnTo>
                  <a:lnTo>
                    <a:pt x="60358" y="30583"/>
                  </a:lnTo>
                  <a:lnTo>
                    <a:pt x="56309" y="34055"/>
                  </a:lnTo>
                  <a:lnTo>
                    <a:pt x="52373" y="37654"/>
                  </a:lnTo>
                  <a:lnTo>
                    <a:pt x="48555" y="41378"/>
                  </a:lnTo>
                  <a:lnTo>
                    <a:pt x="44856" y="45221"/>
                  </a:lnTo>
                  <a:lnTo>
                    <a:pt x="41283" y="49180"/>
                  </a:lnTo>
                  <a:lnTo>
                    <a:pt x="37837" y="53251"/>
                  </a:lnTo>
                  <a:lnTo>
                    <a:pt x="34523" y="57430"/>
                  </a:lnTo>
                  <a:lnTo>
                    <a:pt x="31344" y="61713"/>
                  </a:lnTo>
                  <a:lnTo>
                    <a:pt x="28304" y="66095"/>
                  </a:lnTo>
                  <a:lnTo>
                    <a:pt x="25404" y="70572"/>
                  </a:lnTo>
                  <a:lnTo>
                    <a:pt x="22649" y="75138"/>
                  </a:lnTo>
                  <a:lnTo>
                    <a:pt x="20041" y="79791"/>
                  </a:lnTo>
                  <a:lnTo>
                    <a:pt x="17583" y="84524"/>
                  </a:lnTo>
                  <a:lnTo>
                    <a:pt x="15277" y="89333"/>
                  </a:lnTo>
                  <a:lnTo>
                    <a:pt x="13126" y="94214"/>
                  </a:lnTo>
                  <a:lnTo>
                    <a:pt x="11131" y="99160"/>
                  </a:lnTo>
                  <a:lnTo>
                    <a:pt x="9296" y="104168"/>
                  </a:lnTo>
                  <a:lnTo>
                    <a:pt x="7620" y="109232"/>
                  </a:lnTo>
                  <a:lnTo>
                    <a:pt x="6108" y="114346"/>
                  </a:lnTo>
                  <a:lnTo>
                    <a:pt x="4759" y="119506"/>
                  </a:lnTo>
                  <a:lnTo>
                    <a:pt x="3576" y="124707"/>
                  </a:lnTo>
                  <a:lnTo>
                    <a:pt x="2559" y="129943"/>
                  </a:lnTo>
                  <a:lnTo>
                    <a:pt x="1709" y="135208"/>
                  </a:lnTo>
                  <a:lnTo>
                    <a:pt x="1028" y="140498"/>
                  </a:lnTo>
                  <a:lnTo>
                    <a:pt x="516" y="145807"/>
                  </a:lnTo>
                  <a:lnTo>
                    <a:pt x="174" y="151129"/>
                  </a:lnTo>
                  <a:lnTo>
                    <a:pt x="2" y="156460"/>
                  </a:lnTo>
                  <a:lnTo>
                    <a:pt x="0" y="161794"/>
                  </a:lnTo>
                  <a:lnTo>
                    <a:pt x="167" y="167125"/>
                  </a:lnTo>
                  <a:lnTo>
                    <a:pt x="505" y="172447"/>
                  </a:lnTo>
                  <a:lnTo>
                    <a:pt x="1013" y="177757"/>
                  </a:lnTo>
                  <a:lnTo>
                    <a:pt x="1690" y="183047"/>
                  </a:lnTo>
                  <a:lnTo>
                    <a:pt x="2535" y="188313"/>
                  </a:lnTo>
                  <a:lnTo>
                    <a:pt x="3548" y="193550"/>
                  </a:lnTo>
                  <a:lnTo>
                    <a:pt x="4727" y="198751"/>
                  </a:lnTo>
                  <a:lnTo>
                    <a:pt x="6071" y="203913"/>
                  </a:lnTo>
                  <a:lnTo>
                    <a:pt x="7580" y="209028"/>
                  </a:lnTo>
                  <a:lnTo>
                    <a:pt x="9251" y="214093"/>
                  </a:lnTo>
                  <a:lnTo>
                    <a:pt x="11083" y="219103"/>
                  </a:lnTo>
                  <a:lnTo>
                    <a:pt x="13073" y="224051"/>
                  </a:lnTo>
                  <a:lnTo>
                    <a:pt x="15221" y="228933"/>
                  </a:lnTo>
                  <a:lnTo>
                    <a:pt x="17523" y="233744"/>
                  </a:lnTo>
                  <a:lnTo>
                    <a:pt x="19977" y="238479"/>
                  </a:lnTo>
                  <a:lnTo>
                    <a:pt x="22581" y="243134"/>
                  </a:lnTo>
                  <a:lnTo>
                    <a:pt x="25333" y="247703"/>
                  </a:lnTo>
                  <a:lnTo>
                    <a:pt x="28228" y="252182"/>
                  </a:lnTo>
                  <a:lnTo>
                    <a:pt x="31265" y="256566"/>
                  </a:lnTo>
                  <a:lnTo>
                    <a:pt x="34441" y="260852"/>
                  </a:lnTo>
                  <a:lnTo>
                    <a:pt x="37751" y="265033"/>
                  </a:lnTo>
                  <a:lnTo>
                    <a:pt x="41194" y="269107"/>
                  </a:lnTo>
                  <a:lnTo>
                    <a:pt x="44764" y="273069"/>
                  </a:lnTo>
                  <a:lnTo>
                    <a:pt x="48459" y="276916"/>
                  </a:lnTo>
                  <a:lnTo>
                    <a:pt x="52275" y="280642"/>
                  </a:lnTo>
                  <a:lnTo>
                    <a:pt x="56208" y="284245"/>
                  </a:lnTo>
                  <a:lnTo>
                    <a:pt x="60253" y="287720"/>
                  </a:lnTo>
                  <a:lnTo>
                    <a:pt x="64408" y="291065"/>
                  </a:lnTo>
                  <a:lnTo>
                    <a:pt x="68667" y="294275"/>
                  </a:lnTo>
                  <a:lnTo>
                    <a:pt x="73026" y="297348"/>
                  </a:lnTo>
                  <a:lnTo>
                    <a:pt x="77482" y="300280"/>
                  </a:lnTo>
                  <a:lnTo>
                    <a:pt x="82028" y="303069"/>
                  </a:lnTo>
                  <a:lnTo>
                    <a:pt x="86661" y="305711"/>
                  </a:lnTo>
                  <a:lnTo>
                    <a:pt x="91376" y="308204"/>
                  </a:lnTo>
                  <a:lnTo>
                    <a:pt x="96168" y="310545"/>
                  </a:lnTo>
                  <a:lnTo>
                    <a:pt x="101033" y="312733"/>
                  </a:lnTo>
                  <a:lnTo>
                    <a:pt x="105964" y="314764"/>
                  </a:lnTo>
                  <a:lnTo>
                    <a:pt x="110958" y="316636"/>
                  </a:lnTo>
                  <a:lnTo>
                    <a:pt x="116010" y="318349"/>
                  </a:lnTo>
                  <a:lnTo>
                    <a:pt x="121113" y="319899"/>
                  </a:lnTo>
                  <a:lnTo>
                    <a:pt x="126263" y="321286"/>
                  </a:lnTo>
                  <a:lnTo>
                    <a:pt x="131455" y="322507"/>
                  </a:lnTo>
                  <a:lnTo>
                    <a:pt x="136683" y="323563"/>
                  </a:lnTo>
                  <a:lnTo>
                    <a:pt x="141942" y="324451"/>
                  </a:lnTo>
                  <a:lnTo>
                    <a:pt x="167147" y="1591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61010" y="941493"/>
              <a:ext cx="192370" cy="334328"/>
            </a:xfrm>
            <a:custGeom>
              <a:avLst/>
              <a:pathLst>
                <a:path w="192370" h="334328">
                  <a:moveTo>
                    <a:pt x="0" y="332423"/>
                  </a:moveTo>
                  <a:lnTo>
                    <a:pt x="5295" y="333145"/>
                  </a:lnTo>
                  <a:lnTo>
                    <a:pt x="10610" y="333696"/>
                  </a:lnTo>
                  <a:lnTo>
                    <a:pt x="15941" y="334078"/>
                  </a:lnTo>
                  <a:lnTo>
                    <a:pt x="21281" y="334288"/>
                  </a:lnTo>
                  <a:lnTo>
                    <a:pt x="26625" y="334328"/>
                  </a:lnTo>
                  <a:lnTo>
                    <a:pt x="31968" y="334198"/>
                  </a:lnTo>
                  <a:lnTo>
                    <a:pt x="37303" y="333896"/>
                  </a:lnTo>
                  <a:lnTo>
                    <a:pt x="42627" y="333424"/>
                  </a:lnTo>
                  <a:lnTo>
                    <a:pt x="47932" y="332782"/>
                  </a:lnTo>
                  <a:lnTo>
                    <a:pt x="53214" y="331971"/>
                  </a:lnTo>
                  <a:lnTo>
                    <a:pt x="58468" y="330992"/>
                  </a:lnTo>
                  <a:lnTo>
                    <a:pt x="63688" y="329845"/>
                  </a:lnTo>
                  <a:lnTo>
                    <a:pt x="68868" y="328531"/>
                  </a:lnTo>
                  <a:lnTo>
                    <a:pt x="74004" y="327053"/>
                  </a:lnTo>
                  <a:lnTo>
                    <a:pt x="79089" y="325412"/>
                  </a:lnTo>
                  <a:lnTo>
                    <a:pt x="84120" y="323608"/>
                  </a:lnTo>
                  <a:lnTo>
                    <a:pt x="89091" y="321645"/>
                  </a:lnTo>
                  <a:lnTo>
                    <a:pt x="93996" y="319524"/>
                  </a:lnTo>
                  <a:lnTo>
                    <a:pt x="98831" y="317247"/>
                  </a:lnTo>
                  <a:lnTo>
                    <a:pt x="103590" y="314817"/>
                  </a:lnTo>
                  <a:lnTo>
                    <a:pt x="108270" y="312236"/>
                  </a:lnTo>
                  <a:lnTo>
                    <a:pt x="112865" y="309507"/>
                  </a:lnTo>
                  <a:lnTo>
                    <a:pt x="117370" y="306632"/>
                  </a:lnTo>
                  <a:lnTo>
                    <a:pt x="121781" y="303615"/>
                  </a:lnTo>
                  <a:lnTo>
                    <a:pt x="126093" y="300458"/>
                  </a:lnTo>
                  <a:lnTo>
                    <a:pt x="130302" y="297165"/>
                  </a:lnTo>
                  <a:lnTo>
                    <a:pt x="134404" y="293739"/>
                  </a:lnTo>
                  <a:lnTo>
                    <a:pt x="138394" y="290184"/>
                  </a:lnTo>
                  <a:lnTo>
                    <a:pt x="142268" y="286503"/>
                  </a:lnTo>
                  <a:lnTo>
                    <a:pt x="146023" y="282700"/>
                  </a:lnTo>
                  <a:lnTo>
                    <a:pt x="149654" y="278779"/>
                  </a:lnTo>
                  <a:lnTo>
                    <a:pt x="153158" y="274744"/>
                  </a:lnTo>
                  <a:lnTo>
                    <a:pt x="156531" y="270599"/>
                  </a:lnTo>
                  <a:lnTo>
                    <a:pt x="159771" y="266348"/>
                  </a:lnTo>
                  <a:lnTo>
                    <a:pt x="162872" y="261996"/>
                  </a:lnTo>
                  <a:lnTo>
                    <a:pt x="165833" y="257547"/>
                  </a:lnTo>
                  <a:lnTo>
                    <a:pt x="168650" y="253006"/>
                  </a:lnTo>
                  <a:lnTo>
                    <a:pt x="171321" y="248377"/>
                  </a:lnTo>
                  <a:lnTo>
                    <a:pt x="173842" y="243665"/>
                  </a:lnTo>
                  <a:lnTo>
                    <a:pt x="176211" y="238874"/>
                  </a:lnTo>
                  <a:lnTo>
                    <a:pt x="178426" y="234011"/>
                  </a:lnTo>
                  <a:lnTo>
                    <a:pt x="180484" y="229079"/>
                  </a:lnTo>
                  <a:lnTo>
                    <a:pt x="182384" y="224084"/>
                  </a:lnTo>
                  <a:lnTo>
                    <a:pt x="184123" y="219030"/>
                  </a:lnTo>
                  <a:lnTo>
                    <a:pt x="185700" y="213924"/>
                  </a:lnTo>
                  <a:lnTo>
                    <a:pt x="187112" y="208770"/>
                  </a:lnTo>
                  <a:lnTo>
                    <a:pt x="188359" y="203573"/>
                  </a:lnTo>
                  <a:lnTo>
                    <a:pt x="189440" y="198340"/>
                  </a:lnTo>
                  <a:lnTo>
                    <a:pt x="190352" y="193074"/>
                  </a:lnTo>
                  <a:lnTo>
                    <a:pt x="191096" y="187782"/>
                  </a:lnTo>
                  <a:lnTo>
                    <a:pt x="191670" y="182468"/>
                  </a:lnTo>
                  <a:lnTo>
                    <a:pt x="192074" y="177140"/>
                  </a:lnTo>
                  <a:lnTo>
                    <a:pt x="192308" y="171800"/>
                  </a:lnTo>
                  <a:lnTo>
                    <a:pt x="192370" y="166457"/>
                  </a:lnTo>
                  <a:lnTo>
                    <a:pt x="192262" y="161114"/>
                  </a:lnTo>
                  <a:lnTo>
                    <a:pt x="191983" y="155777"/>
                  </a:lnTo>
                  <a:lnTo>
                    <a:pt x="191534" y="150451"/>
                  </a:lnTo>
                  <a:lnTo>
                    <a:pt x="190915" y="145143"/>
                  </a:lnTo>
                  <a:lnTo>
                    <a:pt x="190126" y="139858"/>
                  </a:lnTo>
                  <a:lnTo>
                    <a:pt x="189169" y="134600"/>
                  </a:lnTo>
                  <a:lnTo>
                    <a:pt x="188044" y="129375"/>
                  </a:lnTo>
                  <a:lnTo>
                    <a:pt x="186753" y="124190"/>
                  </a:lnTo>
                  <a:lnTo>
                    <a:pt x="185297" y="119048"/>
                  </a:lnTo>
                  <a:lnTo>
                    <a:pt x="183677" y="113955"/>
                  </a:lnTo>
                  <a:lnTo>
                    <a:pt x="181895" y="108917"/>
                  </a:lnTo>
                  <a:lnTo>
                    <a:pt x="179953" y="103938"/>
                  </a:lnTo>
                  <a:lnTo>
                    <a:pt x="177853" y="99024"/>
                  </a:lnTo>
                  <a:lnTo>
                    <a:pt x="175596" y="94179"/>
                  </a:lnTo>
                  <a:lnTo>
                    <a:pt x="173186" y="89409"/>
                  </a:lnTo>
                  <a:lnTo>
                    <a:pt x="170625" y="84718"/>
                  </a:lnTo>
                  <a:lnTo>
                    <a:pt x="167915" y="80112"/>
                  </a:lnTo>
                  <a:lnTo>
                    <a:pt x="165060" y="75595"/>
                  </a:lnTo>
                  <a:lnTo>
                    <a:pt x="162061" y="71171"/>
                  </a:lnTo>
                  <a:lnTo>
                    <a:pt x="158923" y="66846"/>
                  </a:lnTo>
                  <a:lnTo>
                    <a:pt x="155648" y="62623"/>
                  </a:lnTo>
                  <a:lnTo>
                    <a:pt x="152239" y="58507"/>
                  </a:lnTo>
                  <a:lnTo>
                    <a:pt x="148701" y="54501"/>
                  </a:lnTo>
                  <a:lnTo>
                    <a:pt x="145037" y="50611"/>
                  </a:lnTo>
                  <a:lnTo>
                    <a:pt x="141250" y="46841"/>
                  </a:lnTo>
                  <a:lnTo>
                    <a:pt x="137344" y="43193"/>
                  </a:lnTo>
                  <a:lnTo>
                    <a:pt x="133324" y="39671"/>
                  </a:lnTo>
                  <a:lnTo>
                    <a:pt x="129193" y="36281"/>
                  </a:lnTo>
                  <a:lnTo>
                    <a:pt x="124957" y="33023"/>
                  </a:lnTo>
                  <a:lnTo>
                    <a:pt x="120618" y="29903"/>
                  </a:lnTo>
                  <a:lnTo>
                    <a:pt x="116181" y="26924"/>
                  </a:lnTo>
                  <a:lnTo>
                    <a:pt x="111652" y="24087"/>
                  </a:lnTo>
                  <a:lnTo>
                    <a:pt x="107034" y="21397"/>
                  </a:lnTo>
                  <a:lnTo>
                    <a:pt x="102333" y="18856"/>
                  </a:lnTo>
                  <a:lnTo>
                    <a:pt x="97553" y="16466"/>
                  </a:lnTo>
                  <a:lnTo>
                    <a:pt x="92699" y="14231"/>
                  </a:lnTo>
                  <a:lnTo>
                    <a:pt x="87776" y="12151"/>
                  </a:lnTo>
                  <a:lnTo>
                    <a:pt x="82789" y="10231"/>
                  </a:lnTo>
                  <a:lnTo>
                    <a:pt x="77743" y="8470"/>
                  </a:lnTo>
                  <a:lnTo>
                    <a:pt x="72643" y="6872"/>
                  </a:lnTo>
                  <a:lnTo>
                    <a:pt x="67495" y="5437"/>
                  </a:lnTo>
                  <a:lnTo>
                    <a:pt x="62304" y="4168"/>
                  </a:lnTo>
                  <a:lnTo>
                    <a:pt x="57075" y="3066"/>
                  </a:lnTo>
                  <a:lnTo>
                    <a:pt x="51813" y="2131"/>
                  </a:lnTo>
                  <a:lnTo>
                    <a:pt x="46524" y="1365"/>
                  </a:lnTo>
                  <a:lnTo>
                    <a:pt x="41213" y="768"/>
                  </a:lnTo>
                  <a:lnTo>
                    <a:pt x="35886" y="341"/>
                  </a:lnTo>
                  <a:lnTo>
                    <a:pt x="30548" y="85"/>
                  </a:lnTo>
                  <a:lnTo>
                    <a:pt x="25204" y="0"/>
                  </a:lnTo>
                  <a:lnTo>
                    <a:pt x="252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97" y="1071028"/>
              <a:ext cx="166704" cy="167167"/>
            </a:xfrm>
            <a:custGeom>
              <a:avLst/>
              <a:pathLst>
                <a:path w="166704" h="167167">
                  <a:moveTo>
                    <a:pt x="166704" y="0"/>
                  </a:moveTo>
                  <a:lnTo>
                    <a:pt x="161267" y="88"/>
                  </a:lnTo>
                  <a:lnTo>
                    <a:pt x="155836" y="353"/>
                  </a:lnTo>
                  <a:lnTo>
                    <a:pt x="150416" y="795"/>
                  </a:lnTo>
                  <a:lnTo>
                    <a:pt x="145014" y="1413"/>
                  </a:lnTo>
                  <a:lnTo>
                    <a:pt x="139634" y="2206"/>
                  </a:lnTo>
                  <a:lnTo>
                    <a:pt x="134284" y="3173"/>
                  </a:lnTo>
                  <a:lnTo>
                    <a:pt x="128967" y="4315"/>
                  </a:lnTo>
                  <a:lnTo>
                    <a:pt x="123691" y="5628"/>
                  </a:lnTo>
                  <a:lnTo>
                    <a:pt x="118459" y="7112"/>
                  </a:lnTo>
                  <a:lnTo>
                    <a:pt x="113279" y="8766"/>
                  </a:lnTo>
                  <a:lnTo>
                    <a:pt x="108156" y="10588"/>
                  </a:lnTo>
                  <a:lnTo>
                    <a:pt x="103094" y="12575"/>
                  </a:lnTo>
                  <a:lnTo>
                    <a:pt x="98100" y="14725"/>
                  </a:lnTo>
                  <a:lnTo>
                    <a:pt x="93179" y="17037"/>
                  </a:lnTo>
                  <a:lnTo>
                    <a:pt x="88335" y="19508"/>
                  </a:lnTo>
                  <a:lnTo>
                    <a:pt x="83574" y="22135"/>
                  </a:lnTo>
                  <a:lnTo>
                    <a:pt x="78901" y="24915"/>
                  </a:lnTo>
                  <a:lnTo>
                    <a:pt x="74321" y="27846"/>
                  </a:lnTo>
                  <a:lnTo>
                    <a:pt x="69838" y="30924"/>
                  </a:lnTo>
                  <a:lnTo>
                    <a:pt x="65458" y="34147"/>
                  </a:lnTo>
                  <a:lnTo>
                    <a:pt x="61186" y="37510"/>
                  </a:lnTo>
                  <a:lnTo>
                    <a:pt x="57025" y="41011"/>
                  </a:lnTo>
                  <a:lnTo>
                    <a:pt x="52980" y="44644"/>
                  </a:lnTo>
                  <a:lnTo>
                    <a:pt x="49055" y="48408"/>
                  </a:lnTo>
                  <a:lnTo>
                    <a:pt x="45255" y="52297"/>
                  </a:lnTo>
                  <a:lnTo>
                    <a:pt x="41583" y="56308"/>
                  </a:lnTo>
                  <a:lnTo>
                    <a:pt x="38044" y="60436"/>
                  </a:lnTo>
                  <a:lnTo>
                    <a:pt x="34640" y="64677"/>
                  </a:lnTo>
                  <a:lnTo>
                    <a:pt x="31377" y="69026"/>
                  </a:lnTo>
                  <a:lnTo>
                    <a:pt x="28257" y="73480"/>
                  </a:lnTo>
                  <a:lnTo>
                    <a:pt x="25283" y="78032"/>
                  </a:lnTo>
                  <a:lnTo>
                    <a:pt x="22459" y="82679"/>
                  </a:lnTo>
                  <a:lnTo>
                    <a:pt x="19787" y="87415"/>
                  </a:lnTo>
                  <a:lnTo>
                    <a:pt x="17271" y="92235"/>
                  </a:lnTo>
                  <a:lnTo>
                    <a:pt x="14913" y="97135"/>
                  </a:lnTo>
                  <a:lnTo>
                    <a:pt x="12716" y="102109"/>
                  </a:lnTo>
                  <a:lnTo>
                    <a:pt x="10681" y="107151"/>
                  </a:lnTo>
                  <a:lnTo>
                    <a:pt x="8812" y="112257"/>
                  </a:lnTo>
                  <a:lnTo>
                    <a:pt x="7110" y="117422"/>
                  </a:lnTo>
                  <a:lnTo>
                    <a:pt x="5576" y="122639"/>
                  </a:lnTo>
                  <a:lnTo>
                    <a:pt x="4213" y="127903"/>
                  </a:lnTo>
                  <a:lnTo>
                    <a:pt x="3022" y="133208"/>
                  </a:lnTo>
                  <a:lnTo>
                    <a:pt x="2004" y="138550"/>
                  </a:lnTo>
                  <a:lnTo>
                    <a:pt x="1161" y="143921"/>
                  </a:lnTo>
                  <a:lnTo>
                    <a:pt x="492" y="149318"/>
                  </a:lnTo>
                  <a:lnTo>
                    <a:pt x="0" y="154733"/>
                  </a:lnTo>
                  <a:lnTo>
                    <a:pt x="16670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7" y="1225762"/>
              <a:ext cx="166704" cy="12433"/>
            </a:xfrm>
            <a:custGeom>
              <a:avLst/>
              <a:pathLst>
                <a:path w="166704" h="12433">
                  <a:moveTo>
                    <a:pt x="0" y="0"/>
                  </a:moveTo>
                  <a:lnTo>
                    <a:pt x="166704" y="124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4" y="1074995"/>
              <a:ext cx="334313" cy="330366"/>
            </a:xfrm>
            <a:custGeom>
              <a:avLst/>
              <a:pathLst>
                <a:path w="334313" h="330366">
                  <a:moveTo>
                    <a:pt x="452" y="150766"/>
                  </a:moveTo>
                  <a:lnTo>
                    <a:pt x="142" y="156061"/>
                  </a:lnTo>
                  <a:lnTo>
                    <a:pt x="0" y="161362"/>
                  </a:lnTo>
                  <a:lnTo>
                    <a:pt x="25" y="166665"/>
                  </a:lnTo>
                  <a:lnTo>
                    <a:pt x="219" y="171965"/>
                  </a:lnTo>
                  <a:lnTo>
                    <a:pt x="581" y="177256"/>
                  </a:lnTo>
                  <a:lnTo>
                    <a:pt x="1111" y="182533"/>
                  </a:lnTo>
                  <a:lnTo>
                    <a:pt x="1808" y="187790"/>
                  </a:lnTo>
                  <a:lnTo>
                    <a:pt x="2671" y="193023"/>
                  </a:lnTo>
                  <a:lnTo>
                    <a:pt x="3700" y="198225"/>
                  </a:lnTo>
                  <a:lnTo>
                    <a:pt x="4893" y="203393"/>
                  </a:lnTo>
                  <a:lnTo>
                    <a:pt x="6250" y="208520"/>
                  </a:lnTo>
                  <a:lnTo>
                    <a:pt x="7768" y="213601"/>
                  </a:lnTo>
                  <a:lnTo>
                    <a:pt x="9447" y="218632"/>
                  </a:lnTo>
                  <a:lnTo>
                    <a:pt x="11285" y="223606"/>
                  </a:lnTo>
                  <a:lnTo>
                    <a:pt x="13279" y="228520"/>
                  </a:lnTo>
                  <a:lnTo>
                    <a:pt x="15429" y="233369"/>
                  </a:lnTo>
                  <a:lnTo>
                    <a:pt x="17731" y="238146"/>
                  </a:lnTo>
                  <a:lnTo>
                    <a:pt x="20184" y="242848"/>
                  </a:lnTo>
                  <a:lnTo>
                    <a:pt x="22784" y="247470"/>
                  </a:lnTo>
                  <a:lnTo>
                    <a:pt x="25530" y="252008"/>
                  </a:lnTo>
                  <a:lnTo>
                    <a:pt x="28418" y="256455"/>
                  </a:lnTo>
                  <a:lnTo>
                    <a:pt x="31446" y="260809"/>
                  </a:lnTo>
                  <a:lnTo>
                    <a:pt x="34611" y="265065"/>
                  </a:lnTo>
                  <a:lnTo>
                    <a:pt x="37909" y="269218"/>
                  </a:lnTo>
                  <a:lnTo>
                    <a:pt x="41337" y="273265"/>
                  </a:lnTo>
                  <a:lnTo>
                    <a:pt x="44891" y="277201"/>
                  </a:lnTo>
                  <a:lnTo>
                    <a:pt x="48569" y="281022"/>
                  </a:lnTo>
                  <a:lnTo>
                    <a:pt x="52366" y="284724"/>
                  </a:lnTo>
                  <a:lnTo>
                    <a:pt x="56279" y="288304"/>
                  </a:lnTo>
                  <a:lnTo>
                    <a:pt x="60303" y="291758"/>
                  </a:lnTo>
                  <a:lnTo>
                    <a:pt x="64434" y="295083"/>
                  </a:lnTo>
                  <a:lnTo>
                    <a:pt x="68670" y="298275"/>
                  </a:lnTo>
                  <a:lnTo>
                    <a:pt x="73004" y="301331"/>
                  </a:lnTo>
                  <a:lnTo>
                    <a:pt x="77433" y="304248"/>
                  </a:lnTo>
                  <a:lnTo>
                    <a:pt x="81952" y="307023"/>
                  </a:lnTo>
                  <a:lnTo>
                    <a:pt x="86557" y="309654"/>
                  </a:lnTo>
                  <a:lnTo>
                    <a:pt x="91243" y="312137"/>
                  </a:lnTo>
                  <a:lnTo>
                    <a:pt x="96006" y="314470"/>
                  </a:lnTo>
                  <a:lnTo>
                    <a:pt x="100840" y="316651"/>
                  </a:lnTo>
                  <a:lnTo>
                    <a:pt x="105741" y="318677"/>
                  </a:lnTo>
                  <a:lnTo>
                    <a:pt x="110704" y="320547"/>
                  </a:lnTo>
                  <a:lnTo>
                    <a:pt x="115723" y="322259"/>
                  </a:lnTo>
                  <a:lnTo>
                    <a:pt x="120795" y="323810"/>
                  </a:lnTo>
                  <a:lnTo>
                    <a:pt x="125913" y="325200"/>
                  </a:lnTo>
                  <a:lnTo>
                    <a:pt x="131072" y="326427"/>
                  </a:lnTo>
                  <a:lnTo>
                    <a:pt x="136268" y="327489"/>
                  </a:lnTo>
                  <a:lnTo>
                    <a:pt x="141495" y="328386"/>
                  </a:lnTo>
                  <a:lnTo>
                    <a:pt x="146748" y="329117"/>
                  </a:lnTo>
                  <a:lnTo>
                    <a:pt x="152021" y="329681"/>
                  </a:lnTo>
                  <a:lnTo>
                    <a:pt x="157310" y="330077"/>
                  </a:lnTo>
                  <a:lnTo>
                    <a:pt x="162608" y="330306"/>
                  </a:lnTo>
                  <a:lnTo>
                    <a:pt x="167911" y="330366"/>
                  </a:lnTo>
                  <a:lnTo>
                    <a:pt x="173213" y="330258"/>
                  </a:lnTo>
                  <a:lnTo>
                    <a:pt x="178509" y="329982"/>
                  </a:lnTo>
                  <a:lnTo>
                    <a:pt x="183794" y="329538"/>
                  </a:lnTo>
                  <a:lnTo>
                    <a:pt x="189062" y="328926"/>
                  </a:lnTo>
                  <a:lnTo>
                    <a:pt x="194308" y="328148"/>
                  </a:lnTo>
                  <a:lnTo>
                    <a:pt x="199527" y="327204"/>
                  </a:lnTo>
                  <a:lnTo>
                    <a:pt x="204713" y="326094"/>
                  </a:lnTo>
                  <a:lnTo>
                    <a:pt x="209861" y="324821"/>
                  </a:lnTo>
                  <a:lnTo>
                    <a:pt x="214966" y="323385"/>
                  </a:lnTo>
                  <a:lnTo>
                    <a:pt x="220023" y="321788"/>
                  </a:lnTo>
                  <a:lnTo>
                    <a:pt x="225027" y="320031"/>
                  </a:lnTo>
                  <a:lnTo>
                    <a:pt x="229973" y="318117"/>
                  </a:lnTo>
                  <a:lnTo>
                    <a:pt x="234855" y="316046"/>
                  </a:lnTo>
                  <a:lnTo>
                    <a:pt x="239670" y="313822"/>
                  </a:lnTo>
                  <a:lnTo>
                    <a:pt x="244411" y="311446"/>
                  </a:lnTo>
                  <a:lnTo>
                    <a:pt x="249075" y="308921"/>
                  </a:lnTo>
                  <a:lnTo>
                    <a:pt x="253656" y="306249"/>
                  </a:lnTo>
                  <a:lnTo>
                    <a:pt x="258150" y="303433"/>
                  </a:lnTo>
                  <a:lnTo>
                    <a:pt x="262552" y="300476"/>
                  </a:lnTo>
                  <a:lnTo>
                    <a:pt x="266859" y="297381"/>
                  </a:lnTo>
                  <a:lnTo>
                    <a:pt x="271065" y="294151"/>
                  </a:lnTo>
                  <a:lnTo>
                    <a:pt x="275166" y="290789"/>
                  </a:lnTo>
                  <a:lnTo>
                    <a:pt x="279159" y="287299"/>
                  </a:lnTo>
                  <a:lnTo>
                    <a:pt x="283039" y="283683"/>
                  </a:lnTo>
                  <a:lnTo>
                    <a:pt x="286803" y="279947"/>
                  </a:lnTo>
                  <a:lnTo>
                    <a:pt x="290446" y="276093"/>
                  </a:lnTo>
                  <a:lnTo>
                    <a:pt x="293965" y="272125"/>
                  </a:lnTo>
                  <a:lnTo>
                    <a:pt x="297356" y="268048"/>
                  </a:lnTo>
                  <a:lnTo>
                    <a:pt x="300617" y="263865"/>
                  </a:lnTo>
                  <a:lnTo>
                    <a:pt x="303743" y="259581"/>
                  </a:lnTo>
                  <a:lnTo>
                    <a:pt x="306731" y="255200"/>
                  </a:lnTo>
                  <a:lnTo>
                    <a:pt x="309579" y="250726"/>
                  </a:lnTo>
                  <a:lnTo>
                    <a:pt x="312284" y="246164"/>
                  </a:lnTo>
                  <a:lnTo>
                    <a:pt x="314843" y="241519"/>
                  </a:lnTo>
                  <a:lnTo>
                    <a:pt x="317253" y="236795"/>
                  </a:lnTo>
                  <a:lnTo>
                    <a:pt x="319512" y="231997"/>
                  </a:lnTo>
                  <a:lnTo>
                    <a:pt x="321617" y="227129"/>
                  </a:lnTo>
                  <a:lnTo>
                    <a:pt x="323567" y="222198"/>
                  </a:lnTo>
                  <a:lnTo>
                    <a:pt x="325360" y="217206"/>
                  </a:lnTo>
                  <a:lnTo>
                    <a:pt x="326994" y="212161"/>
                  </a:lnTo>
                  <a:lnTo>
                    <a:pt x="328466" y="207066"/>
                  </a:lnTo>
                  <a:lnTo>
                    <a:pt x="329777" y="201927"/>
                  </a:lnTo>
                  <a:lnTo>
                    <a:pt x="330923" y="196749"/>
                  </a:lnTo>
                  <a:lnTo>
                    <a:pt x="331905" y="191538"/>
                  </a:lnTo>
                  <a:lnTo>
                    <a:pt x="332721" y="186297"/>
                  </a:lnTo>
                  <a:lnTo>
                    <a:pt x="333370" y="181034"/>
                  </a:lnTo>
                  <a:lnTo>
                    <a:pt x="333852" y="175753"/>
                  </a:lnTo>
                  <a:lnTo>
                    <a:pt x="334167" y="170459"/>
                  </a:lnTo>
                  <a:lnTo>
                    <a:pt x="334313" y="165157"/>
                  </a:lnTo>
                  <a:lnTo>
                    <a:pt x="334291" y="159854"/>
                  </a:lnTo>
                  <a:lnTo>
                    <a:pt x="334101" y="154554"/>
                  </a:lnTo>
                  <a:lnTo>
                    <a:pt x="333742" y="149263"/>
                  </a:lnTo>
                  <a:lnTo>
                    <a:pt x="333216" y="143986"/>
                  </a:lnTo>
                  <a:lnTo>
                    <a:pt x="332523" y="138728"/>
                  </a:lnTo>
                  <a:lnTo>
                    <a:pt x="331664" y="133494"/>
                  </a:lnTo>
                  <a:lnTo>
                    <a:pt x="330639" y="128291"/>
                  </a:lnTo>
                  <a:lnTo>
                    <a:pt x="329449" y="123123"/>
                  </a:lnTo>
                  <a:lnTo>
                    <a:pt x="328096" y="117995"/>
                  </a:lnTo>
                  <a:lnTo>
                    <a:pt x="326581" y="112913"/>
                  </a:lnTo>
                  <a:lnTo>
                    <a:pt x="324906" y="107881"/>
                  </a:lnTo>
                  <a:lnTo>
                    <a:pt x="323072" y="102905"/>
                  </a:lnTo>
                  <a:lnTo>
                    <a:pt x="321081" y="97989"/>
                  </a:lnTo>
                  <a:lnTo>
                    <a:pt x="318935" y="93140"/>
                  </a:lnTo>
                  <a:lnTo>
                    <a:pt x="316636" y="88360"/>
                  </a:lnTo>
                  <a:lnTo>
                    <a:pt x="314187" y="83656"/>
                  </a:lnTo>
                  <a:lnTo>
                    <a:pt x="311589" y="79033"/>
                  </a:lnTo>
                  <a:lnTo>
                    <a:pt x="308847" y="74493"/>
                  </a:lnTo>
                  <a:lnTo>
                    <a:pt x="305962" y="70044"/>
                  </a:lnTo>
                  <a:lnTo>
                    <a:pt x="302937" y="65687"/>
                  </a:lnTo>
                  <a:lnTo>
                    <a:pt x="299775" y="61429"/>
                  </a:lnTo>
                  <a:lnTo>
                    <a:pt x="296480" y="57274"/>
                  </a:lnTo>
                  <a:lnTo>
                    <a:pt x="293055" y="53225"/>
                  </a:lnTo>
                  <a:lnTo>
                    <a:pt x="289503" y="49287"/>
                  </a:lnTo>
                  <a:lnTo>
                    <a:pt x="285828" y="45463"/>
                  </a:lnTo>
                  <a:lnTo>
                    <a:pt x="282034" y="41758"/>
                  </a:lnTo>
                  <a:lnTo>
                    <a:pt x="278124" y="38175"/>
                  </a:lnTo>
                  <a:lnTo>
                    <a:pt x="274102" y="34718"/>
                  </a:lnTo>
                  <a:lnTo>
                    <a:pt x="269973" y="31390"/>
                  </a:lnTo>
                  <a:lnTo>
                    <a:pt x="265740" y="28195"/>
                  </a:lnTo>
                  <a:lnTo>
                    <a:pt x="261408" y="25136"/>
                  </a:lnTo>
                  <a:lnTo>
                    <a:pt x="256981" y="22216"/>
                  </a:lnTo>
                  <a:lnTo>
                    <a:pt x="252464" y="19438"/>
                  </a:lnTo>
                  <a:lnTo>
                    <a:pt x="247860" y="16804"/>
                  </a:lnTo>
                  <a:lnTo>
                    <a:pt x="243176" y="14318"/>
                  </a:lnTo>
                  <a:lnTo>
                    <a:pt x="238415" y="11981"/>
                  </a:lnTo>
                  <a:lnTo>
                    <a:pt x="233582" y="9797"/>
                  </a:lnTo>
                  <a:lnTo>
                    <a:pt x="228683" y="7767"/>
                  </a:lnTo>
                  <a:lnTo>
                    <a:pt x="223722" y="5894"/>
                  </a:lnTo>
                  <a:lnTo>
                    <a:pt x="218703" y="4178"/>
                  </a:lnTo>
                  <a:lnTo>
                    <a:pt x="213633" y="2623"/>
                  </a:lnTo>
                  <a:lnTo>
                    <a:pt x="208516" y="1230"/>
                  </a:lnTo>
                  <a:lnTo>
                    <a:pt x="203357" y="0"/>
                  </a:lnTo>
                  <a:lnTo>
                    <a:pt x="167157" y="1632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36200" cy="167167"/>
            </a:xfrm>
            <a:custGeom>
              <a:avLst/>
              <a:pathLst>
                <a:path w="36200" h="167167">
                  <a:moveTo>
                    <a:pt x="36200" y="3966"/>
                  </a:moveTo>
                  <a:lnTo>
                    <a:pt x="29043" y="2542"/>
                  </a:lnTo>
                  <a:lnTo>
                    <a:pt x="21831" y="1431"/>
                  </a:lnTo>
                  <a:lnTo>
                    <a:pt x="14577" y="636"/>
                  </a:lnTo>
                  <a:lnTo>
                    <a:pt x="7295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6090" y="1322571"/>
              <a:ext cx="72630" cy="167167"/>
            </a:xfrm>
            <a:custGeom>
              <a:avLst/>
              <a:pathLst>
                <a:path w="72630" h="167167">
                  <a:moveTo>
                    <a:pt x="72630" y="0"/>
                  </a:moveTo>
                  <a:lnTo>
                    <a:pt x="66851" y="99"/>
                  </a:lnTo>
                  <a:lnTo>
                    <a:pt x="61080" y="399"/>
                  </a:lnTo>
                  <a:lnTo>
                    <a:pt x="55322" y="898"/>
                  </a:lnTo>
                  <a:lnTo>
                    <a:pt x="49585" y="1596"/>
                  </a:lnTo>
                  <a:lnTo>
                    <a:pt x="43876" y="2491"/>
                  </a:lnTo>
                  <a:lnTo>
                    <a:pt x="38200" y="3583"/>
                  </a:lnTo>
                  <a:lnTo>
                    <a:pt x="32567" y="4871"/>
                  </a:lnTo>
                  <a:lnTo>
                    <a:pt x="26980" y="6353"/>
                  </a:lnTo>
                  <a:lnTo>
                    <a:pt x="21449" y="8027"/>
                  </a:lnTo>
                  <a:lnTo>
                    <a:pt x="15979" y="9891"/>
                  </a:lnTo>
                  <a:lnTo>
                    <a:pt x="10576" y="11944"/>
                  </a:lnTo>
                  <a:lnTo>
                    <a:pt x="5247" y="14181"/>
                  </a:lnTo>
                  <a:lnTo>
                    <a:pt x="0" y="16602"/>
                  </a:lnTo>
                  <a:lnTo>
                    <a:pt x="726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6090" y="1339174"/>
              <a:ext cx="72630" cy="150564"/>
            </a:xfrm>
            <a:custGeom>
              <a:avLst/>
              <a:pathLst>
                <a:path w="72630" h="150564">
                  <a:moveTo>
                    <a:pt x="0" y="0"/>
                  </a:moveTo>
                  <a:lnTo>
                    <a:pt x="72630" y="150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71" y="1339174"/>
              <a:ext cx="334314" cy="317730"/>
            </a:xfrm>
            <a:custGeom>
              <a:avLst/>
              <a:pathLst>
                <a:path w="334314" h="317730">
                  <a:moveTo>
                    <a:pt x="94519" y="0"/>
                  </a:moveTo>
                  <a:lnTo>
                    <a:pt x="89795" y="2371"/>
                  </a:lnTo>
                  <a:lnTo>
                    <a:pt x="85148" y="4891"/>
                  </a:lnTo>
                  <a:lnTo>
                    <a:pt x="80583" y="7557"/>
                  </a:lnTo>
                  <a:lnTo>
                    <a:pt x="76105" y="10365"/>
                  </a:lnTo>
                  <a:lnTo>
                    <a:pt x="71717" y="13314"/>
                  </a:lnTo>
                  <a:lnTo>
                    <a:pt x="67425" y="16400"/>
                  </a:lnTo>
                  <a:lnTo>
                    <a:pt x="63233" y="19620"/>
                  </a:lnTo>
                  <a:lnTo>
                    <a:pt x="59145" y="22971"/>
                  </a:lnTo>
                  <a:lnTo>
                    <a:pt x="55165" y="26450"/>
                  </a:lnTo>
                  <a:lnTo>
                    <a:pt x="51296" y="30053"/>
                  </a:lnTo>
                  <a:lnTo>
                    <a:pt x="47544" y="33776"/>
                  </a:lnTo>
                  <a:lnTo>
                    <a:pt x="43911" y="37616"/>
                  </a:lnTo>
                  <a:lnTo>
                    <a:pt x="40401" y="41569"/>
                  </a:lnTo>
                  <a:lnTo>
                    <a:pt x="37019" y="45631"/>
                  </a:lnTo>
                  <a:lnTo>
                    <a:pt x="33766" y="49798"/>
                  </a:lnTo>
                  <a:lnTo>
                    <a:pt x="30646" y="54066"/>
                  </a:lnTo>
                  <a:lnTo>
                    <a:pt x="27664" y="58430"/>
                  </a:lnTo>
                  <a:lnTo>
                    <a:pt x="24820" y="62887"/>
                  </a:lnTo>
                  <a:lnTo>
                    <a:pt x="22119" y="67431"/>
                  </a:lnTo>
                  <a:lnTo>
                    <a:pt x="19563" y="72058"/>
                  </a:lnTo>
                  <a:lnTo>
                    <a:pt x="17155" y="76764"/>
                  </a:lnTo>
                  <a:lnTo>
                    <a:pt x="14896" y="81543"/>
                  </a:lnTo>
                  <a:lnTo>
                    <a:pt x="12790" y="86392"/>
                  </a:lnTo>
                  <a:lnTo>
                    <a:pt x="10838" y="91304"/>
                  </a:lnTo>
                  <a:lnTo>
                    <a:pt x="9043" y="96276"/>
                  </a:lnTo>
                  <a:lnTo>
                    <a:pt x="7405" y="101302"/>
                  </a:lnTo>
                  <a:lnTo>
                    <a:pt x="5927" y="106378"/>
                  </a:lnTo>
                  <a:lnTo>
                    <a:pt x="4611" y="111497"/>
                  </a:lnTo>
                  <a:lnTo>
                    <a:pt x="3457" y="116656"/>
                  </a:lnTo>
                  <a:lnTo>
                    <a:pt x="2467" y="121849"/>
                  </a:lnTo>
                  <a:lnTo>
                    <a:pt x="1641" y="127070"/>
                  </a:lnTo>
                  <a:lnTo>
                    <a:pt x="981" y="132315"/>
                  </a:lnTo>
                  <a:lnTo>
                    <a:pt x="487" y="137578"/>
                  </a:lnTo>
                  <a:lnTo>
                    <a:pt x="160" y="142854"/>
                  </a:lnTo>
                  <a:lnTo>
                    <a:pt x="0" y="148138"/>
                  </a:lnTo>
                  <a:lnTo>
                    <a:pt x="6" y="153424"/>
                  </a:lnTo>
                  <a:lnTo>
                    <a:pt x="180" y="158707"/>
                  </a:lnTo>
                  <a:lnTo>
                    <a:pt x="521" y="163983"/>
                  </a:lnTo>
                  <a:lnTo>
                    <a:pt x="1029" y="169244"/>
                  </a:lnTo>
                  <a:lnTo>
                    <a:pt x="1703" y="174487"/>
                  </a:lnTo>
                  <a:lnTo>
                    <a:pt x="2542" y="179707"/>
                  </a:lnTo>
                  <a:lnTo>
                    <a:pt x="3545" y="184897"/>
                  </a:lnTo>
                  <a:lnTo>
                    <a:pt x="4713" y="190052"/>
                  </a:lnTo>
                  <a:lnTo>
                    <a:pt x="6042" y="195169"/>
                  </a:lnTo>
                  <a:lnTo>
                    <a:pt x="7533" y="200240"/>
                  </a:lnTo>
                  <a:lnTo>
                    <a:pt x="9184" y="205262"/>
                  </a:lnTo>
                  <a:lnTo>
                    <a:pt x="10992" y="210229"/>
                  </a:lnTo>
                  <a:lnTo>
                    <a:pt x="12957" y="215137"/>
                  </a:lnTo>
                  <a:lnTo>
                    <a:pt x="15076" y="219980"/>
                  </a:lnTo>
                  <a:lnTo>
                    <a:pt x="17346" y="224754"/>
                  </a:lnTo>
                  <a:lnTo>
                    <a:pt x="19767" y="229453"/>
                  </a:lnTo>
                  <a:lnTo>
                    <a:pt x="22335" y="234073"/>
                  </a:lnTo>
                  <a:lnTo>
                    <a:pt x="25048" y="238611"/>
                  </a:lnTo>
                  <a:lnTo>
                    <a:pt x="27903" y="243059"/>
                  </a:lnTo>
                  <a:lnTo>
                    <a:pt x="30897" y="247416"/>
                  </a:lnTo>
                  <a:lnTo>
                    <a:pt x="34027" y="251676"/>
                  </a:lnTo>
                  <a:lnTo>
                    <a:pt x="37291" y="255834"/>
                  </a:lnTo>
                  <a:lnTo>
                    <a:pt x="40684" y="259887"/>
                  </a:lnTo>
                  <a:lnTo>
                    <a:pt x="44204" y="263831"/>
                  </a:lnTo>
                  <a:lnTo>
                    <a:pt x="47847" y="267662"/>
                  </a:lnTo>
                  <a:lnTo>
                    <a:pt x="51609" y="271376"/>
                  </a:lnTo>
                  <a:lnTo>
                    <a:pt x="55486" y="274968"/>
                  </a:lnTo>
                  <a:lnTo>
                    <a:pt x="59476" y="278437"/>
                  </a:lnTo>
                  <a:lnTo>
                    <a:pt x="63573" y="281777"/>
                  </a:lnTo>
                  <a:lnTo>
                    <a:pt x="67773" y="284987"/>
                  </a:lnTo>
                  <a:lnTo>
                    <a:pt x="72073" y="288062"/>
                  </a:lnTo>
                  <a:lnTo>
                    <a:pt x="76468" y="290999"/>
                  </a:lnTo>
                  <a:lnTo>
                    <a:pt x="80954" y="293796"/>
                  </a:lnTo>
                  <a:lnTo>
                    <a:pt x="85525" y="296450"/>
                  </a:lnTo>
                  <a:lnTo>
                    <a:pt x="90179" y="298957"/>
                  </a:lnTo>
                  <a:lnTo>
                    <a:pt x="94909" y="301317"/>
                  </a:lnTo>
                  <a:lnTo>
                    <a:pt x="99712" y="303526"/>
                  </a:lnTo>
                  <a:lnTo>
                    <a:pt x="104582" y="305581"/>
                  </a:lnTo>
                  <a:lnTo>
                    <a:pt x="109515" y="307482"/>
                  </a:lnTo>
                  <a:lnTo>
                    <a:pt x="114505" y="309226"/>
                  </a:lnTo>
                  <a:lnTo>
                    <a:pt x="119548" y="310811"/>
                  </a:lnTo>
                  <a:lnTo>
                    <a:pt x="124638" y="312236"/>
                  </a:lnTo>
                  <a:lnTo>
                    <a:pt x="129771" y="313500"/>
                  </a:lnTo>
                  <a:lnTo>
                    <a:pt x="134942" y="314600"/>
                  </a:lnTo>
                  <a:lnTo>
                    <a:pt x="140145" y="315536"/>
                  </a:lnTo>
                  <a:lnTo>
                    <a:pt x="145374" y="316308"/>
                  </a:lnTo>
                  <a:lnTo>
                    <a:pt x="150626" y="316913"/>
                  </a:lnTo>
                  <a:lnTo>
                    <a:pt x="155893" y="317352"/>
                  </a:lnTo>
                  <a:lnTo>
                    <a:pt x="161173" y="317625"/>
                  </a:lnTo>
                  <a:lnTo>
                    <a:pt x="166458" y="317730"/>
                  </a:lnTo>
                  <a:lnTo>
                    <a:pt x="171744" y="317669"/>
                  </a:lnTo>
                  <a:lnTo>
                    <a:pt x="177025" y="317440"/>
                  </a:lnTo>
                  <a:lnTo>
                    <a:pt x="182296" y="317044"/>
                  </a:lnTo>
                  <a:lnTo>
                    <a:pt x="187552" y="316482"/>
                  </a:lnTo>
                  <a:lnTo>
                    <a:pt x="192788" y="315754"/>
                  </a:lnTo>
                  <a:lnTo>
                    <a:pt x="197998" y="314861"/>
                  </a:lnTo>
                  <a:lnTo>
                    <a:pt x="203178" y="313803"/>
                  </a:lnTo>
                  <a:lnTo>
                    <a:pt x="208321" y="312582"/>
                  </a:lnTo>
                  <a:lnTo>
                    <a:pt x="213423" y="311200"/>
                  </a:lnTo>
                  <a:lnTo>
                    <a:pt x="218479" y="309656"/>
                  </a:lnTo>
                  <a:lnTo>
                    <a:pt x="223484" y="307954"/>
                  </a:lnTo>
                  <a:lnTo>
                    <a:pt x="228432" y="306094"/>
                  </a:lnTo>
                  <a:lnTo>
                    <a:pt x="233319" y="304078"/>
                  </a:lnTo>
                  <a:lnTo>
                    <a:pt x="238140" y="301910"/>
                  </a:lnTo>
                  <a:lnTo>
                    <a:pt x="242889" y="299589"/>
                  </a:lnTo>
                  <a:lnTo>
                    <a:pt x="247563" y="297120"/>
                  </a:lnTo>
                  <a:lnTo>
                    <a:pt x="252157" y="294504"/>
                  </a:lnTo>
                  <a:lnTo>
                    <a:pt x="256666" y="291744"/>
                  </a:lnTo>
                  <a:lnTo>
                    <a:pt x="261085" y="288843"/>
                  </a:lnTo>
                  <a:lnTo>
                    <a:pt x="265410" y="285804"/>
                  </a:lnTo>
                  <a:lnTo>
                    <a:pt x="269637" y="282630"/>
                  </a:lnTo>
                  <a:lnTo>
                    <a:pt x="273761" y="279323"/>
                  </a:lnTo>
                  <a:lnTo>
                    <a:pt x="277779" y="275888"/>
                  </a:lnTo>
                  <a:lnTo>
                    <a:pt x="281686" y="272327"/>
                  </a:lnTo>
                  <a:lnTo>
                    <a:pt x="285479" y="268645"/>
                  </a:lnTo>
                  <a:lnTo>
                    <a:pt x="289153" y="264845"/>
                  </a:lnTo>
                  <a:lnTo>
                    <a:pt x="292706" y="260930"/>
                  </a:lnTo>
                  <a:lnTo>
                    <a:pt x="296132" y="256905"/>
                  </a:lnTo>
                  <a:lnTo>
                    <a:pt x="299430" y="252774"/>
                  </a:lnTo>
                  <a:lnTo>
                    <a:pt x="302596" y="248540"/>
                  </a:lnTo>
                  <a:lnTo>
                    <a:pt x="305626" y="244208"/>
                  </a:lnTo>
                  <a:lnTo>
                    <a:pt x="308517" y="239783"/>
                  </a:lnTo>
                  <a:lnTo>
                    <a:pt x="311268" y="235269"/>
                  </a:lnTo>
                  <a:lnTo>
                    <a:pt x="313874" y="230670"/>
                  </a:lnTo>
                  <a:lnTo>
                    <a:pt x="316333" y="225990"/>
                  </a:lnTo>
                  <a:lnTo>
                    <a:pt x="318644" y="221236"/>
                  </a:lnTo>
                  <a:lnTo>
                    <a:pt x="320802" y="216411"/>
                  </a:lnTo>
                  <a:lnTo>
                    <a:pt x="322807" y="211519"/>
                  </a:lnTo>
                  <a:lnTo>
                    <a:pt x="324657" y="206567"/>
                  </a:lnTo>
                  <a:lnTo>
                    <a:pt x="326349" y="201559"/>
                  </a:lnTo>
                  <a:lnTo>
                    <a:pt x="327882" y="196500"/>
                  </a:lnTo>
                  <a:lnTo>
                    <a:pt x="329254" y="191395"/>
                  </a:lnTo>
                  <a:lnTo>
                    <a:pt x="330464" y="186249"/>
                  </a:lnTo>
                  <a:lnTo>
                    <a:pt x="331510" y="181068"/>
                  </a:lnTo>
                  <a:lnTo>
                    <a:pt x="332393" y="175855"/>
                  </a:lnTo>
                  <a:lnTo>
                    <a:pt x="333110" y="170618"/>
                  </a:lnTo>
                  <a:lnTo>
                    <a:pt x="333661" y="165361"/>
                  </a:lnTo>
                  <a:lnTo>
                    <a:pt x="334045" y="160089"/>
                  </a:lnTo>
                  <a:lnTo>
                    <a:pt x="334263" y="154807"/>
                  </a:lnTo>
                  <a:lnTo>
                    <a:pt x="334314" y="149521"/>
                  </a:lnTo>
                  <a:lnTo>
                    <a:pt x="334197" y="144236"/>
                  </a:lnTo>
                  <a:lnTo>
                    <a:pt x="333913" y="138957"/>
                  </a:lnTo>
                  <a:lnTo>
                    <a:pt x="333463" y="133690"/>
                  </a:lnTo>
                  <a:lnTo>
                    <a:pt x="332846" y="128440"/>
                  </a:lnTo>
                  <a:lnTo>
                    <a:pt x="332064" y="123212"/>
                  </a:lnTo>
                  <a:lnTo>
                    <a:pt x="331117" y="118012"/>
                  </a:lnTo>
                  <a:lnTo>
                    <a:pt x="330005" y="112844"/>
                  </a:lnTo>
                  <a:lnTo>
                    <a:pt x="328731" y="107713"/>
                  </a:lnTo>
                  <a:lnTo>
                    <a:pt x="327296" y="102626"/>
                  </a:lnTo>
                  <a:lnTo>
                    <a:pt x="325700" y="97586"/>
                  </a:lnTo>
                  <a:lnTo>
                    <a:pt x="323945" y="92600"/>
                  </a:lnTo>
                  <a:lnTo>
                    <a:pt x="322034" y="87671"/>
                  </a:lnTo>
                  <a:lnTo>
                    <a:pt x="319968" y="82805"/>
                  </a:lnTo>
                  <a:lnTo>
                    <a:pt x="317749" y="78007"/>
                  </a:lnTo>
                  <a:lnTo>
                    <a:pt x="315380" y="73282"/>
                  </a:lnTo>
                  <a:lnTo>
                    <a:pt x="312862" y="68634"/>
                  </a:lnTo>
                  <a:lnTo>
                    <a:pt x="310199" y="64067"/>
                  </a:lnTo>
                  <a:lnTo>
                    <a:pt x="307393" y="59588"/>
                  </a:lnTo>
                  <a:lnTo>
                    <a:pt x="304446" y="55199"/>
                  </a:lnTo>
                  <a:lnTo>
                    <a:pt x="301362" y="50905"/>
                  </a:lnTo>
                  <a:lnTo>
                    <a:pt x="298144" y="46712"/>
                  </a:lnTo>
                  <a:lnTo>
                    <a:pt x="294795" y="42622"/>
                  </a:lnTo>
                  <a:lnTo>
                    <a:pt x="291318" y="38640"/>
                  </a:lnTo>
                  <a:lnTo>
                    <a:pt x="287717" y="34770"/>
                  </a:lnTo>
                  <a:lnTo>
                    <a:pt x="283996" y="31016"/>
                  </a:lnTo>
                  <a:lnTo>
                    <a:pt x="280157" y="27381"/>
                  </a:lnTo>
                  <a:lnTo>
                    <a:pt x="276206" y="23869"/>
                  </a:lnTo>
                  <a:lnTo>
                    <a:pt x="167149" y="150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9056" cy="167167"/>
            </a:xfrm>
            <a:custGeom>
              <a:avLst/>
              <a:pathLst>
                <a:path w="109056" h="167167">
                  <a:moveTo>
                    <a:pt x="109056" y="40472"/>
                  </a:moveTo>
                  <a:lnTo>
                    <a:pt x="104707" y="36854"/>
                  </a:lnTo>
                  <a:lnTo>
                    <a:pt x="100237" y="33386"/>
                  </a:lnTo>
                  <a:lnTo>
                    <a:pt x="95653" y="30071"/>
                  </a:lnTo>
                  <a:lnTo>
                    <a:pt x="90959" y="26913"/>
                  </a:lnTo>
                  <a:lnTo>
                    <a:pt x="86161" y="23915"/>
                  </a:lnTo>
                  <a:lnTo>
                    <a:pt x="81265" y="21082"/>
                  </a:lnTo>
                  <a:lnTo>
                    <a:pt x="76275" y="18415"/>
                  </a:lnTo>
                  <a:lnTo>
                    <a:pt x="71198" y="15920"/>
                  </a:lnTo>
                  <a:lnTo>
                    <a:pt x="66039" y="13597"/>
                  </a:lnTo>
                  <a:lnTo>
                    <a:pt x="60805" y="11450"/>
                  </a:lnTo>
                  <a:lnTo>
                    <a:pt x="55501" y="9482"/>
                  </a:lnTo>
                  <a:lnTo>
                    <a:pt x="50134" y="7694"/>
                  </a:lnTo>
                  <a:lnTo>
                    <a:pt x="44709" y="6089"/>
                  </a:lnTo>
                  <a:lnTo>
                    <a:pt x="39233" y="4669"/>
                  </a:lnTo>
                  <a:lnTo>
                    <a:pt x="33712" y="3434"/>
                  </a:lnTo>
                  <a:lnTo>
                    <a:pt x="28153" y="2387"/>
                  </a:lnTo>
                  <a:lnTo>
                    <a:pt x="22561" y="1529"/>
                  </a:lnTo>
                  <a:lnTo>
                    <a:pt x="16943" y="860"/>
                  </a:lnTo>
                  <a:lnTo>
                    <a:pt x="11306" y="382"/>
                  </a:lnTo>
                  <a:lnTo>
                    <a:pt x="565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369" y="1681503"/>
              <a:ext cx="2155" cy="167167"/>
            </a:xfrm>
            <a:custGeom>
              <a:avLst/>
              <a:pathLst>
                <a:path w="2155" h="167167">
                  <a:moveTo>
                    <a:pt x="2155" y="0"/>
                  </a:moveTo>
                  <a:lnTo>
                    <a:pt x="0" y="13"/>
                  </a:lnTo>
                  <a:lnTo>
                    <a:pt x="21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369" y="1681517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53547" y="1681517"/>
              <a:ext cx="132977" cy="167153"/>
            </a:xfrm>
            <a:custGeom>
              <a:avLst/>
              <a:pathLst>
                <a:path w="132977" h="167153">
                  <a:moveTo>
                    <a:pt x="130821" y="0"/>
                  </a:moveTo>
                  <a:lnTo>
                    <a:pt x="125209" y="166"/>
                  </a:lnTo>
                  <a:lnTo>
                    <a:pt x="119606" y="521"/>
                  </a:lnTo>
                  <a:lnTo>
                    <a:pt x="114017" y="1064"/>
                  </a:lnTo>
                  <a:lnTo>
                    <a:pt x="108451" y="1795"/>
                  </a:lnTo>
                  <a:lnTo>
                    <a:pt x="102911" y="2712"/>
                  </a:lnTo>
                  <a:lnTo>
                    <a:pt x="97406" y="3814"/>
                  </a:lnTo>
                  <a:lnTo>
                    <a:pt x="91941" y="5101"/>
                  </a:lnTo>
                  <a:lnTo>
                    <a:pt x="86522" y="6570"/>
                  </a:lnTo>
                  <a:lnTo>
                    <a:pt x="81155" y="8221"/>
                  </a:lnTo>
                  <a:lnTo>
                    <a:pt x="75847" y="10051"/>
                  </a:lnTo>
                  <a:lnTo>
                    <a:pt x="70603" y="12058"/>
                  </a:lnTo>
                  <a:lnTo>
                    <a:pt x="65430" y="14240"/>
                  </a:lnTo>
                  <a:lnTo>
                    <a:pt x="60333" y="16595"/>
                  </a:lnTo>
                  <a:lnTo>
                    <a:pt x="55318" y="19119"/>
                  </a:lnTo>
                  <a:lnTo>
                    <a:pt x="50390" y="21811"/>
                  </a:lnTo>
                  <a:lnTo>
                    <a:pt x="45556" y="24666"/>
                  </a:lnTo>
                  <a:lnTo>
                    <a:pt x="40820" y="27682"/>
                  </a:lnTo>
                  <a:lnTo>
                    <a:pt x="36188" y="30856"/>
                  </a:lnTo>
                  <a:lnTo>
                    <a:pt x="31666" y="34183"/>
                  </a:lnTo>
                  <a:lnTo>
                    <a:pt x="27257" y="37660"/>
                  </a:lnTo>
                  <a:lnTo>
                    <a:pt x="22968" y="41284"/>
                  </a:lnTo>
                  <a:lnTo>
                    <a:pt x="18803" y="45049"/>
                  </a:lnTo>
                  <a:lnTo>
                    <a:pt x="14767" y="48952"/>
                  </a:lnTo>
                  <a:lnTo>
                    <a:pt x="10865" y="52989"/>
                  </a:lnTo>
                  <a:lnTo>
                    <a:pt x="7099" y="57154"/>
                  </a:lnTo>
                  <a:lnTo>
                    <a:pt x="3476" y="61443"/>
                  </a:lnTo>
                  <a:lnTo>
                    <a:pt x="0" y="65852"/>
                  </a:lnTo>
                  <a:lnTo>
                    <a:pt x="132977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77" y="1681503"/>
              <a:ext cx="334294" cy="334334"/>
            </a:xfrm>
            <a:custGeom>
              <a:avLst/>
              <a:pathLst>
                <a:path w="334294" h="334334">
                  <a:moveTo>
                    <a:pt x="34170" y="65866"/>
                  </a:moveTo>
                  <a:lnTo>
                    <a:pt x="31022" y="70136"/>
                  </a:lnTo>
                  <a:lnTo>
                    <a:pt x="28012" y="74504"/>
                  </a:lnTo>
                  <a:lnTo>
                    <a:pt x="25142" y="78966"/>
                  </a:lnTo>
                  <a:lnTo>
                    <a:pt x="22414" y="83516"/>
                  </a:lnTo>
                  <a:lnTo>
                    <a:pt x="19833" y="88151"/>
                  </a:lnTo>
                  <a:lnTo>
                    <a:pt x="17400" y="92865"/>
                  </a:lnTo>
                  <a:lnTo>
                    <a:pt x="15118" y="97654"/>
                  </a:lnTo>
                  <a:lnTo>
                    <a:pt x="12989" y="102513"/>
                  </a:lnTo>
                  <a:lnTo>
                    <a:pt x="11015" y="107437"/>
                  </a:lnTo>
                  <a:lnTo>
                    <a:pt x="9198" y="112421"/>
                  </a:lnTo>
                  <a:lnTo>
                    <a:pt x="7540" y="117461"/>
                  </a:lnTo>
                  <a:lnTo>
                    <a:pt x="6044" y="122550"/>
                  </a:lnTo>
                  <a:lnTo>
                    <a:pt x="4709" y="127685"/>
                  </a:lnTo>
                  <a:lnTo>
                    <a:pt x="3538" y="132859"/>
                  </a:lnTo>
                  <a:lnTo>
                    <a:pt x="2532" y="138067"/>
                  </a:lnTo>
                  <a:lnTo>
                    <a:pt x="1691" y="143305"/>
                  </a:lnTo>
                  <a:lnTo>
                    <a:pt x="1017" y="148568"/>
                  </a:lnTo>
                  <a:lnTo>
                    <a:pt x="511" y="153848"/>
                  </a:lnTo>
                  <a:lnTo>
                    <a:pt x="172" y="159142"/>
                  </a:lnTo>
                  <a:lnTo>
                    <a:pt x="2" y="164445"/>
                  </a:lnTo>
                  <a:lnTo>
                    <a:pt x="0" y="169750"/>
                  </a:lnTo>
                  <a:lnTo>
                    <a:pt x="166" y="175052"/>
                  </a:lnTo>
                  <a:lnTo>
                    <a:pt x="500" y="180347"/>
                  </a:lnTo>
                  <a:lnTo>
                    <a:pt x="1002" y="185628"/>
                  </a:lnTo>
                  <a:lnTo>
                    <a:pt x="1671" y="190890"/>
                  </a:lnTo>
                  <a:lnTo>
                    <a:pt x="2508" y="196129"/>
                  </a:lnTo>
                  <a:lnTo>
                    <a:pt x="3509" y="201339"/>
                  </a:lnTo>
                  <a:lnTo>
                    <a:pt x="4676" y="206514"/>
                  </a:lnTo>
                  <a:lnTo>
                    <a:pt x="6006" y="211649"/>
                  </a:lnTo>
                  <a:lnTo>
                    <a:pt x="7499" y="216740"/>
                  </a:lnTo>
                  <a:lnTo>
                    <a:pt x="9152" y="221781"/>
                  </a:lnTo>
                  <a:lnTo>
                    <a:pt x="10965" y="226767"/>
                  </a:lnTo>
                  <a:lnTo>
                    <a:pt x="12935" y="231692"/>
                  </a:lnTo>
                  <a:lnTo>
                    <a:pt x="15060" y="236553"/>
                  </a:lnTo>
                  <a:lnTo>
                    <a:pt x="17338" y="241344"/>
                  </a:lnTo>
                  <a:lnTo>
                    <a:pt x="19767" y="246060"/>
                  </a:lnTo>
                  <a:lnTo>
                    <a:pt x="22345" y="250697"/>
                  </a:lnTo>
                  <a:lnTo>
                    <a:pt x="25068" y="255250"/>
                  </a:lnTo>
                  <a:lnTo>
                    <a:pt x="27935" y="259714"/>
                  </a:lnTo>
                  <a:lnTo>
                    <a:pt x="30941" y="264084"/>
                  </a:lnTo>
                  <a:lnTo>
                    <a:pt x="34085" y="268357"/>
                  </a:lnTo>
                  <a:lnTo>
                    <a:pt x="37363" y="272529"/>
                  </a:lnTo>
                  <a:lnTo>
                    <a:pt x="40772" y="276594"/>
                  </a:lnTo>
                  <a:lnTo>
                    <a:pt x="44307" y="280549"/>
                  </a:lnTo>
                  <a:lnTo>
                    <a:pt x="47967" y="284389"/>
                  </a:lnTo>
                  <a:lnTo>
                    <a:pt x="51746" y="288112"/>
                  </a:lnTo>
                  <a:lnTo>
                    <a:pt x="55642" y="291713"/>
                  </a:lnTo>
                  <a:lnTo>
                    <a:pt x="59650" y="295188"/>
                  </a:lnTo>
                  <a:lnTo>
                    <a:pt x="63767" y="298535"/>
                  </a:lnTo>
                  <a:lnTo>
                    <a:pt x="67987" y="301749"/>
                  </a:lnTo>
                  <a:lnTo>
                    <a:pt x="72307" y="304827"/>
                  </a:lnTo>
                  <a:lnTo>
                    <a:pt x="76723" y="307767"/>
                  </a:lnTo>
                  <a:lnTo>
                    <a:pt x="81230" y="310566"/>
                  </a:lnTo>
                  <a:lnTo>
                    <a:pt x="85824" y="313220"/>
                  </a:lnTo>
                  <a:lnTo>
                    <a:pt x="90499" y="315727"/>
                  </a:lnTo>
                  <a:lnTo>
                    <a:pt x="95251" y="318084"/>
                  </a:lnTo>
                  <a:lnTo>
                    <a:pt x="100076" y="320289"/>
                  </a:lnTo>
                  <a:lnTo>
                    <a:pt x="104969" y="322340"/>
                  </a:lnTo>
                  <a:lnTo>
                    <a:pt x="109924" y="324235"/>
                  </a:lnTo>
                  <a:lnTo>
                    <a:pt x="114937" y="325972"/>
                  </a:lnTo>
                  <a:lnTo>
                    <a:pt x="120002" y="327549"/>
                  </a:lnTo>
                  <a:lnTo>
                    <a:pt x="125115" y="328964"/>
                  </a:lnTo>
                  <a:lnTo>
                    <a:pt x="130270" y="330216"/>
                  </a:lnTo>
                  <a:lnTo>
                    <a:pt x="135462" y="331304"/>
                  </a:lnTo>
                  <a:lnTo>
                    <a:pt x="140686" y="332227"/>
                  </a:lnTo>
                  <a:lnTo>
                    <a:pt x="145937" y="332983"/>
                  </a:lnTo>
                  <a:lnTo>
                    <a:pt x="151209" y="333573"/>
                  </a:lnTo>
                  <a:lnTo>
                    <a:pt x="156497" y="333995"/>
                  </a:lnTo>
                  <a:lnTo>
                    <a:pt x="161796" y="334249"/>
                  </a:lnTo>
                  <a:lnTo>
                    <a:pt x="167101" y="334334"/>
                  </a:lnTo>
                  <a:lnTo>
                    <a:pt x="172405" y="334252"/>
                  </a:lnTo>
                  <a:lnTo>
                    <a:pt x="177704" y="334001"/>
                  </a:lnTo>
                  <a:lnTo>
                    <a:pt x="182992" y="333582"/>
                  </a:lnTo>
                  <a:lnTo>
                    <a:pt x="188265" y="332995"/>
                  </a:lnTo>
                  <a:lnTo>
                    <a:pt x="193516" y="332242"/>
                  </a:lnTo>
                  <a:lnTo>
                    <a:pt x="198741" y="331322"/>
                  </a:lnTo>
                  <a:lnTo>
                    <a:pt x="203934" y="330237"/>
                  </a:lnTo>
                  <a:lnTo>
                    <a:pt x="209089" y="328987"/>
                  </a:lnTo>
                  <a:lnTo>
                    <a:pt x="214203" y="327575"/>
                  </a:lnTo>
                  <a:lnTo>
                    <a:pt x="219269" y="326001"/>
                  </a:lnTo>
                  <a:lnTo>
                    <a:pt x="224283" y="324267"/>
                  </a:lnTo>
                  <a:lnTo>
                    <a:pt x="229239" y="322375"/>
                  </a:lnTo>
                  <a:lnTo>
                    <a:pt x="234133" y="320327"/>
                  </a:lnTo>
                  <a:lnTo>
                    <a:pt x="238959" y="318124"/>
                  </a:lnTo>
                  <a:lnTo>
                    <a:pt x="243713" y="315769"/>
                  </a:lnTo>
                  <a:lnTo>
                    <a:pt x="248389" y="313265"/>
                  </a:lnTo>
                  <a:lnTo>
                    <a:pt x="252984" y="310614"/>
                  </a:lnTo>
                  <a:lnTo>
                    <a:pt x="257493" y="307818"/>
                  </a:lnTo>
                  <a:lnTo>
                    <a:pt x="261910" y="304880"/>
                  </a:lnTo>
                  <a:lnTo>
                    <a:pt x="266232" y="301804"/>
                  </a:lnTo>
                  <a:lnTo>
                    <a:pt x="270454" y="298592"/>
                  </a:lnTo>
                  <a:lnTo>
                    <a:pt x="274572" y="295248"/>
                  </a:lnTo>
                  <a:lnTo>
                    <a:pt x="278582" y="291775"/>
                  </a:lnTo>
                  <a:lnTo>
                    <a:pt x="282480" y="288176"/>
                  </a:lnTo>
                  <a:lnTo>
                    <a:pt x="286262" y="284455"/>
                  </a:lnTo>
                  <a:lnTo>
                    <a:pt x="289924" y="280617"/>
                  </a:lnTo>
                  <a:lnTo>
                    <a:pt x="293462" y="276664"/>
                  </a:lnTo>
                  <a:lnTo>
                    <a:pt x="296872" y="272601"/>
                  </a:lnTo>
                  <a:lnTo>
                    <a:pt x="300153" y="268431"/>
                  </a:lnTo>
                  <a:lnTo>
                    <a:pt x="303299" y="264160"/>
                  </a:lnTo>
                  <a:lnTo>
                    <a:pt x="306308" y="259791"/>
                  </a:lnTo>
                  <a:lnTo>
                    <a:pt x="309177" y="255329"/>
                  </a:lnTo>
                  <a:lnTo>
                    <a:pt x="311903" y="250777"/>
                  </a:lnTo>
                  <a:lnTo>
                    <a:pt x="314483" y="246142"/>
                  </a:lnTo>
                  <a:lnTo>
                    <a:pt x="316915" y="241427"/>
                  </a:lnTo>
                  <a:lnTo>
                    <a:pt x="319196" y="236638"/>
                  </a:lnTo>
                  <a:lnTo>
                    <a:pt x="321323" y="231778"/>
                  </a:lnTo>
                  <a:lnTo>
                    <a:pt x="323296" y="226853"/>
                  </a:lnTo>
                  <a:lnTo>
                    <a:pt x="325111" y="221869"/>
                  </a:lnTo>
                  <a:lnTo>
                    <a:pt x="326767" y="216829"/>
                  </a:lnTo>
                  <a:lnTo>
                    <a:pt x="328263" y="211739"/>
                  </a:lnTo>
                  <a:lnTo>
                    <a:pt x="329596" y="206604"/>
                  </a:lnTo>
                  <a:lnTo>
                    <a:pt x="330766" y="201430"/>
                  </a:lnTo>
                  <a:lnTo>
                    <a:pt x="331770" y="196221"/>
                  </a:lnTo>
                  <a:lnTo>
                    <a:pt x="332609" y="190982"/>
                  </a:lnTo>
                  <a:lnTo>
                    <a:pt x="333282" y="185720"/>
                  </a:lnTo>
                  <a:lnTo>
                    <a:pt x="333787" y="180439"/>
                  </a:lnTo>
                  <a:lnTo>
                    <a:pt x="334124" y="175145"/>
                  </a:lnTo>
                  <a:lnTo>
                    <a:pt x="334293" y="169843"/>
                  </a:lnTo>
                  <a:lnTo>
                    <a:pt x="334294" y="164538"/>
                  </a:lnTo>
                  <a:lnTo>
                    <a:pt x="334126" y="159235"/>
                  </a:lnTo>
                  <a:lnTo>
                    <a:pt x="333790" y="153941"/>
                  </a:lnTo>
                  <a:lnTo>
                    <a:pt x="333287" y="148660"/>
                  </a:lnTo>
                  <a:lnTo>
                    <a:pt x="332616" y="143397"/>
                  </a:lnTo>
                  <a:lnTo>
                    <a:pt x="331778" y="138159"/>
                  </a:lnTo>
                  <a:lnTo>
                    <a:pt x="330775" y="132950"/>
                  </a:lnTo>
                  <a:lnTo>
                    <a:pt x="329607" y="127775"/>
                  </a:lnTo>
                  <a:lnTo>
                    <a:pt x="328275" y="122640"/>
                  </a:lnTo>
                  <a:lnTo>
                    <a:pt x="326781" y="117549"/>
                  </a:lnTo>
                  <a:lnTo>
                    <a:pt x="325126" y="112509"/>
                  </a:lnTo>
                  <a:lnTo>
                    <a:pt x="323312" y="107524"/>
                  </a:lnTo>
                  <a:lnTo>
                    <a:pt x="321341" y="102599"/>
                  </a:lnTo>
                  <a:lnTo>
                    <a:pt x="319215" y="97738"/>
                  </a:lnTo>
                  <a:lnTo>
                    <a:pt x="316935" y="92948"/>
                  </a:lnTo>
                  <a:lnTo>
                    <a:pt x="314505" y="88233"/>
                  </a:lnTo>
                  <a:lnTo>
                    <a:pt x="311926" y="83597"/>
                  </a:lnTo>
                  <a:lnTo>
                    <a:pt x="309201" y="79045"/>
                  </a:lnTo>
                  <a:lnTo>
                    <a:pt x="306334" y="74582"/>
                  </a:lnTo>
                  <a:lnTo>
                    <a:pt x="303326" y="70212"/>
                  </a:lnTo>
                  <a:lnTo>
                    <a:pt x="300181" y="65940"/>
                  </a:lnTo>
                  <a:lnTo>
                    <a:pt x="296902" y="61769"/>
                  </a:lnTo>
                  <a:lnTo>
                    <a:pt x="293492" y="57705"/>
                  </a:lnTo>
                  <a:lnTo>
                    <a:pt x="289955" y="53751"/>
                  </a:lnTo>
                  <a:lnTo>
                    <a:pt x="286294" y="49912"/>
                  </a:lnTo>
                  <a:lnTo>
                    <a:pt x="282514" y="46190"/>
                  </a:lnTo>
                  <a:lnTo>
                    <a:pt x="278617" y="42590"/>
                  </a:lnTo>
                  <a:lnTo>
                    <a:pt x="274608" y="39116"/>
                  </a:lnTo>
                  <a:lnTo>
                    <a:pt x="270491" y="35771"/>
                  </a:lnTo>
                  <a:lnTo>
                    <a:pt x="266269" y="32558"/>
                  </a:lnTo>
                  <a:lnTo>
                    <a:pt x="261948" y="29480"/>
                  </a:lnTo>
                  <a:lnTo>
                    <a:pt x="257532" y="26541"/>
                  </a:lnTo>
                  <a:lnTo>
                    <a:pt x="253024" y="23744"/>
                  </a:lnTo>
                  <a:lnTo>
                    <a:pt x="248430" y="21091"/>
                  </a:lnTo>
                  <a:lnTo>
                    <a:pt x="243754" y="18586"/>
                  </a:lnTo>
                  <a:lnTo>
                    <a:pt x="239001" y="16230"/>
                  </a:lnTo>
                  <a:lnTo>
                    <a:pt x="234175" y="14026"/>
                  </a:lnTo>
                  <a:lnTo>
                    <a:pt x="229282" y="11976"/>
                  </a:lnTo>
                  <a:lnTo>
                    <a:pt x="224326" y="10083"/>
                  </a:lnTo>
                  <a:lnTo>
                    <a:pt x="219313" y="8347"/>
                  </a:lnTo>
                  <a:lnTo>
                    <a:pt x="214248" y="6772"/>
                  </a:lnTo>
                  <a:lnTo>
                    <a:pt x="209134" y="5358"/>
                  </a:lnTo>
                  <a:lnTo>
                    <a:pt x="203979" y="4108"/>
                  </a:lnTo>
                  <a:lnTo>
                    <a:pt x="198786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9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8774" y="2126963"/>
              <a:ext cx="22512" cy="167167"/>
            </a:xfrm>
            <a:custGeom>
              <a:avLst/>
              <a:pathLst>
                <a:path w="22512" h="167167">
                  <a:moveTo>
                    <a:pt x="22512" y="0"/>
                  </a:moveTo>
                  <a:lnTo>
                    <a:pt x="14988" y="169"/>
                  </a:lnTo>
                  <a:lnTo>
                    <a:pt x="7478" y="677"/>
                  </a:lnTo>
                  <a:lnTo>
                    <a:pt x="0" y="1522"/>
                  </a:lnTo>
                  <a:lnTo>
                    <a:pt x="2251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8774" y="2128486"/>
              <a:ext cx="22512" cy="165644"/>
            </a:xfrm>
            <a:custGeom>
              <a:avLst/>
              <a:pathLst>
                <a:path w="22512" h="165644">
                  <a:moveTo>
                    <a:pt x="0" y="0"/>
                  </a:moveTo>
                  <a:lnTo>
                    <a:pt x="22512" y="165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31" y="2127862"/>
              <a:ext cx="334312" cy="333435"/>
            </a:xfrm>
            <a:custGeom>
              <a:avLst/>
              <a:pathLst>
                <a:path w="334312" h="333435">
                  <a:moveTo>
                    <a:pt x="144643" y="623"/>
                  </a:moveTo>
                  <a:lnTo>
                    <a:pt x="139413" y="1418"/>
                  </a:lnTo>
                  <a:lnTo>
                    <a:pt x="134211" y="2379"/>
                  </a:lnTo>
                  <a:lnTo>
                    <a:pt x="129042" y="3503"/>
                  </a:lnTo>
                  <a:lnTo>
                    <a:pt x="123911" y="4791"/>
                  </a:lnTo>
                  <a:lnTo>
                    <a:pt x="118824" y="6240"/>
                  </a:lnTo>
                  <a:lnTo>
                    <a:pt x="113784" y="7849"/>
                  </a:lnTo>
                  <a:lnTo>
                    <a:pt x="108799" y="9617"/>
                  </a:lnTo>
                  <a:lnTo>
                    <a:pt x="103871" y="11542"/>
                  </a:lnTo>
                  <a:lnTo>
                    <a:pt x="99007" y="13622"/>
                  </a:lnTo>
                  <a:lnTo>
                    <a:pt x="94212" y="15854"/>
                  </a:lnTo>
                  <a:lnTo>
                    <a:pt x="89489" y="18238"/>
                  </a:lnTo>
                  <a:lnTo>
                    <a:pt x="84844" y="20769"/>
                  </a:lnTo>
                  <a:lnTo>
                    <a:pt x="80282" y="23446"/>
                  </a:lnTo>
                  <a:lnTo>
                    <a:pt x="75806" y="26267"/>
                  </a:lnTo>
                  <a:lnTo>
                    <a:pt x="71423" y="29227"/>
                  </a:lnTo>
                  <a:lnTo>
                    <a:pt x="67134" y="32325"/>
                  </a:lnTo>
                  <a:lnTo>
                    <a:pt x="62946" y="35557"/>
                  </a:lnTo>
                  <a:lnTo>
                    <a:pt x="58863" y="38919"/>
                  </a:lnTo>
                  <a:lnTo>
                    <a:pt x="54888" y="42409"/>
                  </a:lnTo>
                  <a:lnTo>
                    <a:pt x="51025" y="46024"/>
                  </a:lnTo>
                  <a:lnTo>
                    <a:pt x="47279" y="49758"/>
                  </a:lnTo>
                  <a:lnTo>
                    <a:pt x="43652" y="53610"/>
                  </a:lnTo>
                  <a:lnTo>
                    <a:pt x="40149" y="57574"/>
                  </a:lnTo>
                  <a:lnTo>
                    <a:pt x="36774" y="61647"/>
                  </a:lnTo>
                  <a:lnTo>
                    <a:pt x="33529" y="65824"/>
                  </a:lnTo>
                  <a:lnTo>
                    <a:pt x="30418" y="70103"/>
                  </a:lnTo>
                  <a:lnTo>
                    <a:pt x="27444" y="74477"/>
                  </a:lnTo>
                  <a:lnTo>
                    <a:pt x="24609" y="78944"/>
                  </a:lnTo>
                  <a:lnTo>
                    <a:pt x="21918" y="83498"/>
                  </a:lnTo>
                  <a:lnTo>
                    <a:pt x="19371" y="88135"/>
                  </a:lnTo>
                  <a:lnTo>
                    <a:pt x="16973" y="92850"/>
                  </a:lnTo>
                  <a:lnTo>
                    <a:pt x="14725" y="97638"/>
                  </a:lnTo>
                  <a:lnTo>
                    <a:pt x="12630" y="102496"/>
                  </a:lnTo>
                  <a:lnTo>
                    <a:pt x="10690" y="107417"/>
                  </a:lnTo>
                  <a:lnTo>
                    <a:pt x="8906" y="112397"/>
                  </a:lnTo>
                  <a:lnTo>
                    <a:pt x="7281" y="117431"/>
                  </a:lnTo>
                  <a:lnTo>
                    <a:pt x="5816" y="122514"/>
                  </a:lnTo>
                  <a:lnTo>
                    <a:pt x="4512" y="127641"/>
                  </a:lnTo>
                  <a:lnTo>
                    <a:pt x="3371" y="132806"/>
                  </a:lnTo>
                  <a:lnTo>
                    <a:pt x="2395" y="138005"/>
                  </a:lnTo>
                  <a:lnTo>
                    <a:pt x="1583" y="143232"/>
                  </a:lnTo>
                  <a:lnTo>
                    <a:pt x="937" y="148483"/>
                  </a:lnTo>
                  <a:lnTo>
                    <a:pt x="457" y="153751"/>
                  </a:lnTo>
                  <a:lnTo>
                    <a:pt x="145" y="159031"/>
                  </a:lnTo>
                  <a:lnTo>
                    <a:pt x="0" y="164319"/>
                  </a:lnTo>
                  <a:lnTo>
                    <a:pt x="22" y="169609"/>
                  </a:lnTo>
                  <a:lnTo>
                    <a:pt x="211" y="174896"/>
                  </a:lnTo>
                  <a:lnTo>
                    <a:pt x="568" y="180174"/>
                  </a:lnTo>
                  <a:lnTo>
                    <a:pt x="1091" y="185438"/>
                  </a:lnTo>
                  <a:lnTo>
                    <a:pt x="1781" y="190682"/>
                  </a:lnTo>
                  <a:lnTo>
                    <a:pt x="2636" y="195903"/>
                  </a:lnTo>
                  <a:lnTo>
                    <a:pt x="3656" y="201093"/>
                  </a:lnTo>
                  <a:lnTo>
                    <a:pt x="4840" y="206249"/>
                  </a:lnTo>
                  <a:lnTo>
                    <a:pt x="6186" y="211365"/>
                  </a:lnTo>
                  <a:lnTo>
                    <a:pt x="7693" y="216435"/>
                  </a:lnTo>
                  <a:lnTo>
                    <a:pt x="9361" y="221456"/>
                  </a:lnTo>
                  <a:lnTo>
                    <a:pt x="11186" y="226421"/>
                  </a:lnTo>
                  <a:lnTo>
                    <a:pt x="13167" y="231326"/>
                  </a:lnTo>
                  <a:lnTo>
                    <a:pt x="15303" y="236165"/>
                  </a:lnTo>
                  <a:lnTo>
                    <a:pt x="17590" y="240935"/>
                  </a:lnTo>
                  <a:lnTo>
                    <a:pt x="20028" y="245630"/>
                  </a:lnTo>
                  <a:lnTo>
                    <a:pt x="22612" y="250245"/>
                  </a:lnTo>
                  <a:lnTo>
                    <a:pt x="25342" y="254777"/>
                  </a:lnTo>
                  <a:lnTo>
                    <a:pt x="28213" y="259219"/>
                  </a:lnTo>
                  <a:lnTo>
                    <a:pt x="31224" y="263569"/>
                  </a:lnTo>
                  <a:lnTo>
                    <a:pt x="34371" y="267821"/>
                  </a:lnTo>
                  <a:lnTo>
                    <a:pt x="37650" y="271972"/>
                  </a:lnTo>
                  <a:lnTo>
                    <a:pt x="41060" y="276017"/>
                  </a:lnTo>
                  <a:lnTo>
                    <a:pt x="44595" y="279951"/>
                  </a:lnTo>
                  <a:lnTo>
                    <a:pt x="48254" y="283772"/>
                  </a:lnTo>
                  <a:lnTo>
                    <a:pt x="52031" y="287476"/>
                  </a:lnTo>
                  <a:lnTo>
                    <a:pt x="55924" y="291057"/>
                  </a:lnTo>
                  <a:lnTo>
                    <a:pt x="59928" y="294514"/>
                  </a:lnTo>
                  <a:lnTo>
                    <a:pt x="64039" y="297843"/>
                  </a:lnTo>
                  <a:lnTo>
                    <a:pt x="68254" y="301040"/>
                  </a:lnTo>
                  <a:lnTo>
                    <a:pt x="72568" y="304101"/>
                  </a:lnTo>
                  <a:lnTo>
                    <a:pt x="76976" y="307025"/>
                  </a:lnTo>
                  <a:lnTo>
                    <a:pt x="81475" y="309808"/>
                  </a:lnTo>
                  <a:lnTo>
                    <a:pt x="86060" y="312447"/>
                  </a:lnTo>
                  <a:lnTo>
                    <a:pt x="90726" y="314940"/>
                  </a:lnTo>
                  <a:lnTo>
                    <a:pt x="95468" y="317284"/>
                  </a:lnTo>
                  <a:lnTo>
                    <a:pt x="100282" y="319476"/>
                  </a:lnTo>
                  <a:lnTo>
                    <a:pt x="105163" y="321516"/>
                  </a:lnTo>
                  <a:lnTo>
                    <a:pt x="110106" y="323399"/>
                  </a:lnTo>
                  <a:lnTo>
                    <a:pt x="115106" y="325126"/>
                  </a:lnTo>
                  <a:lnTo>
                    <a:pt x="120159" y="326693"/>
                  </a:lnTo>
                  <a:lnTo>
                    <a:pt x="125258" y="328100"/>
                  </a:lnTo>
                  <a:lnTo>
                    <a:pt x="130400" y="329344"/>
                  </a:lnTo>
                  <a:lnTo>
                    <a:pt x="135578" y="330426"/>
                  </a:lnTo>
                  <a:lnTo>
                    <a:pt x="140788" y="331343"/>
                  </a:lnTo>
                  <a:lnTo>
                    <a:pt x="146024" y="332094"/>
                  </a:lnTo>
                  <a:lnTo>
                    <a:pt x="151281" y="332680"/>
                  </a:lnTo>
                  <a:lnTo>
                    <a:pt x="156555" y="333099"/>
                  </a:lnTo>
                  <a:lnTo>
                    <a:pt x="161839" y="333351"/>
                  </a:lnTo>
                  <a:lnTo>
                    <a:pt x="167128" y="333435"/>
                  </a:lnTo>
                  <a:lnTo>
                    <a:pt x="172417" y="333352"/>
                  </a:lnTo>
                  <a:lnTo>
                    <a:pt x="177701" y="333102"/>
                  </a:lnTo>
                  <a:lnTo>
                    <a:pt x="182975" y="332685"/>
                  </a:lnTo>
                  <a:lnTo>
                    <a:pt x="188232" y="332101"/>
                  </a:lnTo>
                  <a:lnTo>
                    <a:pt x="193469" y="331351"/>
                  </a:lnTo>
                  <a:lnTo>
                    <a:pt x="198679" y="330436"/>
                  </a:lnTo>
                  <a:lnTo>
                    <a:pt x="203857" y="329356"/>
                  </a:lnTo>
                  <a:lnTo>
                    <a:pt x="208999" y="328114"/>
                  </a:lnTo>
                  <a:lnTo>
                    <a:pt x="214099" y="326709"/>
                  </a:lnTo>
                  <a:lnTo>
                    <a:pt x="219152" y="325143"/>
                  </a:lnTo>
                  <a:lnTo>
                    <a:pt x="224153" y="323418"/>
                  </a:lnTo>
                  <a:lnTo>
                    <a:pt x="229097" y="321536"/>
                  </a:lnTo>
                  <a:lnTo>
                    <a:pt x="233978" y="319498"/>
                  </a:lnTo>
                  <a:lnTo>
                    <a:pt x="238793" y="317307"/>
                  </a:lnTo>
                  <a:lnTo>
                    <a:pt x="243536" y="314965"/>
                  </a:lnTo>
                  <a:lnTo>
                    <a:pt x="248203" y="312474"/>
                  </a:lnTo>
                  <a:lnTo>
                    <a:pt x="252788" y="309836"/>
                  </a:lnTo>
                  <a:lnTo>
                    <a:pt x="257288" y="307055"/>
                  </a:lnTo>
                  <a:lnTo>
                    <a:pt x="261698" y="304133"/>
                  </a:lnTo>
                  <a:lnTo>
                    <a:pt x="266012" y="301072"/>
                  </a:lnTo>
                  <a:lnTo>
                    <a:pt x="270228" y="297877"/>
                  </a:lnTo>
                  <a:lnTo>
                    <a:pt x="274341" y="294550"/>
                  </a:lnTo>
                  <a:lnTo>
                    <a:pt x="278346" y="291094"/>
                  </a:lnTo>
                  <a:lnTo>
                    <a:pt x="282240" y="287514"/>
                  </a:lnTo>
                  <a:lnTo>
                    <a:pt x="286019" y="283812"/>
                  </a:lnTo>
                  <a:lnTo>
                    <a:pt x="289678" y="279992"/>
                  </a:lnTo>
                  <a:lnTo>
                    <a:pt x="293215" y="276058"/>
                  </a:lnTo>
                  <a:lnTo>
                    <a:pt x="296626" y="272015"/>
                  </a:lnTo>
                  <a:lnTo>
                    <a:pt x="299907" y="267865"/>
                  </a:lnTo>
                  <a:lnTo>
                    <a:pt x="303055" y="263614"/>
                  </a:lnTo>
                  <a:lnTo>
                    <a:pt x="306067" y="259265"/>
                  </a:lnTo>
                  <a:lnTo>
                    <a:pt x="308940" y="254824"/>
                  </a:lnTo>
                  <a:lnTo>
                    <a:pt x="311671" y="250293"/>
                  </a:lnTo>
                  <a:lnTo>
                    <a:pt x="314257" y="245679"/>
                  </a:lnTo>
                  <a:lnTo>
                    <a:pt x="316696" y="240984"/>
                  </a:lnTo>
                  <a:lnTo>
                    <a:pt x="318985" y="236216"/>
                  </a:lnTo>
                  <a:lnTo>
                    <a:pt x="321122" y="231377"/>
                  </a:lnTo>
                  <a:lnTo>
                    <a:pt x="323105" y="226472"/>
                  </a:lnTo>
                  <a:lnTo>
                    <a:pt x="324932" y="221508"/>
                  </a:lnTo>
                  <a:lnTo>
                    <a:pt x="326601" y="216488"/>
                  </a:lnTo>
                  <a:lnTo>
                    <a:pt x="328110" y="211418"/>
                  </a:lnTo>
                  <a:lnTo>
                    <a:pt x="329458" y="206303"/>
                  </a:lnTo>
                  <a:lnTo>
                    <a:pt x="330644" y="201147"/>
                  </a:lnTo>
                  <a:lnTo>
                    <a:pt x="331665" y="195957"/>
                  </a:lnTo>
                  <a:lnTo>
                    <a:pt x="332522" y="190737"/>
                  </a:lnTo>
                  <a:lnTo>
                    <a:pt x="333214" y="185493"/>
                  </a:lnTo>
                  <a:lnTo>
                    <a:pt x="333739" y="180229"/>
                  </a:lnTo>
                  <a:lnTo>
                    <a:pt x="334097" y="174951"/>
                  </a:lnTo>
                  <a:lnTo>
                    <a:pt x="334289" y="169665"/>
                  </a:lnTo>
                  <a:lnTo>
                    <a:pt x="334312" y="164375"/>
                  </a:lnTo>
                  <a:lnTo>
                    <a:pt x="334169" y="159087"/>
                  </a:lnTo>
                  <a:lnTo>
                    <a:pt x="333858" y="153806"/>
                  </a:lnTo>
                  <a:lnTo>
                    <a:pt x="333380" y="148538"/>
                  </a:lnTo>
                  <a:lnTo>
                    <a:pt x="332736" y="143287"/>
                  </a:lnTo>
                  <a:lnTo>
                    <a:pt x="331926" y="138060"/>
                  </a:lnTo>
                  <a:lnTo>
                    <a:pt x="330951" y="132860"/>
                  </a:lnTo>
                  <a:lnTo>
                    <a:pt x="329812" y="127694"/>
                  </a:lnTo>
                  <a:lnTo>
                    <a:pt x="328510" y="122567"/>
                  </a:lnTo>
                  <a:lnTo>
                    <a:pt x="327046" y="117484"/>
                  </a:lnTo>
                  <a:lnTo>
                    <a:pt x="325423" y="112449"/>
                  </a:lnTo>
                  <a:lnTo>
                    <a:pt x="323641" y="107468"/>
                  </a:lnTo>
                  <a:lnTo>
                    <a:pt x="321702" y="102547"/>
                  </a:lnTo>
                  <a:lnTo>
                    <a:pt x="319608" y="97689"/>
                  </a:lnTo>
                  <a:lnTo>
                    <a:pt x="317362" y="92899"/>
                  </a:lnTo>
                  <a:lnTo>
                    <a:pt x="314966" y="88183"/>
                  </a:lnTo>
                  <a:lnTo>
                    <a:pt x="312421" y="83546"/>
                  </a:lnTo>
                  <a:lnTo>
                    <a:pt x="309731" y="78991"/>
                  </a:lnTo>
                  <a:lnTo>
                    <a:pt x="306898" y="74523"/>
                  </a:lnTo>
                  <a:lnTo>
                    <a:pt x="303925" y="70148"/>
                  </a:lnTo>
                  <a:lnTo>
                    <a:pt x="300815" y="65869"/>
                  </a:lnTo>
                  <a:lnTo>
                    <a:pt x="297572" y="61690"/>
                  </a:lnTo>
                  <a:lnTo>
                    <a:pt x="294198" y="57616"/>
                  </a:lnTo>
                  <a:lnTo>
                    <a:pt x="290696" y="53650"/>
                  </a:lnTo>
                  <a:lnTo>
                    <a:pt x="287071" y="49798"/>
                  </a:lnTo>
                  <a:lnTo>
                    <a:pt x="283326" y="46062"/>
                  </a:lnTo>
                  <a:lnTo>
                    <a:pt x="279464" y="42447"/>
                  </a:lnTo>
                  <a:lnTo>
                    <a:pt x="275490" y="38955"/>
                  </a:lnTo>
                  <a:lnTo>
                    <a:pt x="271408" y="35591"/>
                  </a:lnTo>
                  <a:lnTo>
                    <a:pt x="267221" y="32358"/>
                  </a:lnTo>
                  <a:lnTo>
                    <a:pt x="262934" y="29259"/>
                  </a:lnTo>
                  <a:lnTo>
                    <a:pt x="258551" y="26297"/>
                  </a:lnTo>
                  <a:lnTo>
                    <a:pt x="254077" y="23475"/>
                  </a:lnTo>
                  <a:lnTo>
                    <a:pt x="249515" y="20797"/>
                  </a:lnTo>
                  <a:lnTo>
                    <a:pt x="244871" y="18263"/>
                  </a:lnTo>
                  <a:lnTo>
                    <a:pt x="240149" y="15879"/>
                  </a:lnTo>
                  <a:lnTo>
                    <a:pt x="235354" y="13644"/>
                  </a:lnTo>
                  <a:lnTo>
                    <a:pt x="230491" y="11563"/>
                  </a:lnTo>
                  <a:lnTo>
                    <a:pt x="225564" y="9636"/>
                  </a:lnTo>
                  <a:lnTo>
                    <a:pt x="220579" y="7867"/>
                  </a:lnTo>
                  <a:lnTo>
                    <a:pt x="215541" y="6256"/>
                  </a:lnTo>
                  <a:lnTo>
                    <a:pt x="210454" y="4805"/>
                  </a:lnTo>
                  <a:lnTo>
                    <a:pt x="205323" y="3516"/>
                  </a:lnTo>
                  <a:lnTo>
                    <a:pt x="200154" y="2390"/>
                  </a:lnTo>
                  <a:lnTo>
                    <a:pt x="194953" y="1428"/>
                  </a:lnTo>
                  <a:lnTo>
                    <a:pt x="189723" y="631"/>
                  </a:lnTo>
                  <a:lnTo>
                    <a:pt x="184471" y="0"/>
                  </a:lnTo>
                  <a:lnTo>
                    <a:pt x="167156" y="166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7315" cy="167167"/>
            </a:xfrm>
            <a:custGeom>
              <a:avLst/>
              <a:pathLst>
                <a:path w="17315" h="167167">
                  <a:moveTo>
                    <a:pt x="17315" y="899"/>
                  </a:moveTo>
                  <a:lnTo>
                    <a:pt x="8669" y="2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540" y="2633064"/>
              <a:ext cx="4207" cy="167167"/>
            </a:xfrm>
            <a:custGeom>
              <a:avLst/>
              <a:pathLst>
                <a:path w="4207" h="167167">
                  <a:moveTo>
                    <a:pt x="4207" y="0"/>
                  </a:moveTo>
                  <a:lnTo>
                    <a:pt x="0" y="52"/>
                  </a:lnTo>
                  <a:lnTo>
                    <a:pt x="420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540" y="2633117"/>
              <a:ext cx="4207" cy="167114"/>
            </a:xfrm>
            <a:custGeom>
              <a:avLst/>
              <a:pathLst>
                <a:path w="4207" h="167114">
                  <a:moveTo>
                    <a:pt x="0" y="0"/>
                  </a:moveTo>
                  <a:lnTo>
                    <a:pt x="4207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91" y="2633117"/>
              <a:ext cx="334304" cy="334281"/>
            </a:xfrm>
            <a:custGeom>
              <a:avLst/>
              <a:pathLst>
                <a:path w="334304" h="334281">
                  <a:moveTo>
                    <a:pt x="162948" y="0"/>
                  </a:moveTo>
                  <a:lnTo>
                    <a:pt x="157641" y="218"/>
                  </a:lnTo>
                  <a:lnTo>
                    <a:pt x="152344" y="604"/>
                  </a:lnTo>
                  <a:lnTo>
                    <a:pt x="147061" y="1159"/>
                  </a:lnTo>
                  <a:lnTo>
                    <a:pt x="141799" y="1881"/>
                  </a:lnTo>
                  <a:lnTo>
                    <a:pt x="136562" y="2770"/>
                  </a:lnTo>
                  <a:lnTo>
                    <a:pt x="131357" y="3825"/>
                  </a:lnTo>
                  <a:lnTo>
                    <a:pt x="126187" y="5045"/>
                  </a:lnTo>
                  <a:lnTo>
                    <a:pt x="121059" y="6428"/>
                  </a:lnTo>
                  <a:lnTo>
                    <a:pt x="115977" y="7974"/>
                  </a:lnTo>
                  <a:lnTo>
                    <a:pt x="110947" y="9680"/>
                  </a:lnTo>
                  <a:lnTo>
                    <a:pt x="105974" y="11545"/>
                  </a:lnTo>
                  <a:lnTo>
                    <a:pt x="101062" y="13567"/>
                  </a:lnTo>
                  <a:lnTo>
                    <a:pt x="96218" y="15745"/>
                  </a:lnTo>
                  <a:lnTo>
                    <a:pt x="91444" y="18075"/>
                  </a:lnTo>
                  <a:lnTo>
                    <a:pt x="86748" y="20555"/>
                  </a:lnTo>
                  <a:lnTo>
                    <a:pt x="82132" y="23184"/>
                  </a:lnTo>
                  <a:lnTo>
                    <a:pt x="77602" y="25958"/>
                  </a:lnTo>
                  <a:lnTo>
                    <a:pt x="73163" y="28874"/>
                  </a:lnTo>
                  <a:lnTo>
                    <a:pt x="68819" y="31930"/>
                  </a:lnTo>
                  <a:lnTo>
                    <a:pt x="64574" y="35122"/>
                  </a:lnTo>
                  <a:lnTo>
                    <a:pt x="60432" y="38448"/>
                  </a:lnTo>
                  <a:lnTo>
                    <a:pt x="56398" y="41904"/>
                  </a:lnTo>
                  <a:lnTo>
                    <a:pt x="52476" y="45486"/>
                  </a:lnTo>
                  <a:lnTo>
                    <a:pt x="48670" y="49190"/>
                  </a:lnTo>
                  <a:lnTo>
                    <a:pt x="44983" y="53014"/>
                  </a:lnTo>
                  <a:lnTo>
                    <a:pt x="41420" y="56953"/>
                  </a:lnTo>
                  <a:lnTo>
                    <a:pt x="37984" y="61003"/>
                  </a:lnTo>
                  <a:lnTo>
                    <a:pt x="34678" y="65161"/>
                  </a:lnTo>
                  <a:lnTo>
                    <a:pt x="31506" y="69421"/>
                  </a:lnTo>
                  <a:lnTo>
                    <a:pt x="28471" y="73780"/>
                  </a:lnTo>
                  <a:lnTo>
                    <a:pt x="25575" y="78233"/>
                  </a:lnTo>
                  <a:lnTo>
                    <a:pt x="22823" y="82776"/>
                  </a:lnTo>
                  <a:lnTo>
                    <a:pt x="20217" y="87404"/>
                  </a:lnTo>
                  <a:lnTo>
                    <a:pt x="17758" y="92112"/>
                  </a:lnTo>
                  <a:lnTo>
                    <a:pt x="15451" y="96896"/>
                  </a:lnTo>
                  <a:lnTo>
                    <a:pt x="13297" y="101752"/>
                  </a:lnTo>
                  <a:lnTo>
                    <a:pt x="11298" y="106673"/>
                  </a:lnTo>
                  <a:lnTo>
                    <a:pt x="9456" y="111655"/>
                  </a:lnTo>
                  <a:lnTo>
                    <a:pt x="7774" y="116693"/>
                  </a:lnTo>
                  <a:lnTo>
                    <a:pt x="6253" y="121782"/>
                  </a:lnTo>
                  <a:lnTo>
                    <a:pt x="4894" y="126917"/>
                  </a:lnTo>
                  <a:lnTo>
                    <a:pt x="3698" y="132092"/>
                  </a:lnTo>
                  <a:lnTo>
                    <a:pt x="2668" y="137303"/>
                  </a:lnTo>
                  <a:lnTo>
                    <a:pt x="1804" y="142543"/>
                  </a:lnTo>
                  <a:lnTo>
                    <a:pt x="1107" y="147809"/>
                  </a:lnTo>
                  <a:lnTo>
                    <a:pt x="578" y="153094"/>
                  </a:lnTo>
                  <a:lnTo>
                    <a:pt x="216" y="158393"/>
                  </a:lnTo>
                  <a:lnTo>
                    <a:pt x="24" y="163701"/>
                  </a:lnTo>
                  <a:lnTo>
                    <a:pt x="0" y="169013"/>
                  </a:lnTo>
                  <a:lnTo>
                    <a:pt x="144" y="174322"/>
                  </a:lnTo>
                  <a:lnTo>
                    <a:pt x="458" y="179625"/>
                  </a:lnTo>
                  <a:lnTo>
                    <a:pt x="939" y="184914"/>
                  </a:lnTo>
                  <a:lnTo>
                    <a:pt x="1589" y="190186"/>
                  </a:lnTo>
                  <a:lnTo>
                    <a:pt x="2405" y="195434"/>
                  </a:lnTo>
                  <a:lnTo>
                    <a:pt x="3388" y="200654"/>
                  </a:lnTo>
                  <a:lnTo>
                    <a:pt x="4536" y="205840"/>
                  </a:lnTo>
                  <a:lnTo>
                    <a:pt x="5849" y="210987"/>
                  </a:lnTo>
                  <a:lnTo>
                    <a:pt x="7324" y="216090"/>
                  </a:lnTo>
                  <a:lnTo>
                    <a:pt x="8961" y="221143"/>
                  </a:lnTo>
                  <a:lnTo>
                    <a:pt x="10757" y="226141"/>
                  </a:lnTo>
                  <a:lnTo>
                    <a:pt x="12711" y="231080"/>
                  </a:lnTo>
                  <a:lnTo>
                    <a:pt x="14821" y="235955"/>
                  </a:lnTo>
                  <a:lnTo>
                    <a:pt x="17085" y="240760"/>
                  </a:lnTo>
                  <a:lnTo>
                    <a:pt x="19501" y="245490"/>
                  </a:lnTo>
                  <a:lnTo>
                    <a:pt x="22065" y="250142"/>
                  </a:lnTo>
                  <a:lnTo>
                    <a:pt x="24776" y="254709"/>
                  </a:lnTo>
                  <a:lnTo>
                    <a:pt x="27631" y="259188"/>
                  </a:lnTo>
                  <a:lnTo>
                    <a:pt x="30627" y="263574"/>
                  </a:lnTo>
                  <a:lnTo>
                    <a:pt x="33760" y="267863"/>
                  </a:lnTo>
                  <a:lnTo>
                    <a:pt x="37028" y="272050"/>
                  </a:lnTo>
                  <a:lnTo>
                    <a:pt x="40428" y="276132"/>
                  </a:lnTo>
                  <a:lnTo>
                    <a:pt x="43955" y="280103"/>
                  </a:lnTo>
                  <a:lnTo>
                    <a:pt x="47607" y="283960"/>
                  </a:lnTo>
                  <a:lnTo>
                    <a:pt x="51379" y="287699"/>
                  </a:lnTo>
                  <a:lnTo>
                    <a:pt x="55269" y="291316"/>
                  </a:lnTo>
                  <a:lnTo>
                    <a:pt x="59271" y="294808"/>
                  </a:lnTo>
                  <a:lnTo>
                    <a:pt x="63382" y="298171"/>
                  </a:lnTo>
                  <a:lnTo>
                    <a:pt x="67598" y="301402"/>
                  </a:lnTo>
                  <a:lnTo>
                    <a:pt x="71915" y="304497"/>
                  </a:lnTo>
                  <a:lnTo>
                    <a:pt x="76328" y="307453"/>
                  </a:lnTo>
                  <a:lnTo>
                    <a:pt x="80832" y="310268"/>
                  </a:lnTo>
                  <a:lnTo>
                    <a:pt x="85424" y="312938"/>
                  </a:lnTo>
                  <a:lnTo>
                    <a:pt x="90098" y="315461"/>
                  </a:lnTo>
                  <a:lnTo>
                    <a:pt x="94850" y="317835"/>
                  </a:lnTo>
                  <a:lnTo>
                    <a:pt x="99674" y="320056"/>
                  </a:lnTo>
                  <a:lnTo>
                    <a:pt x="104567" y="322122"/>
                  </a:lnTo>
                  <a:lnTo>
                    <a:pt x="109524" y="324033"/>
                  </a:lnTo>
                  <a:lnTo>
                    <a:pt x="114538" y="325784"/>
                  </a:lnTo>
                  <a:lnTo>
                    <a:pt x="119605" y="327376"/>
                  </a:lnTo>
                  <a:lnTo>
                    <a:pt x="124721" y="328806"/>
                  </a:lnTo>
                  <a:lnTo>
                    <a:pt x="129879" y="330072"/>
                  </a:lnTo>
                  <a:lnTo>
                    <a:pt x="135075" y="331174"/>
                  </a:lnTo>
                  <a:lnTo>
                    <a:pt x="140304" y="332111"/>
                  </a:lnTo>
                  <a:lnTo>
                    <a:pt x="145559" y="332880"/>
                  </a:lnTo>
                  <a:lnTo>
                    <a:pt x="150836" y="333483"/>
                  </a:lnTo>
                  <a:lnTo>
                    <a:pt x="156130" y="333917"/>
                  </a:lnTo>
                  <a:lnTo>
                    <a:pt x="161435" y="334183"/>
                  </a:lnTo>
                  <a:lnTo>
                    <a:pt x="166746" y="334281"/>
                  </a:lnTo>
                  <a:lnTo>
                    <a:pt x="172057" y="334210"/>
                  </a:lnTo>
                  <a:lnTo>
                    <a:pt x="177363" y="333970"/>
                  </a:lnTo>
                  <a:lnTo>
                    <a:pt x="182659" y="333561"/>
                  </a:lnTo>
                  <a:lnTo>
                    <a:pt x="187939" y="332985"/>
                  </a:lnTo>
                  <a:lnTo>
                    <a:pt x="193198" y="332241"/>
                  </a:lnTo>
                  <a:lnTo>
                    <a:pt x="198431" y="331330"/>
                  </a:lnTo>
                  <a:lnTo>
                    <a:pt x="203632" y="330253"/>
                  </a:lnTo>
                  <a:lnTo>
                    <a:pt x="208797" y="329012"/>
                  </a:lnTo>
                  <a:lnTo>
                    <a:pt x="213919" y="327608"/>
                  </a:lnTo>
                  <a:lnTo>
                    <a:pt x="218994" y="326041"/>
                  </a:lnTo>
                  <a:lnTo>
                    <a:pt x="224017" y="324314"/>
                  </a:lnTo>
                  <a:lnTo>
                    <a:pt x="228983" y="322428"/>
                  </a:lnTo>
                  <a:lnTo>
                    <a:pt x="233886" y="320385"/>
                  </a:lnTo>
                  <a:lnTo>
                    <a:pt x="238721" y="318188"/>
                  </a:lnTo>
                  <a:lnTo>
                    <a:pt x="243485" y="315838"/>
                  </a:lnTo>
                  <a:lnTo>
                    <a:pt x="248171" y="313338"/>
                  </a:lnTo>
                  <a:lnTo>
                    <a:pt x="252776" y="310690"/>
                  </a:lnTo>
                  <a:lnTo>
                    <a:pt x="257294" y="307898"/>
                  </a:lnTo>
                  <a:lnTo>
                    <a:pt x="261721" y="304963"/>
                  </a:lnTo>
                  <a:lnTo>
                    <a:pt x="266053" y="301889"/>
                  </a:lnTo>
                  <a:lnTo>
                    <a:pt x="270285" y="298679"/>
                  </a:lnTo>
                  <a:lnTo>
                    <a:pt x="274413" y="295336"/>
                  </a:lnTo>
                  <a:lnTo>
                    <a:pt x="278432" y="291864"/>
                  </a:lnTo>
                  <a:lnTo>
                    <a:pt x="282339" y="288266"/>
                  </a:lnTo>
                  <a:lnTo>
                    <a:pt x="286130" y="284546"/>
                  </a:lnTo>
                  <a:lnTo>
                    <a:pt x="289801" y="280706"/>
                  </a:lnTo>
                  <a:lnTo>
                    <a:pt x="293348" y="276753"/>
                  </a:lnTo>
                  <a:lnTo>
                    <a:pt x="296767" y="272688"/>
                  </a:lnTo>
                  <a:lnTo>
                    <a:pt x="300056" y="268517"/>
                  </a:lnTo>
                  <a:lnTo>
                    <a:pt x="303210" y="264244"/>
                  </a:lnTo>
                  <a:lnTo>
                    <a:pt x="306227" y="259873"/>
                  </a:lnTo>
                  <a:lnTo>
                    <a:pt x="309104" y="255407"/>
                  </a:lnTo>
                  <a:lnTo>
                    <a:pt x="311838" y="250853"/>
                  </a:lnTo>
                  <a:lnTo>
                    <a:pt x="314425" y="246214"/>
                  </a:lnTo>
                  <a:lnTo>
                    <a:pt x="316864" y="241496"/>
                  </a:lnTo>
                  <a:lnTo>
                    <a:pt x="319151" y="236702"/>
                  </a:lnTo>
                  <a:lnTo>
                    <a:pt x="321285" y="231838"/>
                  </a:lnTo>
                  <a:lnTo>
                    <a:pt x="323264" y="226909"/>
                  </a:lnTo>
                  <a:lnTo>
                    <a:pt x="325084" y="221919"/>
                  </a:lnTo>
                  <a:lnTo>
                    <a:pt x="326746" y="216874"/>
                  </a:lnTo>
                  <a:lnTo>
                    <a:pt x="328246" y="211779"/>
                  </a:lnTo>
                  <a:lnTo>
                    <a:pt x="329584" y="206639"/>
                  </a:lnTo>
                  <a:lnTo>
                    <a:pt x="330758" y="201458"/>
                  </a:lnTo>
                  <a:lnTo>
                    <a:pt x="331766" y="196243"/>
                  </a:lnTo>
                  <a:lnTo>
                    <a:pt x="332608" y="190999"/>
                  </a:lnTo>
                  <a:lnTo>
                    <a:pt x="333284" y="185731"/>
                  </a:lnTo>
                  <a:lnTo>
                    <a:pt x="333791" y="180443"/>
                  </a:lnTo>
                  <a:lnTo>
                    <a:pt x="334131" y="175143"/>
                  </a:lnTo>
                  <a:lnTo>
                    <a:pt x="334301" y="169834"/>
                  </a:lnTo>
                  <a:lnTo>
                    <a:pt x="334304" y="164522"/>
                  </a:lnTo>
                  <a:lnTo>
                    <a:pt x="334137" y="159213"/>
                  </a:lnTo>
                  <a:lnTo>
                    <a:pt x="333802" y="153912"/>
                  </a:lnTo>
                  <a:lnTo>
                    <a:pt x="333298" y="148625"/>
                  </a:lnTo>
                  <a:lnTo>
                    <a:pt x="332627" y="143356"/>
                  </a:lnTo>
                  <a:lnTo>
                    <a:pt x="331788" y="138111"/>
                  </a:lnTo>
                  <a:lnTo>
                    <a:pt x="330784" y="132895"/>
                  </a:lnTo>
                  <a:lnTo>
                    <a:pt x="329614" y="127714"/>
                  </a:lnTo>
                  <a:lnTo>
                    <a:pt x="328280" y="122573"/>
                  </a:lnTo>
                  <a:lnTo>
                    <a:pt x="326784" y="117476"/>
                  </a:lnTo>
                  <a:lnTo>
                    <a:pt x="325126" y="112430"/>
                  </a:lnTo>
                  <a:lnTo>
                    <a:pt x="323309" y="107439"/>
                  </a:lnTo>
                  <a:lnTo>
                    <a:pt x="321335" y="102508"/>
                  </a:lnTo>
                  <a:lnTo>
                    <a:pt x="319204" y="97643"/>
                  </a:lnTo>
                  <a:lnTo>
                    <a:pt x="316921" y="92847"/>
                  </a:lnTo>
                  <a:lnTo>
                    <a:pt x="314486" y="88127"/>
                  </a:lnTo>
                  <a:lnTo>
                    <a:pt x="311902" y="83486"/>
                  </a:lnTo>
                  <a:lnTo>
                    <a:pt x="309172" y="78929"/>
                  </a:lnTo>
                  <a:lnTo>
                    <a:pt x="306299" y="74462"/>
                  </a:lnTo>
                  <a:lnTo>
                    <a:pt x="303285" y="70088"/>
                  </a:lnTo>
                  <a:lnTo>
                    <a:pt x="300134" y="65813"/>
                  </a:lnTo>
                  <a:lnTo>
                    <a:pt x="296848" y="61639"/>
                  </a:lnTo>
                  <a:lnTo>
                    <a:pt x="293432" y="57572"/>
                  </a:lnTo>
                  <a:lnTo>
                    <a:pt x="167156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126275" cy="167167"/>
            </a:xfrm>
            <a:custGeom>
              <a:avLst/>
              <a:pathLst>
                <a:path w="126275" h="167167">
                  <a:moveTo>
                    <a:pt x="126275" y="57625"/>
                  </a:moveTo>
                  <a:lnTo>
                    <a:pt x="122600" y="53527"/>
                  </a:lnTo>
                  <a:lnTo>
                    <a:pt x="118792" y="49551"/>
                  </a:lnTo>
                  <a:lnTo>
                    <a:pt x="114855" y="45704"/>
                  </a:lnTo>
                  <a:lnTo>
                    <a:pt x="110793" y="41988"/>
                  </a:lnTo>
                  <a:lnTo>
                    <a:pt x="106611" y="38408"/>
                  </a:lnTo>
                  <a:lnTo>
                    <a:pt x="102314" y="34967"/>
                  </a:lnTo>
                  <a:lnTo>
                    <a:pt x="97905" y="31670"/>
                  </a:lnTo>
                  <a:lnTo>
                    <a:pt x="93391" y="28520"/>
                  </a:lnTo>
                  <a:lnTo>
                    <a:pt x="88775" y="25520"/>
                  </a:lnTo>
                  <a:lnTo>
                    <a:pt x="84063" y="22674"/>
                  </a:lnTo>
                  <a:lnTo>
                    <a:pt x="79260" y="19984"/>
                  </a:lnTo>
                  <a:lnTo>
                    <a:pt x="74371" y="17454"/>
                  </a:lnTo>
                  <a:lnTo>
                    <a:pt x="69401" y="15087"/>
                  </a:lnTo>
                  <a:lnTo>
                    <a:pt x="64356" y="12884"/>
                  </a:lnTo>
                  <a:lnTo>
                    <a:pt x="59241" y="10849"/>
                  </a:lnTo>
                  <a:lnTo>
                    <a:pt x="54062" y="8983"/>
                  </a:lnTo>
                  <a:lnTo>
                    <a:pt x="48824" y="7289"/>
                  </a:lnTo>
                  <a:lnTo>
                    <a:pt x="43533" y="5768"/>
                  </a:lnTo>
                  <a:lnTo>
                    <a:pt x="38196" y="4422"/>
                  </a:lnTo>
                  <a:lnTo>
                    <a:pt x="32816" y="3252"/>
                  </a:lnTo>
                  <a:lnTo>
                    <a:pt x="27401" y="2261"/>
                  </a:lnTo>
                  <a:lnTo>
                    <a:pt x="21957" y="1448"/>
                  </a:lnTo>
                  <a:lnTo>
                    <a:pt x="16488" y="815"/>
                  </a:lnTo>
                  <a:lnTo>
                    <a:pt x="11002" y="362"/>
                  </a:lnTo>
                  <a:lnTo>
                    <a:pt x="550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10146" y="3170392"/>
              <a:ext cx="15834" cy="167167"/>
            </a:xfrm>
            <a:custGeom>
              <a:avLst/>
              <a:pathLst>
                <a:path w="15834" h="167167">
                  <a:moveTo>
                    <a:pt x="15834" y="0"/>
                  </a:moveTo>
                  <a:lnTo>
                    <a:pt x="7908" y="188"/>
                  </a:lnTo>
                  <a:lnTo>
                    <a:pt x="0" y="751"/>
                  </a:lnTo>
                  <a:lnTo>
                    <a:pt x="158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10146" y="3171144"/>
              <a:ext cx="15834" cy="166415"/>
            </a:xfrm>
            <a:custGeom>
              <a:avLst/>
              <a:pathLst>
                <a:path w="15834" h="166415">
                  <a:moveTo>
                    <a:pt x="0" y="0"/>
                  </a:moveTo>
                  <a:lnTo>
                    <a:pt x="15834" y="166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21" y="3171144"/>
              <a:ext cx="334326" cy="333570"/>
            </a:xfrm>
            <a:custGeom>
              <a:avLst/>
              <a:pathLst>
                <a:path w="334326" h="333570">
                  <a:moveTo>
                    <a:pt x="151325" y="0"/>
                  </a:moveTo>
                  <a:lnTo>
                    <a:pt x="146073" y="583"/>
                  </a:lnTo>
                  <a:lnTo>
                    <a:pt x="140843" y="1332"/>
                  </a:lnTo>
                  <a:lnTo>
                    <a:pt x="135640" y="2246"/>
                  </a:lnTo>
                  <a:lnTo>
                    <a:pt x="130467" y="3324"/>
                  </a:lnTo>
                  <a:lnTo>
                    <a:pt x="125332" y="4565"/>
                  </a:lnTo>
                  <a:lnTo>
                    <a:pt x="120238" y="5968"/>
                  </a:lnTo>
                  <a:lnTo>
                    <a:pt x="115191" y="7531"/>
                  </a:lnTo>
                  <a:lnTo>
                    <a:pt x="110195" y="9253"/>
                  </a:lnTo>
                  <a:lnTo>
                    <a:pt x="105257" y="11131"/>
                  </a:lnTo>
                  <a:lnTo>
                    <a:pt x="100381" y="13165"/>
                  </a:lnTo>
                  <a:lnTo>
                    <a:pt x="95571" y="15352"/>
                  </a:lnTo>
                  <a:lnTo>
                    <a:pt x="90833" y="17690"/>
                  </a:lnTo>
                  <a:lnTo>
                    <a:pt x="86171" y="20176"/>
                  </a:lnTo>
                  <a:lnTo>
                    <a:pt x="81590" y="22809"/>
                  </a:lnTo>
                  <a:lnTo>
                    <a:pt x="77095" y="25584"/>
                  </a:lnTo>
                  <a:lnTo>
                    <a:pt x="72689" y="28501"/>
                  </a:lnTo>
                  <a:lnTo>
                    <a:pt x="68378" y="31555"/>
                  </a:lnTo>
                  <a:lnTo>
                    <a:pt x="64165" y="34744"/>
                  </a:lnTo>
                  <a:lnTo>
                    <a:pt x="60056" y="38065"/>
                  </a:lnTo>
                  <a:lnTo>
                    <a:pt x="56053" y="41514"/>
                  </a:lnTo>
                  <a:lnTo>
                    <a:pt x="52161" y="45087"/>
                  </a:lnTo>
                  <a:lnTo>
                    <a:pt x="48385" y="48782"/>
                  </a:lnTo>
                  <a:lnTo>
                    <a:pt x="44727" y="52594"/>
                  </a:lnTo>
                  <a:lnTo>
                    <a:pt x="41191" y="56520"/>
                  </a:lnTo>
                  <a:lnTo>
                    <a:pt x="37781" y="60556"/>
                  </a:lnTo>
                  <a:lnTo>
                    <a:pt x="34500" y="64698"/>
                  </a:lnTo>
                  <a:lnTo>
                    <a:pt x="31352" y="68941"/>
                  </a:lnTo>
                  <a:lnTo>
                    <a:pt x="28339" y="73281"/>
                  </a:lnTo>
                  <a:lnTo>
                    <a:pt x="25465" y="77715"/>
                  </a:lnTo>
                  <a:lnTo>
                    <a:pt x="22733" y="82237"/>
                  </a:lnTo>
                  <a:lnTo>
                    <a:pt x="20145" y="86843"/>
                  </a:lnTo>
                  <a:lnTo>
                    <a:pt x="17704" y="91529"/>
                  </a:lnTo>
                  <a:lnTo>
                    <a:pt x="15412" y="96289"/>
                  </a:lnTo>
                  <a:lnTo>
                    <a:pt x="13271" y="101120"/>
                  </a:lnTo>
                  <a:lnTo>
                    <a:pt x="11285" y="106016"/>
                  </a:lnTo>
                  <a:lnTo>
                    <a:pt x="9454" y="110972"/>
                  </a:lnTo>
                  <a:lnTo>
                    <a:pt x="7781" y="115983"/>
                  </a:lnTo>
                  <a:lnTo>
                    <a:pt x="6266" y="121045"/>
                  </a:lnTo>
                  <a:lnTo>
                    <a:pt x="4913" y="126152"/>
                  </a:lnTo>
                  <a:lnTo>
                    <a:pt x="3722" y="131300"/>
                  </a:lnTo>
                  <a:lnTo>
                    <a:pt x="2693" y="136482"/>
                  </a:lnTo>
                  <a:lnTo>
                    <a:pt x="1830" y="141695"/>
                  </a:lnTo>
                  <a:lnTo>
                    <a:pt x="1131" y="146932"/>
                  </a:lnTo>
                  <a:lnTo>
                    <a:pt x="598" y="152188"/>
                  </a:lnTo>
                  <a:lnTo>
                    <a:pt x="232" y="157459"/>
                  </a:lnTo>
                  <a:lnTo>
                    <a:pt x="32" y="162739"/>
                  </a:lnTo>
                  <a:lnTo>
                    <a:pt x="0" y="168022"/>
                  </a:lnTo>
                  <a:lnTo>
                    <a:pt x="134" y="173304"/>
                  </a:lnTo>
                  <a:lnTo>
                    <a:pt x="435" y="178579"/>
                  </a:lnTo>
                  <a:lnTo>
                    <a:pt x="903" y="183842"/>
                  </a:lnTo>
                  <a:lnTo>
                    <a:pt x="1536" y="189087"/>
                  </a:lnTo>
                  <a:lnTo>
                    <a:pt x="2336" y="194310"/>
                  </a:lnTo>
                  <a:lnTo>
                    <a:pt x="3299" y="199505"/>
                  </a:lnTo>
                  <a:lnTo>
                    <a:pt x="4427" y="204666"/>
                  </a:lnTo>
                  <a:lnTo>
                    <a:pt x="5717" y="209790"/>
                  </a:lnTo>
                  <a:lnTo>
                    <a:pt x="7168" y="214870"/>
                  </a:lnTo>
                  <a:lnTo>
                    <a:pt x="8780" y="219902"/>
                  </a:lnTo>
                  <a:lnTo>
                    <a:pt x="10549" y="224881"/>
                  </a:lnTo>
                  <a:lnTo>
                    <a:pt x="12475" y="229801"/>
                  </a:lnTo>
                  <a:lnTo>
                    <a:pt x="14555" y="234657"/>
                  </a:lnTo>
                  <a:lnTo>
                    <a:pt x="16788" y="239446"/>
                  </a:lnTo>
                  <a:lnTo>
                    <a:pt x="19171" y="244161"/>
                  </a:lnTo>
                  <a:lnTo>
                    <a:pt x="21702" y="248799"/>
                  </a:lnTo>
                  <a:lnTo>
                    <a:pt x="24378" y="253355"/>
                  </a:lnTo>
                  <a:lnTo>
                    <a:pt x="27197" y="257824"/>
                  </a:lnTo>
                  <a:lnTo>
                    <a:pt x="30155" y="262201"/>
                  </a:lnTo>
                  <a:lnTo>
                    <a:pt x="33251" y="266483"/>
                  </a:lnTo>
                  <a:lnTo>
                    <a:pt x="36480" y="270665"/>
                  </a:lnTo>
                  <a:lnTo>
                    <a:pt x="39840" y="274742"/>
                  </a:lnTo>
                  <a:lnTo>
                    <a:pt x="43327" y="278712"/>
                  </a:lnTo>
                  <a:lnTo>
                    <a:pt x="46937" y="282569"/>
                  </a:lnTo>
                  <a:lnTo>
                    <a:pt x="50668" y="286310"/>
                  </a:lnTo>
                  <a:lnTo>
                    <a:pt x="54515" y="289932"/>
                  </a:lnTo>
                  <a:lnTo>
                    <a:pt x="58475" y="293430"/>
                  </a:lnTo>
                  <a:lnTo>
                    <a:pt x="62543" y="296801"/>
                  </a:lnTo>
                  <a:lnTo>
                    <a:pt x="66716" y="300042"/>
                  </a:lnTo>
                  <a:lnTo>
                    <a:pt x="70989" y="303149"/>
                  </a:lnTo>
                  <a:lnTo>
                    <a:pt x="75358" y="306120"/>
                  </a:lnTo>
                  <a:lnTo>
                    <a:pt x="79819" y="308952"/>
                  </a:lnTo>
                  <a:lnTo>
                    <a:pt x="84367" y="311641"/>
                  </a:lnTo>
                  <a:lnTo>
                    <a:pt x="88998" y="314184"/>
                  </a:lnTo>
                  <a:lnTo>
                    <a:pt x="93707" y="316581"/>
                  </a:lnTo>
                  <a:lnTo>
                    <a:pt x="98489" y="318827"/>
                  </a:lnTo>
                  <a:lnTo>
                    <a:pt x="103340" y="320921"/>
                  </a:lnTo>
                  <a:lnTo>
                    <a:pt x="108254" y="322861"/>
                  </a:lnTo>
                  <a:lnTo>
                    <a:pt x="113228" y="324644"/>
                  </a:lnTo>
                  <a:lnTo>
                    <a:pt x="118255" y="326269"/>
                  </a:lnTo>
                  <a:lnTo>
                    <a:pt x="123331" y="327735"/>
                  </a:lnTo>
                  <a:lnTo>
                    <a:pt x="128451" y="329039"/>
                  </a:lnTo>
                  <a:lnTo>
                    <a:pt x="133610" y="330182"/>
                  </a:lnTo>
                  <a:lnTo>
                    <a:pt x="138802" y="331160"/>
                  </a:lnTo>
                  <a:lnTo>
                    <a:pt x="144022" y="331974"/>
                  </a:lnTo>
                  <a:lnTo>
                    <a:pt x="149266" y="332622"/>
                  </a:lnTo>
                  <a:lnTo>
                    <a:pt x="154527" y="333105"/>
                  </a:lnTo>
                  <a:lnTo>
                    <a:pt x="159801" y="333421"/>
                  </a:lnTo>
                  <a:lnTo>
                    <a:pt x="165083" y="333570"/>
                  </a:lnTo>
                  <a:lnTo>
                    <a:pt x="170366" y="333552"/>
                  </a:lnTo>
                  <a:lnTo>
                    <a:pt x="175646" y="333367"/>
                  </a:lnTo>
                  <a:lnTo>
                    <a:pt x="180918" y="333016"/>
                  </a:lnTo>
                  <a:lnTo>
                    <a:pt x="186176" y="332498"/>
                  </a:lnTo>
                  <a:lnTo>
                    <a:pt x="191415" y="331814"/>
                  </a:lnTo>
                  <a:lnTo>
                    <a:pt x="196630" y="330964"/>
                  </a:lnTo>
                  <a:lnTo>
                    <a:pt x="201815" y="329951"/>
                  </a:lnTo>
                  <a:lnTo>
                    <a:pt x="206966" y="328774"/>
                  </a:lnTo>
                  <a:lnTo>
                    <a:pt x="212077" y="327435"/>
                  </a:lnTo>
                  <a:lnTo>
                    <a:pt x="217143" y="325935"/>
                  </a:lnTo>
                  <a:lnTo>
                    <a:pt x="222159" y="324276"/>
                  </a:lnTo>
                  <a:lnTo>
                    <a:pt x="227121" y="322459"/>
                  </a:lnTo>
                  <a:lnTo>
                    <a:pt x="232022" y="320486"/>
                  </a:lnTo>
                  <a:lnTo>
                    <a:pt x="236859" y="318359"/>
                  </a:lnTo>
                  <a:lnTo>
                    <a:pt x="241625" y="316081"/>
                  </a:lnTo>
                  <a:lnTo>
                    <a:pt x="246318" y="313653"/>
                  </a:lnTo>
                  <a:lnTo>
                    <a:pt x="250932" y="311078"/>
                  </a:lnTo>
                  <a:lnTo>
                    <a:pt x="255461" y="308358"/>
                  </a:lnTo>
                  <a:lnTo>
                    <a:pt x="259903" y="305496"/>
                  </a:lnTo>
                  <a:lnTo>
                    <a:pt x="264252" y="302496"/>
                  </a:lnTo>
                  <a:lnTo>
                    <a:pt x="268504" y="299360"/>
                  </a:lnTo>
                  <a:lnTo>
                    <a:pt x="272654" y="296091"/>
                  </a:lnTo>
                  <a:lnTo>
                    <a:pt x="276700" y="292692"/>
                  </a:lnTo>
                  <a:lnTo>
                    <a:pt x="280636" y="289167"/>
                  </a:lnTo>
                  <a:lnTo>
                    <a:pt x="284458" y="285520"/>
                  </a:lnTo>
                  <a:lnTo>
                    <a:pt x="288164" y="281754"/>
                  </a:lnTo>
                  <a:lnTo>
                    <a:pt x="291748" y="277872"/>
                  </a:lnTo>
                  <a:lnTo>
                    <a:pt x="295208" y="273879"/>
                  </a:lnTo>
                  <a:lnTo>
                    <a:pt x="298540" y="269779"/>
                  </a:lnTo>
                  <a:lnTo>
                    <a:pt x="301741" y="265575"/>
                  </a:lnTo>
                  <a:lnTo>
                    <a:pt x="304808" y="261273"/>
                  </a:lnTo>
                  <a:lnTo>
                    <a:pt x="307736" y="256875"/>
                  </a:lnTo>
                  <a:lnTo>
                    <a:pt x="310525" y="252387"/>
                  </a:lnTo>
                  <a:lnTo>
                    <a:pt x="313170" y="247814"/>
                  </a:lnTo>
                  <a:lnTo>
                    <a:pt x="315670" y="243159"/>
                  </a:lnTo>
                  <a:lnTo>
                    <a:pt x="318021" y="238427"/>
                  </a:lnTo>
                  <a:lnTo>
                    <a:pt x="320221" y="233624"/>
                  </a:lnTo>
                  <a:lnTo>
                    <a:pt x="322269" y="228753"/>
                  </a:lnTo>
                  <a:lnTo>
                    <a:pt x="324161" y="223820"/>
                  </a:lnTo>
                  <a:lnTo>
                    <a:pt x="325897" y="218830"/>
                  </a:lnTo>
                  <a:lnTo>
                    <a:pt x="327474" y="213787"/>
                  </a:lnTo>
                  <a:lnTo>
                    <a:pt x="328891" y="208698"/>
                  </a:lnTo>
                  <a:lnTo>
                    <a:pt x="330146" y="203565"/>
                  </a:lnTo>
                  <a:lnTo>
                    <a:pt x="331239" y="198396"/>
                  </a:lnTo>
                  <a:lnTo>
                    <a:pt x="332168" y="193195"/>
                  </a:lnTo>
                  <a:lnTo>
                    <a:pt x="332932" y="187967"/>
                  </a:lnTo>
                  <a:lnTo>
                    <a:pt x="333530" y="182717"/>
                  </a:lnTo>
                  <a:lnTo>
                    <a:pt x="333962" y="177452"/>
                  </a:lnTo>
                  <a:lnTo>
                    <a:pt x="334227" y="172175"/>
                  </a:lnTo>
                  <a:lnTo>
                    <a:pt x="334326" y="166892"/>
                  </a:lnTo>
                  <a:lnTo>
                    <a:pt x="334258" y="161609"/>
                  </a:lnTo>
                  <a:lnTo>
                    <a:pt x="334022" y="156331"/>
                  </a:lnTo>
                  <a:lnTo>
                    <a:pt x="333620" y="151063"/>
                  </a:lnTo>
                  <a:lnTo>
                    <a:pt x="333052" y="145810"/>
                  </a:lnTo>
                  <a:lnTo>
                    <a:pt x="332318" y="140578"/>
                  </a:lnTo>
                  <a:lnTo>
                    <a:pt x="331419" y="135371"/>
                  </a:lnTo>
                  <a:lnTo>
                    <a:pt x="330356" y="130196"/>
                  </a:lnTo>
                  <a:lnTo>
                    <a:pt x="329130" y="125056"/>
                  </a:lnTo>
                  <a:lnTo>
                    <a:pt x="327742" y="119958"/>
                  </a:lnTo>
                  <a:lnTo>
                    <a:pt x="326193" y="114907"/>
                  </a:lnTo>
                  <a:lnTo>
                    <a:pt x="324486" y="109907"/>
                  </a:lnTo>
                  <a:lnTo>
                    <a:pt x="322622" y="104963"/>
                  </a:lnTo>
                  <a:lnTo>
                    <a:pt x="320602" y="100081"/>
                  </a:lnTo>
                  <a:lnTo>
                    <a:pt x="318429" y="95265"/>
                  </a:lnTo>
                  <a:lnTo>
                    <a:pt x="316105" y="90520"/>
                  </a:lnTo>
                  <a:lnTo>
                    <a:pt x="313632" y="85851"/>
                  </a:lnTo>
                  <a:lnTo>
                    <a:pt x="311013" y="81262"/>
                  </a:lnTo>
                  <a:lnTo>
                    <a:pt x="308250" y="76759"/>
                  </a:lnTo>
                  <a:lnTo>
                    <a:pt x="305346" y="72345"/>
                  </a:lnTo>
                  <a:lnTo>
                    <a:pt x="302305" y="68025"/>
                  </a:lnTo>
                  <a:lnTo>
                    <a:pt x="299128" y="63803"/>
                  </a:lnTo>
                  <a:lnTo>
                    <a:pt x="295819" y="59684"/>
                  </a:lnTo>
                  <a:lnTo>
                    <a:pt x="292382" y="55671"/>
                  </a:lnTo>
                  <a:lnTo>
                    <a:pt x="288820" y="51769"/>
                  </a:lnTo>
                  <a:lnTo>
                    <a:pt x="285136" y="47982"/>
                  </a:lnTo>
                  <a:lnTo>
                    <a:pt x="281334" y="44313"/>
                  </a:lnTo>
                  <a:lnTo>
                    <a:pt x="167159" y="166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14174" cy="167167"/>
            </a:xfrm>
            <a:custGeom>
              <a:avLst/>
              <a:pathLst>
                <a:path w="114174" h="167167">
                  <a:moveTo>
                    <a:pt x="114174" y="45064"/>
                  </a:moveTo>
                  <a:lnTo>
                    <a:pt x="109936" y="41234"/>
                  </a:lnTo>
                  <a:lnTo>
                    <a:pt x="105568" y="37552"/>
                  </a:lnTo>
                  <a:lnTo>
                    <a:pt x="101078" y="34020"/>
                  </a:lnTo>
                  <a:lnTo>
                    <a:pt x="96470" y="30644"/>
                  </a:lnTo>
                  <a:lnTo>
                    <a:pt x="91748" y="27428"/>
                  </a:lnTo>
                  <a:lnTo>
                    <a:pt x="86920" y="24374"/>
                  </a:lnTo>
                  <a:lnTo>
                    <a:pt x="81990" y="21488"/>
                  </a:lnTo>
                  <a:lnTo>
                    <a:pt x="76965" y="18771"/>
                  </a:lnTo>
                  <a:lnTo>
                    <a:pt x="71849" y="16228"/>
                  </a:lnTo>
                  <a:lnTo>
                    <a:pt x="66650" y="13861"/>
                  </a:lnTo>
                  <a:lnTo>
                    <a:pt x="61373" y="11673"/>
                  </a:lnTo>
                  <a:lnTo>
                    <a:pt x="56024" y="9667"/>
                  </a:lnTo>
                  <a:lnTo>
                    <a:pt x="50610" y="7845"/>
                  </a:lnTo>
                  <a:lnTo>
                    <a:pt x="45136" y="6208"/>
                  </a:lnTo>
                  <a:lnTo>
                    <a:pt x="39610" y="4760"/>
                  </a:lnTo>
                  <a:lnTo>
                    <a:pt x="34038" y="3502"/>
                  </a:lnTo>
                  <a:lnTo>
                    <a:pt x="28426" y="2434"/>
                  </a:lnTo>
                  <a:lnTo>
                    <a:pt x="22780" y="1559"/>
                  </a:lnTo>
                  <a:lnTo>
                    <a:pt x="17109" y="877"/>
                  </a:lnTo>
                  <a:lnTo>
                    <a:pt x="11417" y="390"/>
                  </a:lnTo>
                  <a:lnTo>
                    <a:pt x="5711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899" y="3707720"/>
              <a:ext cx="3848" cy="167167"/>
            </a:xfrm>
            <a:custGeom>
              <a:avLst/>
              <a:pathLst>
                <a:path w="3848" h="167167">
                  <a:moveTo>
                    <a:pt x="3848" y="0"/>
                  </a:moveTo>
                  <a:lnTo>
                    <a:pt x="0" y="44"/>
                  </a:lnTo>
                  <a:lnTo>
                    <a:pt x="38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899" y="3707765"/>
              <a:ext cx="3848" cy="167123"/>
            </a:xfrm>
            <a:custGeom>
              <a:avLst/>
              <a:pathLst>
                <a:path w="3848" h="167123">
                  <a:moveTo>
                    <a:pt x="0" y="0"/>
                  </a:moveTo>
                  <a:lnTo>
                    <a:pt x="3848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3" y="3707765"/>
              <a:ext cx="334331" cy="334278"/>
            </a:xfrm>
            <a:custGeom>
              <a:avLst/>
              <a:pathLst>
                <a:path w="334331" h="334278">
                  <a:moveTo>
                    <a:pt x="163316" y="0"/>
                  </a:moveTo>
                  <a:lnTo>
                    <a:pt x="158021" y="205"/>
                  </a:lnTo>
                  <a:lnTo>
                    <a:pt x="152735" y="579"/>
                  </a:lnTo>
                  <a:lnTo>
                    <a:pt x="147463" y="1120"/>
                  </a:lnTo>
                  <a:lnTo>
                    <a:pt x="142212" y="1828"/>
                  </a:lnTo>
                  <a:lnTo>
                    <a:pt x="136985" y="2702"/>
                  </a:lnTo>
                  <a:lnTo>
                    <a:pt x="131789" y="3741"/>
                  </a:lnTo>
                  <a:lnTo>
                    <a:pt x="126628" y="4944"/>
                  </a:lnTo>
                  <a:lnTo>
                    <a:pt x="121508" y="6311"/>
                  </a:lnTo>
                  <a:lnTo>
                    <a:pt x="116434" y="7839"/>
                  </a:lnTo>
                  <a:lnTo>
                    <a:pt x="111411" y="9526"/>
                  </a:lnTo>
                  <a:lnTo>
                    <a:pt x="106444" y="11373"/>
                  </a:lnTo>
                  <a:lnTo>
                    <a:pt x="101538" y="13376"/>
                  </a:lnTo>
                  <a:lnTo>
                    <a:pt x="96698" y="15533"/>
                  </a:lnTo>
                  <a:lnTo>
                    <a:pt x="91929" y="17842"/>
                  </a:lnTo>
                  <a:lnTo>
                    <a:pt x="87235" y="20302"/>
                  </a:lnTo>
                  <a:lnTo>
                    <a:pt x="82622" y="22909"/>
                  </a:lnTo>
                  <a:lnTo>
                    <a:pt x="78093" y="25661"/>
                  </a:lnTo>
                  <a:lnTo>
                    <a:pt x="73655" y="28555"/>
                  </a:lnTo>
                  <a:lnTo>
                    <a:pt x="69310" y="31589"/>
                  </a:lnTo>
                  <a:lnTo>
                    <a:pt x="65063" y="34759"/>
                  </a:lnTo>
                  <a:lnTo>
                    <a:pt x="60919" y="38061"/>
                  </a:lnTo>
                  <a:lnTo>
                    <a:pt x="56882" y="41493"/>
                  </a:lnTo>
                  <a:lnTo>
                    <a:pt x="52955" y="45052"/>
                  </a:lnTo>
                  <a:lnTo>
                    <a:pt x="49144" y="48733"/>
                  </a:lnTo>
                  <a:lnTo>
                    <a:pt x="45450" y="52533"/>
                  </a:lnTo>
                  <a:lnTo>
                    <a:pt x="41880" y="56449"/>
                  </a:lnTo>
                  <a:lnTo>
                    <a:pt x="38435" y="60475"/>
                  </a:lnTo>
                  <a:lnTo>
                    <a:pt x="35119" y="64609"/>
                  </a:lnTo>
                  <a:lnTo>
                    <a:pt x="31936" y="68846"/>
                  </a:lnTo>
                  <a:lnTo>
                    <a:pt x="28889" y="73181"/>
                  </a:lnTo>
                  <a:lnTo>
                    <a:pt x="25981" y="77611"/>
                  </a:lnTo>
                  <a:lnTo>
                    <a:pt x="23215" y="82131"/>
                  </a:lnTo>
                  <a:lnTo>
                    <a:pt x="20594" y="86736"/>
                  </a:lnTo>
                  <a:lnTo>
                    <a:pt x="18120" y="91422"/>
                  </a:lnTo>
                  <a:lnTo>
                    <a:pt x="15795" y="96184"/>
                  </a:lnTo>
                  <a:lnTo>
                    <a:pt x="13623" y="101017"/>
                  </a:lnTo>
                  <a:lnTo>
                    <a:pt x="11605" y="105917"/>
                  </a:lnTo>
                  <a:lnTo>
                    <a:pt x="9743" y="110878"/>
                  </a:lnTo>
                  <a:lnTo>
                    <a:pt x="8039" y="115896"/>
                  </a:lnTo>
                  <a:lnTo>
                    <a:pt x="6496" y="120965"/>
                  </a:lnTo>
                  <a:lnTo>
                    <a:pt x="5113" y="126081"/>
                  </a:lnTo>
                  <a:lnTo>
                    <a:pt x="3894" y="131238"/>
                  </a:lnTo>
                  <a:lnTo>
                    <a:pt x="2839" y="136431"/>
                  </a:lnTo>
                  <a:lnTo>
                    <a:pt x="1948" y="141655"/>
                  </a:lnTo>
                  <a:lnTo>
                    <a:pt x="1224" y="146904"/>
                  </a:lnTo>
                  <a:lnTo>
                    <a:pt x="667" y="152174"/>
                  </a:lnTo>
                  <a:lnTo>
                    <a:pt x="277" y="157458"/>
                  </a:lnTo>
                  <a:lnTo>
                    <a:pt x="54" y="162753"/>
                  </a:lnTo>
                  <a:lnTo>
                    <a:pt x="0" y="168052"/>
                  </a:lnTo>
                  <a:lnTo>
                    <a:pt x="113" y="173349"/>
                  </a:lnTo>
                  <a:lnTo>
                    <a:pt x="394" y="178641"/>
                  </a:lnTo>
                  <a:lnTo>
                    <a:pt x="843" y="183921"/>
                  </a:lnTo>
                  <a:lnTo>
                    <a:pt x="1459" y="189184"/>
                  </a:lnTo>
                  <a:lnTo>
                    <a:pt x="2242" y="194425"/>
                  </a:lnTo>
                  <a:lnTo>
                    <a:pt x="3190" y="199639"/>
                  </a:lnTo>
                  <a:lnTo>
                    <a:pt x="4303" y="204820"/>
                  </a:lnTo>
                  <a:lnTo>
                    <a:pt x="5579" y="209963"/>
                  </a:lnTo>
                  <a:lnTo>
                    <a:pt x="7018" y="215063"/>
                  </a:lnTo>
                  <a:lnTo>
                    <a:pt x="8618" y="220114"/>
                  </a:lnTo>
                  <a:lnTo>
                    <a:pt x="10378" y="225113"/>
                  </a:lnTo>
                  <a:lnTo>
                    <a:pt x="12294" y="230053"/>
                  </a:lnTo>
                  <a:lnTo>
                    <a:pt x="14367" y="234930"/>
                  </a:lnTo>
                  <a:lnTo>
                    <a:pt x="16593" y="239739"/>
                  </a:lnTo>
                  <a:lnTo>
                    <a:pt x="18970" y="244475"/>
                  </a:lnTo>
                  <a:lnTo>
                    <a:pt x="21496" y="249133"/>
                  </a:lnTo>
                  <a:lnTo>
                    <a:pt x="24169" y="253709"/>
                  </a:lnTo>
                  <a:lnTo>
                    <a:pt x="26985" y="258198"/>
                  </a:lnTo>
                  <a:lnTo>
                    <a:pt x="29942" y="262595"/>
                  </a:lnTo>
                  <a:lnTo>
                    <a:pt x="33037" y="266896"/>
                  </a:lnTo>
                  <a:lnTo>
                    <a:pt x="36267" y="271097"/>
                  </a:lnTo>
                  <a:lnTo>
                    <a:pt x="39628" y="275194"/>
                  </a:lnTo>
                  <a:lnTo>
                    <a:pt x="43117" y="279182"/>
                  </a:lnTo>
                  <a:lnTo>
                    <a:pt x="46731" y="283057"/>
                  </a:lnTo>
                  <a:lnTo>
                    <a:pt x="50467" y="286816"/>
                  </a:lnTo>
                  <a:lnTo>
                    <a:pt x="54319" y="290455"/>
                  </a:lnTo>
                  <a:lnTo>
                    <a:pt x="58285" y="293970"/>
                  </a:lnTo>
                  <a:lnTo>
                    <a:pt x="62360" y="297357"/>
                  </a:lnTo>
                  <a:lnTo>
                    <a:pt x="66540" y="300613"/>
                  </a:lnTo>
                  <a:lnTo>
                    <a:pt x="70822" y="303735"/>
                  </a:lnTo>
                  <a:lnTo>
                    <a:pt x="75200" y="306720"/>
                  </a:lnTo>
                  <a:lnTo>
                    <a:pt x="79671" y="309565"/>
                  </a:lnTo>
                  <a:lnTo>
                    <a:pt x="84230" y="312267"/>
                  </a:lnTo>
                  <a:lnTo>
                    <a:pt x="88872" y="314822"/>
                  </a:lnTo>
                  <a:lnTo>
                    <a:pt x="93593" y="317230"/>
                  </a:lnTo>
                  <a:lnTo>
                    <a:pt x="98387" y="319486"/>
                  </a:lnTo>
                  <a:lnTo>
                    <a:pt x="103251" y="321590"/>
                  </a:lnTo>
                  <a:lnTo>
                    <a:pt x="108179" y="323538"/>
                  </a:lnTo>
                  <a:lnTo>
                    <a:pt x="113166" y="325329"/>
                  </a:lnTo>
                  <a:lnTo>
                    <a:pt x="118208" y="326961"/>
                  </a:lnTo>
                  <a:lnTo>
                    <a:pt x="123298" y="328432"/>
                  </a:lnTo>
                  <a:lnTo>
                    <a:pt x="128433" y="329741"/>
                  </a:lnTo>
                  <a:lnTo>
                    <a:pt x="133607" y="330887"/>
                  </a:lnTo>
                  <a:lnTo>
                    <a:pt x="138814" y="331869"/>
                  </a:lnTo>
                  <a:lnTo>
                    <a:pt x="144050" y="332684"/>
                  </a:lnTo>
                  <a:lnTo>
                    <a:pt x="149309" y="333334"/>
                  </a:lnTo>
                  <a:lnTo>
                    <a:pt x="154586" y="333816"/>
                  </a:lnTo>
                  <a:lnTo>
                    <a:pt x="159876" y="334131"/>
                  </a:lnTo>
                  <a:lnTo>
                    <a:pt x="165173" y="334278"/>
                  </a:lnTo>
                  <a:lnTo>
                    <a:pt x="170472" y="334257"/>
                  </a:lnTo>
                  <a:lnTo>
                    <a:pt x="175768" y="334069"/>
                  </a:lnTo>
                  <a:lnTo>
                    <a:pt x="181055" y="333712"/>
                  </a:lnTo>
                  <a:lnTo>
                    <a:pt x="186328" y="333188"/>
                  </a:lnTo>
                  <a:lnTo>
                    <a:pt x="191582" y="332497"/>
                  </a:lnTo>
                  <a:lnTo>
                    <a:pt x="196811" y="331640"/>
                  </a:lnTo>
                  <a:lnTo>
                    <a:pt x="202011" y="330618"/>
                  </a:lnTo>
                  <a:lnTo>
                    <a:pt x="207175" y="329431"/>
                  </a:lnTo>
                  <a:lnTo>
                    <a:pt x="212300" y="328082"/>
                  </a:lnTo>
                  <a:lnTo>
                    <a:pt x="217379" y="326570"/>
                  </a:lnTo>
                  <a:lnTo>
                    <a:pt x="222407" y="324898"/>
                  </a:lnTo>
                  <a:lnTo>
                    <a:pt x="227380" y="323068"/>
                  </a:lnTo>
                  <a:lnTo>
                    <a:pt x="232293" y="321081"/>
                  </a:lnTo>
                  <a:lnTo>
                    <a:pt x="237140" y="318940"/>
                  </a:lnTo>
                  <a:lnTo>
                    <a:pt x="241916" y="316646"/>
                  </a:lnTo>
                  <a:lnTo>
                    <a:pt x="246618" y="314201"/>
                  </a:lnTo>
                  <a:lnTo>
                    <a:pt x="251240" y="311609"/>
                  </a:lnTo>
                  <a:lnTo>
                    <a:pt x="255777" y="308872"/>
                  </a:lnTo>
                  <a:lnTo>
                    <a:pt x="260225" y="305992"/>
                  </a:lnTo>
                  <a:lnTo>
                    <a:pt x="264580" y="302972"/>
                  </a:lnTo>
                  <a:lnTo>
                    <a:pt x="268837" y="299817"/>
                  </a:lnTo>
                  <a:lnTo>
                    <a:pt x="272991" y="296527"/>
                  </a:lnTo>
                  <a:lnTo>
                    <a:pt x="277040" y="293108"/>
                  </a:lnTo>
                  <a:lnTo>
                    <a:pt x="280978" y="289562"/>
                  </a:lnTo>
                  <a:lnTo>
                    <a:pt x="284801" y="285893"/>
                  </a:lnTo>
                  <a:lnTo>
                    <a:pt x="288507" y="282105"/>
                  </a:lnTo>
                  <a:lnTo>
                    <a:pt x="292090" y="278201"/>
                  </a:lnTo>
                  <a:lnTo>
                    <a:pt x="295548" y="274186"/>
                  </a:lnTo>
                  <a:lnTo>
                    <a:pt x="298877" y="270063"/>
                  </a:lnTo>
                  <a:lnTo>
                    <a:pt x="302073" y="265837"/>
                  </a:lnTo>
                  <a:lnTo>
                    <a:pt x="305134" y="261511"/>
                  </a:lnTo>
                  <a:lnTo>
                    <a:pt x="308057" y="257091"/>
                  </a:lnTo>
                  <a:lnTo>
                    <a:pt x="310838" y="252580"/>
                  </a:lnTo>
                  <a:lnTo>
                    <a:pt x="313474" y="247983"/>
                  </a:lnTo>
                  <a:lnTo>
                    <a:pt x="315963" y="243305"/>
                  </a:lnTo>
                  <a:lnTo>
                    <a:pt x="318303" y="238551"/>
                  </a:lnTo>
                  <a:lnTo>
                    <a:pt x="320491" y="233725"/>
                  </a:lnTo>
                  <a:lnTo>
                    <a:pt x="322525" y="228831"/>
                  </a:lnTo>
                  <a:lnTo>
                    <a:pt x="324403" y="223876"/>
                  </a:lnTo>
                  <a:lnTo>
                    <a:pt x="326123" y="218864"/>
                  </a:lnTo>
                  <a:lnTo>
                    <a:pt x="327683" y="213800"/>
                  </a:lnTo>
                  <a:lnTo>
                    <a:pt x="329082" y="208689"/>
                  </a:lnTo>
                  <a:lnTo>
                    <a:pt x="330318" y="203536"/>
                  </a:lnTo>
                  <a:lnTo>
                    <a:pt x="331390" y="198346"/>
                  </a:lnTo>
                  <a:lnTo>
                    <a:pt x="332297" y="193125"/>
                  </a:lnTo>
                  <a:lnTo>
                    <a:pt x="333038" y="187878"/>
                  </a:lnTo>
                  <a:lnTo>
                    <a:pt x="333613" y="182610"/>
                  </a:lnTo>
                  <a:lnTo>
                    <a:pt x="334020" y="177327"/>
                  </a:lnTo>
                  <a:lnTo>
                    <a:pt x="334260" y="172033"/>
                  </a:lnTo>
                  <a:lnTo>
                    <a:pt x="334331" y="166735"/>
                  </a:lnTo>
                  <a:lnTo>
                    <a:pt x="334235" y="161437"/>
                  </a:lnTo>
                  <a:lnTo>
                    <a:pt x="333971" y="156144"/>
                  </a:lnTo>
                  <a:lnTo>
                    <a:pt x="333539" y="150863"/>
                  </a:lnTo>
                  <a:lnTo>
                    <a:pt x="332940" y="145598"/>
                  </a:lnTo>
                  <a:lnTo>
                    <a:pt x="332175" y="140354"/>
                  </a:lnTo>
                  <a:lnTo>
                    <a:pt x="331243" y="135137"/>
                  </a:lnTo>
                  <a:lnTo>
                    <a:pt x="330147" y="129953"/>
                  </a:lnTo>
                  <a:lnTo>
                    <a:pt x="328887" y="124806"/>
                  </a:lnTo>
                  <a:lnTo>
                    <a:pt x="327465" y="119701"/>
                  </a:lnTo>
                  <a:lnTo>
                    <a:pt x="325881" y="114644"/>
                  </a:lnTo>
                  <a:lnTo>
                    <a:pt x="324138" y="109640"/>
                  </a:lnTo>
                  <a:lnTo>
                    <a:pt x="322237" y="104694"/>
                  </a:lnTo>
                  <a:lnTo>
                    <a:pt x="320181" y="99810"/>
                  </a:lnTo>
                  <a:lnTo>
                    <a:pt x="317970" y="94994"/>
                  </a:lnTo>
                  <a:lnTo>
                    <a:pt x="315608" y="90250"/>
                  </a:lnTo>
                  <a:lnTo>
                    <a:pt x="313097" y="85584"/>
                  </a:lnTo>
                  <a:lnTo>
                    <a:pt x="310440" y="81000"/>
                  </a:lnTo>
                  <a:lnTo>
                    <a:pt x="307638" y="76502"/>
                  </a:lnTo>
                  <a:lnTo>
                    <a:pt x="304695" y="72095"/>
                  </a:lnTo>
                  <a:lnTo>
                    <a:pt x="301614" y="67784"/>
                  </a:lnTo>
                  <a:lnTo>
                    <a:pt x="298398" y="63572"/>
                  </a:lnTo>
                  <a:lnTo>
                    <a:pt x="295050" y="59465"/>
                  </a:lnTo>
                  <a:lnTo>
                    <a:pt x="291573" y="55465"/>
                  </a:lnTo>
                  <a:lnTo>
                    <a:pt x="287972" y="51578"/>
                  </a:lnTo>
                  <a:lnTo>
                    <a:pt x="284249" y="47807"/>
                  </a:lnTo>
                  <a:lnTo>
                    <a:pt x="280408" y="44156"/>
                  </a:lnTo>
                  <a:lnTo>
                    <a:pt x="276454" y="40629"/>
                  </a:lnTo>
                  <a:lnTo>
                    <a:pt x="167164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109289" cy="167167"/>
            </a:xfrm>
            <a:custGeom>
              <a:avLst/>
              <a:pathLst>
                <a:path w="109289" h="167167">
                  <a:moveTo>
                    <a:pt x="109289" y="40673"/>
                  </a:moveTo>
                  <a:lnTo>
                    <a:pt x="104935" y="37038"/>
                  </a:lnTo>
                  <a:lnTo>
                    <a:pt x="100460" y="33553"/>
                  </a:lnTo>
                  <a:lnTo>
                    <a:pt x="95869" y="30222"/>
                  </a:lnTo>
                  <a:lnTo>
                    <a:pt x="91168" y="27048"/>
                  </a:lnTo>
                  <a:lnTo>
                    <a:pt x="86362" y="24036"/>
                  </a:lnTo>
                  <a:lnTo>
                    <a:pt x="81457" y="21189"/>
                  </a:lnTo>
                  <a:lnTo>
                    <a:pt x="76458" y="18509"/>
                  </a:lnTo>
                  <a:lnTo>
                    <a:pt x="71370" y="16001"/>
                  </a:lnTo>
                  <a:lnTo>
                    <a:pt x="66201" y="13667"/>
                  </a:lnTo>
                  <a:lnTo>
                    <a:pt x="60955" y="11509"/>
                  </a:lnTo>
                  <a:lnTo>
                    <a:pt x="55640" y="9531"/>
                  </a:lnTo>
                  <a:lnTo>
                    <a:pt x="50260" y="7734"/>
                  </a:lnTo>
                  <a:lnTo>
                    <a:pt x="44822" y="6121"/>
                  </a:lnTo>
                  <a:lnTo>
                    <a:pt x="39333" y="4693"/>
                  </a:lnTo>
                  <a:lnTo>
                    <a:pt x="33798" y="3452"/>
                  </a:lnTo>
                  <a:lnTo>
                    <a:pt x="28225" y="2400"/>
                  </a:lnTo>
                  <a:lnTo>
                    <a:pt x="22619" y="1537"/>
                  </a:lnTo>
                  <a:lnTo>
                    <a:pt x="16987" y="865"/>
                  </a:lnTo>
                  <a:lnTo>
                    <a:pt x="11335" y="384"/>
                  </a:lnTo>
                  <a:lnTo>
                    <a:pt x="567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413" y="4213821"/>
              <a:ext cx="2873" cy="167167"/>
            </a:xfrm>
            <a:custGeom>
              <a:avLst/>
              <a:pathLst>
                <a:path w="2873" h="167167">
                  <a:moveTo>
                    <a:pt x="2873" y="0"/>
                  </a:moveTo>
                  <a:lnTo>
                    <a:pt x="0" y="24"/>
                  </a:lnTo>
                  <a:lnTo>
                    <a:pt x="287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413" y="4213846"/>
              <a:ext cx="2873" cy="167142"/>
            </a:xfrm>
            <a:custGeom>
              <a:avLst/>
              <a:pathLst>
                <a:path w="2873" h="167142">
                  <a:moveTo>
                    <a:pt x="0" y="0"/>
                  </a:moveTo>
                  <a:lnTo>
                    <a:pt x="2873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38" y="4213846"/>
              <a:ext cx="167149" cy="255784"/>
            </a:xfrm>
            <a:custGeom>
              <a:avLst/>
              <a:pathLst>
                <a:path w="167149" h="255784">
                  <a:moveTo>
                    <a:pt x="164275" y="0"/>
                  </a:moveTo>
                  <a:lnTo>
                    <a:pt x="158927" y="177"/>
                  </a:lnTo>
                  <a:lnTo>
                    <a:pt x="153588" y="526"/>
                  </a:lnTo>
                  <a:lnTo>
                    <a:pt x="148263" y="1045"/>
                  </a:lnTo>
                  <a:lnTo>
                    <a:pt x="142957" y="1734"/>
                  </a:lnTo>
                  <a:lnTo>
                    <a:pt x="137676" y="2593"/>
                  </a:lnTo>
                  <a:lnTo>
                    <a:pt x="132425" y="3621"/>
                  </a:lnTo>
                  <a:lnTo>
                    <a:pt x="127210" y="4816"/>
                  </a:lnTo>
                  <a:lnTo>
                    <a:pt x="122036" y="6177"/>
                  </a:lnTo>
                  <a:lnTo>
                    <a:pt x="116908" y="7703"/>
                  </a:lnTo>
                  <a:lnTo>
                    <a:pt x="111831" y="9393"/>
                  </a:lnTo>
                  <a:lnTo>
                    <a:pt x="106811" y="11244"/>
                  </a:lnTo>
                  <a:lnTo>
                    <a:pt x="101853" y="13255"/>
                  </a:lnTo>
                  <a:lnTo>
                    <a:pt x="96962" y="15423"/>
                  </a:lnTo>
                  <a:lnTo>
                    <a:pt x="92142" y="17747"/>
                  </a:lnTo>
                  <a:lnTo>
                    <a:pt x="87400" y="20224"/>
                  </a:lnTo>
                  <a:lnTo>
                    <a:pt x="82739" y="22851"/>
                  </a:lnTo>
                  <a:lnTo>
                    <a:pt x="78164" y="25626"/>
                  </a:lnTo>
                  <a:lnTo>
                    <a:pt x="73681" y="28547"/>
                  </a:lnTo>
                  <a:lnTo>
                    <a:pt x="69294" y="31609"/>
                  </a:lnTo>
                  <a:lnTo>
                    <a:pt x="65006" y="34810"/>
                  </a:lnTo>
                  <a:lnTo>
                    <a:pt x="60824" y="38146"/>
                  </a:lnTo>
                  <a:lnTo>
                    <a:pt x="56750" y="41615"/>
                  </a:lnTo>
                  <a:lnTo>
                    <a:pt x="52789" y="45212"/>
                  </a:lnTo>
                  <a:lnTo>
                    <a:pt x="48946" y="48935"/>
                  </a:lnTo>
                  <a:lnTo>
                    <a:pt x="45224" y="52778"/>
                  </a:lnTo>
                  <a:lnTo>
                    <a:pt x="41626" y="56738"/>
                  </a:lnTo>
                  <a:lnTo>
                    <a:pt x="38157" y="60812"/>
                  </a:lnTo>
                  <a:lnTo>
                    <a:pt x="34820" y="64994"/>
                  </a:lnTo>
                  <a:lnTo>
                    <a:pt x="31619" y="69281"/>
                  </a:lnTo>
                  <a:lnTo>
                    <a:pt x="28557" y="73669"/>
                  </a:lnTo>
                  <a:lnTo>
                    <a:pt x="25637" y="78152"/>
                  </a:lnTo>
                  <a:lnTo>
                    <a:pt x="22861" y="82726"/>
                  </a:lnTo>
                  <a:lnTo>
                    <a:pt x="20234" y="87387"/>
                  </a:lnTo>
                  <a:lnTo>
                    <a:pt x="17756" y="92129"/>
                  </a:lnTo>
                  <a:lnTo>
                    <a:pt x="15432" y="96949"/>
                  </a:lnTo>
                  <a:lnTo>
                    <a:pt x="13264" y="101840"/>
                  </a:lnTo>
                  <a:lnTo>
                    <a:pt x="11253" y="106798"/>
                  </a:lnTo>
                  <a:lnTo>
                    <a:pt x="9401" y="111818"/>
                  </a:lnTo>
                  <a:lnTo>
                    <a:pt x="7712" y="116895"/>
                  </a:lnTo>
                  <a:lnTo>
                    <a:pt x="6185" y="122023"/>
                  </a:lnTo>
                  <a:lnTo>
                    <a:pt x="4824" y="127197"/>
                  </a:lnTo>
                  <a:lnTo>
                    <a:pt x="3629" y="132412"/>
                  </a:lnTo>
                  <a:lnTo>
                    <a:pt x="2601" y="137663"/>
                  </a:lnTo>
                  <a:lnTo>
                    <a:pt x="1742" y="142944"/>
                  </a:lnTo>
                  <a:lnTo>
                    <a:pt x="1052" y="148250"/>
                  </a:lnTo>
                  <a:lnTo>
                    <a:pt x="533" y="153575"/>
                  </a:lnTo>
                  <a:lnTo>
                    <a:pt x="184" y="158914"/>
                  </a:lnTo>
                  <a:lnTo>
                    <a:pt x="6" y="164261"/>
                  </a:lnTo>
                  <a:lnTo>
                    <a:pt x="0" y="169612"/>
                  </a:lnTo>
                  <a:lnTo>
                    <a:pt x="164" y="174960"/>
                  </a:lnTo>
                  <a:lnTo>
                    <a:pt x="500" y="180300"/>
                  </a:lnTo>
                  <a:lnTo>
                    <a:pt x="1006" y="185626"/>
                  </a:lnTo>
                  <a:lnTo>
                    <a:pt x="1683" y="190933"/>
                  </a:lnTo>
                  <a:lnTo>
                    <a:pt x="2529" y="196217"/>
                  </a:lnTo>
                  <a:lnTo>
                    <a:pt x="3544" y="201470"/>
                  </a:lnTo>
                  <a:lnTo>
                    <a:pt x="4726" y="206688"/>
                  </a:lnTo>
                  <a:lnTo>
                    <a:pt x="6075" y="211866"/>
                  </a:lnTo>
                  <a:lnTo>
                    <a:pt x="7589" y="216997"/>
                  </a:lnTo>
                  <a:lnTo>
                    <a:pt x="9266" y="222078"/>
                  </a:lnTo>
                  <a:lnTo>
                    <a:pt x="11105" y="227103"/>
                  </a:lnTo>
                  <a:lnTo>
                    <a:pt x="13104" y="232066"/>
                  </a:lnTo>
                  <a:lnTo>
                    <a:pt x="15260" y="236962"/>
                  </a:lnTo>
                  <a:lnTo>
                    <a:pt x="17572" y="241787"/>
                  </a:lnTo>
                  <a:lnTo>
                    <a:pt x="20038" y="246536"/>
                  </a:lnTo>
                  <a:lnTo>
                    <a:pt x="22654" y="251203"/>
                  </a:lnTo>
                  <a:lnTo>
                    <a:pt x="25418" y="255784"/>
                  </a:lnTo>
                  <a:lnTo>
                    <a:pt x="167149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39557" y="4213821"/>
              <a:ext cx="308880" cy="334334"/>
            </a:xfrm>
            <a:custGeom>
              <a:avLst/>
              <a:pathLst>
                <a:path w="308880" h="334334">
                  <a:moveTo>
                    <a:pt x="0" y="255809"/>
                  </a:moveTo>
                  <a:lnTo>
                    <a:pt x="2881" y="260257"/>
                  </a:lnTo>
                  <a:lnTo>
                    <a:pt x="5902" y="264612"/>
                  </a:lnTo>
                  <a:lnTo>
                    <a:pt x="9059" y="268869"/>
                  </a:lnTo>
                  <a:lnTo>
                    <a:pt x="12350" y="273024"/>
                  </a:lnTo>
                  <a:lnTo>
                    <a:pt x="15770" y="277072"/>
                  </a:lnTo>
                  <a:lnTo>
                    <a:pt x="19318" y="281010"/>
                  </a:lnTo>
                  <a:lnTo>
                    <a:pt x="22988" y="284833"/>
                  </a:lnTo>
                  <a:lnTo>
                    <a:pt x="26778" y="288538"/>
                  </a:lnTo>
                  <a:lnTo>
                    <a:pt x="30683" y="292121"/>
                  </a:lnTo>
                  <a:lnTo>
                    <a:pt x="34700" y="295579"/>
                  </a:lnTo>
                  <a:lnTo>
                    <a:pt x="38825" y="298907"/>
                  </a:lnTo>
                  <a:lnTo>
                    <a:pt x="43053" y="302103"/>
                  </a:lnTo>
                  <a:lnTo>
                    <a:pt x="47380" y="305163"/>
                  </a:lnTo>
                  <a:lnTo>
                    <a:pt x="51802" y="308085"/>
                  </a:lnTo>
                  <a:lnTo>
                    <a:pt x="56314" y="310865"/>
                  </a:lnTo>
                  <a:lnTo>
                    <a:pt x="60912" y="313500"/>
                  </a:lnTo>
                  <a:lnTo>
                    <a:pt x="65592" y="315989"/>
                  </a:lnTo>
                  <a:lnTo>
                    <a:pt x="70348" y="318328"/>
                  </a:lnTo>
                  <a:lnTo>
                    <a:pt x="75176" y="320514"/>
                  </a:lnTo>
                  <a:lnTo>
                    <a:pt x="80070" y="322547"/>
                  </a:lnTo>
                  <a:lnTo>
                    <a:pt x="85027" y="324424"/>
                  </a:lnTo>
                  <a:lnTo>
                    <a:pt x="90041" y="326142"/>
                  </a:lnTo>
                  <a:lnTo>
                    <a:pt x="95106" y="327701"/>
                  </a:lnTo>
                  <a:lnTo>
                    <a:pt x="100219" y="329098"/>
                  </a:lnTo>
                  <a:lnTo>
                    <a:pt x="105373" y="330333"/>
                  </a:lnTo>
                  <a:lnTo>
                    <a:pt x="110564" y="331403"/>
                  </a:lnTo>
                  <a:lnTo>
                    <a:pt x="115786" y="332309"/>
                  </a:lnTo>
                  <a:lnTo>
                    <a:pt x="121034" y="333048"/>
                  </a:lnTo>
                  <a:lnTo>
                    <a:pt x="126303" y="333621"/>
                  </a:lnTo>
                  <a:lnTo>
                    <a:pt x="131587" y="334026"/>
                  </a:lnTo>
                  <a:lnTo>
                    <a:pt x="136882" y="334264"/>
                  </a:lnTo>
                  <a:lnTo>
                    <a:pt x="142181" y="334334"/>
                  </a:lnTo>
                  <a:lnTo>
                    <a:pt x="147481" y="334235"/>
                  </a:lnTo>
                  <a:lnTo>
                    <a:pt x="152774" y="333969"/>
                  </a:lnTo>
                  <a:lnTo>
                    <a:pt x="158056" y="333535"/>
                  </a:lnTo>
                  <a:lnTo>
                    <a:pt x="163322" y="332934"/>
                  </a:lnTo>
                  <a:lnTo>
                    <a:pt x="168566" y="332166"/>
                  </a:lnTo>
                  <a:lnTo>
                    <a:pt x="173783" y="331233"/>
                  </a:lnTo>
                  <a:lnTo>
                    <a:pt x="178968" y="330134"/>
                  </a:lnTo>
                  <a:lnTo>
                    <a:pt x="184115" y="328872"/>
                  </a:lnTo>
                  <a:lnTo>
                    <a:pt x="189220" y="327447"/>
                  </a:lnTo>
                  <a:lnTo>
                    <a:pt x="194277" y="325861"/>
                  </a:lnTo>
                  <a:lnTo>
                    <a:pt x="199282" y="324115"/>
                  </a:lnTo>
                  <a:lnTo>
                    <a:pt x="204228" y="322212"/>
                  </a:lnTo>
                  <a:lnTo>
                    <a:pt x="209112" y="320153"/>
                  </a:lnTo>
                  <a:lnTo>
                    <a:pt x="213928" y="317940"/>
                  </a:lnTo>
                  <a:lnTo>
                    <a:pt x="218671" y="315575"/>
                  </a:lnTo>
                  <a:lnTo>
                    <a:pt x="223337" y="313062"/>
                  </a:lnTo>
                  <a:lnTo>
                    <a:pt x="227921" y="310401"/>
                  </a:lnTo>
                  <a:lnTo>
                    <a:pt x="232418" y="307597"/>
                  </a:lnTo>
                  <a:lnTo>
                    <a:pt x="236824" y="304652"/>
                  </a:lnTo>
                  <a:lnTo>
                    <a:pt x="241135" y="301568"/>
                  </a:lnTo>
                  <a:lnTo>
                    <a:pt x="245345" y="298349"/>
                  </a:lnTo>
                  <a:lnTo>
                    <a:pt x="249452" y="294999"/>
                  </a:lnTo>
                  <a:lnTo>
                    <a:pt x="253450" y="291520"/>
                  </a:lnTo>
                  <a:lnTo>
                    <a:pt x="257336" y="287916"/>
                  </a:lnTo>
                  <a:lnTo>
                    <a:pt x="261106" y="284190"/>
                  </a:lnTo>
                  <a:lnTo>
                    <a:pt x="264756" y="280347"/>
                  </a:lnTo>
                  <a:lnTo>
                    <a:pt x="268282" y="276390"/>
                  </a:lnTo>
                  <a:lnTo>
                    <a:pt x="271680" y="272323"/>
                  </a:lnTo>
                  <a:lnTo>
                    <a:pt x="274949" y="268151"/>
                  </a:lnTo>
                  <a:lnTo>
                    <a:pt x="278083" y="263877"/>
                  </a:lnTo>
                  <a:lnTo>
                    <a:pt x="281080" y="259506"/>
                  </a:lnTo>
                  <a:lnTo>
                    <a:pt x="283937" y="255042"/>
                  </a:lnTo>
                  <a:lnTo>
                    <a:pt x="286652" y="250490"/>
                  </a:lnTo>
                  <a:lnTo>
                    <a:pt x="289220" y="245854"/>
                  </a:lnTo>
                  <a:lnTo>
                    <a:pt x="291640" y="241139"/>
                  </a:lnTo>
                  <a:lnTo>
                    <a:pt x="293910" y="236349"/>
                  </a:lnTo>
                  <a:lnTo>
                    <a:pt x="296027" y="231490"/>
                  </a:lnTo>
                  <a:lnTo>
                    <a:pt x="297988" y="226567"/>
                  </a:lnTo>
                  <a:lnTo>
                    <a:pt x="299793" y="221584"/>
                  </a:lnTo>
                  <a:lnTo>
                    <a:pt x="301438" y="216545"/>
                  </a:lnTo>
                  <a:lnTo>
                    <a:pt x="302923" y="211458"/>
                  </a:lnTo>
                  <a:lnTo>
                    <a:pt x="304246" y="206326"/>
                  </a:lnTo>
                  <a:lnTo>
                    <a:pt x="305406" y="201154"/>
                  </a:lnTo>
                  <a:lnTo>
                    <a:pt x="306401" y="195948"/>
                  </a:lnTo>
                  <a:lnTo>
                    <a:pt x="307231" y="190714"/>
                  </a:lnTo>
                  <a:lnTo>
                    <a:pt x="307894" y="185455"/>
                  </a:lnTo>
                  <a:lnTo>
                    <a:pt x="308390" y="180179"/>
                  </a:lnTo>
                  <a:lnTo>
                    <a:pt x="308719" y="174889"/>
                  </a:lnTo>
                  <a:lnTo>
                    <a:pt x="308880" y="169591"/>
                  </a:lnTo>
                  <a:lnTo>
                    <a:pt x="308873" y="164291"/>
                  </a:lnTo>
                  <a:lnTo>
                    <a:pt x="308698" y="158994"/>
                  </a:lnTo>
                  <a:lnTo>
                    <a:pt x="308355" y="153705"/>
                  </a:lnTo>
                  <a:lnTo>
                    <a:pt x="307844" y="148430"/>
                  </a:lnTo>
                  <a:lnTo>
                    <a:pt x="307167" y="143173"/>
                  </a:lnTo>
                  <a:lnTo>
                    <a:pt x="306323" y="137941"/>
                  </a:lnTo>
                  <a:lnTo>
                    <a:pt x="305314" y="132738"/>
                  </a:lnTo>
                  <a:lnTo>
                    <a:pt x="304140" y="127570"/>
                  </a:lnTo>
                  <a:lnTo>
                    <a:pt x="302803" y="122441"/>
                  </a:lnTo>
                  <a:lnTo>
                    <a:pt x="301304" y="117357"/>
                  </a:lnTo>
                  <a:lnTo>
                    <a:pt x="299645" y="112324"/>
                  </a:lnTo>
                  <a:lnTo>
                    <a:pt x="297827" y="107345"/>
                  </a:lnTo>
                  <a:lnTo>
                    <a:pt x="295853" y="102427"/>
                  </a:lnTo>
                  <a:lnTo>
                    <a:pt x="293723" y="97574"/>
                  </a:lnTo>
                  <a:lnTo>
                    <a:pt x="291440" y="92791"/>
                  </a:lnTo>
                  <a:lnTo>
                    <a:pt x="289007" y="88082"/>
                  </a:lnTo>
                  <a:lnTo>
                    <a:pt x="286426" y="83453"/>
                  </a:lnTo>
                  <a:lnTo>
                    <a:pt x="283700" y="78908"/>
                  </a:lnTo>
                  <a:lnTo>
                    <a:pt x="280830" y="74452"/>
                  </a:lnTo>
                  <a:lnTo>
                    <a:pt x="277821" y="70089"/>
                  </a:lnTo>
                  <a:lnTo>
                    <a:pt x="274676" y="65824"/>
                  </a:lnTo>
                  <a:lnTo>
                    <a:pt x="271396" y="61660"/>
                  </a:lnTo>
                  <a:lnTo>
                    <a:pt x="267986" y="57603"/>
                  </a:lnTo>
                  <a:lnTo>
                    <a:pt x="264450" y="53655"/>
                  </a:lnTo>
                  <a:lnTo>
                    <a:pt x="260789" y="49822"/>
                  </a:lnTo>
                  <a:lnTo>
                    <a:pt x="257010" y="46107"/>
                  </a:lnTo>
                  <a:lnTo>
                    <a:pt x="253114" y="42513"/>
                  </a:lnTo>
                  <a:lnTo>
                    <a:pt x="249106" y="39045"/>
                  </a:lnTo>
                  <a:lnTo>
                    <a:pt x="244991" y="35705"/>
                  </a:lnTo>
                  <a:lnTo>
                    <a:pt x="240772" y="32498"/>
                  </a:lnTo>
                  <a:lnTo>
                    <a:pt x="236453" y="29426"/>
                  </a:lnTo>
                  <a:lnTo>
                    <a:pt x="232039" y="26492"/>
                  </a:lnTo>
                  <a:lnTo>
                    <a:pt x="227534" y="23700"/>
                  </a:lnTo>
                  <a:lnTo>
                    <a:pt x="222943" y="21052"/>
                  </a:lnTo>
                  <a:lnTo>
                    <a:pt x="218270" y="18551"/>
                  </a:lnTo>
                  <a:lnTo>
                    <a:pt x="213520" y="16200"/>
                  </a:lnTo>
                  <a:lnTo>
                    <a:pt x="208698" y="14000"/>
                  </a:lnTo>
                  <a:lnTo>
                    <a:pt x="203809" y="11954"/>
                  </a:lnTo>
                  <a:lnTo>
                    <a:pt x="198858" y="10064"/>
                  </a:lnTo>
                  <a:lnTo>
                    <a:pt x="193849" y="8332"/>
                  </a:lnTo>
                  <a:lnTo>
                    <a:pt x="188787" y="6759"/>
                  </a:lnTo>
                  <a:lnTo>
                    <a:pt x="183679" y="5348"/>
                  </a:lnTo>
                  <a:lnTo>
                    <a:pt x="178528" y="4100"/>
                  </a:lnTo>
                  <a:lnTo>
                    <a:pt x="173340" y="3015"/>
                  </a:lnTo>
                  <a:lnTo>
                    <a:pt x="168120" y="2096"/>
                  </a:lnTo>
                  <a:lnTo>
                    <a:pt x="162874" y="1342"/>
                  </a:lnTo>
                  <a:lnTo>
                    <a:pt x="157607" y="755"/>
                  </a:lnTo>
                  <a:lnTo>
                    <a:pt x="152323" y="335"/>
                  </a:lnTo>
                  <a:lnTo>
                    <a:pt x="147029" y="84"/>
                  </a:lnTo>
                  <a:lnTo>
                    <a:pt x="141730" y="0"/>
                  </a:lnTo>
                  <a:lnTo>
                    <a:pt x="1417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293" y="4659281"/>
              <a:ext cx="1231" cy="167167"/>
            </a:xfrm>
            <a:custGeom>
              <a:avLst/>
              <a:pathLst>
                <a:path w="1231" h="167167">
                  <a:moveTo>
                    <a:pt x="1231" y="0"/>
                  </a:moveTo>
                  <a:lnTo>
                    <a:pt x="0" y="4"/>
                  </a:lnTo>
                  <a:lnTo>
                    <a:pt x="123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93" y="4659286"/>
              <a:ext cx="1231" cy="167162"/>
            </a:xfrm>
            <a:custGeom>
              <a:avLst/>
              <a:pathLst>
                <a:path w="1231" h="167162">
                  <a:moveTo>
                    <a:pt x="0" y="0"/>
                  </a:moveTo>
                  <a:lnTo>
                    <a:pt x="1231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557" y="4659286"/>
              <a:ext cx="166967" cy="167162"/>
            </a:xfrm>
            <a:custGeom>
              <a:avLst/>
              <a:pathLst>
                <a:path w="166967" h="167162">
                  <a:moveTo>
                    <a:pt x="165735" y="0"/>
                  </a:moveTo>
                  <a:lnTo>
                    <a:pt x="160350" y="126"/>
                  </a:lnTo>
                  <a:lnTo>
                    <a:pt x="154972" y="426"/>
                  </a:lnTo>
                  <a:lnTo>
                    <a:pt x="149607" y="899"/>
                  </a:lnTo>
                  <a:lnTo>
                    <a:pt x="144259" y="1544"/>
                  </a:lnTo>
                  <a:lnTo>
                    <a:pt x="138935" y="2362"/>
                  </a:lnTo>
                  <a:lnTo>
                    <a:pt x="133640" y="3351"/>
                  </a:lnTo>
                  <a:lnTo>
                    <a:pt x="128380" y="4509"/>
                  </a:lnTo>
                  <a:lnTo>
                    <a:pt x="123160" y="5837"/>
                  </a:lnTo>
                  <a:lnTo>
                    <a:pt x="117985" y="7332"/>
                  </a:lnTo>
                  <a:lnTo>
                    <a:pt x="112861" y="8993"/>
                  </a:lnTo>
                  <a:lnTo>
                    <a:pt x="107794" y="10818"/>
                  </a:lnTo>
                  <a:lnTo>
                    <a:pt x="102787" y="12806"/>
                  </a:lnTo>
                  <a:lnTo>
                    <a:pt x="97848" y="14953"/>
                  </a:lnTo>
                  <a:lnTo>
                    <a:pt x="92980" y="17259"/>
                  </a:lnTo>
                  <a:lnTo>
                    <a:pt x="88189" y="19721"/>
                  </a:lnTo>
                  <a:lnTo>
                    <a:pt x="83480" y="22335"/>
                  </a:lnTo>
                  <a:lnTo>
                    <a:pt x="78857" y="25100"/>
                  </a:lnTo>
                  <a:lnTo>
                    <a:pt x="74326" y="28012"/>
                  </a:lnTo>
                  <a:lnTo>
                    <a:pt x="69891" y="31069"/>
                  </a:lnTo>
                  <a:lnTo>
                    <a:pt x="65557" y="34267"/>
                  </a:lnTo>
                  <a:lnTo>
                    <a:pt x="61328" y="37604"/>
                  </a:lnTo>
                  <a:lnTo>
                    <a:pt x="57209" y="41074"/>
                  </a:lnTo>
                  <a:lnTo>
                    <a:pt x="53204" y="44676"/>
                  </a:lnTo>
                  <a:lnTo>
                    <a:pt x="49317" y="48404"/>
                  </a:lnTo>
                  <a:lnTo>
                    <a:pt x="45552" y="52256"/>
                  </a:lnTo>
                  <a:lnTo>
                    <a:pt x="41913" y="56228"/>
                  </a:lnTo>
                  <a:lnTo>
                    <a:pt x="38404" y="60314"/>
                  </a:lnTo>
                  <a:lnTo>
                    <a:pt x="35028" y="64511"/>
                  </a:lnTo>
                  <a:lnTo>
                    <a:pt x="31790" y="68815"/>
                  </a:lnTo>
                  <a:lnTo>
                    <a:pt x="28691" y="73221"/>
                  </a:lnTo>
                  <a:lnTo>
                    <a:pt x="25737" y="77725"/>
                  </a:lnTo>
                  <a:lnTo>
                    <a:pt x="22929" y="82321"/>
                  </a:lnTo>
                  <a:lnTo>
                    <a:pt x="20270" y="87006"/>
                  </a:lnTo>
                  <a:lnTo>
                    <a:pt x="17764" y="91774"/>
                  </a:lnTo>
                  <a:lnTo>
                    <a:pt x="15412" y="96620"/>
                  </a:lnTo>
                  <a:lnTo>
                    <a:pt x="13218" y="101539"/>
                  </a:lnTo>
                  <a:lnTo>
                    <a:pt x="11184" y="106526"/>
                  </a:lnTo>
                  <a:lnTo>
                    <a:pt x="9311" y="111576"/>
                  </a:lnTo>
                  <a:lnTo>
                    <a:pt x="7602" y="116685"/>
                  </a:lnTo>
                  <a:lnTo>
                    <a:pt x="6059" y="121845"/>
                  </a:lnTo>
                  <a:lnTo>
                    <a:pt x="4682" y="127052"/>
                  </a:lnTo>
                  <a:lnTo>
                    <a:pt x="3474" y="132302"/>
                  </a:lnTo>
                  <a:lnTo>
                    <a:pt x="2436" y="137587"/>
                  </a:lnTo>
                  <a:lnTo>
                    <a:pt x="1569" y="142903"/>
                  </a:lnTo>
                  <a:lnTo>
                    <a:pt x="873" y="148244"/>
                  </a:lnTo>
                  <a:lnTo>
                    <a:pt x="350" y="153605"/>
                  </a:lnTo>
                  <a:lnTo>
                    <a:pt x="0" y="158980"/>
                  </a:lnTo>
                  <a:lnTo>
                    <a:pt x="166967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75" y="4659281"/>
              <a:ext cx="334297" cy="334334"/>
            </a:xfrm>
            <a:custGeom>
              <a:avLst/>
              <a:pathLst>
                <a:path w="334297" h="334334">
                  <a:moveTo>
                    <a:pt x="182" y="158984"/>
                  </a:moveTo>
                  <a:lnTo>
                    <a:pt x="7" y="164288"/>
                  </a:lnTo>
                  <a:lnTo>
                    <a:pt x="0" y="169594"/>
                  </a:lnTo>
                  <a:lnTo>
                    <a:pt x="161" y="174897"/>
                  </a:lnTo>
                  <a:lnTo>
                    <a:pt x="490" y="180193"/>
                  </a:lnTo>
                  <a:lnTo>
                    <a:pt x="988" y="185476"/>
                  </a:lnTo>
                  <a:lnTo>
                    <a:pt x="1652" y="190740"/>
                  </a:lnTo>
                  <a:lnTo>
                    <a:pt x="2484" y="195981"/>
                  </a:lnTo>
                  <a:lnTo>
                    <a:pt x="3481" y="201192"/>
                  </a:lnTo>
                  <a:lnTo>
                    <a:pt x="4644" y="206369"/>
                  </a:lnTo>
                  <a:lnTo>
                    <a:pt x="5970" y="211507"/>
                  </a:lnTo>
                  <a:lnTo>
                    <a:pt x="7458" y="216600"/>
                  </a:lnTo>
                  <a:lnTo>
                    <a:pt x="9107" y="221643"/>
                  </a:lnTo>
                  <a:lnTo>
                    <a:pt x="10916" y="226632"/>
                  </a:lnTo>
                  <a:lnTo>
                    <a:pt x="12882" y="231560"/>
                  </a:lnTo>
                  <a:lnTo>
                    <a:pt x="15003" y="236424"/>
                  </a:lnTo>
                  <a:lnTo>
                    <a:pt x="17278" y="241217"/>
                  </a:lnTo>
                  <a:lnTo>
                    <a:pt x="19703" y="245937"/>
                  </a:lnTo>
                  <a:lnTo>
                    <a:pt x="22278" y="250576"/>
                  </a:lnTo>
                  <a:lnTo>
                    <a:pt x="24998" y="255132"/>
                  </a:lnTo>
                  <a:lnTo>
                    <a:pt x="27861" y="259599"/>
                  </a:lnTo>
                  <a:lnTo>
                    <a:pt x="30865" y="263973"/>
                  </a:lnTo>
                  <a:lnTo>
                    <a:pt x="34006" y="268250"/>
                  </a:lnTo>
                  <a:lnTo>
                    <a:pt x="37281" y="272425"/>
                  </a:lnTo>
                  <a:lnTo>
                    <a:pt x="40687" y="276493"/>
                  </a:lnTo>
                  <a:lnTo>
                    <a:pt x="44220" y="280452"/>
                  </a:lnTo>
                  <a:lnTo>
                    <a:pt x="47878" y="284296"/>
                  </a:lnTo>
                  <a:lnTo>
                    <a:pt x="51655" y="288022"/>
                  </a:lnTo>
                  <a:lnTo>
                    <a:pt x="55549" y="291627"/>
                  </a:lnTo>
                  <a:lnTo>
                    <a:pt x="59555" y="295106"/>
                  </a:lnTo>
                  <a:lnTo>
                    <a:pt x="63670" y="298456"/>
                  </a:lnTo>
                  <a:lnTo>
                    <a:pt x="67888" y="301674"/>
                  </a:lnTo>
                  <a:lnTo>
                    <a:pt x="72207" y="304757"/>
                  </a:lnTo>
                  <a:lnTo>
                    <a:pt x="76622" y="307701"/>
                  </a:lnTo>
                  <a:lnTo>
                    <a:pt x="81128" y="310503"/>
                  </a:lnTo>
                  <a:lnTo>
                    <a:pt x="85720" y="313161"/>
                  </a:lnTo>
                  <a:lnTo>
                    <a:pt x="90394" y="315672"/>
                  </a:lnTo>
                  <a:lnTo>
                    <a:pt x="95146" y="318033"/>
                  </a:lnTo>
                  <a:lnTo>
                    <a:pt x="99970" y="320242"/>
                  </a:lnTo>
                  <a:lnTo>
                    <a:pt x="104862" y="322297"/>
                  </a:lnTo>
                  <a:lnTo>
                    <a:pt x="109817" y="324196"/>
                  </a:lnTo>
                  <a:lnTo>
                    <a:pt x="114830" y="325936"/>
                  </a:lnTo>
                  <a:lnTo>
                    <a:pt x="119895" y="327516"/>
                  </a:lnTo>
                  <a:lnTo>
                    <a:pt x="125008" y="328935"/>
                  </a:lnTo>
                  <a:lnTo>
                    <a:pt x="130163" y="330191"/>
                  </a:lnTo>
                  <a:lnTo>
                    <a:pt x="135356" y="331283"/>
                  </a:lnTo>
                  <a:lnTo>
                    <a:pt x="140580" y="332209"/>
                  </a:lnTo>
                  <a:lnTo>
                    <a:pt x="145831" y="332970"/>
                  </a:lnTo>
                  <a:lnTo>
                    <a:pt x="151104" y="333563"/>
                  </a:lnTo>
                  <a:lnTo>
                    <a:pt x="156393" y="333988"/>
                  </a:lnTo>
                  <a:lnTo>
                    <a:pt x="161693" y="334245"/>
                  </a:lnTo>
                  <a:lnTo>
                    <a:pt x="166998" y="334334"/>
                  </a:lnTo>
                  <a:lnTo>
                    <a:pt x="172304" y="334255"/>
                  </a:lnTo>
                  <a:lnTo>
                    <a:pt x="177604" y="334007"/>
                  </a:lnTo>
                  <a:lnTo>
                    <a:pt x="182894" y="333591"/>
                  </a:lnTo>
                  <a:lnTo>
                    <a:pt x="188168" y="333008"/>
                  </a:lnTo>
                  <a:lnTo>
                    <a:pt x="193421" y="332257"/>
                  </a:lnTo>
                  <a:lnTo>
                    <a:pt x="198647" y="331340"/>
                  </a:lnTo>
                  <a:lnTo>
                    <a:pt x="203841" y="330258"/>
                  </a:lnTo>
                  <a:lnTo>
                    <a:pt x="208999" y="329011"/>
                  </a:lnTo>
                  <a:lnTo>
                    <a:pt x="214114" y="327602"/>
                  </a:lnTo>
                  <a:lnTo>
                    <a:pt x="219182" y="326030"/>
                  </a:lnTo>
                  <a:lnTo>
                    <a:pt x="224198" y="324299"/>
                  </a:lnTo>
                  <a:lnTo>
                    <a:pt x="229156" y="322409"/>
                  </a:lnTo>
                  <a:lnTo>
                    <a:pt x="234052" y="320363"/>
                  </a:lnTo>
                  <a:lnTo>
                    <a:pt x="238880" y="318162"/>
                  </a:lnTo>
                  <a:lnTo>
                    <a:pt x="243636" y="315810"/>
                  </a:lnTo>
                  <a:lnTo>
                    <a:pt x="248315" y="313308"/>
                  </a:lnTo>
                  <a:lnTo>
                    <a:pt x="252912" y="310658"/>
                  </a:lnTo>
                  <a:lnTo>
                    <a:pt x="257423" y="307864"/>
                  </a:lnTo>
                  <a:lnTo>
                    <a:pt x="261843" y="304928"/>
                  </a:lnTo>
                  <a:lnTo>
                    <a:pt x="266167" y="301853"/>
                  </a:lnTo>
                  <a:lnTo>
                    <a:pt x="270392" y="298643"/>
                  </a:lnTo>
                  <a:lnTo>
                    <a:pt x="274513" y="295300"/>
                  </a:lnTo>
                  <a:lnTo>
                    <a:pt x="278525" y="291828"/>
                  </a:lnTo>
                  <a:lnTo>
                    <a:pt x="282425" y="288231"/>
                  </a:lnTo>
                  <a:lnTo>
                    <a:pt x="286209" y="284511"/>
                  </a:lnTo>
                  <a:lnTo>
                    <a:pt x="289874" y="280673"/>
                  </a:lnTo>
                  <a:lnTo>
                    <a:pt x="293414" y="276721"/>
                  </a:lnTo>
                  <a:lnTo>
                    <a:pt x="296827" y="272659"/>
                  </a:lnTo>
                  <a:lnTo>
                    <a:pt x="300110" y="268490"/>
                  </a:lnTo>
                  <a:lnTo>
                    <a:pt x="303259" y="264219"/>
                  </a:lnTo>
                  <a:lnTo>
                    <a:pt x="306270" y="259851"/>
                  </a:lnTo>
                  <a:lnTo>
                    <a:pt x="309142" y="255389"/>
                  </a:lnTo>
                  <a:lnTo>
                    <a:pt x="311870" y="250838"/>
                  </a:lnTo>
                  <a:lnTo>
                    <a:pt x="314453" y="246203"/>
                  </a:lnTo>
                  <a:lnTo>
                    <a:pt x="316887" y="241488"/>
                  </a:lnTo>
                  <a:lnTo>
                    <a:pt x="319170" y="236698"/>
                  </a:lnTo>
                  <a:lnTo>
                    <a:pt x="321300" y="231838"/>
                  </a:lnTo>
                  <a:lnTo>
                    <a:pt x="323275" y="226914"/>
                  </a:lnTo>
                  <a:lnTo>
                    <a:pt x="325093" y="221928"/>
                  </a:lnTo>
                  <a:lnTo>
                    <a:pt x="326751" y="216888"/>
                  </a:lnTo>
                  <a:lnTo>
                    <a:pt x="328249" y="211798"/>
                  </a:lnTo>
                  <a:lnTo>
                    <a:pt x="329584" y="206663"/>
                  </a:lnTo>
                  <a:lnTo>
                    <a:pt x="330756" y="201487"/>
                  </a:lnTo>
                  <a:lnTo>
                    <a:pt x="331763" y="196278"/>
                  </a:lnTo>
                  <a:lnTo>
                    <a:pt x="332604" y="191039"/>
                  </a:lnTo>
                  <a:lnTo>
                    <a:pt x="333278" y="185776"/>
                  </a:lnTo>
                  <a:lnTo>
                    <a:pt x="333785" y="180494"/>
                  </a:lnTo>
                  <a:lnTo>
                    <a:pt x="334124" y="175199"/>
                  </a:lnTo>
                  <a:lnTo>
                    <a:pt x="334295" y="169895"/>
                  </a:lnTo>
                  <a:lnTo>
                    <a:pt x="334297" y="164589"/>
                  </a:lnTo>
                  <a:lnTo>
                    <a:pt x="334131" y="159286"/>
                  </a:lnTo>
                  <a:lnTo>
                    <a:pt x="333797" y="153990"/>
                  </a:lnTo>
                  <a:lnTo>
                    <a:pt x="333295" y="148708"/>
                  </a:lnTo>
                  <a:lnTo>
                    <a:pt x="332625" y="143444"/>
                  </a:lnTo>
                  <a:lnTo>
                    <a:pt x="331789" y="138205"/>
                  </a:lnTo>
                  <a:lnTo>
                    <a:pt x="330787" y="132994"/>
                  </a:lnTo>
                  <a:lnTo>
                    <a:pt x="329620" y="127818"/>
                  </a:lnTo>
                  <a:lnTo>
                    <a:pt x="328289" y="122681"/>
                  </a:lnTo>
                  <a:lnTo>
                    <a:pt x="326796" y="117590"/>
                  </a:lnTo>
                  <a:lnTo>
                    <a:pt x="325142" y="112548"/>
                  </a:lnTo>
                  <a:lnTo>
                    <a:pt x="323329" y="107561"/>
                  </a:lnTo>
                  <a:lnTo>
                    <a:pt x="321359" y="102635"/>
                  </a:lnTo>
                  <a:lnTo>
                    <a:pt x="319233" y="97773"/>
                  </a:lnTo>
                  <a:lnTo>
                    <a:pt x="316954" y="92981"/>
                  </a:lnTo>
                  <a:lnTo>
                    <a:pt x="314524" y="88264"/>
                  </a:lnTo>
                  <a:lnTo>
                    <a:pt x="311946" y="83627"/>
                  </a:lnTo>
                  <a:lnTo>
                    <a:pt x="309221" y="79073"/>
                  </a:lnTo>
                  <a:lnTo>
                    <a:pt x="306354" y="74609"/>
                  </a:lnTo>
                  <a:lnTo>
                    <a:pt x="303346" y="70238"/>
                  </a:lnTo>
                  <a:lnTo>
                    <a:pt x="300202" y="65964"/>
                  </a:lnTo>
                  <a:lnTo>
                    <a:pt x="296923" y="61792"/>
                  </a:lnTo>
                  <a:lnTo>
                    <a:pt x="293513" y="57727"/>
                  </a:lnTo>
                  <a:lnTo>
                    <a:pt x="289976" y="53771"/>
                  </a:lnTo>
                  <a:lnTo>
                    <a:pt x="286315" y="49930"/>
                  </a:lnTo>
                  <a:lnTo>
                    <a:pt x="282535" y="46207"/>
                  </a:lnTo>
                  <a:lnTo>
                    <a:pt x="278638" y="42606"/>
                  </a:lnTo>
                  <a:lnTo>
                    <a:pt x="274628" y="39131"/>
                  </a:lnTo>
                  <a:lnTo>
                    <a:pt x="270511" y="35784"/>
                  </a:lnTo>
                  <a:lnTo>
                    <a:pt x="266289" y="32570"/>
                  </a:lnTo>
                  <a:lnTo>
                    <a:pt x="261967" y="29491"/>
                  </a:lnTo>
                  <a:lnTo>
                    <a:pt x="257550" y="26552"/>
                  </a:lnTo>
                  <a:lnTo>
                    <a:pt x="253042" y="23753"/>
                  </a:lnTo>
                  <a:lnTo>
                    <a:pt x="248447" y="21100"/>
                  </a:lnTo>
                  <a:lnTo>
                    <a:pt x="243770" y="18593"/>
                  </a:lnTo>
                  <a:lnTo>
                    <a:pt x="239016" y="16236"/>
                  </a:lnTo>
                  <a:lnTo>
                    <a:pt x="234190" y="14031"/>
                  </a:lnTo>
                  <a:lnTo>
                    <a:pt x="229296" y="11981"/>
                  </a:lnTo>
                  <a:lnTo>
                    <a:pt x="224340" y="10087"/>
                  </a:lnTo>
                  <a:lnTo>
                    <a:pt x="219326" y="8351"/>
                  </a:lnTo>
                  <a:lnTo>
                    <a:pt x="214259" y="6775"/>
                  </a:lnTo>
                  <a:lnTo>
                    <a:pt x="209145" y="5360"/>
                  </a:lnTo>
                  <a:lnTo>
                    <a:pt x="203988" y="4109"/>
                  </a:lnTo>
                  <a:lnTo>
                    <a:pt x="198795" y="3022"/>
                  </a:lnTo>
                  <a:lnTo>
                    <a:pt x="193570" y="2101"/>
                  </a:lnTo>
                  <a:lnTo>
                    <a:pt x="188318" y="1345"/>
                  </a:lnTo>
                  <a:lnTo>
                    <a:pt x="183044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5" y="5018213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8" y="1337"/>
                  </a:lnTo>
                  <a:lnTo>
                    <a:pt x="140810" y="2088"/>
                  </a:lnTo>
                  <a:lnTo>
                    <a:pt x="135600" y="3005"/>
                  </a:lnTo>
                  <a:lnTo>
                    <a:pt x="130420" y="4086"/>
                  </a:lnTo>
                  <a:lnTo>
                    <a:pt x="125278" y="5330"/>
                  </a:lnTo>
                  <a:lnTo>
                    <a:pt x="120177" y="6736"/>
                  </a:lnTo>
                  <a:lnTo>
                    <a:pt x="115124" y="8303"/>
                  </a:lnTo>
                  <a:lnTo>
                    <a:pt x="110123" y="10029"/>
                  </a:lnTo>
                  <a:lnTo>
                    <a:pt x="105178" y="11913"/>
                  </a:lnTo>
                  <a:lnTo>
                    <a:pt x="100296" y="13952"/>
                  </a:lnTo>
                  <a:lnTo>
                    <a:pt x="95481" y="16145"/>
                  </a:lnTo>
                  <a:lnTo>
                    <a:pt x="90738" y="18488"/>
                  </a:lnTo>
                  <a:lnTo>
                    <a:pt x="86071" y="20981"/>
                  </a:lnTo>
                  <a:lnTo>
                    <a:pt x="81485" y="23620"/>
                  </a:lnTo>
                  <a:lnTo>
                    <a:pt x="76986" y="26403"/>
                  </a:lnTo>
                  <a:lnTo>
                    <a:pt x="72576" y="29327"/>
                  </a:lnTo>
                  <a:lnTo>
                    <a:pt x="68261" y="32390"/>
                  </a:lnTo>
                  <a:lnTo>
                    <a:pt x="64046" y="35587"/>
                  </a:lnTo>
                  <a:lnTo>
                    <a:pt x="59933" y="38916"/>
                  </a:lnTo>
                  <a:lnTo>
                    <a:pt x="55929" y="42373"/>
                  </a:lnTo>
                  <a:lnTo>
                    <a:pt x="52035" y="45955"/>
                  </a:lnTo>
                  <a:lnTo>
                    <a:pt x="48257" y="49659"/>
                  </a:lnTo>
                  <a:lnTo>
                    <a:pt x="44598" y="53481"/>
                  </a:lnTo>
                  <a:lnTo>
                    <a:pt x="41061" y="57416"/>
                  </a:lnTo>
                  <a:lnTo>
                    <a:pt x="37651" y="61461"/>
                  </a:lnTo>
                  <a:lnTo>
                    <a:pt x="34371" y="65613"/>
                  </a:lnTo>
                  <a:lnTo>
                    <a:pt x="31224" y="69866"/>
                  </a:lnTo>
                  <a:lnTo>
                    <a:pt x="28213" y="74216"/>
                  </a:lnTo>
                  <a:lnTo>
                    <a:pt x="25341" y="78659"/>
                  </a:lnTo>
                  <a:lnTo>
                    <a:pt x="22611" y="83192"/>
                  </a:lnTo>
                  <a:lnTo>
                    <a:pt x="20026" y="87808"/>
                  </a:lnTo>
                  <a:lnTo>
                    <a:pt x="17588" y="92504"/>
                  </a:lnTo>
                  <a:lnTo>
                    <a:pt x="15300" y="97274"/>
                  </a:lnTo>
                  <a:lnTo>
                    <a:pt x="13164" y="102115"/>
                  </a:lnTo>
                  <a:lnTo>
                    <a:pt x="11183" y="107021"/>
                  </a:lnTo>
                  <a:lnTo>
                    <a:pt x="9358" y="111987"/>
                  </a:lnTo>
                  <a:lnTo>
                    <a:pt x="7691" y="117008"/>
                  </a:lnTo>
                  <a:lnTo>
                    <a:pt x="6183" y="122080"/>
                  </a:lnTo>
                  <a:lnTo>
                    <a:pt x="4837" y="127196"/>
                  </a:lnTo>
                  <a:lnTo>
                    <a:pt x="3653" y="132353"/>
                  </a:lnTo>
                  <a:lnTo>
                    <a:pt x="2633" y="137545"/>
                  </a:lnTo>
                  <a:lnTo>
                    <a:pt x="1778" y="142766"/>
                  </a:lnTo>
                  <a:lnTo>
                    <a:pt x="1089" y="148012"/>
                  </a:lnTo>
                  <a:lnTo>
                    <a:pt x="566" y="153277"/>
                  </a:lnTo>
                  <a:lnTo>
                    <a:pt x="210" y="158555"/>
                  </a:lnTo>
                  <a:lnTo>
                    <a:pt x="21" y="163843"/>
                  </a:lnTo>
                  <a:lnTo>
                    <a:pt x="0" y="169134"/>
                  </a:lnTo>
                  <a:lnTo>
                    <a:pt x="145" y="174422"/>
                  </a:lnTo>
                  <a:lnTo>
                    <a:pt x="459" y="179704"/>
                  </a:lnTo>
                  <a:lnTo>
                    <a:pt x="939" y="184973"/>
                  </a:lnTo>
                  <a:lnTo>
                    <a:pt x="1586" y="190224"/>
                  </a:lnTo>
                  <a:lnTo>
                    <a:pt x="2398" y="195452"/>
                  </a:lnTo>
                  <a:lnTo>
                    <a:pt x="3376" y="200652"/>
                  </a:lnTo>
                  <a:lnTo>
                    <a:pt x="4518" y="205818"/>
                  </a:lnTo>
                  <a:lnTo>
                    <a:pt x="5822" y="210946"/>
                  </a:lnTo>
                  <a:lnTo>
                    <a:pt x="7288" y="216029"/>
                  </a:lnTo>
                  <a:lnTo>
                    <a:pt x="8915" y="221064"/>
                  </a:lnTo>
                  <a:lnTo>
                    <a:pt x="10700" y="226045"/>
                  </a:lnTo>
                  <a:lnTo>
                    <a:pt x="12641" y="230966"/>
                  </a:lnTo>
                  <a:lnTo>
                    <a:pt x="14738" y="235824"/>
                  </a:lnTo>
                  <a:lnTo>
                    <a:pt x="16987" y="240613"/>
                  </a:lnTo>
                  <a:lnTo>
                    <a:pt x="19386" y="245329"/>
                  </a:lnTo>
                  <a:lnTo>
                    <a:pt x="21934" y="249966"/>
                  </a:lnTo>
                  <a:lnTo>
                    <a:pt x="24627" y="254520"/>
                  </a:lnTo>
                  <a:lnTo>
                    <a:pt x="27462" y="258987"/>
                  </a:lnTo>
                  <a:lnTo>
                    <a:pt x="30438" y="263361"/>
                  </a:lnTo>
                  <a:lnTo>
                    <a:pt x="33551" y="267640"/>
                  </a:lnTo>
                  <a:lnTo>
                    <a:pt x="36797" y="271817"/>
                  </a:lnTo>
                  <a:lnTo>
                    <a:pt x="40174" y="275890"/>
                  </a:lnTo>
                  <a:lnTo>
                    <a:pt x="43679" y="279854"/>
                  </a:lnTo>
                  <a:lnTo>
                    <a:pt x="47307" y="283705"/>
                  </a:lnTo>
                  <a:lnTo>
                    <a:pt x="51054" y="287440"/>
                  </a:lnTo>
                  <a:lnTo>
                    <a:pt x="54919" y="291054"/>
                  </a:lnTo>
                  <a:lnTo>
                    <a:pt x="58896" y="294543"/>
                  </a:lnTo>
                  <a:lnTo>
                    <a:pt x="62981" y="297906"/>
                  </a:lnTo>
                  <a:lnTo>
                    <a:pt x="67170" y="301137"/>
                  </a:lnTo>
                  <a:lnTo>
                    <a:pt x="71460" y="304234"/>
                  </a:lnTo>
                  <a:lnTo>
                    <a:pt x="75845" y="307194"/>
                  </a:lnTo>
                  <a:lnTo>
                    <a:pt x="80322" y="310013"/>
                  </a:lnTo>
                  <a:lnTo>
                    <a:pt x="84886" y="312689"/>
                  </a:lnTo>
                  <a:lnTo>
                    <a:pt x="89533" y="315220"/>
                  </a:lnTo>
                  <a:lnTo>
                    <a:pt x="94257" y="317602"/>
                  </a:lnTo>
                  <a:lnTo>
                    <a:pt x="99054" y="319834"/>
                  </a:lnTo>
                  <a:lnTo>
                    <a:pt x="103920" y="321912"/>
                  </a:lnTo>
                  <a:lnTo>
                    <a:pt x="108848" y="323836"/>
                  </a:lnTo>
                  <a:lnTo>
                    <a:pt x="113835" y="325603"/>
                  </a:lnTo>
                  <a:lnTo>
                    <a:pt x="118876" y="327211"/>
                  </a:lnTo>
                  <a:lnTo>
                    <a:pt x="123965" y="328659"/>
                  </a:lnTo>
                  <a:lnTo>
                    <a:pt x="129097" y="329944"/>
                  </a:lnTo>
                  <a:lnTo>
                    <a:pt x="134267" y="331067"/>
                  </a:lnTo>
                  <a:lnTo>
                    <a:pt x="139471" y="332026"/>
                  </a:lnTo>
                  <a:lnTo>
                    <a:pt x="144702" y="332820"/>
                  </a:lnTo>
                  <a:lnTo>
                    <a:pt x="149955" y="333447"/>
                  </a:lnTo>
                  <a:lnTo>
                    <a:pt x="155226" y="333908"/>
                  </a:lnTo>
                  <a:lnTo>
                    <a:pt x="160509" y="334202"/>
                  </a:lnTo>
                  <a:lnTo>
                    <a:pt x="165798" y="334329"/>
                  </a:lnTo>
                  <a:lnTo>
                    <a:pt x="171089" y="334288"/>
                  </a:lnTo>
                  <a:lnTo>
                    <a:pt x="176375" y="334080"/>
                  </a:lnTo>
                  <a:lnTo>
                    <a:pt x="181653" y="333705"/>
                  </a:lnTo>
                  <a:lnTo>
                    <a:pt x="186916" y="333162"/>
                  </a:lnTo>
                  <a:lnTo>
                    <a:pt x="192159" y="332454"/>
                  </a:lnTo>
                  <a:lnTo>
                    <a:pt x="197377" y="331580"/>
                  </a:lnTo>
                  <a:lnTo>
                    <a:pt x="202565" y="330541"/>
                  </a:lnTo>
                  <a:lnTo>
                    <a:pt x="207717" y="329339"/>
                  </a:lnTo>
                  <a:lnTo>
                    <a:pt x="212829" y="327974"/>
                  </a:lnTo>
                  <a:lnTo>
                    <a:pt x="217895" y="326448"/>
                  </a:lnTo>
                  <a:lnTo>
                    <a:pt x="222910" y="324762"/>
                  </a:lnTo>
                  <a:lnTo>
                    <a:pt x="227870" y="322919"/>
                  </a:lnTo>
                  <a:lnTo>
                    <a:pt x="232768" y="320920"/>
                  </a:lnTo>
                  <a:lnTo>
                    <a:pt x="237601" y="318766"/>
                  </a:lnTo>
                  <a:lnTo>
                    <a:pt x="242363" y="316461"/>
                  </a:lnTo>
                  <a:lnTo>
                    <a:pt x="247050" y="314006"/>
                  </a:lnTo>
                  <a:lnTo>
                    <a:pt x="251657" y="311404"/>
                  </a:lnTo>
                  <a:lnTo>
                    <a:pt x="256179" y="308658"/>
                  </a:lnTo>
                  <a:lnTo>
                    <a:pt x="260612" y="305770"/>
                  </a:lnTo>
                  <a:lnTo>
                    <a:pt x="264952" y="302743"/>
                  </a:lnTo>
                  <a:lnTo>
                    <a:pt x="269193" y="299580"/>
                  </a:lnTo>
                  <a:lnTo>
                    <a:pt x="273332" y="296285"/>
                  </a:lnTo>
                  <a:lnTo>
                    <a:pt x="277365" y="292860"/>
                  </a:lnTo>
                  <a:lnTo>
                    <a:pt x="281288" y="289309"/>
                  </a:lnTo>
                  <a:lnTo>
                    <a:pt x="285096" y="285636"/>
                  </a:lnTo>
                  <a:lnTo>
                    <a:pt x="288786" y="281845"/>
                  </a:lnTo>
                  <a:lnTo>
                    <a:pt x="292354" y="277938"/>
                  </a:lnTo>
                  <a:lnTo>
                    <a:pt x="295797" y="273921"/>
                  </a:lnTo>
                  <a:lnTo>
                    <a:pt x="299111" y="269796"/>
                  </a:lnTo>
                  <a:lnTo>
                    <a:pt x="302292" y="265569"/>
                  </a:lnTo>
                  <a:lnTo>
                    <a:pt x="305339" y="261243"/>
                  </a:lnTo>
                  <a:lnTo>
                    <a:pt x="308247" y="256823"/>
                  </a:lnTo>
                  <a:lnTo>
                    <a:pt x="311013" y="252313"/>
                  </a:lnTo>
                  <a:lnTo>
                    <a:pt x="313636" y="247718"/>
                  </a:lnTo>
                  <a:lnTo>
                    <a:pt x="316111" y="243042"/>
                  </a:lnTo>
                  <a:lnTo>
                    <a:pt x="318438" y="238290"/>
                  </a:lnTo>
                  <a:lnTo>
                    <a:pt x="320613" y="233467"/>
                  </a:lnTo>
                  <a:lnTo>
                    <a:pt x="322634" y="228578"/>
                  </a:lnTo>
                  <a:lnTo>
                    <a:pt x="324500" y="223627"/>
                  </a:lnTo>
                  <a:lnTo>
                    <a:pt x="326208" y="218619"/>
                  </a:lnTo>
                  <a:lnTo>
                    <a:pt x="327756" y="213560"/>
                  </a:lnTo>
                  <a:lnTo>
                    <a:pt x="329144" y="208454"/>
                  </a:lnTo>
                  <a:lnTo>
                    <a:pt x="330369" y="203307"/>
                  </a:lnTo>
                  <a:lnTo>
                    <a:pt x="331431" y="198124"/>
                  </a:lnTo>
                  <a:lnTo>
                    <a:pt x="332329" y="192910"/>
                  </a:lnTo>
                  <a:lnTo>
                    <a:pt x="333061" y="187670"/>
                  </a:lnTo>
                  <a:lnTo>
                    <a:pt x="333626" y="182410"/>
                  </a:lnTo>
                  <a:lnTo>
                    <a:pt x="334025" y="177134"/>
                  </a:lnTo>
                  <a:lnTo>
                    <a:pt x="334257" y="171848"/>
                  </a:lnTo>
                  <a:lnTo>
                    <a:pt x="334322" y="166558"/>
                  </a:lnTo>
                  <a:lnTo>
                    <a:pt x="334219" y="161268"/>
                  </a:lnTo>
                  <a:lnTo>
                    <a:pt x="333948" y="155984"/>
                  </a:lnTo>
                  <a:lnTo>
                    <a:pt x="333511" y="150711"/>
                  </a:lnTo>
                  <a:lnTo>
                    <a:pt x="332907" y="145455"/>
                  </a:lnTo>
                  <a:lnTo>
                    <a:pt x="332137" y="140221"/>
                  </a:lnTo>
                  <a:lnTo>
                    <a:pt x="331201" y="135013"/>
                  </a:lnTo>
                  <a:lnTo>
                    <a:pt x="330102" y="129838"/>
                  </a:lnTo>
                  <a:lnTo>
                    <a:pt x="328839" y="124700"/>
                  </a:lnTo>
                  <a:lnTo>
                    <a:pt x="327414" y="119605"/>
                  </a:lnTo>
                  <a:lnTo>
                    <a:pt x="325828" y="114557"/>
                  </a:lnTo>
                  <a:lnTo>
                    <a:pt x="324084" y="109562"/>
                  </a:lnTo>
                  <a:lnTo>
                    <a:pt x="322182" y="104624"/>
                  </a:lnTo>
                  <a:lnTo>
                    <a:pt x="320126" y="99750"/>
                  </a:lnTo>
                  <a:lnTo>
                    <a:pt x="317915" y="94943"/>
                  </a:lnTo>
                  <a:lnTo>
                    <a:pt x="315554" y="90208"/>
                  </a:lnTo>
                  <a:lnTo>
                    <a:pt x="313045" y="85550"/>
                  </a:lnTo>
                  <a:lnTo>
                    <a:pt x="310389" y="80974"/>
                  </a:lnTo>
                  <a:lnTo>
                    <a:pt x="307589" y="76485"/>
                  </a:lnTo>
                  <a:lnTo>
                    <a:pt x="304649" y="72086"/>
                  </a:lnTo>
                  <a:lnTo>
                    <a:pt x="301571" y="67783"/>
                  </a:lnTo>
                  <a:lnTo>
                    <a:pt x="298359" y="63579"/>
                  </a:lnTo>
                  <a:lnTo>
                    <a:pt x="295015" y="59478"/>
                  </a:lnTo>
                  <a:lnTo>
                    <a:pt x="291543" y="55486"/>
                  </a:lnTo>
                  <a:lnTo>
                    <a:pt x="287947" y="51606"/>
                  </a:lnTo>
                  <a:lnTo>
                    <a:pt x="284229" y="47841"/>
                  </a:lnTo>
                  <a:lnTo>
                    <a:pt x="280394" y="44196"/>
                  </a:lnTo>
                  <a:lnTo>
                    <a:pt x="276446" y="40674"/>
                  </a:lnTo>
                  <a:lnTo>
                    <a:pt x="272388" y="37279"/>
                  </a:lnTo>
                  <a:lnTo>
                    <a:pt x="268225" y="34013"/>
                  </a:lnTo>
                  <a:lnTo>
                    <a:pt x="263961" y="30882"/>
                  </a:lnTo>
                  <a:lnTo>
                    <a:pt x="259599" y="27886"/>
                  </a:lnTo>
                  <a:lnTo>
                    <a:pt x="255145" y="25031"/>
                  </a:lnTo>
                  <a:lnTo>
                    <a:pt x="250603" y="22317"/>
                  </a:lnTo>
                  <a:lnTo>
                    <a:pt x="245978" y="19749"/>
                  </a:lnTo>
                  <a:lnTo>
                    <a:pt x="241273" y="17329"/>
                  </a:lnTo>
                  <a:lnTo>
                    <a:pt x="236494" y="15058"/>
                  </a:lnTo>
                  <a:lnTo>
                    <a:pt x="231646" y="12940"/>
                  </a:lnTo>
                  <a:lnTo>
                    <a:pt x="226733" y="10976"/>
                  </a:lnTo>
                  <a:lnTo>
                    <a:pt x="221760" y="9169"/>
                  </a:lnTo>
                  <a:lnTo>
                    <a:pt x="216733" y="7520"/>
                  </a:lnTo>
                  <a:lnTo>
                    <a:pt x="211656" y="6031"/>
                  </a:lnTo>
                  <a:lnTo>
                    <a:pt x="206534" y="4704"/>
                  </a:lnTo>
                  <a:lnTo>
                    <a:pt x="201373" y="3539"/>
                  </a:lnTo>
                  <a:lnTo>
                    <a:pt x="196178" y="2538"/>
                  </a:lnTo>
                  <a:lnTo>
                    <a:pt x="190954" y="1702"/>
                  </a:lnTo>
                  <a:lnTo>
                    <a:pt x="185705" y="1032"/>
                  </a:lnTo>
                  <a:lnTo>
                    <a:pt x="180439" y="528"/>
                  </a:lnTo>
                  <a:lnTo>
                    <a:pt x="175158" y="19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8003" cy="167167"/>
            </a:xfrm>
            <a:custGeom>
              <a:avLst/>
              <a:pathLst>
                <a:path w="8003" h="167167">
                  <a:moveTo>
                    <a:pt x="8003" y="19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4" y="5269756"/>
              <a:ext cx="167167" cy="167193"/>
            </a:xfrm>
            <a:custGeom>
              <a:avLst/>
              <a:pathLst>
                <a:path w="167167" h="167193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8" y="1372"/>
                  </a:lnTo>
                  <a:lnTo>
                    <a:pt x="140484" y="2143"/>
                  </a:lnTo>
                  <a:lnTo>
                    <a:pt x="135208" y="3083"/>
                  </a:lnTo>
                  <a:lnTo>
                    <a:pt x="129965" y="4192"/>
                  </a:lnTo>
                  <a:lnTo>
                    <a:pt x="124760" y="5468"/>
                  </a:lnTo>
                  <a:lnTo>
                    <a:pt x="119599" y="6910"/>
                  </a:lnTo>
                  <a:lnTo>
                    <a:pt x="114486" y="8517"/>
                  </a:lnTo>
                  <a:lnTo>
                    <a:pt x="109428" y="10288"/>
                  </a:lnTo>
                  <a:lnTo>
                    <a:pt x="104429" y="12219"/>
                  </a:lnTo>
                  <a:lnTo>
                    <a:pt x="99494" y="14310"/>
                  </a:lnTo>
                  <a:lnTo>
                    <a:pt x="94629" y="16557"/>
                  </a:lnTo>
                  <a:lnTo>
                    <a:pt x="89839" y="18960"/>
                  </a:lnTo>
                  <a:lnTo>
                    <a:pt x="85128" y="21515"/>
                  </a:lnTo>
                  <a:lnTo>
                    <a:pt x="80501" y="24220"/>
                  </a:lnTo>
                  <a:lnTo>
                    <a:pt x="75963" y="27071"/>
                  </a:lnTo>
                  <a:lnTo>
                    <a:pt x="71520" y="30067"/>
                  </a:lnTo>
                  <a:lnTo>
                    <a:pt x="67174" y="33203"/>
                  </a:lnTo>
                  <a:lnTo>
                    <a:pt x="62931" y="36477"/>
                  </a:lnTo>
                  <a:lnTo>
                    <a:pt x="58795" y="39885"/>
                  </a:lnTo>
                  <a:lnTo>
                    <a:pt x="54771" y="43425"/>
                  </a:lnTo>
                  <a:lnTo>
                    <a:pt x="50862" y="47091"/>
                  </a:lnTo>
                  <a:lnTo>
                    <a:pt x="47073" y="50881"/>
                  </a:lnTo>
                  <a:lnTo>
                    <a:pt x="43407" y="54790"/>
                  </a:lnTo>
                  <a:lnTo>
                    <a:pt x="39869" y="58815"/>
                  </a:lnTo>
                  <a:lnTo>
                    <a:pt x="36461" y="62951"/>
                  </a:lnTo>
                  <a:lnTo>
                    <a:pt x="33188" y="67195"/>
                  </a:lnTo>
                  <a:lnTo>
                    <a:pt x="30052" y="71541"/>
                  </a:lnTo>
                  <a:lnTo>
                    <a:pt x="27057" y="75985"/>
                  </a:lnTo>
                  <a:lnTo>
                    <a:pt x="24206" y="80523"/>
                  </a:lnTo>
                  <a:lnTo>
                    <a:pt x="21502" y="85150"/>
                  </a:lnTo>
                  <a:lnTo>
                    <a:pt x="18948" y="89861"/>
                  </a:lnTo>
                  <a:lnTo>
                    <a:pt x="16546" y="94652"/>
                  </a:lnTo>
                  <a:lnTo>
                    <a:pt x="14299" y="99518"/>
                  </a:lnTo>
                  <a:lnTo>
                    <a:pt x="12209" y="104452"/>
                  </a:lnTo>
                  <a:lnTo>
                    <a:pt x="10279" y="109452"/>
                  </a:lnTo>
                  <a:lnTo>
                    <a:pt x="8509" y="114510"/>
                  </a:lnTo>
                  <a:lnTo>
                    <a:pt x="6903" y="119623"/>
                  </a:lnTo>
                  <a:lnTo>
                    <a:pt x="5461" y="124785"/>
                  </a:lnTo>
                  <a:lnTo>
                    <a:pt x="4186" y="129990"/>
                  </a:lnTo>
                  <a:lnTo>
                    <a:pt x="3078" y="135234"/>
                  </a:lnTo>
                  <a:lnTo>
                    <a:pt x="2139" y="140510"/>
                  </a:lnTo>
                  <a:lnTo>
                    <a:pt x="1369" y="145813"/>
                  </a:lnTo>
                  <a:lnTo>
                    <a:pt x="770" y="151139"/>
                  </a:lnTo>
                  <a:lnTo>
                    <a:pt x="341" y="156481"/>
                  </a:lnTo>
                  <a:lnTo>
                    <a:pt x="85" y="161834"/>
                  </a:lnTo>
                  <a:lnTo>
                    <a:pt x="0" y="16719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34" y="5269756"/>
              <a:ext cx="334325" cy="334325"/>
            </a:xfrm>
            <a:custGeom>
              <a:avLst/>
              <a:pathLst>
                <a:path w="334325" h="334325">
                  <a:moveTo>
                    <a:pt x="0" y="167193"/>
                  </a:moveTo>
                  <a:lnTo>
                    <a:pt x="85" y="172514"/>
                  </a:lnTo>
                  <a:lnTo>
                    <a:pt x="340" y="177830"/>
                  </a:lnTo>
                  <a:lnTo>
                    <a:pt x="764" y="183136"/>
                  </a:lnTo>
                  <a:lnTo>
                    <a:pt x="1357" y="188425"/>
                  </a:lnTo>
                  <a:lnTo>
                    <a:pt x="2117" y="193693"/>
                  </a:lnTo>
                  <a:lnTo>
                    <a:pt x="3045" y="198933"/>
                  </a:lnTo>
                  <a:lnTo>
                    <a:pt x="4140" y="204142"/>
                  </a:lnTo>
                  <a:lnTo>
                    <a:pt x="5400" y="209313"/>
                  </a:lnTo>
                  <a:lnTo>
                    <a:pt x="6823" y="214441"/>
                  </a:lnTo>
                  <a:lnTo>
                    <a:pt x="8409" y="219522"/>
                  </a:lnTo>
                  <a:lnTo>
                    <a:pt x="10157" y="224549"/>
                  </a:lnTo>
                  <a:lnTo>
                    <a:pt x="12063" y="229518"/>
                  </a:lnTo>
                  <a:lnTo>
                    <a:pt x="14126" y="234424"/>
                  </a:lnTo>
                  <a:lnTo>
                    <a:pt x="16345" y="239262"/>
                  </a:lnTo>
                  <a:lnTo>
                    <a:pt x="18717" y="244027"/>
                  </a:lnTo>
                  <a:lnTo>
                    <a:pt x="21239" y="248714"/>
                  </a:lnTo>
                  <a:lnTo>
                    <a:pt x="23908" y="253318"/>
                  </a:lnTo>
                  <a:lnTo>
                    <a:pt x="26724" y="257835"/>
                  </a:lnTo>
                  <a:lnTo>
                    <a:pt x="29681" y="262260"/>
                  </a:lnTo>
                  <a:lnTo>
                    <a:pt x="32778" y="266588"/>
                  </a:lnTo>
                  <a:lnTo>
                    <a:pt x="36011" y="270816"/>
                  </a:lnTo>
                  <a:lnTo>
                    <a:pt x="39377" y="274939"/>
                  </a:lnTo>
                  <a:lnTo>
                    <a:pt x="42873" y="278952"/>
                  </a:lnTo>
                  <a:lnTo>
                    <a:pt x="46494" y="282852"/>
                  </a:lnTo>
                  <a:lnTo>
                    <a:pt x="50238" y="286635"/>
                  </a:lnTo>
                  <a:lnTo>
                    <a:pt x="54101" y="290297"/>
                  </a:lnTo>
                  <a:lnTo>
                    <a:pt x="58078" y="293834"/>
                  </a:lnTo>
                  <a:lnTo>
                    <a:pt x="62165" y="297242"/>
                  </a:lnTo>
                  <a:lnTo>
                    <a:pt x="66359" y="300519"/>
                  </a:lnTo>
                  <a:lnTo>
                    <a:pt x="70655" y="303660"/>
                  </a:lnTo>
                  <a:lnTo>
                    <a:pt x="75050" y="306664"/>
                  </a:lnTo>
                  <a:lnTo>
                    <a:pt x="79537" y="309525"/>
                  </a:lnTo>
                  <a:lnTo>
                    <a:pt x="84113" y="312243"/>
                  </a:lnTo>
                  <a:lnTo>
                    <a:pt x="88774" y="314813"/>
                  </a:lnTo>
                  <a:lnTo>
                    <a:pt x="93514" y="317234"/>
                  </a:lnTo>
                  <a:lnTo>
                    <a:pt x="98328" y="319503"/>
                  </a:lnTo>
                  <a:lnTo>
                    <a:pt x="103213" y="321617"/>
                  </a:lnTo>
                  <a:lnTo>
                    <a:pt x="108162" y="323575"/>
                  </a:lnTo>
                  <a:lnTo>
                    <a:pt x="113171" y="325374"/>
                  </a:lnTo>
                  <a:lnTo>
                    <a:pt x="118234" y="327012"/>
                  </a:lnTo>
                  <a:lnTo>
                    <a:pt x="123348" y="328489"/>
                  </a:lnTo>
                  <a:lnTo>
                    <a:pt x="128505" y="329802"/>
                  </a:lnTo>
                  <a:lnTo>
                    <a:pt x="133702" y="330951"/>
                  </a:lnTo>
                  <a:lnTo>
                    <a:pt x="138933" y="331933"/>
                  </a:lnTo>
                  <a:lnTo>
                    <a:pt x="144193" y="332748"/>
                  </a:lnTo>
                  <a:lnTo>
                    <a:pt x="149476" y="333396"/>
                  </a:lnTo>
                  <a:lnTo>
                    <a:pt x="154776" y="333875"/>
                  </a:lnTo>
                  <a:lnTo>
                    <a:pt x="160089" y="334184"/>
                  </a:lnTo>
                  <a:lnTo>
                    <a:pt x="165410" y="334325"/>
                  </a:lnTo>
                  <a:lnTo>
                    <a:pt x="170732" y="334296"/>
                  </a:lnTo>
                  <a:lnTo>
                    <a:pt x="176051" y="334098"/>
                  </a:lnTo>
                  <a:lnTo>
                    <a:pt x="181360" y="333731"/>
                  </a:lnTo>
                  <a:lnTo>
                    <a:pt x="186656" y="333194"/>
                  </a:lnTo>
                  <a:lnTo>
                    <a:pt x="191931" y="332490"/>
                  </a:lnTo>
                  <a:lnTo>
                    <a:pt x="197181" y="331618"/>
                  </a:lnTo>
                  <a:lnTo>
                    <a:pt x="202401" y="330579"/>
                  </a:lnTo>
                  <a:lnTo>
                    <a:pt x="207585" y="329375"/>
                  </a:lnTo>
                  <a:lnTo>
                    <a:pt x="212729" y="328006"/>
                  </a:lnTo>
                  <a:lnTo>
                    <a:pt x="217826" y="326474"/>
                  </a:lnTo>
                  <a:lnTo>
                    <a:pt x="222871" y="324780"/>
                  </a:lnTo>
                  <a:lnTo>
                    <a:pt x="227861" y="322927"/>
                  </a:lnTo>
                  <a:lnTo>
                    <a:pt x="232788" y="320916"/>
                  </a:lnTo>
                  <a:lnTo>
                    <a:pt x="237650" y="318749"/>
                  </a:lnTo>
                  <a:lnTo>
                    <a:pt x="242439" y="316429"/>
                  </a:lnTo>
                  <a:lnTo>
                    <a:pt x="247153" y="313957"/>
                  </a:lnTo>
                  <a:lnTo>
                    <a:pt x="251785" y="311336"/>
                  </a:lnTo>
                  <a:lnTo>
                    <a:pt x="256332" y="308569"/>
                  </a:lnTo>
                  <a:lnTo>
                    <a:pt x="260788" y="305659"/>
                  </a:lnTo>
                  <a:lnTo>
                    <a:pt x="265149" y="302608"/>
                  </a:lnTo>
                  <a:lnTo>
                    <a:pt x="269411" y="299421"/>
                  </a:lnTo>
                  <a:lnTo>
                    <a:pt x="273570" y="296099"/>
                  </a:lnTo>
                  <a:lnTo>
                    <a:pt x="277620" y="292646"/>
                  </a:lnTo>
                  <a:lnTo>
                    <a:pt x="281559" y="289066"/>
                  </a:lnTo>
                  <a:lnTo>
                    <a:pt x="285381" y="285363"/>
                  </a:lnTo>
                  <a:lnTo>
                    <a:pt x="289084" y="281540"/>
                  </a:lnTo>
                  <a:lnTo>
                    <a:pt x="292663" y="277601"/>
                  </a:lnTo>
                  <a:lnTo>
                    <a:pt x="296115" y="273550"/>
                  </a:lnTo>
                  <a:lnTo>
                    <a:pt x="299436" y="269391"/>
                  </a:lnTo>
                  <a:lnTo>
                    <a:pt x="302624" y="265129"/>
                  </a:lnTo>
                  <a:lnTo>
                    <a:pt x="305673" y="260767"/>
                  </a:lnTo>
                  <a:lnTo>
                    <a:pt x="308583" y="256310"/>
                  </a:lnTo>
                  <a:lnTo>
                    <a:pt x="311349" y="251763"/>
                  </a:lnTo>
                  <a:lnTo>
                    <a:pt x="313969" y="247130"/>
                  </a:lnTo>
                  <a:lnTo>
                    <a:pt x="316440" y="242416"/>
                  </a:lnTo>
                  <a:lnTo>
                    <a:pt x="318760" y="237626"/>
                  </a:lnTo>
                  <a:lnTo>
                    <a:pt x="320926" y="232765"/>
                  </a:lnTo>
                  <a:lnTo>
                    <a:pt x="322936" y="227837"/>
                  </a:lnTo>
                  <a:lnTo>
                    <a:pt x="324789" y="222847"/>
                  </a:lnTo>
                  <a:lnTo>
                    <a:pt x="326481" y="217801"/>
                  </a:lnTo>
                  <a:lnTo>
                    <a:pt x="328013" y="212704"/>
                  </a:lnTo>
                  <a:lnTo>
                    <a:pt x="329381" y="207561"/>
                  </a:lnTo>
                  <a:lnTo>
                    <a:pt x="330584" y="202376"/>
                  </a:lnTo>
                  <a:lnTo>
                    <a:pt x="331622" y="197156"/>
                  </a:lnTo>
                  <a:lnTo>
                    <a:pt x="332494" y="191906"/>
                  </a:lnTo>
                  <a:lnTo>
                    <a:pt x="333197" y="186630"/>
                  </a:lnTo>
                  <a:lnTo>
                    <a:pt x="333733" y="181335"/>
                  </a:lnTo>
                  <a:lnTo>
                    <a:pt x="334100" y="176025"/>
                  </a:lnTo>
                  <a:lnTo>
                    <a:pt x="334297" y="170706"/>
                  </a:lnTo>
                  <a:lnTo>
                    <a:pt x="334325" y="165384"/>
                  </a:lnTo>
                  <a:lnTo>
                    <a:pt x="334183" y="160064"/>
                  </a:lnTo>
                  <a:lnTo>
                    <a:pt x="333873" y="154751"/>
                  </a:lnTo>
                  <a:lnTo>
                    <a:pt x="333393" y="149450"/>
                  </a:lnTo>
                  <a:lnTo>
                    <a:pt x="332745" y="144167"/>
                  </a:lnTo>
                  <a:lnTo>
                    <a:pt x="331929" y="138908"/>
                  </a:lnTo>
                  <a:lnTo>
                    <a:pt x="330945" y="133677"/>
                  </a:lnTo>
                  <a:lnTo>
                    <a:pt x="329796" y="128481"/>
                  </a:lnTo>
                  <a:lnTo>
                    <a:pt x="328482" y="123323"/>
                  </a:lnTo>
                  <a:lnTo>
                    <a:pt x="327005" y="118210"/>
                  </a:lnTo>
                  <a:lnTo>
                    <a:pt x="325365" y="113146"/>
                  </a:lnTo>
                  <a:lnTo>
                    <a:pt x="323565" y="108138"/>
                  </a:lnTo>
                  <a:lnTo>
                    <a:pt x="321607" y="103189"/>
                  </a:lnTo>
                  <a:lnTo>
                    <a:pt x="319492" y="98305"/>
                  </a:lnTo>
                  <a:lnTo>
                    <a:pt x="317223" y="93491"/>
                  </a:lnTo>
                  <a:lnTo>
                    <a:pt x="314801" y="88751"/>
                  </a:lnTo>
                  <a:lnTo>
                    <a:pt x="312230" y="84091"/>
                  </a:lnTo>
                  <a:lnTo>
                    <a:pt x="309512" y="79515"/>
                  </a:lnTo>
                  <a:lnTo>
                    <a:pt x="306650" y="75028"/>
                  </a:lnTo>
                  <a:lnTo>
                    <a:pt x="303646" y="70635"/>
                  </a:lnTo>
                  <a:lnTo>
                    <a:pt x="300503" y="66339"/>
                  </a:lnTo>
                  <a:lnTo>
                    <a:pt x="297226" y="62145"/>
                  </a:lnTo>
                  <a:lnTo>
                    <a:pt x="293817" y="58058"/>
                  </a:lnTo>
                  <a:lnTo>
                    <a:pt x="290279" y="54082"/>
                  </a:lnTo>
                  <a:lnTo>
                    <a:pt x="286617" y="50220"/>
                  </a:lnTo>
                  <a:lnTo>
                    <a:pt x="282834" y="46477"/>
                  </a:lnTo>
                  <a:lnTo>
                    <a:pt x="278933" y="42856"/>
                  </a:lnTo>
                  <a:lnTo>
                    <a:pt x="274919" y="39361"/>
                  </a:lnTo>
                  <a:lnTo>
                    <a:pt x="270796" y="35995"/>
                  </a:lnTo>
                  <a:lnTo>
                    <a:pt x="266567" y="32763"/>
                  </a:lnTo>
                  <a:lnTo>
                    <a:pt x="262238" y="29667"/>
                  </a:lnTo>
                  <a:lnTo>
                    <a:pt x="257813" y="26710"/>
                  </a:lnTo>
                  <a:lnTo>
                    <a:pt x="253296" y="23895"/>
                  </a:lnTo>
                  <a:lnTo>
                    <a:pt x="248691" y="21226"/>
                  </a:lnTo>
                  <a:lnTo>
                    <a:pt x="244004" y="18705"/>
                  </a:lnTo>
                  <a:lnTo>
                    <a:pt x="239239" y="16334"/>
                  </a:lnTo>
                  <a:lnTo>
                    <a:pt x="234401" y="14116"/>
                  </a:lnTo>
                  <a:lnTo>
                    <a:pt x="229494" y="12053"/>
                  </a:lnTo>
                  <a:lnTo>
                    <a:pt x="224525" y="10148"/>
                  </a:lnTo>
                  <a:lnTo>
                    <a:pt x="219497" y="8401"/>
                  </a:lnTo>
                  <a:lnTo>
                    <a:pt x="214417" y="6816"/>
                  </a:lnTo>
                  <a:lnTo>
                    <a:pt x="209288" y="5393"/>
                  </a:lnTo>
                  <a:lnTo>
                    <a:pt x="204117" y="4134"/>
                  </a:lnTo>
                  <a:lnTo>
                    <a:pt x="198908" y="3041"/>
                  </a:lnTo>
                  <a:lnTo>
                    <a:pt x="193667" y="2113"/>
                  </a:lnTo>
                  <a:lnTo>
                    <a:pt x="188399" y="1353"/>
                  </a:lnTo>
                  <a:lnTo>
                    <a:pt x="183110" y="762"/>
                  </a:lnTo>
                  <a:lnTo>
                    <a:pt x="177805" y="338"/>
                  </a:lnTo>
                  <a:lnTo>
                    <a:pt x="172489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905" y="5399291"/>
              <a:ext cx="4310" cy="167167"/>
            </a:xfrm>
            <a:custGeom>
              <a:avLst/>
              <a:pathLst>
                <a:path w="4310" h="167167">
                  <a:moveTo>
                    <a:pt x="4310" y="0"/>
                  </a:moveTo>
                  <a:lnTo>
                    <a:pt x="0" y="55"/>
                  </a:lnTo>
                  <a:lnTo>
                    <a:pt x="431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905" y="5399347"/>
              <a:ext cx="4310" cy="167111"/>
            </a:xfrm>
            <a:custGeom>
              <a:avLst/>
              <a:pathLst>
                <a:path w="4310" h="167111">
                  <a:moveTo>
                    <a:pt x="0" y="0"/>
                  </a:moveTo>
                  <a:lnTo>
                    <a:pt x="4310" y="1671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0" y="5399347"/>
              <a:ext cx="334331" cy="334260"/>
            </a:xfrm>
            <a:custGeom>
              <a:avLst/>
              <a:pathLst>
                <a:path w="334331" h="334260">
                  <a:moveTo>
                    <a:pt x="162854" y="0"/>
                  </a:moveTo>
                  <a:lnTo>
                    <a:pt x="157569" y="220"/>
                  </a:lnTo>
                  <a:lnTo>
                    <a:pt x="152294" y="607"/>
                  </a:lnTo>
                  <a:lnTo>
                    <a:pt x="147033" y="1160"/>
                  </a:lnTo>
                  <a:lnTo>
                    <a:pt x="141793" y="1880"/>
                  </a:lnTo>
                  <a:lnTo>
                    <a:pt x="136579" y="2766"/>
                  </a:lnTo>
                  <a:lnTo>
                    <a:pt x="131394" y="3816"/>
                  </a:lnTo>
                  <a:lnTo>
                    <a:pt x="126246" y="5029"/>
                  </a:lnTo>
                  <a:lnTo>
                    <a:pt x="121139" y="6405"/>
                  </a:lnTo>
                  <a:lnTo>
                    <a:pt x="116077" y="7941"/>
                  </a:lnTo>
                  <a:lnTo>
                    <a:pt x="111067" y="9637"/>
                  </a:lnTo>
                  <a:lnTo>
                    <a:pt x="106113" y="11491"/>
                  </a:lnTo>
                  <a:lnTo>
                    <a:pt x="101220" y="13500"/>
                  </a:lnTo>
                  <a:lnTo>
                    <a:pt x="96393" y="15664"/>
                  </a:lnTo>
                  <a:lnTo>
                    <a:pt x="91637" y="17978"/>
                  </a:lnTo>
                  <a:lnTo>
                    <a:pt x="86957" y="20443"/>
                  </a:lnTo>
                  <a:lnTo>
                    <a:pt x="82357" y="23054"/>
                  </a:lnTo>
                  <a:lnTo>
                    <a:pt x="77842" y="25809"/>
                  </a:lnTo>
                  <a:lnTo>
                    <a:pt x="73416" y="28705"/>
                  </a:lnTo>
                  <a:lnTo>
                    <a:pt x="69084" y="31741"/>
                  </a:lnTo>
                  <a:lnTo>
                    <a:pt x="64851" y="34911"/>
                  </a:lnTo>
                  <a:lnTo>
                    <a:pt x="60719" y="38215"/>
                  </a:lnTo>
                  <a:lnTo>
                    <a:pt x="56695" y="41647"/>
                  </a:lnTo>
                  <a:lnTo>
                    <a:pt x="52781" y="45205"/>
                  </a:lnTo>
                  <a:lnTo>
                    <a:pt x="48981" y="48884"/>
                  </a:lnTo>
                  <a:lnTo>
                    <a:pt x="45300" y="52683"/>
                  </a:lnTo>
                  <a:lnTo>
                    <a:pt x="41740" y="56595"/>
                  </a:lnTo>
                  <a:lnTo>
                    <a:pt x="38307" y="60619"/>
                  </a:lnTo>
                  <a:lnTo>
                    <a:pt x="35002" y="64749"/>
                  </a:lnTo>
                  <a:lnTo>
                    <a:pt x="31830" y="68981"/>
                  </a:lnTo>
                  <a:lnTo>
                    <a:pt x="28793" y="73312"/>
                  </a:lnTo>
                  <a:lnTo>
                    <a:pt x="25895" y="77737"/>
                  </a:lnTo>
                  <a:lnTo>
                    <a:pt x="23138" y="82251"/>
                  </a:lnTo>
                  <a:lnTo>
                    <a:pt x="20525" y="86850"/>
                  </a:lnTo>
                  <a:lnTo>
                    <a:pt x="18059" y="91530"/>
                  </a:lnTo>
                  <a:lnTo>
                    <a:pt x="15743" y="96285"/>
                  </a:lnTo>
                  <a:lnTo>
                    <a:pt x="13578" y="101111"/>
                  </a:lnTo>
                  <a:lnTo>
                    <a:pt x="11567" y="106003"/>
                  </a:lnTo>
                  <a:lnTo>
                    <a:pt x="9711" y="110956"/>
                  </a:lnTo>
                  <a:lnTo>
                    <a:pt x="8013" y="115966"/>
                  </a:lnTo>
                  <a:lnTo>
                    <a:pt x="6475" y="121026"/>
                  </a:lnTo>
                  <a:lnTo>
                    <a:pt x="5097" y="126133"/>
                  </a:lnTo>
                  <a:lnTo>
                    <a:pt x="3882" y="131281"/>
                  </a:lnTo>
                  <a:lnTo>
                    <a:pt x="2830" y="136465"/>
                  </a:lnTo>
                  <a:lnTo>
                    <a:pt x="1943" y="141679"/>
                  </a:lnTo>
                  <a:lnTo>
                    <a:pt x="1221" y="146919"/>
                  </a:lnTo>
                  <a:lnTo>
                    <a:pt x="665" y="152180"/>
                  </a:lnTo>
                  <a:lnTo>
                    <a:pt x="276" y="157455"/>
                  </a:lnTo>
                  <a:lnTo>
                    <a:pt x="54" y="162739"/>
                  </a:lnTo>
                  <a:lnTo>
                    <a:pt x="0" y="168028"/>
                  </a:lnTo>
                  <a:lnTo>
                    <a:pt x="112" y="173317"/>
                  </a:lnTo>
                  <a:lnTo>
                    <a:pt x="392" y="178599"/>
                  </a:lnTo>
                  <a:lnTo>
                    <a:pt x="839" y="183869"/>
                  </a:lnTo>
                  <a:lnTo>
                    <a:pt x="1452" y="189123"/>
                  </a:lnTo>
                  <a:lnTo>
                    <a:pt x="2232" y="194355"/>
                  </a:lnTo>
                  <a:lnTo>
                    <a:pt x="3176" y="199559"/>
                  </a:lnTo>
                  <a:lnTo>
                    <a:pt x="4285" y="204731"/>
                  </a:lnTo>
                  <a:lnTo>
                    <a:pt x="5557" y="209865"/>
                  </a:lnTo>
                  <a:lnTo>
                    <a:pt x="6990" y="214957"/>
                  </a:lnTo>
                  <a:lnTo>
                    <a:pt x="8584" y="220000"/>
                  </a:lnTo>
                  <a:lnTo>
                    <a:pt x="10337" y="224991"/>
                  </a:lnTo>
                  <a:lnTo>
                    <a:pt x="12246" y="229923"/>
                  </a:lnTo>
                  <a:lnTo>
                    <a:pt x="14311" y="234793"/>
                  </a:lnTo>
                  <a:lnTo>
                    <a:pt x="16529" y="239595"/>
                  </a:lnTo>
                  <a:lnTo>
                    <a:pt x="18898" y="244325"/>
                  </a:lnTo>
                  <a:lnTo>
                    <a:pt x="21415" y="248977"/>
                  </a:lnTo>
                  <a:lnTo>
                    <a:pt x="24078" y="253547"/>
                  </a:lnTo>
                  <a:lnTo>
                    <a:pt x="26884" y="258031"/>
                  </a:lnTo>
                  <a:lnTo>
                    <a:pt x="29831" y="262423"/>
                  </a:lnTo>
                  <a:lnTo>
                    <a:pt x="32915" y="266720"/>
                  </a:lnTo>
                  <a:lnTo>
                    <a:pt x="36133" y="270918"/>
                  </a:lnTo>
                  <a:lnTo>
                    <a:pt x="39483" y="275011"/>
                  </a:lnTo>
                  <a:lnTo>
                    <a:pt x="42961" y="278997"/>
                  </a:lnTo>
                  <a:lnTo>
                    <a:pt x="46563" y="282870"/>
                  </a:lnTo>
                  <a:lnTo>
                    <a:pt x="50285" y="286628"/>
                  </a:lnTo>
                  <a:lnTo>
                    <a:pt x="54125" y="290266"/>
                  </a:lnTo>
                  <a:lnTo>
                    <a:pt x="58078" y="293781"/>
                  </a:lnTo>
                  <a:lnTo>
                    <a:pt x="62140" y="297168"/>
                  </a:lnTo>
                  <a:lnTo>
                    <a:pt x="66307" y="300426"/>
                  </a:lnTo>
                  <a:lnTo>
                    <a:pt x="70575" y="303550"/>
                  </a:lnTo>
                  <a:lnTo>
                    <a:pt x="74940" y="306538"/>
                  </a:lnTo>
                  <a:lnTo>
                    <a:pt x="79398" y="309386"/>
                  </a:lnTo>
                  <a:lnTo>
                    <a:pt x="83943" y="312091"/>
                  </a:lnTo>
                  <a:lnTo>
                    <a:pt x="88571" y="314651"/>
                  </a:lnTo>
                  <a:lnTo>
                    <a:pt x="93278" y="317064"/>
                  </a:lnTo>
                  <a:lnTo>
                    <a:pt x="98059" y="319327"/>
                  </a:lnTo>
                  <a:lnTo>
                    <a:pt x="102910" y="321437"/>
                  </a:lnTo>
                  <a:lnTo>
                    <a:pt x="107824" y="323392"/>
                  </a:lnTo>
                  <a:lnTo>
                    <a:pt x="112798" y="325191"/>
                  </a:lnTo>
                  <a:lnTo>
                    <a:pt x="117827" y="326832"/>
                  </a:lnTo>
                  <a:lnTo>
                    <a:pt x="122905" y="328313"/>
                  </a:lnTo>
                  <a:lnTo>
                    <a:pt x="128027" y="329633"/>
                  </a:lnTo>
                  <a:lnTo>
                    <a:pt x="133188" y="330790"/>
                  </a:lnTo>
                  <a:lnTo>
                    <a:pt x="138384" y="331783"/>
                  </a:lnTo>
                  <a:lnTo>
                    <a:pt x="143608" y="332611"/>
                  </a:lnTo>
                  <a:lnTo>
                    <a:pt x="148856" y="333273"/>
                  </a:lnTo>
                  <a:lnTo>
                    <a:pt x="154122" y="333769"/>
                  </a:lnTo>
                  <a:lnTo>
                    <a:pt x="159401" y="334098"/>
                  </a:lnTo>
                  <a:lnTo>
                    <a:pt x="164688" y="334260"/>
                  </a:lnTo>
                  <a:lnTo>
                    <a:pt x="169977" y="334255"/>
                  </a:lnTo>
                  <a:lnTo>
                    <a:pt x="175264" y="334082"/>
                  </a:lnTo>
                  <a:lnTo>
                    <a:pt x="180542" y="333743"/>
                  </a:lnTo>
                  <a:lnTo>
                    <a:pt x="185807" y="333236"/>
                  </a:lnTo>
                  <a:lnTo>
                    <a:pt x="191054" y="332563"/>
                  </a:lnTo>
                  <a:lnTo>
                    <a:pt x="196276" y="331724"/>
                  </a:lnTo>
                  <a:lnTo>
                    <a:pt x="201470" y="330721"/>
                  </a:lnTo>
                  <a:lnTo>
                    <a:pt x="206629" y="329554"/>
                  </a:lnTo>
                  <a:lnTo>
                    <a:pt x="211748" y="328224"/>
                  </a:lnTo>
                  <a:lnTo>
                    <a:pt x="216823" y="326733"/>
                  </a:lnTo>
                  <a:lnTo>
                    <a:pt x="221848" y="325082"/>
                  </a:lnTo>
                  <a:lnTo>
                    <a:pt x="226819" y="323273"/>
                  </a:lnTo>
                  <a:lnTo>
                    <a:pt x="231729" y="321307"/>
                  </a:lnTo>
                  <a:lnTo>
                    <a:pt x="236575" y="319187"/>
                  </a:lnTo>
                  <a:lnTo>
                    <a:pt x="241352" y="316915"/>
                  </a:lnTo>
                  <a:lnTo>
                    <a:pt x="246054" y="314493"/>
                  </a:lnTo>
                  <a:lnTo>
                    <a:pt x="250677" y="311923"/>
                  </a:lnTo>
                  <a:lnTo>
                    <a:pt x="255217" y="309209"/>
                  </a:lnTo>
                  <a:lnTo>
                    <a:pt x="259669" y="306352"/>
                  </a:lnTo>
                  <a:lnTo>
                    <a:pt x="264028" y="303356"/>
                  </a:lnTo>
                  <a:lnTo>
                    <a:pt x="268290" y="300223"/>
                  </a:lnTo>
                  <a:lnTo>
                    <a:pt x="272450" y="296957"/>
                  </a:lnTo>
                  <a:lnTo>
                    <a:pt x="276505" y="293561"/>
                  </a:lnTo>
                  <a:lnTo>
                    <a:pt x="280451" y="290038"/>
                  </a:lnTo>
                  <a:lnTo>
                    <a:pt x="284284" y="286393"/>
                  </a:lnTo>
                  <a:lnTo>
                    <a:pt x="287999" y="282628"/>
                  </a:lnTo>
                  <a:lnTo>
                    <a:pt x="291593" y="278747"/>
                  </a:lnTo>
                  <a:lnTo>
                    <a:pt x="295063" y="274754"/>
                  </a:lnTo>
                  <a:lnTo>
                    <a:pt x="298404" y="270654"/>
                  </a:lnTo>
                  <a:lnTo>
                    <a:pt x="301614" y="266450"/>
                  </a:lnTo>
                  <a:lnTo>
                    <a:pt x="304690" y="262147"/>
                  </a:lnTo>
                  <a:lnTo>
                    <a:pt x="307628" y="257748"/>
                  </a:lnTo>
                  <a:lnTo>
                    <a:pt x="310425" y="253259"/>
                  </a:lnTo>
                  <a:lnTo>
                    <a:pt x="313079" y="248684"/>
                  </a:lnTo>
                  <a:lnTo>
                    <a:pt x="315586" y="244026"/>
                  </a:lnTo>
                  <a:lnTo>
                    <a:pt x="317945" y="239292"/>
                  </a:lnTo>
                  <a:lnTo>
                    <a:pt x="320153" y="234486"/>
                  </a:lnTo>
                  <a:lnTo>
                    <a:pt x="322208" y="229612"/>
                  </a:lnTo>
                  <a:lnTo>
                    <a:pt x="324108" y="224675"/>
                  </a:lnTo>
                  <a:lnTo>
                    <a:pt x="325851" y="219681"/>
                  </a:lnTo>
                  <a:lnTo>
                    <a:pt x="327435" y="214634"/>
                  </a:lnTo>
                  <a:lnTo>
                    <a:pt x="328858" y="209540"/>
                  </a:lnTo>
                  <a:lnTo>
                    <a:pt x="330119" y="204403"/>
                  </a:lnTo>
                  <a:lnTo>
                    <a:pt x="331217" y="199229"/>
                  </a:lnTo>
                  <a:lnTo>
                    <a:pt x="332151" y="194023"/>
                  </a:lnTo>
                  <a:lnTo>
                    <a:pt x="332920" y="188790"/>
                  </a:lnTo>
                  <a:lnTo>
                    <a:pt x="333523" y="183535"/>
                  </a:lnTo>
                  <a:lnTo>
                    <a:pt x="333959" y="178263"/>
                  </a:lnTo>
                  <a:lnTo>
                    <a:pt x="334229" y="172981"/>
                  </a:lnTo>
                  <a:lnTo>
                    <a:pt x="334331" y="167692"/>
                  </a:lnTo>
                  <a:lnTo>
                    <a:pt x="334266" y="162403"/>
                  </a:lnTo>
                  <a:lnTo>
                    <a:pt x="334033" y="157119"/>
                  </a:lnTo>
                  <a:lnTo>
                    <a:pt x="333633" y="151845"/>
                  </a:lnTo>
                  <a:lnTo>
                    <a:pt x="333067" y="146586"/>
                  </a:lnTo>
                  <a:lnTo>
                    <a:pt x="332335" y="141347"/>
                  </a:lnTo>
                  <a:lnTo>
                    <a:pt x="331437" y="136135"/>
                  </a:lnTo>
                  <a:lnTo>
                    <a:pt x="330374" y="130953"/>
                  </a:lnTo>
                  <a:lnTo>
                    <a:pt x="329149" y="125807"/>
                  </a:lnTo>
                  <a:lnTo>
                    <a:pt x="327761" y="120703"/>
                  </a:lnTo>
                  <a:lnTo>
                    <a:pt x="326212" y="115646"/>
                  </a:lnTo>
                  <a:lnTo>
                    <a:pt x="324504" y="110640"/>
                  </a:lnTo>
                  <a:lnTo>
                    <a:pt x="322639" y="105690"/>
                  </a:lnTo>
                  <a:lnTo>
                    <a:pt x="320618" y="100802"/>
                  </a:lnTo>
                  <a:lnTo>
                    <a:pt x="318443" y="95980"/>
                  </a:lnTo>
                  <a:lnTo>
                    <a:pt x="316117" y="91230"/>
                  </a:lnTo>
                  <a:lnTo>
                    <a:pt x="313642" y="86555"/>
                  </a:lnTo>
                  <a:lnTo>
                    <a:pt x="311020" y="81961"/>
                  </a:lnTo>
                  <a:lnTo>
                    <a:pt x="308254" y="77453"/>
                  </a:lnTo>
                  <a:lnTo>
                    <a:pt x="305347" y="73034"/>
                  </a:lnTo>
                  <a:lnTo>
                    <a:pt x="302301" y="68709"/>
                  </a:lnTo>
                  <a:lnTo>
                    <a:pt x="299121" y="64483"/>
                  </a:lnTo>
                  <a:lnTo>
                    <a:pt x="295808" y="60360"/>
                  </a:lnTo>
                  <a:lnTo>
                    <a:pt x="292366" y="56343"/>
                  </a:lnTo>
                  <a:lnTo>
                    <a:pt x="288799" y="52438"/>
                  </a:lnTo>
                  <a:lnTo>
                    <a:pt x="285110" y="48647"/>
                  </a:lnTo>
                  <a:lnTo>
                    <a:pt x="281303" y="44975"/>
                  </a:lnTo>
                  <a:lnTo>
                    <a:pt x="277382" y="41425"/>
                  </a:lnTo>
                  <a:lnTo>
                    <a:pt x="273350" y="38001"/>
                  </a:lnTo>
                  <a:lnTo>
                    <a:pt x="269212" y="34706"/>
                  </a:lnTo>
                  <a:lnTo>
                    <a:pt x="264972" y="31544"/>
                  </a:lnTo>
                  <a:lnTo>
                    <a:pt x="260634" y="28517"/>
                  </a:lnTo>
                  <a:lnTo>
                    <a:pt x="256203" y="25629"/>
                  </a:lnTo>
                  <a:lnTo>
                    <a:pt x="251682" y="22883"/>
                  </a:lnTo>
                  <a:lnTo>
                    <a:pt x="247077" y="20282"/>
                  </a:lnTo>
                  <a:lnTo>
                    <a:pt x="242391" y="17827"/>
                  </a:lnTo>
                  <a:lnTo>
                    <a:pt x="237631" y="15522"/>
                  </a:lnTo>
                  <a:lnTo>
                    <a:pt x="232800" y="13368"/>
                  </a:lnTo>
                  <a:lnTo>
                    <a:pt x="227903" y="11369"/>
                  </a:lnTo>
                  <a:lnTo>
                    <a:pt x="222945" y="9525"/>
                  </a:lnTo>
                  <a:lnTo>
                    <a:pt x="217931" y="7839"/>
                  </a:lnTo>
                  <a:lnTo>
                    <a:pt x="212867" y="6313"/>
                  </a:lnTo>
                  <a:lnTo>
                    <a:pt x="167164" y="1671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5702" cy="167167"/>
            </a:xfrm>
            <a:custGeom>
              <a:avLst/>
              <a:pathLst>
                <a:path w="45702" h="167167">
                  <a:moveTo>
                    <a:pt x="45702" y="6368"/>
                  </a:moveTo>
                  <a:lnTo>
                    <a:pt x="39307" y="4687"/>
                  </a:lnTo>
                  <a:lnTo>
                    <a:pt x="32850" y="3259"/>
                  </a:lnTo>
                  <a:lnTo>
                    <a:pt x="26342" y="2088"/>
                  </a:lnTo>
                  <a:lnTo>
                    <a:pt x="19792" y="1175"/>
                  </a:lnTo>
                  <a:lnTo>
                    <a:pt x="13212" y="522"/>
                  </a:lnTo>
                  <a:lnTo>
                    <a:pt x="6611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384" y="5399291"/>
              <a:ext cx="45159" cy="167167"/>
            </a:xfrm>
            <a:custGeom>
              <a:avLst/>
              <a:pathLst>
                <a:path w="45159" h="167167">
                  <a:moveTo>
                    <a:pt x="45159" y="0"/>
                  </a:moveTo>
                  <a:lnTo>
                    <a:pt x="38628" y="127"/>
                  </a:lnTo>
                  <a:lnTo>
                    <a:pt x="32107" y="510"/>
                  </a:lnTo>
                  <a:lnTo>
                    <a:pt x="25606" y="1147"/>
                  </a:lnTo>
                  <a:lnTo>
                    <a:pt x="19135" y="2038"/>
                  </a:lnTo>
                  <a:lnTo>
                    <a:pt x="12704" y="3180"/>
                  </a:lnTo>
                  <a:lnTo>
                    <a:pt x="6322" y="4573"/>
                  </a:lnTo>
                  <a:lnTo>
                    <a:pt x="0" y="6215"/>
                  </a:lnTo>
                  <a:lnTo>
                    <a:pt x="45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384" y="5405507"/>
              <a:ext cx="45159" cy="160952"/>
            </a:xfrm>
            <a:custGeom>
              <a:avLst/>
              <a:pathLst>
                <a:path w="45159" h="160952">
                  <a:moveTo>
                    <a:pt x="0" y="0"/>
                  </a:moveTo>
                  <a:lnTo>
                    <a:pt x="45159" y="1609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384" y="5405507"/>
              <a:ext cx="45159" cy="160952"/>
            </a:xfrm>
            <a:custGeom>
              <a:avLst/>
              <a:pathLst>
                <a:path w="45159" h="160952">
                  <a:moveTo>
                    <a:pt x="0" y="0"/>
                  </a:moveTo>
                  <a:lnTo>
                    <a:pt x="45159" y="1609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384" y="5405507"/>
              <a:ext cx="45159" cy="160952"/>
            </a:xfrm>
            <a:custGeom>
              <a:avLst/>
              <a:pathLst>
                <a:path w="45159" h="160952">
                  <a:moveTo>
                    <a:pt x="0" y="0"/>
                  </a:moveTo>
                  <a:lnTo>
                    <a:pt x="45159" y="1609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384" y="5405507"/>
              <a:ext cx="45159" cy="160952"/>
            </a:xfrm>
            <a:custGeom>
              <a:avLst/>
              <a:pathLst>
                <a:path w="45159" h="160952">
                  <a:moveTo>
                    <a:pt x="0" y="0"/>
                  </a:moveTo>
                  <a:lnTo>
                    <a:pt x="45159" y="1609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8384" y="5405507"/>
              <a:ext cx="45159" cy="160952"/>
            </a:xfrm>
            <a:custGeom>
              <a:avLst/>
              <a:pathLst>
                <a:path w="45159" h="160952">
                  <a:moveTo>
                    <a:pt x="0" y="0"/>
                  </a:moveTo>
                  <a:lnTo>
                    <a:pt x="45159" y="1609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84" y="5405507"/>
              <a:ext cx="167159" cy="321352"/>
            </a:xfrm>
            <a:custGeom>
              <a:avLst/>
              <a:pathLst>
                <a:path w="167159" h="321352">
                  <a:moveTo>
                    <a:pt x="121999" y="0"/>
                  </a:moveTo>
                  <a:lnTo>
                    <a:pt x="116892" y="1521"/>
                  </a:lnTo>
                  <a:lnTo>
                    <a:pt x="111835" y="3204"/>
                  </a:lnTo>
                  <a:lnTo>
                    <a:pt x="106834" y="5048"/>
                  </a:lnTo>
                  <a:lnTo>
                    <a:pt x="101895" y="7050"/>
                  </a:lnTo>
                  <a:lnTo>
                    <a:pt x="97022" y="9209"/>
                  </a:lnTo>
                  <a:lnTo>
                    <a:pt x="92221" y="11522"/>
                  </a:lnTo>
                  <a:lnTo>
                    <a:pt x="87495" y="13987"/>
                  </a:lnTo>
                  <a:lnTo>
                    <a:pt x="82851" y="16601"/>
                  </a:lnTo>
                  <a:lnTo>
                    <a:pt x="78292" y="19362"/>
                  </a:lnTo>
                  <a:lnTo>
                    <a:pt x="73824" y="22267"/>
                  </a:lnTo>
                  <a:lnTo>
                    <a:pt x="69450" y="25312"/>
                  </a:lnTo>
                  <a:lnTo>
                    <a:pt x="65176" y="28496"/>
                  </a:lnTo>
                  <a:lnTo>
                    <a:pt x="61005" y="31814"/>
                  </a:lnTo>
                  <a:lnTo>
                    <a:pt x="56943" y="35264"/>
                  </a:lnTo>
                  <a:lnTo>
                    <a:pt x="52992" y="38841"/>
                  </a:lnTo>
                  <a:lnTo>
                    <a:pt x="49158" y="42543"/>
                  </a:lnTo>
                  <a:lnTo>
                    <a:pt x="45443" y="46364"/>
                  </a:lnTo>
                  <a:lnTo>
                    <a:pt x="41852" y="50303"/>
                  </a:lnTo>
                  <a:lnTo>
                    <a:pt x="38388" y="54353"/>
                  </a:lnTo>
                  <a:lnTo>
                    <a:pt x="35056" y="58512"/>
                  </a:lnTo>
                  <a:lnTo>
                    <a:pt x="31857" y="62776"/>
                  </a:lnTo>
                  <a:lnTo>
                    <a:pt x="28797" y="67139"/>
                  </a:lnTo>
                  <a:lnTo>
                    <a:pt x="25876" y="71597"/>
                  </a:lnTo>
                  <a:lnTo>
                    <a:pt x="23100" y="76146"/>
                  </a:lnTo>
                  <a:lnTo>
                    <a:pt x="20469" y="80782"/>
                  </a:lnTo>
                  <a:lnTo>
                    <a:pt x="17988" y="85498"/>
                  </a:lnTo>
                  <a:lnTo>
                    <a:pt x="15659" y="90292"/>
                  </a:lnTo>
                  <a:lnTo>
                    <a:pt x="13483" y="95157"/>
                  </a:lnTo>
                  <a:lnTo>
                    <a:pt x="11464" y="100090"/>
                  </a:lnTo>
                  <a:lnTo>
                    <a:pt x="9603" y="105084"/>
                  </a:lnTo>
                  <a:lnTo>
                    <a:pt x="7902" y="110135"/>
                  </a:lnTo>
                  <a:lnTo>
                    <a:pt x="6363" y="115237"/>
                  </a:lnTo>
                  <a:lnTo>
                    <a:pt x="4988" y="120386"/>
                  </a:lnTo>
                  <a:lnTo>
                    <a:pt x="3777" y="125577"/>
                  </a:lnTo>
                  <a:lnTo>
                    <a:pt x="2732" y="130803"/>
                  </a:lnTo>
                  <a:lnTo>
                    <a:pt x="1855" y="136060"/>
                  </a:lnTo>
                  <a:lnTo>
                    <a:pt x="1145" y="141342"/>
                  </a:lnTo>
                  <a:lnTo>
                    <a:pt x="605" y="146644"/>
                  </a:lnTo>
                  <a:lnTo>
                    <a:pt x="233" y="151960"/>
                  </a:lnTo>
                  <a:lnTo>
                    <a:pt x="31" y="157286"/>
                  </a:lnTo>
                  <a:lnTo>
                    <a:pt x="0" y="162616"/>
                  </a:lnTo>
                  <a:lnTo>
                    <a:pt x="138" y="167944"/>
                  </a:lnTo>
                  <a:lnTo>
                    <a:pt x="445" y="173264"/>
                  </a:lnTo>
                  <a:lnTo>
                    <a:pt x="923" y="178572"/>
                  </a:lnTo>
                  <a:lnTo>
                    <a:pt x="1569" y="183863"/>
                  </a:lnTo>
                  <a:lnTo>
                    <a:pt x="2383" y="189130"/>
                  </a:lnTo>
                  <a:lnTo>
                    <a:pt x="3365" y="194368"/>
                  </a:lnTo>
                  <a:lnTo>
                    <a:pt x="4514" y="199572"/>
                  </a:lnTo>
                  <a:lnTo>
                    <a:pt x="5827" y="204738"/>
                  </a:lnTo>
                  <a:lnTo>
                    <a:pt x="7305" y="209858"/>
                  </a:lnTo>
                  <a:lnTo>
                    <a:pt x="8946" y="214929"/>
                  </a:lnTo>
                  <a:lnTo>
                    <a:pt x="10747" y="219945"/>
                  </a:lnTo>
                  <a:lnTo>
                    <a:pt x="12707" y="224901"/>
                  </a:lnTo>
                  <a:lnTo>
                    <a:pt x="14824" y="229792"/>
                  </a:lnTo>
                  <a:lnTo>
                    <a:pt x="17096" y="234613"/>
                  </a:lnTo>
                  <a:lnTo>
                    <a:pt x="19520" y="239360"/>
                  </a:lnTo>
                  <a:lnTo>
                    <a:pt x="22095" y="244026"/>
                  </a:lnTo>
                  <a:lnTo>
                    <a:pt x="24817" y="248608"/>
                  </a:lnTo>
                  <a:lnTo>
                    <a:pt x="27683" y="253101"/>
                  </a:lnTo>
                  <a:lnTo>
                    <a:pt x="30692" y="257501"/>
                  </a:lnTo>
                  <a:lnTo>
                    <a:pt x="33839" y="261802"/>
                  </a:lnTo>
                  <a:lnTo>
                    <a:pt x="37121" y="266000"/>
                  </a:lnTo>
                  <a:lnTo>
                    <a:pt x="40536" y="270092"/>
                  </a:lnTo>
                  <a:lnTo>
                    <a:pt x="44080" y="274073"/>
                  </a:lnTo>
                  <a:lnTo>
                    <a:pt x="47748" y="277939"/>
                  </a:lnTo>
                  <a:lnTo>
                    <a:pt x="51538" y="281686"/>
                  </a:lnTo>
                  <a:lnTo>
                    <a:pt x="55446" y="285311"/>
                  </a:lnTo>
                  <a:lnTo>
                    <a:pt x="59467" y="288809"/>
                  </a:lnTo>
                  <a:lnTo>
                    <a:pt x="63597" y="292177"/>
                  </a:lnTo>
                  <a:lnTo>
                    <a:pt x="67833" y="295411"/>
                  </a:lnTo>
                  <a:lnTo>
                    <a:pt x="72170" y="298509"/>
                  </a:lnTo>
                  <a:lnTo>
                    <a:pt x="76603" y="301467"/>
                  </a:lnTo>
                  <a:lnTo>
                    <a:pt x="81129" y="304283"/>
                  </a:lnTo>
                  <a:lnTo>
                    <a:pt x="85741" y="306952"/>
                  </a:lnTo>
                  <a:lnTo>
                    <a:pt x="90437" y="309473"/>
                  </a:lnTo>
                  <a:lnTo>
                    <a:pt x="95210" y="311844"/>
                  </a:lnTo>
                  <a:lnTo>
                    <a:pt x="100057" y="314061"/>
                  </a:lnTo>
                  <a:lnTo>
                    <a:pt x="104972" y="316122"/>
                  </a:lnTo>
                  <a:lnTo>
                    <a:pt x="109950" y="318025"/>
                  </a:lnTo>
                  <a:lnTo>
                    <a:pt x="114986" y="319769"/>
                  </a:lnTo>
                  <a:lnTo>
                    <a:pt x="120076" y="321352"/>
                  </a:lnTo>
                  <a:lnTo>
                    <a:pt x="167159" y="160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6461" y="5399291"/>
              <a:ext cx="214229" cy="334334"/>
            </a:xfrm>
            <a:custGeom>
              <a:avLst/>
              <a:pathLst>
                <a:path w="214229" h="334334">
                  <a:moveTo>
                    <a:pt x="0" y="327567"/>
                  </a:moveTo>
                  <a:lnTo>
                    <a:pt x="5112" y="328980"/>
                  </a:lnTo>
                  <a:lnTo>
                    <a:pt x="10267" y="330230"/>
                  </a:lnTo>
                  <a:lnTo>
                    <a:pt x="15459" y="331316"/>
                  </a:lnTo>
                  <a:lnTo>
                    <a:pt x="20683" y="332237"/>
                  </a:lnTo>
                  <a:lnTo>
                    <a:pt x="25934" y="332991"/>
                  </a:lnTo>
                  <a:lnTo>
                    <a:pt x="31205" y="333579"/>
                  </a:lnTo>
                  <a:lnTo>
                    <a:pt x="36493" y="333999"/>
                  </a:lnTo>
                  <a:lnTo>
                    <a:pt x="41792" y="334251"/>
                  </a:lnTo>
                  <a:lnTo>
                    <a:pt x="47095" y="334334"/>
                  </a:lnTo>
                  <a:lnTo>
                    <a:pt x="52399" y="334250"/>
                  </a:lnTo>
                  <a:lnTo>
                    <a:pt x="57698" y="333997"/>
                  </a:lnTo>
                  <a:lnTo>
                    <a:pt x="62985" y="333576"/>
                  </a:lnTo>
                  <a:lnTo>
                    <a:pt x="68257" y="332988"/>
                  </a:lnTo>
                  <a:lnTo>
                    <a:pt x="73507" y="332233"/>
                  </a:lnTo>
                  <a:lnTo>
                    <a:pt x="78731" y="331311"/>
                  </a:lnTo>
                  <a:lnTo>
                    <a:pt x="83923" y="330224"/>
                  </a:lnTo>
                  <a:lnTo>
                    <a:pt x="89078" y="328973"/>
                  </a:lnTo>
                  <a:lnTo>
                    <a:pt x="94190" y="327560"/>
                  </a:lnTo>
                  <a:lnTo>
                    <a:pt x="99255" y="325984"/>
                  </a:lnTo>
                  <a:lnTo>
                    <a:pt x="104268" y="324249"/>
                  </a:lnTo>
                  <a:lnTo>
                    <a:pt x="109223" y="322356"/>
                  </a:lnTo>
                  <a:lnTo>
                    <a:pt x="114115" y="320306"/>
                  </a:lnTo>
                  <a:lnTo>
                    <a:pt x="118940" y="318102"/>
                  </a:lnTo>
                  <a:lnTo>
                    <a:pt x="123693" y="315746"/>
                  </a:lnTo>
                  <a:lnTo>
                    <a:pt x="128368" y="313241"/>
                  </a:lnTo>
                  <a:lnTo>
                    <a:pt x="132962" y="310588"/>
                  </a:lnTo>
                  <a:lnTo>
                    <a:pt x="137469" y="307791"/>
                  </a:lnTo>
                  <a:lnTo>
                    <a:pt x="141885" y="304853"/>
                  </a:lnTo>
                  <a:lnTo>
                    <a:pt x="146206" y="301776"/>
                  </a:lnTo>
                  <a:lnTo>
                    <a:pt x="150427" y="298563"/>
                  </a:lnTo>
                  <a:lnTo>
                    <a:pt x="154543" y="295218"/>
                  </a:lnTo>
                  <a:lnTo>
                    <a:pt x="158552" y="291744"/>
                  </a:lnTo>
                  <a:lnTo>
                    <a:pt x="162448" y="288145"/>
                  </a:lnTo>
                  <a:lnTo>
                    <a:pt x="166229" y="284424"/>
                  </a:lnTo>
                  <a:lnTo>
                    <a:pt x="169889" y="280585"/>
                  </a:lnTo>
                  <a:lnTo>
                    <a:pt x="173425" y="276631"/>
                  </a:lnTo>
                  <a:lnTo>
                    <a:pt x="176835" y="272568"/>
                  </a:lnTo>
                  <a:lnTo>
                    <a:pt x="180114" y="268398"/>
                  </a:lnTo>
                  <a:lnTo>
                    <a:pt x="183258" y="264126"/>
                  </a:lnTo>
                  <a:lnTo>
                    <a:pt x="186266" y="259757"/>
                  </a:lnTo>
                  <a:lnTo>
                    <a:pt x="189134" y="255294"/>
                  </a:lnTo>
                  <a:lnTo>
                    <a:pt x="191858" y="250743"/>
                  </a:lnTo>
                  <a:lnTo>
                    <a:pt x="194437" y="246108"/>
                  </a:lnTo>
                  <a:lnTo>
                    <a:pt x="196867" y="241393"/>
                  </a:lnTo>
                  <a:lnTo>
                    <a:pt x="199147" y="236603"/>
                  </a:lnTo>
                  <a:lnTo>
                    <a:pt x="201273" y="231744"/>
                  </a:lnTo>
                  <a:lnTo>
                    <a:pt x="203245" y="226819"/>
                  </a:lnTo>
                  <a:lnTo>
                    <a:pt x="205058" y="221835"/>
                  </a:lnTo>
                  <a:lnTo>
                    <a:pt x="206713" y="216795"/>
                  </a:lnTo>
                  <a:lnTo>
                    <a:pt x="208208" y="211705"/>
                  </a:lnTo>
                  <a:lnTo>
                    <a:pt x="209540" y="206571"/>
                  </a:lnTo>
                  <a:lnTo>
                    <a:pt x="210708" y="201397"/>
                  </a:lnTo>
                  <a:lnTo>
                    <a:pt x="211712" y="196188"/>
                  </a:lnTo>
                  <a:lnTo>
                    <a:pt x="212549" y="190950"/>
                  </a:lnTo>
                  <a:lnTo>
                    <a:pt x="213221" y="185689"/>
                  </a:lnTo>
                  <a:lnTo>
                    <a:pt x="213725" y="180408"/>
                  </a:lnTo>
                  <a:lnTo>
                    <a:pt x="214061" y="175114"/>
                  </a:lnTo>
                  <a:lnTo>
                    <a:pt x="214229" y="169813"/>
                  </a:lnTo>
                  <a:lnTo>
                    <a:pt x="214229" y="164508"/>
                  </a:lnTo>
                  <a:lnTo>
                    <a:pt x="214060" y="159207"/>
                  </a:lnTo>
                  <a:lnTo>
                    <a:pt x="213724" y="153913"/>
                  </a:lnTo>
                  <a:lnTo>
                    <a:pt x="213219" y="148632"/>
                  </a:lnTo>
                  <a:lnTo>
                    <a:pt x="212548" y="143371"/>
                  </a:lnTo>
                  <a:lnTo>
                    <a:pt x="211709" y="138133"/>
                  </a:lnTo>
                  <a:lnTo>
                    <a:pt x="210705" y="132924"/>
                  </a:lnTo>
                  <a:lnTo>
                    <a:pt x="209537" y="127750"/>
                  </a:lnTo>
                  <a:lnTo>
                    <a:pt x="208204" y="122616"/>
                  </a:lnTo>
                  <a:lnTo>
                    <a:pt x="206710" y="117527"/>
                  </a:lnTo>
                  <a:lnTo>
                    <a:pt x="205054" y="112487"/>
                  </a:lnTo>
                  <a:lnTo>
                    <a:pt x="203240" y="107503"/>
                  </a:lnTo>
                  <a:lnTo>
                    <a:pt x="201268" y="102578"/>
                  </a:lnTo>
                  <a:lnTo>
                    <a:pt x="199141" y="97719"/>
                  </a:lnTo>
                  <a:lnTo>
                    <a:pt x="196862" y="92929"/>
                  </a:lnTo>
                  <a:lnTo>
                    <a:pt x="194431" y="88215"/>
                  </a:lnTo>
                  <a:lnTo>
                    <a:pt x="191852" y="83580"/>
                  </a:lnTo>
                  <a:lnTo>
                    <a:pt x="189127" y="79028"/>
                  </a:lnTo>
                  <a:lnTo>
                    <a:pt x="186259" y="74566"/>
                  </a:lnTo>
                  <a:lnTo>
                    <a:pt x="183251" y="70197"/>
                  </a:lnTo>
                  <a:lnTo>
                    <a:pt x="180106" y="65926"/>
                  </a:lnTo>
                  <a:lnTo>
                    <a:pt x="176827" y="61756"/>
                  </a:lnTo>
                  <a:lnTo>
                    <a:pt x="173417" y="57693"/>
                  </a:lnTo>
                  <a:lnTo>
                    <a:pt x="169880" y="53740"/>
                  </a:lnTo>
                  <a:lnTo>
                    <a:pt x="166220" y="49901"/>
                  </a:lnTo>
                  <a:lnTo>
                    <a:pt x="162439" y="46180"/>
                  </a:lnTo>
                  <a:lnTo>
                    <a:pt x="158542" y="42581"/>
                  </a:lnTo>
                  <a:lnTo>
                    <a:pt x="154534" y="39107"/>
                  </a:lnTo>
                  <a:lnTo>
                    <a:pt x="150416" y="35763"/>
                  </a:lnTo>
                  <a:lnTo>
                    <a:pt x="146195" y="32550"/>
                  </a:lnTo>
                  <a:lnTo>
                    <a:pt x="141874" y="29474"/>
                  </a:lnTo>
                  <a:lnTo>
                    <a:pt x="137458" y="26535"/>
                  </a:lnTo>
                  <a:lnTo>
                    <a:pt x="132951" y="23739"/>
                  </a:lnTo>
                  <a:lnTo>
                    <a:pt x="128357" y="21087"/>
                  </a:lnTo>
                  <a:lnTo>
                    <a:pt x="123681" y="18582"/>
                  </a:lnTo>
                  <a:lnTo>
                    <a:pt x="118929" y="16226"/>
                  </a:lnTo>
                  <a:lnTo>
                    <a:pt x="114104" y="14023"/>
                  </a:lnTo>
                  <a:lnTo>
                    <a:pt x="109211" y="11973"/>
                  </a:lnTo>
                  <a:lnTo>
                    <a:pt x="104256" y="10080"/>
                  </a:lnTo>
                  <a:lnTo>
                    <a:pt x="99243" y="8346"/>
                  </a:lnTo>
                  <a:lnTo>
                    <a:pt x="94178" y="6771"/>
                  </a:lnTo>
                  <a:lnTo>
                    <a:pt x="89065" y="5357"/>
                  </a:lnTo>
                  <a:lnTo>
                    <a:pt x="83910" y="4107"/>
                  </a:lnTo>
                  <a:lnTo>
                    <a:pt x="78718" y="3020"/>
                  </a:lnTo>
                  <a:lnTo>
                    <a:pt x="73495" y="2099"/>
                  </a:lnTo>
                  <a:lnTo>
                    <a:pt x="68244" y="1344"/>
                  </a:lnTo>
                  <a:lnTo>
                    <a:pt x="62972" y="756"/>
                  </a:lnTo>
                  <a:lnTo>
                    <a:pt x="57685" y="336"/>
                  </a:lnTo>
                  <a:lnTo>
                    <a:pt x="52386" y="84"/>
                  </a:lnTo>
                  <a:lnTo>
                    <a:pt x="47083" y="0"/>
                  </a:lnTo>
                  <a:lnTo>
                    <a:pt x="470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2952" y="5269756"/>
              <a:ext cx="12305" cy="167167"/>
            </a:xfrm>
            <a:custGeom>
              <a:avLst/>
              <a:pathLst>
                <a:path w="12305" h="167167">
                  <a:moveTo>
                    <a:pt x="12305" y="0"/>
                  </a:moveTo>
                  <a:lnTo>
                    <a:pt x="0" y="453"/>
                  </a:lnTo>
                  <a:lnTo>
                    <a:pt x="123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2952" y="5270209"/>
              <a:ext cx="12305" cy="166713"/>
            </a:xfrm>
            <a:custGeom>
              <a:avLst/>
              <a:pathLst>
                <a:path w="12305" h="166713">
                  <a:moveTo>
                    <a:pt x="0" y="0"/>
                  </a:moveTo>
                  <a:lnTo>
                    <a:pt x="12305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952" y="5270209"/>
              <a:ext cx="12305" cy="166713"/>
            </a:xfrm>
            <a:custGeom>
              <a:avLst/>
              <a:pathLst>
                <a:path w="12305" h="166713">
                  <a:moveTo>
                    <a:pt x="0" y="0"/>
                  </a:moveTo>
                  <a:lnTo>
                    <a:pt x="12305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952" y="5270209"/>
              <a:ext cx="12305" cy="166713"/>
            </a:xfrm>
            <a:custGeom>
              <a:avLst/>
              <a:pathLst>
                <a:path w="12305" h="166713">
                  <a:moveTo>
                    <a:pt x="0" y="0"/>
                  </a:moveTo>
                  <a:lnTo>
                    <a:pt x="12305" y="1667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2952" y="5270209"/>
              <a:ext cx="12305" cy="166713"/>
            </a:xfrm>
            <a:custGeom>
              <a:avLst/>
              <a:pathLst>
                <a:path w="12305" h="166713">
                  <a:moveTo>
                    <a:pt x="0" y="0"/>
                  </a:moveTo>
                  <a:lnTo>
                    <a:pt x="12305" y="1667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416822" y="5270209"/>
              <a:ext cx="128436" cy="166713"/>
            </a:xfrm>
            <a:custGeom>
              <a:avLst/>
              <a:pathLst>
                <a:path w="128436" h="166713">
                  <a:moveTo>
                    <a:pt x="116130" y="0"/>
                  </a:moveTo>
                  <a:lnTo>
                    <a:pt x="110563" y="504"/>
                  </a:lnTo>
                  <a:lnTo>
                    <a:pt x="105016" y="1195"/>
                  </a:lnTo>
                  <a:lnTo>
                    <a:pt x="99496" y="2070"/>
                  </a:lnTo>
                  <a:lnTo>
                    <a:pt x="94008" y="3130"/>
                  </a:lnTo>
                  <a:lnTo>
                    <a:pt x="88558" y="4372"/>
                  </a:lnTo>
                  <a:lnTo>
                    <a:pt x="83153" y="5796"/>
                  </a:lnTo>
                  <a:lnTo>
                    <a:pt x="77799" y="7400"/>
                  </a:lnTo>
                  <a:lnTo>
                    <a:pt x="72501" y="9182"/>
                  </a:lnTo>
                  <a:lnTo>
                    <a:pt x="67265" y="11140"/>
                  </a:lnTo>
                  <a:lnTo>
                    <a:pt x="62098" y="13272"/>
                  </a:lnTo>
                  <a:lnTo>
                    <a:pt x="57006" y="15575"/>
                  </a:lnTo>
                  <a:lnTo>
                    <a:pt x="51993" y="18048"/>
                  </a:lnTo>
                  <a:lnTo>
                    <a:pt x="47065" y="20687"/>
                  </a:lnTo>
                  <a:lnTo>
                    <a:pt x="42229" y="23489"/>
                  </a:lnTo>
                  <a:lnTo>
                    <a:pt x="37489" y="26451"/>
                  </a:lnTo>
                  <a:lnTo>
                    <a:pt x="32850" y="29570"/>
                  </a:lnTo>
                  <a:lnTo>
                    <a:pt x="28319" y="32842"/>
                  </a:lnTo>
                  <a:lnTo>
                    <a:pt x="23899" y="36264"/>
                  </a:lnTo>
                  <a:lnTo>
                    <a:pt x="19597" y="39832"/>
                  </a:lnTo>
                  <a:lnTo>
                    <a:pt x="15416" y="43541"/>
                  </a:lnTo>
                  <a:lnTo>
                    <a:pt x="11361" y="47389"/>
                  </a:lnTo>
                  <a:lnTo>
                    <a:pt x="7437" y="51369"/>
                  </a:lnTo>
                  <a:lnTo>
                    <a:pt x="3649" y="55479"/>
                  </a:lnTo>
                  <a:lnTo>
                    <a:pt x="0" y="59713"/>
                  </a:lnTo>
                  <a:lnTo>
                    <a:pt x="128436" y="166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1" y="5269756"/>
              <a:ext cx="334326" cy="334324"/>
            </a:xfrm>
            <a:custGeom>
              <a:avLst/>
              <a:pathLst>
                <a:path w="334326" h="334324">
                  <a:moveTo>
                    <a:pt x="38731" y="60167"/>
                  </a:moveTo>
                  <a:lnTo>
                    <a:pt x="35412" y="64281"/>
                  </a:lnTo>
                  <a:lnTo>
                    <a:pt x="32225" y="68497"/>
                  </a:lnTo>
                  <a:lnTo>
                    <a:pt x="29173" y="72813"/>
                  </a:lnTo>
                  <a:lnTo>
                    <a:pt x="26259" y="77223"/>
                  </a:lnTo>
                  <a:lnTo>
                    <a:pt x="23486" y="81722"/>
                  </a:lnTo>
                  <a:lnTo>
                    <a:pt x="20857" y="86307"/>
                  </a:lnTo>
                  <a:lnTo>
                    <a:pt x="18373" y="90973"/>
                  </a:lnTo>
                  <a:lnTo>
                    <a:pt x="16039" y="95715"/>
                  </a:lnTo>
                  <a:lnTo>
                    <a:pt x="13856" y="100529"/>
                  </a:lnTo>
                  <a:lnTo>
                    <a:pt x="11826" y="105409"/>
                  </a:lnTo>
                  <a:lnTo>
                    <a:pt x="9951" y="110351"/>
                  </a:lnTo>
                  <a:lnTo>
                    <a:pt x="8233" y="115350"/>
                  </a:lnTo>
                  <a:lnTo>
                    <a:pt x="6674" y="120400"/>
                  </a:lnTo>
                  <a:lnTo>
                    <a:pt x="5276" y="125498"/>
                  </a:lnTo>
                  <a:lnTo>
                    <a:pt x="4040" y="130637"/>
                  </a:lnTo>
                  <a:lnTo>
                    <a:pt x="2966" y="135812"/>
                  </a:lnTo>
                  <a:lnTo>
                    <a:pt x="2057" y="141019"/>
                  </a:lnTo>
                  <a:lnTo>
                    <a:pt x="1313" y="146252"/>
                  </a:lnTo>
                  <a:lnTo>
                    <a:pt x="735" y="151506"/>
                  </a:lnTo>
                  <a:lnTo>
                    <a:pt x="323" y="156775"/>
                  </a:lnTo>
                  <a:lnTo>
                    <a:pt x="78" y="162055"/>
                  </a:lnTo>
                  <a:lnTo>
                    <a:pt x="0" y="167340"/>
                  </a:lnTo>
                  <a:lnTo>
                    <a:pt x="89" y="172625"/>
                  </a:lnTo>
                  <a:lnTo>
                    <a:pt x="345" y="177904"/>
                  </a:lnTo>
                  <a:lnTo>
                    <a:pt x="767" y="183173"/>
                  </a:lnTo>
                  <a:lnTo>
                    <a:pt x="1357" y="188425"/>
                  </a:lnTo>
                  <a:lnTo>
                    <a:pt x="2112" y="193657"/>
                  </a:lnTo>
                  <a:lnTo>
                    <a:pt x="3032" y="198862"/>
                  </a:lnTo>
                  <a:lnTo>
                    <a:pt x="4116" y="204035"/>
                  </a:lnTo>
                  <a:lnTo>
                    <a:pt x="5363" y="209171"/>
                  </a:lnTo>
                  <a:lnTo>
                    <a:pt x="6772" y="214266"/>
                  </a:lnTo>
                  <a:lnTo>
                    <a:pt x="8341" y="219313"/>
                  </a:lnTo>
                  <a:lnTo>
                    <a:pt x="10069" y="224308"/>
                  </a:lnTo>
                  <a:lnTo>
                    <a:pt x="11954" y="229246"/>
                  </a:lnTo>
                  <a:lnTo>
                    <a:pt x="13994" y="234122"/>
                  </a:lnTo>
                  <a:lnTo>
                    <a:pt x="16187" y="238931"/>
                  </a:lnTo>
                  <a:lnTo>
                    <a:pt x="18531" y="243668"/>
                  </a:lnTo>
                  <a:lnTo>
                    <a:pt x="21024" y="248329"/>
                  </a:lnTo>
                  <a:lnTo>
                    <a:pt x="23663" y="252909"/>
                  </a:lnTo>
                  <a:lnTo>
                    <a:pt x="26446" y="257403"/>
                  </a:lnTo>
                  <a:lnTo>
                    <a:pt x="29369" y="261807"/>
                  </a:lnTo>
                  <a:lnTo>
                    <a:pt x="32430" y="266116"/>
                  </a:lnTo>
                  <a:lnTo>
                    <a:pt x="35625" y="270326"/>
                  </a:lnTo>
                  <a:lnTo>
                    <a:pt x="38952" y="274433"/>
                  </a:lnTo>
                  <a:lnTo>
                    <a:pt x="42408" y="278433"/>
                  </a:lnTo>
                  <a:lnTo>
                    <a:pt x="45988" y="282321"/>
                  </a:lnTo>
                  <a:lnTo>
                    <a:pt x="49689" y="286095"/>
                  </a:lnTo>
                  <a:lnTo>
                    <a:pt x="53507" y="289749"/>
                  </a:lnTo>
                  <a:lnTo>
                    <a:pt x="57440" y="293281"/>
                  </a:lnTo>
                  <a:lnTo>
                    <a:pt x="61481" y="296687"/>
                  </a:lnTo>
                  <a:lnTo>
                    <a:pt x="65629" y="299964"/>
                  </a:lnTo>
                  <a:lnTo>
                    <a:pt x="69878" y="303108"/>
                  </a:lnTo>
                  <a:lnTo>
                    <a:pt x="74224" y="306115"/>
                  </a:lnTo>
                  <a:lnTo>
                    <a:pt x="78664" y="308984"/>
                  </a:lnTo>
                  <a:lnTo>
                    <a:pt x="83191" y="311711"/>
                  </a:lnTo>
                  <a:lnTo>
                    <a:pt x="87803" y="314294"/>
                  </a:lnTo>
                  <a:lnTo>
                    <a:pt x="92494" y="316729"/>
                  </a:lnTo>
                  <a:lnTo>
                    <a:pt x="97260" y="319015"/>
                  </a:lnTo>
                  <a:lnTo>
                    <a:pt x="102095" y="321150"/>
                  </a:lnTo>
                  <a:lnTo>
                    <a:pt x="106996" y="323130"/>
                  </a:lnTo>
                  <a:lnTo>
                    <a:pt x="111957" y="324954"/>
                  </a:lnTo>
                  <a:lnTo>
                    <a:pt x="116973" y="326621"/>
                  </a:lnTo>
                  <a:lnTo>
                    <a:pt x="122039" y="328128"/>
                  </a:lnTo>
                  <a:lnTo>
                    <a:pt x="127150" y="329474"/>
                  </a:lnTo>
                  <a:lnTo>
                    <a:pt x="132301" y="330658"/>
                  </a:lnTo>
                  <a:lnTo>
                    <a:pt x="137487" y="331679"/>
                  </a:lnTo>
                  <a:lnTo>
                    <a:pt x="142703" y="332535"/>
                  </a:lnTo>
                  <a:lnTo>
                    <a:pt x="147944" y="333225"/>
                  </a:lnTo>
                  <a:lnTo>
                    <a:pt x="153203" y="333750"/>
                  </a:lnTo>
                  <a:lnTo>
                    <a:pt x="158476" y="334108"/>
                  </a:lnTo>
                  <a:lnTo>
                    <a:pt x="163759" y="334300"/>
                  </a:lnTo>
                  <a:lnTo>
                    <a:pt x="169044" y="334324"/>
                  </a:lnTo>
                  <a:lnTo>
                    <a:pt x="174328" y="334181"/>
                  </a:lnTo>
                  <a:lnTo>
                    <a:pt x="179604" y="333871"/>
                  </a:lnTo>
                  <a:lnTo>
                    <a:pt x="184868" y="333395"/>
                  </a:lnTo>
                  <a:lnTo>
                    <a:pt x="190115" y="332752"/>
                  </a:lnTo>
                  <a:lnTo>
                    <a:pt x="195338" y="331944"/>
                  </a:lnTo>
                  <a:lnTo>
                    <a:pt x="200533" y="330971"/>
                  </a:lnTo>
                  <a:lnTo>
                    <a:pt x="205695" y="329834"/>
                  </a:lnTo>
                  <a:lnTo>
                    <a:pt x="210819" y="328534"/>
                  </a:lnTo>
                  <a:lnTo>
                    <a:pt x="215898" y="327074"/>
                  </a:lnTo>
                  <a:lnTo>
                    <a:pt x="220929" y="325453"/>
                  </a:lnTo>
                  <a:lnTo>
                    <a:pt x="225907" y="323674"/>
                  </a:lnTo>
                  <a:lnTo>
                    <a:pt x="230825" y="321739"/>
                  </a:lnTo>
                  <a:lnTo>
                    <a:pt x="235680" y="319649"/>
                  </a:lnTo>
                  <a:lnTo>
                    <a:pt x="240467" y="317407"/>
                  </a:lnTo>
                  <a:lnTo>
                    <a:pt x="245180" y="315015"/>
                  </a:lnTo>
                  <a:lnTo>
                    <a:pt x="249815" y="312474"/>
                  </a:lnTo>
                  <a:lnTo>
                    <a:pt x="254367" y="309789"/>
                  </a:lnTo>
                  <a:lnTo>
                    <a:pt x="258833" y="306961"/>
                  </a:lnTo>
                  <a:lnTo>
                    <a:pt x="263206" y="303993"/>
                  </a:lnTo>
                  <a:lnTo>
                    <a:pt x="267484" y="300888"/>
                  </a:lnTo>
                  <a:lnTo>
                    <a:pt x="271661" y="297650"/>
                  </a:lnTo>
                  <a:lnTo>
                    <a:pt x="275734" y="294281"/>
                  </a:lnTo>
                  <a:lnTo>
                    <a:pt x="279699" y="290785"/>
                  </a:lnTo>
                  <a:lnTo>
                    <a:pt x="283551" y="287166"/>
                  </a:lnTo>
                  <a:lnTo>
                    <a:pt x="287286" y="283427"/>
                  </a:lnTo>
                  <a:lnTo>
                    <a:pt x="290902" y="279571"/>
                  </a:lnTo>
                  <a:lnTo>
                    <a:pt x="294393" y="275603"/>
                  </a:lnTo>
                  <a:lnTo>
                    <a:pt x="297758" y="271526"/>
                  </a:lnTo>
                  <a:lnTo>
                    <a:pt x="300992" y="267346"/>
                  </a:lnTo>
                  <a:lnTo>
                    <a:pt x="304092" y="263065"/>
                  </a:lnTo>
                  <a:lnTo>
                    <a:pt x="307056" y="258688"/>
                  </a:lnTo>
                  <a:lnTo>
                    <a:pt x="309879" y="254220"/>
                  </a:lnTo>
                  <a:lnTo>
                    <a:pt x="312560" y="249664"/>
                  </a:lnTo>
                  <a:lnTo>
                    <a:pt x="315095" y="245027"/>
                  </a:lnTo>
                  <a:lnTo>
                    <a:pt x="317483" y="240311"/>
                  </a:lnTo>
                  <a:lnTo>
                    <a:pt x="319720" y="235522"/>
                  </a:lnTo>
                  <a:lnTo>
                    <a:pt x="321805" y="230665"/>
                  </a:lnTo>
                  <a:lnTo>
                    <a:pt x="323735" y="225745"/>
                  </a:lnTo>
                  <a:lnTo>
                    <a:pt x="325509" y="220766"/>
                  </a:lnTo>
                  <a:lnTo>
                    <a:pt x="327124" y="215733"/>
                  </a:lnTo>
                  <a:lnTo>
                    <a:pt x="328579" y="210652"/>
                  </a:lnTo>
                  <a:lnTo>
                    <a:pt x="329874" y="205527"/>
                  </a:lnTo>
                  <a:lnTo>
                    <a:pt x="331005" y="200364"/>
                  </a:lnTo>
                  <a:lnTo>
                    <a:pt x="331973" y="195168"/>
                  </a:lnTo>
                  <a:lnTo>
                    <a:pt x="332775" y="189943"/>
                  </a:lnTo>
                  <a:lnTo>
                    <a:pt x="333413" y="184696"/>
                  </a:lnTo>
                  <a:lnTo>
                    <a:pt x="333884" y="179432"/>
                  </a:lnTo>
                  <a:lnTo>
                    <a:pt x="334188" y="174155"/>
                  </a:lnTo>
                  <a:lnTo>
                    <a:pt x="334326" y="168871"/>
                  </a:lnTo>
                  <a:lnTo>
                    <a:pt x="334296" y="163586"/>
                  </a:lnTo>
                  <a:lnTo>
                    <a:pt x="334099" y="158304"/>
                  </a:lnTo>
                  <a:lnTo>
                    <a:pt x="333736" y="153031"/>
                  </a:lnTo>
                  <a:lnTo>
                    <a:pt x="333205" y="147772"/>
                  </a:lnTo>
                  <a:lnTo>
                    <a:pt x="332509" y="142532"/>
                  </a:lnTo>
                  <a:lnTo>
                    <a:pt x="331648" y="137317"/>
                  </a:lnTo>
                  <a:lnTo>
                    <a:pt x="330622" y="132132"/>
                  </a:lnTo>
                  <a:lnTo>
                    <a:pt x="329432" y="126982"/>
                  </a:lnTo>
                  <a:lnTo>
                    <a:pt x="328081" y="121872"/>
                  </a:lnTo>
                  <a:lnTo>
                    <a:pt x="326569" y="116808"/>
                  </a:lnTo>
                  <a:lnTo>
                    <a:pt x="324897" y="111794"/>
                  </a:lnTo>
                  <a:lnTo>
                    <a:pt x="323067" y="106835"/>
                  </a:lnTo>
                  <a:lnTo>
                    <a:pt x="321082" y="101936"/>
                  </a:lnTo>
                  <a:lnTo>
                    <a:pt x="318943" y="97103"/>
                  </a:lnTo>
                  <a:lnTo>
                    <a:pt x="316652" y="92339"/>
                  </a:lnTo>
                  <a:lnTo>
                    <a:pt x="314212" y="87651"/>
                  </a:lnTo>
                  <a:lnTo>
                    <a:pt x="311624" y="83042"/>
                  </a:lnTo>
                  <a:lnTo>
                    <a:pt x="308892" y="78517"/>
                  </a:lnTo>
                  <a:lnTo>
                    <a:pt x="306019" y="74081"/>
                  </a:lnTo>
                  <a:lnTo>
                    <a:pt x="303007" y="69737"/>
                  </a:lnTo>
                  <a:lnTo>
                    <a:pt x="299859" y="65492"/>
                  </a:lnTo>
                  <a:lnTo>
                    <a:pt x="296578" y="61348"/>
                  </a:lnTo>
                  <a:lnTo>
                    <a:pt x="293168" y="57309"/>
                  </a:lnTo>
                  <a:lnTo>
                    <a:pt x="289632" y="53381"/>
                  </a:lnTo>
                  <a:lnTo>
                    <a:pt x="285973" y="49566"/>
                  </a:lnTo>
                  <a:lnTo>
                    <a:pt x="282196" y="45869"/>
                  </a:lnTo>
                  <a:lnTo>
                    <a:pt x="278304" y="42293"/>
                  </a:lnTo>
                  <a:lnTo>
                    <a:pt x="274300" y="38841"/>
                  </a:lnTo>
                  <a:lnTo>
                    <a:pt x="270190" y="35519"/>
                  </a:lnTo>
                  <a:lnTo>
                    <a:pt x="265976" y="32327"/>
                  </a:lnTo>
                  <a:lnTo>
                    <a:pt x="261664" y="29271"/>
                  </a:lnTo>
                  <a:lnTo>
                    <a:pt x="257257" y="26353"/>
                  </a:lnTo>
                  <a:lnTo>
                    <a:pt x="252760" y="23575"/>
                  </a:lnTo>
                  <a:lnTo>
                    <a:pt x="248178" y="20941"/>
                  </a:lnTo>
                  <a:lnTo>
                    <a:pt x="243514" y="18452"/>
                  </a:lnTo>
                  <a:lnTo>
                    <a:pt x="238775" y="16113"/>
                  </a:lnTo>
                  <a:lnTo>
                    <a:pt x="233963" y="13925"/>
                  </a:lnTo>
                  <a:lnTo>
                    <a:pt x="229085" y="11890"/>
                  </a:lnTo>
                  <a:lnTo>
                    <a:pt x="224145" y="10010"/>
                  </a:lnTo>
                  <a:lnTo>
                    <a:pt x="219148" y="8287"/>
                  </a:lnTo>
                  <a:lnTo>
                    <a:pt x="214100" y="6723"/>
                  </a:lnTo>
                  <a:lnTo>
                    <a:pt x="209004" y="5319"/>
                  </a:lnTo>
                  <a:lnTo>
                    <a:pt x="203866" y="4078"/>
                  </a:lnTo>
                  <a:lnTo>
                    <a:pt x="198692" y="2999"/>
                  </a:lnTo>
                  <a:lnTo>
                    <a:pt x="193486" y="2084"/>
                  </a:lnTo>
                  <a:lnTo>
                    <a:pt x="188254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6037" y="5018213"/>
              <a:ext cx="25002" cy="167167"/>
            </a:xfrm>
            <a:custGeom>
              <a:avLst/>
              <a:pathLst>
                <a:path w="25002" h="167167">
                  <a:moveTo>
                    <a:pt x="25002" y="0"/>
                  </a:moveTo>
                  <a:lnTo>
                    <a:pt x="16640" y="209"/>
                  </a:lnTo>
                  <a:lnTo>
                    <a:pt x="8299" y="836"/>
                  </a:lnTo>
                  <a:lnTo>
                    <a:pt x="0" y="1880"/>
                  </a:lnTo>
                  <a:lnTo>
                    <a:pt x="250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6037" y="5020093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6037" y="5020093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6037" y="5020093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4473" y="5020093"/>
              <a:ext cx="166565" cy="165287"/>
            </a:xfrm>
            <a:custGeom>
              <a:avLst/>
              <a:pathLst>
                <a:path w="166565" h="165287">
                  <a:moveTo>
                    <a:pt x="141563" y="0"/>
                  </a:moveTo>
                  <a:lnTo>
                    <a:pt x="136192" y="902"/>
                  </a:lnTo>
                  <a:lnTo>
                    <a:pt x="130854" y="1978"/>
                  </a:lnTo>
                  <a:lnTo>
                    <a:pt x="125553" y="3228"/>
                  </a:lnTo>
                  <a:lnTo>
                    <a:pt x="120296" y="4650"/>
                  </a:lnTo>
                  <a:lnTo>
                    <a:pt x="115088" y="6243"/>
                  </a:lnTo>
                  <a:lnTo>
                    <a:pt x="109934" y="8004"/>
                  </a:lnTo>
                  <a:lnTo>
                    <a:pt x="104841" y="9932"/>
                  </a:lnTo>
                  <a:lnTo>
                    <a:pt x="99813" y="12025"/>
                  </a:lnTo>
                  <a:lnTo>
                    <a:pt x="94856" y="14281"/>
                  </a:lnTo>
                  <a:lnTo>
                    <a:pt x="89975" y="16697"/>
                  </a:lnTo>
                  <a:lnTo>
                    <a:pt x="85176" y="19271"/>
                  </a:lnTo>
                  <a:lnTo>
                    <a:pt x="80462" y="21999"/>
                  </a:lnTo>
                  <a:lnTo>
                    <a:pt x="75841" y="24880"/>
                  </a:lnTo>
                  <a:lnTo>
                    <a:pt x="71315" y="27910"/>
                  </a:lnTo>
                  <a:lnTo>
                    <a:pt x="66891" y="31085"/>
                  </a:lnTo>
                  <a:lnTo>
                    <a:pt x="62572" y="34403"/>
                  </a:lnTo>
                  <a:lnTo>
                    <a:pt x="58364" y="37860"/>
                  </a:lnTo>
                  <a:lnTo>
                    <a:pt x="54270" y="41453"/>
                  </a:lnTo>
                  <a:lnTo>
                    <a:pt x="50296" y="45176"/>
                  </a:lnTo>
                  <a:lnTo>
                    <a:pt x="46445" y="49027"/>
                  </a:lnTo>
                  <a:lnTo>
                    <a:pt x="42722" y="53002"/>
                  </a:lnTo>
                  <a:lnTo>
                    <a:pt x="39130" y="57096"/>
                  </a:lnTo>
                  <a:lnTo>
                    <a:pt x="35674" y="61304"/>
                  </a:lnTo>
                  <a:lnTo>
                    <a:pt x="32356" y="65623"/>
                  </a:lnTo>
                  <a:lnTo>
                    <a:pt x="29181" y="70048"/>
                  </a:lnTo>
                  <a:lnTo>
                    <a:pt x="26151" y="74573"/>
                  </a:lnTo>
                  <a:lnTo>
                    <a:pt x="23271" y="79195"/>
                  </a:lnTo>
                  <a:lnTo>
                    <a:pt x="20542" y="83909"/>
                  </a:lnTo>
                  <a:lnTo>
                    <a:pt x="17969" y="88709"/>
                  </a:lnTo>
                  <a:lnTo>
                    <a:pt x="15553" y="93590"/>
                  </a:lnTo>
                  <a:lnTo>
                    <a:pt x="13298" y="98547"/>
                  </a:lnTo>
                  <a:lnTo>
                    <a:pt x="11205" y="103575"/>
                  </a:lnTo>
                  <a:lnTo>
                    <a:pt x="9278" y="108668"/>
                  </a:lnTo>
                  <a:lnTo>
                    <a:pt x="7517" y="113822"/>
                  </a:lnTo>
                  <a:lnTo>
                    <a:pt x="5925" y="119030"/>
                  </a:lnTo>
                  <a:lnTo>
                    <a:pt x="4503" y="124287"/>
                  </a:lnTo>
                  <a:lnTo>
                    <a:pt x="3254" y="129588"/>
                  </a:lnTo>
                  <a:lnTo>
                    <a:pt x="2178" y="134927"/>
                  </a:lnTo>
                  <a:lnTo>
                    <a:pt x="1276" y="140298"/>
                  </a:lnTo>
                  <a:lnTo>
                    <a:pt x="550" y="145695"/>
                  </a:lnTo>
                  <a:lnTo>
                    <a:pt x="0" y="151113"/>
                  </a:lnTo>
                  <a:lnTo>
                    <a:pt x="166565" y="165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80" y="5018213"/>
              <a:ext cx="334309" cy="334333"/>
            </a:xfrm>
            <a:custGeom>
              <a:avLst/>
              <a:pathLst>
                <a:path w="334309" h="334333">
                  <a:moveTo>
                    <a:pt x="592" y="152994"/>
                  </a:moveTo>
                  <a:lnTo>
                    <a:pt x="226" y="158292"/>
                  </a:lnTo>
                  <a:lnTo>
                    <a:pt x="29" y="163599"/>
                  </a:lnTo>
                  <a:lnTo>
                    <a:pt x="0" y="168909"/>
                  </a:lnTo>
                  <a:lnTo>
                    <a:pt x="139" y="174218"/>
                  </a:lnTo>
                  <a:lnTo>
                    <a:pt x="447" y="179520"/>
                  </a:lnTo>
                  <a:lnTo>
                    <a:pt x="924" y="184809"/>
                  </a:lnTo>
                  <a:lnTo>
                    <a:pt x="1568" y="190081"/>
                  </a:lnTo>
                  <a:lnTo>
                    <a:pt x="2380" y="195329"/>
                  </a:lnTo>
                  <a:lnTo>
                    <a:pt x="3357" y="200549"/>
                  </a:lnTo>
                  <a:lnTo>
                    <a:pt x="4500" y="205735"/>
                  </a:lnTo>
                  <a:lnTo>
                    <a:pt x="5808" y="210882"/>
                  </a:lnTo>
                  <a:lnTo>
                    <a:pt x="7278" y="215986"/>
                  </a:lnTo>
                  <a:lnTo>
                    <a:pt x="8909" y="221040"/>
                  </a:lnTo>
                  <a:lnTo>
                    <a:pt x="10700" y="226039"/>
                  </a:lnTo>
                  <a:lnTo>
                    <a:pt x="12649" y="230979"/>
                  </a:lnTo>
                  <a:lnTo>
                    <a:pt x="14754" y="235855"/>
                  </a:lnTo>
                  <a:lnTo>
                    <a:pt x="17013" y="240661"/>
                  </a:lnTo>
                  <a:lnTo>
                    <a:pt x="19423" y="245394"/>
                  </a:lnTo>
                  <a:lnTo>
                    <a:pt x="21983" y="250047"/>
                  </a:lnTo>
                  <a:lnTo>
                    <a:pt x="24688" y="254616"/>
                  </a:lnTo>
                  <a:lnTo>
                    <a:pt x="27538" y="259098"/>
                  </a:lnTo>
                  <a:lnTo>
                    <a:pt x="30529" y="263486"/>
                  </a:lnTo>
                  <a:lnTo>
                    <a:pt x="33657" y="267778"/>
                  </a:lnTo>
                  <a:lnTo>
                    <a:pt x="36920" y="271968"/>
                  </a:lnTo>
                  <a:lnTo>
                    <a:pt x="40315" y="276052"/>
                  </a:lnTo>
                  <a:lnTo>
                    <a:pt x="43838" y="280026"/>
                  </a:lnTo>
                  <a:lnTo>
                    <a:pt x="47485" y="283886"/>
                  </a:lnTo>
                  <a:lnTo>
                    <a:pt x="51253" y="287629"/>
                  </a:lnTo>
                  <a:lnTo>
                    <a:pt x="55138" y="291249"/>
                  </a:lnTo>
                  <a:lnTo>
                    <a:pt x="59136" y="294745"/>
                  </a:lnTo>
                  <a:lnTo>
                    <a:pt x="63243" y="298112"/>
                  </a:lnTo>
                  <a:lnTo>
                    <a:pt x="67455" y="301347"/>
                  </a:lnTo>
                  <a:lnTo>
                    <a:pt x="71767" y="304446"/>
                  </a:lnTo>
                  <a:lnTo>
                    <a:pt x="76176" y="307407"/>
                  </a:lnTo>
                  <a:lnTo>
                    <a:pt x="80677" y="310226"/>
                  </a:lnTo>
                  <a:lnTo>
                    <a:pt x="85264" y="312901"/>
                  </a:lnTo>
                  <a:lnTo>
                    <a:pt x="89935" y="315429"/>
                  </a:lnTo>
                  <a:lnTo>
                    <a:pt x="94683" y="317807"/>
                  </a:lnTo>
                  <a:lnTo>
                    <a:pt x="99505" y="320033"/>
                  </a:lnTo>
                  <a:lnTo>
                    <a:pt x="104395" y="322105"/>
                  </a:lnTo>
                  <a:lnTo>
                    <a:pt x="109348" y="324020"/>
                  </a:lnTo>
                  <a:lnTo>
                    <a:pt x="114360" y="325777"/>
                  </a:lnTo>
                  <a:lnTo>
                    <a:pt x="119425" y="327375"/>
                  </a:lnTo>
                  <a:lnTo>
                    <a:pt x="124538" y="328810"/>
                  </a:lnTo>
                  <a:lnTo>
                    <a:pt x="129694" y="330082"/>
                  </a:lnTo>
                  <a:lnTo>
                    <a:pt x="134888" y="331190"/>
                  </a:lnTo>
                  <a:lnTo>
                    <a:pt x="140114" y="332132"/>
                  </a:lnTo>
                  <a:lnTo>
                    <a:pt x="145368" y="332908"/>
                  </a:lnTo>
                  <a:lnTo>
                    <a:pt x="150643" y="333517"/>
                  </a:lnTo>
                  <a:lnTo>
                    <a:pt x="155936" y="333957"/>
                  </a:lnTo>
                  <a:lnTo>
                    <a:pt x="161239" y="334230"/>
                  </a:lnTo>
                  <a:lnTo>
                    <a:pt x="166549" y="334333"/>
                  </a:lnTo>
                  <a:lnTo>
                    <a:pt x="171859" y="334268"/>
                  </a:lnTo>
                  <a:lnTo>
                    <a:pt x="177165" y="334035"/>
                  </a:lnTo>
                  <a:lnTo>
                    <a:pt x="182460" y="333633"/>
                  </a:lnTo>
                  <a:lnTo>
                    <a:pt x="187740" y="333062"/>
                  </a:lnTo>
                  <a:lnTo>
                    <a:pt x="193000" y="332325"/>
                  </a:lnTo>
                  <a:lnTo>
                    <a:pt x="198233" y="331421"/>
                  </a:lnTo>
                  <a:lnTo>
                    <a:pt x="203435" y="330351"/>
                  </a:lnTo>
                  <a:lnTo>
                    <a:pt x="208600" y="329116"/>
                  </a:lnTo>
                  <a:lnTo>
                    <a:pt x="213723" y="327718"/>
                  </a:lnTo>
                  <a:lnTo>
                    <a:pt x="218800" y="326158"/>
                  </a:lnTo>
                  <a:lnTo>
                    <a:pt x="223824" y="324437"/>
                  </a:lnTo>
                  <a:lnTo>
                    <a:pt x="228791" y="322558"/>
                  </a:lnTo>
                  <a:lnTo>
                    <a:pt x="233696" y="320522"/>
                  </a:lnTo>
                  <a:lnTo>
                    <a:pt x="238533" y="318331"/>
                  </a:lnTo>
                  <a:lnTo>
                    <a:pt x="243299" y="315987"/>
                  </a:lnTo>
                  <a:lnTo>
                    <a:pt x="247988" y="313494"/>
                  </a:lnTo>
                  <a:lnTo>
                    <a:pt x="252595" y="310852"/>
                  </a:lnTo>
                  <a:lnTo>
                    <a:pt x="257116" y="308066"/>
                  </a:lnTo>
                  <a:lnTo>
                    <a:pt x="261546" y="305137"/>
                  </a:lnTo>
                  <a:lnTo>
                    <a:pt x="265881" y="302069"/>
                  </a:lnTo>
                  <a:lnTo>
                    <a:pt x="270117" y="298865"/>
                  </a:lnTo>
                  <a:lnTo>
                    <a:pt x="274248" y="295528"/>
                  </a:lnTo>
                  <a:lnTo>
                    <a:pt x="278271" y="292062"/>
                  </a:lnTo>
                  <a:lnTo>
                    <a:pt x="282182" y="288469"/>
                  </a:lnTo>
                  <a:lnTo>
                    <a:pt x="285978" y="284755"/>
                  </a:lnTo>
                  <a:lnTo>
                    <a:pt x="289653" y="280921"/>
                  </a:lnTo>
                  <a:lnTo>
                    <a:pt x="293204" y="276973"/>
                  </a:lnTo>
                  <a:lnTo>
                    <a:pt x="296629" y="272913"/>
                  </a:lnTo>
                  <a:lnTo>
                    <a:pt x="299922" y="268747"/>
                  </a:lnTo>
                  <a:lnTo>
                    <a:pt x="303082" y="264479"/>
                  </a:lnTo>
                  <a:lnTo>
                    <a:pt x="306104" y="260112"/>
                  </a:lnTo>
                  <a:lnTo>
                    <a:pt x="308987" y="255652"/>
                  </a:lnTo>
                  <a:lnTo>
                    <a:pt x="311726" y="251102"/>
                  </a:lnTo>
                  <a:lnTo>
                    <a:pt x="314319" y="246467"/>
                  </a:lnTo>
                  <a:lnTo>
                    <a:pt x="316764" y="241753"/>
                  </a:lnTo>
                  <a:lnTo>
                    <a:pt x="319057" y="236963"/>
                  </a:lnTo>
                  <a:lnTo>
                    <a:pt x="321198" y="232103"/>
                  </a:lnTo>
                  <a:lnTo>
                    <a:pt x="323183" y="227177"/>
                  </a:lnTo>
                  <a:lnTo>
                    <a:pt x="325010" y="222191"/>
                  </a:lnTo>
                  <a:lnTo>
                    <a:pt x="326678" y="217149"/>
                  </a:lnTo>
                  <a:lnTo>
                    <a:pt x="328185" y="212056"/>
                  </a:lnTo>
                  <a:lnTo>
                    <a:pt x="329530" y="206919"/>
                  </a:lnTo>
                  <a:lnTo>
                    <a:pt x="330711" y="201741"/>
                  </a:lnTo>
                  <a:lnTo>
                    <a:pt x="331727" y="196528"/>
                  </a:lnTo>
                  <a:lnTo>
                    <a:pt x="332576" y="191286"/>
                  </a:lnTo>
                  <a:lnTo>
                    <a:pt x="333259" y="186019"/>
                  </a:lnTo>
                  <a:lnTo>
                    <a:pt x="333774" y="180734"/>
                  </a:lnTo>
                  <a:lnTo>
                    <a:pt x="334121" y="175434"/>
                  </a:lnTo>
                  <a:lnTo>
                    <a:pt x="334299" y="170127"/>
                  </a:lnTo>
                  <a:lnTo>
                    <a:pt x="334309" y="164816"/>
                  </a:lnTo>
                  <a:lnTo>
                    <a:pt x="334150" y="159508"/>
                  </a:lnTo>
                  <a:lnTo>
                    <a:pt x="333822" y="154207"/>
                  </a:lnTo>
                  <a:lnTo>
                    <a:pt x="333326" y="148920"/>
                  </a:lnTo>
                  <a:lnTo>
                    <a:pt x="332663" y="143650"/>
                  </a:lnTo>
                  <a:lnTo>
                    <a:pt x="331832" y="138405"/>
                  </a:lnTo>
                  <a:lnTo>
                    <a:pt x="330836" y="133189"/>
                  </a:lnTo>
                  <a:lnTo>
                    <a:pt x="329674" y="128007"/>
                  </a:lnTo>
                  <a:lnTo>
                    <a:pt x="328348" y="122864"/>
                  </a:lnTo>
                  <a:lnTo>
                    <a:pt x="326859" y="117766"/>
                  </a:lnTo>
                  <a:lnTo>
                    <a:pt x="325209" y="112718"/>
                  </a:lnTo>
                  <a:lnTo>
                    <a:pt x="323400" y="107726"/>
                  </a:lnTo>
                  <a:lnTo>
                    <a:pt x="321433" y="102793"/>
                  </a:lnTo>
                  <a:lnTo>
                    <a:pt x="319311" y="97924"/>
                  </a:lnTo>
                  <a:lnTo>
                    <a:pt x="317034" y="93126"/>
                  </a:lnTo>
                  <a:lnTo>
                    <a:pt x="314607" y="88403"/>
                  </a:lnTo>
                  <a:lnTo>
                    <a:pt x="312030" y="83759"/>
                  </a:lnTo>
                  <a:lnTo>
                    <a:pt x="309308" y="79199"/>
                  </a:lnTo>
                  <a:lnTo>
                    <a:pt x="306442" y="74728"/>
                  </a:lnTo>
                  <a:lnTo>
                    <a:pt x="303435" y="70351"/>
                  </a:lnTo>
                  <a:lnTo>
                    <a:pt x="300291" y="66071"/>
                  </a:lnTo>
                  <a:lnTo>
                    <a:pt x="297013" y="61893"/>
                  </a:lnTo>
                  <a:lnTo>
                    <a:pt x="293603" y="57821"/>
                  </a:lnTo>
                  <a:lnTo>
                    <a:pt x="290066" y="53860"/>
                  </a:lnTo>
                  <a:lnTo>
                    <a:pt x="286405" y="50013"/>
                  </a:lnTo>
                  <a:lnTo>
                    <a:pt x="282623" y="46284"/>
                  </a:lnTo>
                  <a:lnTo>
                    <a:pt x="278725" y="42677"/>
                  </a:lnTo>
                  <a:lnTo>
                    <a:pt x="274715" y="39196"/>
                  </a:lnTo>
                  <a:lnTo>
                    <a:pt x="270595" y="35844"/>
                  </a:lnTo>
                  <a:lnTo>
                    <a:pt x="266372" y="32625"/>
                  </a:lnTo>
                  <a:lnTo>
                    <a:pt x="262048" y="29541"/>
                  </a:lnTo>
                  <a:lnTo>
                    <a:pt x="257628" y="26597"/>
                  </a:lnTo>
                  <a:lnTo>
                    <a:pt x="253118" y="23794"/>
                  </a:lnTo>
                  <a:lnTo>
                    <a:pt x="248520" y="21136"/>
                  </a:lnTo>
                  <a:lnTo>
                    <a:pt x="243840" y="18625"/>
                  </a:lnTo>
                  <a:lnTo>
                    <a:pt x="239083" y="16264"/>
                  </a:lnTo>
                  <a:lnTo>
                    <a:pt x="234254" y="14055"/>
                  </a:lnTo>
                  <a:lnTo>
                    <a:pt x="229356" y="12001"/>
                  </a:lnTo>
                  <a:lnTo>
                    <a:pt x="224396" y="10104"/>
                  </a:lnTo>
                  <a:lnTo>
                    <a:pt x="219378" y="8365"/>
                  </a:lnTo>
                  <a:lnTo>
                    <a:pt x="214307" y="6787"/>
                  </a:lnTo>
                  <a:lnTo>
                    <a:pt x="209189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4" y="1348"/>
                  </a:lnTo>
                  <a:lnTo>
                    <a:pt x="183066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7946" y="4659281"/>
              <a:ext cx="85288" cy="167167"/>
            </a:xfrm>
            <a:custGeom>
              <a:avLst/>
              <a:pathLst>
                <a:path w="85288" h="167167">
                  <a:moveTo>
                    <a:pt x="85288" y="0"/>
                  </a:moveTo>
                  <a:lnTo>
                    <a:pt x="79696" y="93"/>
                  </a:lnTo>
                  <a:lnTo>
                    <a:pt x="74109" y="374"/>
                  </a:lnTo>
                  <a:lnTo>
                    <a:pt x="68535" y="841"/>
                  </a:lnTo>
                  <a:lnTo>
                    <a:pt x="62979" y="1495"/>
                  </a:lnTo>
                  <a:lnTo>
                    <a:pt x="57449" y="2334"/>
                  </a:lnTo>
                  <a:lnTo>
                    <a:pt x="51949" y="3358"/>
                  </a:lnTo>
                  <a:lnTo>
                    <a:pt x="46487" y="4565"/>
                  </a:lnTo>
                  <a:lnTo>
                    <a:pt x="41069" y="5954"/>
                  </a:lnTo>
                  <a:lnTo>
                    <a:pt x="35700" y="7524"/>
                  </a:lnTo>
                  <a:lnTo>
                    <a:pt x="30386" y="9272"/>
                  </a:lnTo>
                  <a:lnTo>
                    <a:pt x="25134" y="11198"/>
                  </a:lnTo>
                  <a:lnTo>
                    <a:pt x="19950" y="13298"/>
                  </a:lnTo>
                  <a:lnTo>
                    <a:pt x="14838" y="15570"/>
                  </a:lnTo>
                  <a:lnTo>
                    <a:pt x="9806" y="18012"/>
                  </a:lnTo>
                  <a:lnTo>
                    <a:pt x="4858" y="20621"/>
                  </a:lnTo>
                  <a:lnTo>
                    <a:pt x="0" y="23394"/>
                  </a:lnTo>
                  <a:lnTo>
                    <a:pt x="852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7946" y="4682676"/>
              <a:ext cx="85288" cy="143773"/>
            </a:xfrm>
            <a:custGeom>
              <a:avLst/>
              <a:pathLst>
                <a:path w="85288" h="143773">
                  <a:moveTo>
                    <a:pt x="0" y="0"/>
                  </a:moveTo>
                  <a:lnTo>
                    <a:pt x="85288" y="143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7946" y="4682676"/>
              <a:ext cx="85288" cy="143773"/>
            </a:xfrm>
            <a:custGeom>
              <a:avLst/>
              <a:pathLst>
                <a:path w="85288" h="143773">
                  <a:moveTo>
                    <a:pt x="0" y="0"/>
                  </a:moveTo>
                  <a:lnTo>
                    <a:pt x="85288" y="143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82" y="4682676"/>
              <a:ext cx="288393" cy="310926"/>
            </a:xfrm>
            <a:custGeom>
              <a:avLst/>
              <a:pathLst>
                <a:path w="288393" h="310926">
                  <a:moveTo>
                    <a:pt x="81863" y="0"/>
                  </a:moveTo>
                  <a:lnTo>
                    <a:pt x="77315" y="2797"/>
                  </a:lnTo>
                  <a:lnTo>
                    <a:pt x="72859" y="5737"/>
                  </a:lnTo>
                  <a:lnTo>
                    <a:pt x="68499" y="8819"/>
                  </a:lnTo>
                  <a:lnTo>
                    <a:pt x="64240" y="12038"/>
                  </a:lnTo>
                  <a:lnTo>
                    <a:pt x="60085" y="15392"/>
                  </a:lnTo>
                  <a:lnTo>
                    <a:pt x="56040" y="18877"/>
                  </a:lnTo>
                  <a:lnTo>
                    <a:pt x="52108" y="22489"/>
                  </a:lnTo>
                  <a:lnTo>
                    <a:pt x="48294" y="26224"/>
                  </a:lnTo>
                  <a:lnTo>
                    <a:pt x="44601" y="30080"/>
                  </a:lnTo>
                  <a:lnTo>
                    <a:pt x="41032" y="34052"/>
                  </a:lnTo>
                  <a:lnTo>
                    <a:pt x="37593" y="38135"/>
                  </a:lnTo>
                  <a:lnTo>
                    <a:pt x="34285" y="42326"/>
                  </a:lnTo>
                  <a:lnTo>
                    <a:pt x="31113" y="46621"/>
                  </a:lnTo>
                  <a:lnTo>
                    <a:pt x="28080" y="51015"/>
                  </a:lnTo>
                  <a:lnTo>
                    <a:pt x="25189" y="55504"/>
                  </a:lnTo>
                  <a:lnTo>
                    <a:pt x="22443" y="60082"/>
                  </a:lnTo>
                  <a:lnTo>
                    <a:pt x="19844" y="64746"/>
                  </a:lnTo>
                  <a:lnTo>
                    <a:pt x="17395" y="69491"/>
                  </a:lnTo>
                  <a:lnTo>
                    <a:pt x="15099" y="74311"/>
                  </a:lnTo>
                  <a:lnTo>
                    <a:pt x="12959" y="79202"/>
                  </a:lnTo>
                  <a:lnTo>
                    <a:pt x="10975" y="84159"/>
                  </a:lnTo>
                  <a:lnTo>
                    <a:pt x="9151" y="89177"/>
                  </a:lnTo>
                  <a:lnTo>
                    <a:pt x="7488" y="94251"/>
                  </a:lnTo>
                  <a:lnTo>
                    <a:pt x="5988" y="99375"/>
                  </a:lnTo>
                  <a:lnTo>
                    <a:pt x="4653" y="104544"/>
                  </a:lnTo>
                  <a:lnTo>
                    <a:pt x="3483" y="109754"/>
                  </a:lnTo>
                  <a:lnTo>
                    <a:pt x="2480" y="114998"/>
                  </a:lnTo>
                  <a:lnTo>
                    <a:pt x="1645" y="120271"/>
                  </a:lnTo>
                  <a:lnTo>
                    <a:pt x="979" y="125568"/>
                  </a:lnTo>
                  <a:lnTo>
                    <a:pt x="482" y="130884"/>
                  </a:lnTo>
                  <a:lnTo>
                    <a:pt x="156" y="136214"/>
                  </a:lnTo>
                  <a:lnTo>
                    <a:pt x="0" y="141550"/>
                  </a:lnTo>
                  <a:lnTo>
                    <a:pt x="14" y="146889"/>
                  </a:lnTo>
                  <a:lnTo>
                    <a:pt x="199" y="152225"/>
                  </a:lnTo>
                  <a:lnTo>
                    <a:pt x="554" y="157553"/>
                  </a:lnTo>
                  <a:lnTo>
                    <a:pt x="1079" y="162866"/>
                  </a:lnTo>
                  <a:lnTo>
                    <a:pt x="1773" y="168160"/>
                  </a:lnTo>
                  <a:lnTo>
                    <a:pt x="2636" y="173429"/>
                  </a:lnTo>
                  <a:lnTo>
                    <a:pt x="3667" y="178667"/>
                  </a:lnTo>
                  <a:lnTo>
                    <a:pt x="4865" y="183870"/>
                  </a:lnTo>
                  <a:lnTo>
                    <a:pt x="6228" y="189032"/>
                  </a:lnTo>
                  <a:lnTo>
                    <a:pt x="7756" y="194148"/>
                  </a:lnTo>
                  <a:lnTo>
                    <a:pt x="9446" y="199213"/>
                  </a:lnTo>
                  <a:lnTo>
                    <a:pt x="11297" y="204221"/>
                  </a:lnTo>
                  <a:lnTo>
                    <a:pt x="13306" y="209167"/>
                  </a:lnTo>
                  <a:lnTo>
                    <a:pt x="15473" y="214047"/>
                  </a:lnTo>
                  <a:lnTo>
                    <a:pt x="17795" y="218855"/>
                  </a:lnTo>
                  <a:lnTo>
                    <a:pt x="20269" y="223586"/>
                  </a:lnTo>
                  <a:lnTo>
                    <a:pt x="22892" y="228236"/>
                  </a:lnTo>
                  <a:lnTo>
                    <a:pt x="25663" y="232800"/>
                  </a:lnTo>
                  <a:lnTo>
                    <a:pt x="28579" y="237273"/>
                  </a:lnTo>
                  <a:lnTo>
                    <a:pt x="31635" y="241651"/>
                  </a:lnTo>
                  <a:lnTo>
                    <a:pt x="34830" y="245929"/>
                  </a:lnTo>
                  <a:lnTo>
                    <a:pt x="38160" y="250102"/>
                  </a:lnTo>
                  <a:lnTo>
                    <a:pt x="41621" y="254167"/>
                  </a:lnTo>
                  <a:lnTo>
                    <a:pt x="45211" y="258120"/>
                  </a:lnTo>
                  <a:lnTo>
                    <a:pt x="48924" y="261955"/>
                  </a:lnTo>
                  <a:lnTo>
                    <a:pt x="52759" y="265671"/>
                  </a:lnTo>
                  <a:lnTo>
                    <a:pt x="56710" y="269262"/>
                  </a:lnTo>
                  <a:lnTo>
                    <a:pt x="60774" y="272725"/>
                  </a:lnTo>
                  <a:lnTo>
                    <a:pt x="64946" y="276056"/>
                  </a:lnTo>
                  <a:lnTo>
                    <a:pt x="69223" y="279252"/>
                  </a:lnTo>
                  <a:lnTo>
                    <a:pt x="73599" y="282311"/>
                  </a:lnTo>
                  <a:lnTo>
                    <a:pt x="78071" y="285228"/>
                  </a:lnTo>
                  <a:lnTo>
                    <a:pt x="82634" y="288000"/>
                  </a:lnTo>
                  <a:lnTo>
                    <a:pt x="87283" y="290626"/>
                  </a:lnTo>
                  <a:lnTo>
                    <a:pt x="92013" y="293101"/>
                  </a:lnTo>
                  <a:lnTo>
                    <a:pt x="96820" y="295425"/>
                  </a:lnTo>
                  <a:lnTo>
                    <a:pt x="101699" y="297594"/>
                  </a:lnTo>
                  <a:lnTo>
                    <a:pt x="106645" y="299605"/>
                  </a:lnTo>
                  <a:lnTo>
                    <a:pt x="111652" y="301458"/>
                  </a:lnTo>
                  <a:lnTo>
                    <a:pt x="116716" y="303150"/>
                  </a:lnTo>
                  <a:lnTo>
                    <a:pt x="121831" y="304679"/>
                  </a:lnTo>
                  <a:lnTo>
                    <a:pt x="126993" y="306045"/>
                  </a:lnTo>
                  <a:lnTo>
                    <a:pt x="132196" y="307244"/>
                  </a:lnTo>
                  <a:lnTo>
                    <a:pt x="137434" y="308277"/>
                  </a:lnTo>
                  <a:lnTo>
                    <a:pt x="142702" y="309142"/>
                  </a:lnTo>
                  <a:lnTo>
                    <a:pt x="147996" y="309839"/>
                  </a:lnTo>
                  <a:lnTo>
                    <a:pt x="153309" y="310366"/>
                  </a:lnTo>
                  <a:lnTo>
                    <a:pt x="158636" y="310723"/>
                  </a:lnTo>
                  <a:lnTo>
                    <a:pt x="163972" y="310910"/>
                  </a:lnTo>
                  <a:lnTo>
                    <a:pt x="169311" y="310926"/>
                  </a:lnTo>
                  <a:lnTo>
                    <a:pt x="174648" y="310772"/>
                  </a:lnTo>
                  <a:lnTo>
                    <a:pt x="179977" y="310447"/>
                  </a:lnTo>
                  <a:lnTo>
                    <a:pt x="185293" y="309953"/>
                  </a:lnTo>
                  <a:lnTo>
                    <a:pt x="190591" y="309289"/>
                  </a:lnTo>
                  <a:lnTo>
                    <a:pt x="195865" y="308456"/>
                  </a:lnTo>
                  <a:lnTo>
                    <a:pt x="201109" y="307455"/>
                  </a:lnTo>
                  <a:lnTo>
                    <a:pt x="206319" y="306287"/>
                  </a:lnTo>
                  <a:lnTo>
                    <a:pt x="211489" y="304953"/>
                  </a:lnTo>
                  <a:lnTo>
                    <a:pt x="216613" y="303455"/>
                  </a:lnTo>
                  <a:lnTo>
                    <a:pt x="221688" y="301794"/>
                  </a:lnTo>
                  <a:lnTo>
                    <a:pt x="226706" y="299972"/>
                  </a:lnTo>
                  <a:lnTo>
                    <a:pt x="231664" y="297991"/>
                  </a:lnTo>
                  <a:lnTo>
                    <a:pt x="236556" y="295852"/>
                  </a:lnTo>
                  <a:lnTo>
                    <a:pt x="241377" y="293558"/>
                  </a:lnTo>
                  <a:lnTo>
                    <a:pt x="246123" y="291111"/>
                  </a:lnTo>
                  <a:lnTo>
                    <a:pt x="250788" y="288514"/>
                  </a:lnTo>
                  <a:lnTo>
                    <a:pt x="255367" y="285769"/>
                  </a:lnTo>
                  <a:lnTo>
                    <a:pt x="259857" y="282880"/>
                  </a:lnTo>
                  <a:lnTo>
                    <a:pt x="264252" y="279848"/>
                  </a:lnTo>
                  <a:lnTo>
                    <a:pt x="268548" y="276678"/>
                  </a:lnTo>
                  <a:lnTo>
                    <a:pt x="272740" y="273372"/>
                  </a:lnTo>
                  <a:lnTo>
                    <a:pt x="276825" y="269934"/>
                  </a:lnTo>
                  <a:lnTo>
                    <a:pt x="280798" y="266368"/>
                  </a:lnTo>
                  <a:lnTo>
                    <a:pt x="284655" y="262676"/>
                  </a:lnTo>
                  <a:lnTo>
                    <a:pt x="288393" y="258863"/>
                  </a:lnTo>
                  <a:lnTo>
                    <a:pt x="167152" y="143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3" cy="282257"/>
            </a:xfrm>
            <a:custGeom>
              <a:avLst/>
              <a:pathLst>
                <a:path w="167163" h="282257">
                  <a:moveTo>
                    <a:pt x="121240" y="282257"/>
                  </a:moveTo>
                  <a:lnTo>
                    <a:pt x="124851" y="278329"/>
                  </a:lnTo>
                  <a:lnTo>
                    <a:pt x="128335" y="274288"/>
                  </a:lnTo>
                  <a:lnTo>
                    <a:pt x="131689" y="270137"/>
                  </a:lnTo>
                  <a:lnTo>
                    <a:pt x="134908" y="265882"/>
                  </a:lnTo>
                  <a:lnTo>
                    <a:pt x="137990" y="261526"/>
                  </a:lnTo>
                  <a:lnTo>
                    <a:pt x="140931" y="257074"/>
                  </a:lnTo>
                  <a:lnTo>
                    <a:pt x="143728" y="252531"/>
                  </a:lnTo>
                  <a:lnTo>
                    <a:pt x="146380" y="247900"/>
                  </a:lnTo>
                  <a:lnTo>
                    <a:pt x="148882" y="243187"/>
                  </a:lnTo>
                  <a:lnTo>
                    <a:pt x="151232" y="238397"/>
                  </a:lnTo>
                  <a:lnTo>
                    <a:pt x="153428" y="233534"/>
                  </a:lnTo>
                  <a:lnTo>
                    <a:pt x="155468" y="228604"/>
                  </a:lnTo>
                  <a:lnTo>
                    <a:pt x="157350" y="223611"/>
                  </a:lnTo>
                  <a:lnTo>
                    <a:pt x="159071" y="218560"/>
                  </a:lnTo>
                  <a:lnTo>
                    <a:pt x="160630" y="213457"/>
                  </a:lnTo>
                  <a:lnTo>
                    <a:pt x="162026" y="208307"/>
                  </a:lnTo>
                  <a:lnTo>
                    <a:pt x="163256" y="203115"/>
                  </a:lnTo>
                  <a:lnTo>
                    <a:pt x="164320" y="197887"/>
                  </a:lnTo>
                  <a:lnTo>
                    <a:pt x="165217" y="192627"/>
                  </a:lnTo>
                  <a:lnTo>
                    <a:pt x="165945" y="187341"/>
                  </a:lnTo>
                  <a:lnTo>
                    <a:pt x="166504" y="182034"/>
                  </a:lnTo>
                  <a:lnTo>
                    <a:pt x="166894" y="176713"/>
                  </a:lnTo>
                  <a:lnTo>
                    <a:pt x="167114" y="171382"/>
                  </a:lnTo>
                  <a:lnTo>
                    <a:pt x="167163" y="166046"/>
                  </a:lnTo>
                  <a:lnTo>
                    <a:pt x="167042" y="160712"/>
                  </a:lnTo>
                  <a:lnTo>
                    <a:pt x="166751" y="155384"/>
                  </a:lnTo>
                  <a:lnTo>
                    <a:pt x="166290" y="150068"/>
                  </a:lnTo>
                  <a:lnTo>
                    <a:pt x="165660" y="144769"/>
                  </a:lnTo>
                  <a:lnTo>
                    <a:pt x="164861" y="139494"/>
                  </a:lnTo>
                  <a:lnTo>
                    <a:pt x="163893" y="134246"/>
                  </a:lnTo>
                  <a:lnTo>
                    <a:pt x="162759" y="129033"/>
                  </a:lnTo>
                  <a:lnTo>
                    <a:pt x="161459" y="123858"/>
                  </a:lnTo>
                  <a:lnTo>
                    <a:pt x="159995" y="118727"/>
                  </a:lnTo>
                  <a:lnTo>
                    <a:pt x="158367" y="113645"/>
                  </a:lnTo>
                  <a:lnTo>
                    <a:pt x="156579" y="108618"/>
                  </a:lnTo>
                  <a:lnTo>
                    <a:pt x="154630" y="103651"/>
                  </a:lnTo>
                  <a:lnTo>
                    <a:pt x="152524" y="98748"/>
                  </a:lnTo>
                  <a:lnTo>
                    <a:pt x="150263" y="93915"/>
                  </a:lnTo>
                  <a:lnTo>
                    <a:pt x="147849" y="89157"/>
                  </a:lnTo>
                  <a:lnTo>
                    <a:pt x="145284" y="84478"/>
                  </a:lnTo>
                  <a:lnTo>
                    <a:pt x="142571" y="79883"/>
                  </a:lnTo>
                  <a:lnTo>
                    <a:pt x="139712" y="75378"/>
                  </a:lnTo>
                  <a:lnTo>
                    <a:pt x="136712" y="70966"/>
                  </a:lnTo>
                  <a:lnTo>
                    <a:pt x="133572" y="66651"/>
                  </a:lnTo>
                  <a:lnTo>
                    <a:pt x="130296" y="62440"/>
                  </a:lnTo>
                  <a:lnTo>
                    <a:pt x="126887" y="58335"/>
                  </a:lnTo>
                  <a:lnTo>
                    <a:pt x="123349" y="54341"/>
                  </a:lnTo>
                  <a:lnTo>
                    <a:pt x="119686" y="50461"/>
                  </a:lnTo>
                  <a:lnTo>
                    <a:pt x="115900" y="46701"/>
                  </a:lnTo>
                  <a:lnTo>
                    <a:pt x="111996" y="43063"/>
                  </a:lnTo>
                  <a:lnTo>
                    <a:pt x="107978" y="39552"/>
                  </a:lnTo>
                  <a:lnTo>
                    <a:pt x="103851" y="36171"/>
                  </a:lnTo>
                  <a:lnTo>
                    <a:pt x="99617" y="32924"/>
                  </a:lnTo>
                  <a:lnTo>
                    <a:pt x="95282" y="29813"/>
                  </a:lnTo>
                  <a:lnTo>
                    <a:pt x="90850" y="26842"/>
                  </a:lnTo>
                  <a:lnTo>
                    <a:pt x="86325" y="24014"/>
                  </a:lnTo>
                  <a:lnTo>
                    <a:pt x="81712" y="21332"/>
                  </a:lnTo>
                  <a:lnTo>
                    <a:pt x="77016" y="18798"/>
                  </a:lnTo>
                  <a:lnTo>
                    <a:pt x="72242" y="16416"/>
                  </a:lnTo>
                  <a:lnTo>
                    <a:pt x="67394" y="14187"/>
                  </a:lnTo>
                  <a:lnTo>
                    <a:pt x="62477" y="12114"/>
                  </a:lnTo>
                  <a:lnTo>
                    <a:pt x="57497" y="10199"/>
                  </a:lnTo>
                  <a:lnTo>
                    <a:pt x="52458" y="8444"/>
                  </a:lnTo>
                  <a:lnTo>
                    <a:pt x="47366" y="6850"/>
                  </a:lnTo>
                  <a:lnTo>
                    <a:pt x="42225" y="5420"/>
                  </a:lnTo>
                  <a:lnTo>
                    <a:pt x="37042" y="4155"/>
                  </a:lnTo>
                  <a:lnTo>
                    <a:pt x="31820" y="3056"/>
                  </a:lnTo>
                  <a:lnTo>
                    <a:pt x="26566" y="2124"/>
                  </a:lnTo>
                  <a:lnTo>
                    <a:pt x="21286" y="1360"/>
                  </a:lnTo>
                  <a:lnTo>
                    <a:pt x="15983" y="765"/>
                  </a:lnTo>
                  <a:lnTo>
                    <a:pt x="10664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0901" y="4213821"/>
              <a:ext cx="107571" cy="167167"/>
            </a:xfrm>
            <a:custGeom>
              <a:avLst/>
              <a:pathLst>
                <a:path w="107571" h="167167">
                  <a:moveTo>
                    <a:pt x="107571" y="0"/>
                  </a:moveTo>
                  <a:lnTo>
                    <a:pt x="102007" y="92"/>
                  </a:lnTo>
                  <a:lnTo>
                    <a:pt x="96449" y="370"/>
                  </a:lnTo>
                  <a:lnTo>
                    <a:pt x="90904" y="832"/>
                  </a:lnTo>
                  <a:lnTo>
                    <a:pt x="85377" y="1479"/>
                  </a:lnTo>
                  <a:lnTo>
                    <a:pt x="79875" y="2310"/>
                  </a:lnTo>
                  <a:lnTo>
                    <a:pt x="74404" y="3323"/>
                  </a:lnTo>
                  <a:lnTo>
                    <a:pt x="68969" y="4517"/>
                  </a:lnTo>
                  <a:lnTo>
                    <a:pt x="63577" y="5892"/>
                  </a:lnTo>
                  <a:lnTo>
                    <a:pt x="58234" y="7446"/>
                  </a:lnTo>
                  <a:lnTo>
                    <a:pt x="52946" y="9176"/>
                  </a:lnTo>
                  <a:lnTo>
                    <a:pt x="47718" y="11082"/>
                  </a:lnTo>
                  <a:lnTo>
                    <a:pt x="42556" y="13160"/>
                  </a:lnTo>
                  <a:lnTo>
                    <a:pt x="37466" y="15409"/>
                  </a:lnTo>
                  <a:lnTo>
                    <a:pt x="32454" y="17827"/>
                  </a:lnTo>
                  <a:lnTo>
                    <a:pt x="27525" y="20410"/>
                  </a:lnTo>
                  <a:lnTo>
                    <a:pt x="22685" y="23155"/>
                  </a:lnTo>
                  <a:lnTo>
                    <a:pt x="17939" y="26060"/>
                  </a:lnTo>
                  <a:lnTo>
                    <a:pt x="13293" y="29121"/>
                  </a:lnTo>
                  <a:lnTo>
                    <a:pt x="8751" y="32335"/>
                  </a:lnTo>
                  <a:lnTo>
                    <a:pt x="4318" y="35699"/>
                  </a:lnTo>
                  <a:lnTo>
                    <a:pt x="0" y="39208"/>
                  </a:lnTo>
                  <a:lnTo>
                    <a:pt x="1075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0901" y="4253030"/>
              <a:ext cx="107571" cy="127958"/>
            </a:xfrm>
            <a:custGeom>
              <a:avLst/>
              <a:pathLst>
                <a:path w="107571" h="127958">
                  <a:moveTo>
                    <a:pt x="0" y="0"/>
                  </a:moveTo>
                  <a:lnTo>
                    <a:pt x="107571" y="127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15" y="4253030"/>
              <a:ext cx="334323" cy="295116"/>
            </a:xfrm>
            <a:custGeom>
              <a:avLst/>
              <a:pathLst>
                <a:path w="334323" h="295116">
                  <a:moveTo>
                    <a:pt x="59585" y="0"/>
                  </a:moveTo>
                  <a:lnTo>
                    <a:pt x="55563" y="3491"/>
                  </a:lnTo>
                  <a:lnTo>
                    <a:pt x="51655" y="7109"/>
                  </a:lnTo>
                  <a:lnTo>
                    <a:pt x="47865" y="10849"/>
                  </a:lnTo>
                  <a:lnTo>
                    <a:pt x="44195" y="14708"/>
                  </a:lnTo>
                  <a:lnTo>
                    <a:pt x="40650" y="18682"/>
                  </a:lnTo>
                  <a:lnTo>
                    <a:pt x="37233" y="22767"/>
                  </a:lnTo>
                  <a:lnTo>
                    <a:pt x="33949" y="26959"/>
                  </a:lnTo>
                  <a:lnTo>
                    <a:pt x="30799" y="31254"/>
                  </a:lnTo>
                  <a:lnTo>
                    <a:pt x="27788" y="35646"/>
                  </a:lnTo>
                  <a:lnTo>
                    <a:pt x="24918" y="40132"/>
                  </a:lnTo>
                  <a:lnTo>
                    <a:pt x="22193" y="44707"/>
                  </a:lnTo>
                  <a:lnTo>
                    <a:pt x="19615" y="49367"/>
                  </a:lnTo>
                  <a:lnTo>
                    <a:pt x="17186" y="54107"/>
                  </a:lnTo>
                  <a:lnTo>
                    <a:pt x="14910" y="58921"/>
                  </a:lnTo>
                  <a:lnTo>
                    <a:pt x="12788" y="63806"/>
                  </a:lnTo>
                  <a:lnTo>
                    <a:pt x="10823" y="68755"/>
                  </a:lnTo>
                  <a:lnTo>
                    <a:pt x="9016" y="73765"/>
                  </a:lnTo>
                  <a:lnTo>
                    <a:pt x="7370" y="78830"/>
                  </a:lnTo>
                  <a:lnTo>
                    <a:pt x="5887" y="83944"/>
                  </a:lnTo>
                  <a:lnTo>
                    <a:pt x="4566" y="89104"/>
                  </a:lnTo>
                  <a:lnTo>
                    <a:pt x="3411" y="94302"/>
                  </a:lnTo>
                  <a:lnTo>
                    <a:pt x="2422" y="99535"/>
                  </a:lnTo>
                  <a:lnTo>
                    <a:pt x="1601" y="104797"/>
                  </a:lnTo>
                  <a:lnTo>
                    <a:pt x="947" y="110082"/>
                  </a:lnTo>
                  <a:lnTo>
                    <a:pt x="462" y="115385"/>
                  </a:lnTo>
                  <a:lnTo>
                    <a:pt x="146" y="120701"/>
                  </a:lnTo>
                  <a:lnTo>
                    <a:pt x="0" y="126025"/>
                  </a:lnTo>
                  <a:lnTo>
                    <a:pt x="23" y="131350"/>
                  </a:lnTo>
                  <a:lnTo>
                    <a:pt x="216" y="136672"/>
                  </a:lnTo>
                  <a:lnTo>
                    <a:pt x="578" y="141985"/>
                  </a:lnTo>
                  <a:lnTo>
                    <a:pt x="1109" y="147284"/>
                  </a:lnTo>
                  <a:lnTo>
                    <a:pt x="1809" y="152564"/>
                  </a:lnTo>
                  <a:lnTo>
                    <a:pt x="2677" y="157818"/>
                  </a:lnTo>
                  <a:lnTo>
                    <a:pt x="3711" y="163042"/>
                  </a:lnTo>
                  <a:lnTo>
                    <a:pt x="4912" y="168230"/>
                  </a:lnTo>
                  <a:lnTo>
                    <a:pt x="6277" y="173378"/>
                  </a:lnTo>
                  <a:lnTo>
                    <a:pt x="7805" y="178479"/>
                  </a:lnTo>
                  <a:lnTo>
                    <a:pt x="9495" y="183529"/>
                  </a:lnTo>
                  <a:lnTo>
                    <a:pt x="11346" y="188523"/>
                  </a:lnTo>
                  <a:lnTo>
                    <a:pt x="13354" y="193456"/>
                  </a:lnTo>
                  <a:lnTo>
                    <a:pt x="15518" y="198321"/>
                  </a:lnTo>
                  <a:lnTo>
                    <a:pt x="17836" y="203116"/>
                  </a:lnTo>
                  <a:lnTo>
                    <a:pt x="20306" y="207834"/>
                  </a:lnTo>
                  <a:lnTo>
                    <a:pt x="22925" y="212471"/>
                  </a:lnTo>
                  <a:lnTo>
                    <a:pt x="25690" y="217022"/>
                  </a:lnTo>
                  <a:lnTo>
                    <a:pt x="28599" y="221483"/>
                  </a:lnTo>
                  <a:lnTo>
                    <a:pt x="31648" y="225849"/>
                  </a:lnTo>
                  <a:lnTo>
                    <a:pt x="34835" y="230116"/>
                  </a:lnTo>
                  <a:lnTo>
                    <a:pt x="38156" y="234279"/>
                  </a:lnTo>
                  <a:lnTo>
                    <a:pt x="41608" y="238334"/>
                  </a:lnTo>
                  <a:lnTo>
                    <a:pt x="45188" y="242277"/>
                  </a:lnTo>
                  <a:lnTo>
                    <a:pt x="48891" y="246104"/>
                  </a:lnTo>
                  <a:lnTo>
                    <a:pt x="52715" y="249811"/>
                  </a:lnTo>
                  <a:lnTo>
                    <a:pt x="56654" y="253395"/>
                  </a:lnTo>
                  <a:lnTo>
                    <a:pt x="60706" y="256851"/>
                  </a:lnTo>
                  <a:lnTo>
                    <a:pt x="64865" y="260176"/>
                  </a:lnTo>
                  <a:lnTo>
                    <a:pt x="69129" y="263367"/>
                  </a:lnTo>
                  <a:lnTo>
                    <a:pt x="73492" y="266421"/>
                  </a:lnTo>
                  <a:lnTo>
                    <a:pt x="77950" y="269334"/>
                  </a:lnTo>
                  <a:lnTo>
                    <a:pt x="82498" y="272104"/>
                  </a:lnTo>
                  <a:lnTo>
                    <a:pt x="87133" y="274728"/>
                  </a:lnTo>
                  <a:lnTo>
                    <a:pt x="91848" y="277202"/>
                  </a:lnTo>
                  <a:lnTo>
                    <a:pt x="96640" y="279525"/>
                  </a:lnTo>
                  <a:lnTo>
                    <a:pt x="101504" y="281694"/>
                  </a:lnTo>
                  <a:lnTo>
                    <a:pt x="106434" y="283708"/>
                  </a:lnTo>
                  <a:lnTo>
                    <a:pt x="111426" y="285563"/>
                  </a:lnTo>
                  <a:lnTo>
                    <a:pt x="116475" y="287258"/>
                  </a:lnTo>
                  <a:lnTo>
                    <a:pt x="121575" y="288791"/>
                  </a:lnTo>
                  <a:lnTo>
                    <a:pt x="126721" y="290162"/>
                  </a:lnTo>
                  <a:lnTo>
                    <a:pt x="131908" y="291367"/>
                  </a:lnTo>
                  <a:lnTo>
                    <a:pt x="137131" y="292407"/>
                  </a:lnTo>
                  <a:lnTo>
                    <a:pt x="142384" y="293280"/>
                  </a:lnTo>
                  <a:lnTo>
                    <a:pt x="147663" y="293985"/>
                  </a:lnTo>
                  <a:lnTo>
                    <a:pt x="152961" y="294522"/>
                  </a:lnTo>
                  <a:lnTo>
                    <a:pt x="158274" y="294889"/>
                  </a:lnTo>
                  <a:lnTo>
                    <a:pt x="163596" y="295088"/>
                  </a:lnTo>
                  <a:lnTo>
                    <a:pt x="168921" y="295116"/>
                  </a:lnTo>
                  <a:lnTo>
                    <a:pt x="174245" y="294975"/>
                  </a:lnTo>
                  <a:lnTo>
                    <a:pt x="179561" y="294665"/>
                  </a:lnTo>
                  <a:lnTo>
                    <a:pt x="184865" y="294185"/>
                  </a:lnTo>
                  <a:lnTo>
                    <a:pt x="190151" y="293536"/>
                  </a:lnTo>
                  <a:lnTo>
                    <a:pt x="195413" y="292720"/>
                  </a:lnTo>
                  <a:lnTo>
                    <a:pt x="200647" y="291736"/>
                  </a:lnTo>
                  <a:lnTo>
                    <a:pt x="205847" y="290586"/>
                  </a:lnTo>
                  <a:lnTo>
                    <a:pt x="211008" y="289271"/>
                  </a:lnTo>
                  <a:lnTo>
                    <a:pt x="216124" y="287793"/>
                  </a:lnTo>
                  <a:lnTo>
                    <a:pt x="221190" y="286152"/>
                  </a:lnTo>
                  <a:lnTo>
                    <a:pt x="226202" y="284350"/>
                  </a:lnTo>
                  <a:lnTo>
                    <a:pt x="231153" y="282390"/>
                  </a:lnTo>
                  <a:lnTo>
                    <a:pt x="236040" y="280273"/>
                  </a:lnTo>
                  <a:lnTo>
                    <a:pt x="240857" y="278002"/>
                  </a:lnTo>
                  <a:lnTo>
                    <a:pt x="245599" y="275578"/>
                  </a:lnTo>
                  <a:lnTo>
                    <a:pt x="250261" y="273005"/>
                  </a:lnTo>
                  <a:lnTo>
                    <a:pt x="254839" y="270284"/>
                  </a:lnTo>
                  <a:lnTo>
                    <a:pt x="259328" y="267419"/>
                  </a:lnTo>
                  <a:lnTo>
                    <a:pt x="263723" y="264412"/>
                  </a:lnTo>
                  <a:lnTo>
                    <a:pt x="268021" y="261267"/>
                  </a:lnTo>
                  <a:lnTo>
                    <a:pt x="272216" y="257986"/>
                  </a:lnTo>
                  <a:lnTo>
                    <a:pt x="276304" y="254574"/>
                  </a:lnTo>
                  <a:lnTo>
                    <a:pt x="280282" y="251033"/>
                  </a:lnTo>
                  <a:lnTo>
                    <a:pt x="284145" y="247367"/>
                  </a:lnTo>
                  <a:lnTo>
                    <a:pt x="287889" y="243580"/>
                  </a:lnTo>
                  <a:lnTo>
                    <a:pt x="291511" y="239675"/>
                  </a:lnTo>
                  <a:lnTo>
                    <a:pt x="295006" y="235658"/>
                  </a:lnTo>
                  <a:lnTo>
                    <a:pt x="298372" y="231531"/>
                  </a:lnTo>
                  <a:lnTo>
                    <a:pt x="301605" y="227298"/>
                  </a:lnTo>
                  <a:lnTo>
                    <a:pt x="304701" y="222965"/>
                  </a:lnTo>
                  <a:lnTo>
                    <a:pt x="307657" y="218536"/>
                  </a:lnTo>
                  <a:lnTo>
                    <a:pt x="310471" y="214015"/>
                  </a:lnTo>
                  <a:lnTo>
                    <a:pt x="313139" y="209406"/>
                  </a:lnTo>
                  <a:lnTo>
                    <a:pt x="315660" y="204715"/>
                  </a:lnTo>
                  <a:lnTo>
                    <a:pt x="318029" y="199945"/>
                  </a:lnTo>
                  <a:lnTo>
                    <a:pt x="320246" y="195103"/>
                  </a:lnTo>
                  <a:lnTo>
                    <a:pt x="322307" y="190193"/>
                  </a:lnTo>
                  <a:lnTo>
                    <a:pt x="324210" y="185219"/>
                  </a:lnTo>
                  <a:lnTo>
                    <a:pt x="325955" y="180187"/>
                  </a:lnTo>
                  <a:lnTo>
                    <a:pt x="327538" y="175102"/>
                  </a:lnTo>
                  <a:lnTo>
                    <a:pt x="328958" y="169970"/>
                  </a:lnTo>
                  <a:lnTo>
                    <a:pt x="330214" y="164795"/>
                  </a:lnTo>
                  <a:lnTo>
                    <a:pt x="331305" y="159582"/>
                  </a:lnTo>
                  <a:lnTo>
                    <a:pt x="332229" y="154337"/>
                  </a:lnTo>
                  <a:lnTo>
                    <a:pt x="332985" y="149066"/>
                  </a:lnTo>
                  <a:lnTo>
                    <a:pt x="333573" y="143773"/>
                  </a:lnTo>
                  <a:lnTo>
                    <a:pt x="333993" y="138464"/>
                  </a:lnTo>
                  <a:lnTo>
                    <a:pt x="334243" y="133144"/>
                  </a:lnTo>
                  <a:lnTo>
                    <a:pt x="334323" y="127820"/>
                  </a:lnTo>
                  <a:lnTo>
                    <a:pt x="334234" y="122495"/>
                  </a:lnTo>
                  <a:lnTo>
                    <a:pt x="333975" y="117176"/>
                  </a:lnTo>
                  <a:lnTo>
                    <a:pt x="333547" y="111867"/>
                  </a:lnTo>
                  <a:lnTo>
                    <a:pt x="332950" y="106576"/>
                  </a:lnTo>
                  <a:lnTo>
                    <a:pt x="332185" y="101305"/>
                  </a:lnTo>
                  <a:lnTo>
                    <a:pt x="331252" y="96062"/>
                  </a:lnTo>
                  <a:lnTo>
                    <a:pt x="330153" y="90851"/>
                  </a:lnTo>
                  <a:lnTo>
                    <a:pt x="328888" y="85678"/>
                  </a:lnTo>
                  <a:lnTo>
                    <a:pt x="327459" y="80548"/>
                  </a:lnTo>
                  <a:lnTo>
                    <a:pt x="325868" y="75466"/>
                  </a:lnTo>
                  <a:lnTo>
                    <a:pt x="324115" y="70437"/>
                  </a:lnTo>
                  <a:lnTo>
                    <a:pt x="322203" y="65467"/>
                  </a:lnTo>
                  <a:lnTo>
                    <a:pt x="320134" y="60560"/>
                  </a:lnTo>
                  <a:lnTo>
                    <a:pt x="317910" y="55721"/>
                  </a:lnTo>
                  <a:lnTo>
                    <a:pt x="167156" y="127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50753" cy="167167"/>
            </a:xfrm>
            <a:custGeom>
              <a:avLst/>
              <a:pathLst>
                <a:path w="150753" h="167167">
                  <a:moveTo>
                    <a:pt x="150753" y="94930"/>
                  </a:moveTo>
                  <a:lnTo>
                    <a:pt x="148284" y="89987"/>
                  </a:lnTo>
                  <a:lnTo>
                    <a:pt x="145652" y="85128"/>
                  </a:lnTo>
                  <a:lnTo>
                    <a:pt x="142861" y="80359"/>
                  </a:lnTo>
                  <a:lnTo>
                    <a:pt x="139913" y="75684"/>
                  </a:lnTo>
                  <a:lnTo>
                    <a:pt x="136813" y="71110"/>
                  </a:lnTo>
                  <a:lnTo>
                    <a:pt x="133564" y="66641"/>
                  </a:lnTo>
                  <a:lnTo>
                    <a:pt x="130168" y="62281"/>
                  </a:lnTo>
                  <a:lnTo>
                    <a:pt x="126631" y="58036"/>
                  </a:lnTo>
                  <a:lnTo>
                    <a:pt x="122954" y="53910"/>
                  </a:lnTo>
                  <a:lnTo>
                    <a:pt x="119144" y="49908"/>
                  </a:lnTo>
                  <a:lnTo>
                    <a:pt x="115203" y="46035"/>
                  </a:lnTo>
                  <a:lnTo>
                    <a:pt x="111137" y="42293"/>
                  </a:lnTo>
                  <a:lnTo>
                    <a:pt x="106949" y="38688"/>
                  </a:lnTo>
                  <a:lnTo>
                    <a:pt x="102644" y="35224"/>
                  </a:lnTo>
                  <a:lnTo>
                    <a:pt x="98227" y="31903"/>
                  </a:lnTo>
                  <a:lnTo>
                    <a:pt x="93703" y="28730"/>
                  </a:lnTo>
                  <a:lnTo>
                    <a:pt x="89076" y="25709"/>
                  </a:lnTo>
                  <a:lnTo>
                    <a:pt x="84352" y="22842"/>
                  </a:lnTo>
                  <a:lnTo>
                    <a:pt x="79536" y="20133"/>
                  </a:lnTo>
                  <a:lnTo>
                    <a:pt x="74633" y="17585"/>
                  </a:lnTo>
                  <a:lnTo>
                    <a:pt x="69648" y="15200"/>
                  </a:lnTo>
                  <a:lnTo>
                    <a:pt x="64587" y="12981"/>
                  </a:lnTo>
                  <a:lnTo>
                    <a:pt x="59456" y="10930"/>
                  </a:lnTo>
                  <a:lnTo>
                    <a:pt x="54260" y="9051"/>
                  </a:lnTo>
                  <a:lnTo>
                    <a:pt x="49004" y="7344"/>
                  </a:lnTo>
                  <a:lnTo>
                    <a:pt x="43695" y="5811"/>
                  </a:lnTo>
                  <a:lnTo>
                    <a:pt x="38338" y="4455"/>
                  </a:lnTo>
                  <a:lnTo>
                    <a:pt x="32939" y="3277"/>
                  </a:lnTo>
                  <a:lnTo>
                    <a:pt x="27504" y="2278"/>
                  </a:lnTo>
                  <a:lnTo>
                    <a:pt x="22040" y="1459"/>
                  </a:lnTo>
                  <a:lnTo>
                    <a:pt x="16551" y="821"/>
                  </a:lnTo>
                  <a:lnTo>
                    <a:pt x="11044" y="365"/>
                  </a:lnTo>
                  <a:lnTo>
                    <a:pt x="552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3725" y="3707720"/>
              <a:ext cx="155285" cy="167167"/>
            </a:xfrm>
            <a:custGeom>
              <a:avLst/>
              <a:pathLst>
                <a:path w="155285" h="167167">
                  <a:moveTo>
                    <a:pt x="155285" y="0"/>
                  </a:moveTo>
                  <a:lnTo>
                    <a:pt x="149753" y="91"/>
                  </a:lnTo>
                  <a:lnTo>
                    <a:pt x="144228" y="366"/>
                  </a:lnTo>
                  <a:lnTo>
                    <a:pt x="138714" y="823"/>
                  </a:lnTo>
                  <a:lnTo>
                    <a:pt x="133219" y="1462"/>
                  </a:lnTo>
                  <a:lnTo>
                    <a:pt x="127747" y="2283"/>
                  </a:lnTo>
                  <a:lnTo>
                    <a:pt x="122306" y="3285"/>
                  </a:lnTo>
                  <a:lnTo>
                    <a:pt x="116901" y="4466"/>
                  </a:lnTo>
                  <a:lnTo>
                    <a:pt x="111538" y="5825"/>
                  </a:lnTo>
                  <a:lnTo>
                    <a:pt x="106223" y="7361"/>
                  </a:lnTo>
                  <a:lnTo>
                    <a:pt x="100962" y="9072"/>
                  </a:lnTo>
                  <a:lnTo>
                    <a:pt x="95760" y="10956"/>
                  </a:lnTo>
                  <a:lnTo>
                    <a:pt x="90624" y="13011"/>
                  </a:lnTo>
                  <a:lnTo>
                    <a:pt x="85558" y="15236"/>
                  </a:lnTo>
                  <a:lnTo>
                    <a:pt x="80569" y="17626"/>
                  </a:lnTo>
                  <a:lnTo>
                    <a:pt x="75661" y="20180"/>
                  </a:lnTo>
                  <a:lnTo>
                    <a:pt x="70841" y="22896"/>
                  </a:lnTo>
                  <a:lnTo>
                    <a:pt x="66113" y="25769"/>
                  </a:lnTo>
                  <a:lnTo>
                    <a:pt x="61483" y="28797"/>
                  </a:lnTo>
                  <a:lnTo>
                    <a:pt x="56956" y="31977"/>
                  </a:lnTo>
                  <a:lnTo>
                    <a:pt x="52536" y="35305"/>
                  </a:lnTo>
                  <a:lnTo>
                    <a:pt x="48229" y="38777"/>
                  </a:lnTo>
                  <a:lnTo>
                    <a:pt x="44039" y="42390"/>
                  </a:lnTo>
                  <a:lnTo>
                    <a:pt x="39971" y="46140"/>
                  </a:lnTo>
                  <a:lnTo>
                    <a:pt x="36029" y="50022"/>
                  </a:lnTo>
                  <a:lnTo>
                    <a:pt x="32218" y="54032"/>
                  </a:lnTo>
                  <a:lnTo>
                    <a:pt x="28542" y="58167"/>
                  </a:lnTo>
                  <a:lnTo>
                    <a:pt x="25004" y="62420"/>
                  </a:lnTo>
                  <a:lnTo>
                    <a:pt x="21609" y="66789"/>
                  </a:lnTo>
                  <a:lnTo>
                    <a:pt x="18361" y="71267"/>
                  </a:lnTo>
                  <a:lnTo>
                    <a:pt x="15262" y="75851"/>
                  </a:lnTo>
                  <a:lnTo>
                    <a:pt x="12317" y="80534"/>
                  </a:lnTo>
                  <a:lnTo>
                    <a:pt x="9529" y="85313"/>
                  </a:lnTo>
                  <a:lnTo>
                    <a:pt x="6900" y="90181"/>
                  </a:lnTo>
                  <a:lnTo>
                    <a:pt x="4434" y="95133"/>
                  </a:lnTo>
                  <a:lnTo>
                    <a:pt x="2133" y="100164"/>
                  </a:lnTo>
                  <a:lnTo>
                    <a:pt x="0" y="105269"/>
                  </a:lnTo>
                  <a:lnTo>
                    <a:pt x="15528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44" y="3710004"/>
              <a:ext cx="334330" cy="332040"/>
            </a:xfrm>
            <a:custGeom>
              <a:avLst/>
              <a:pathLst>
                <a:path w="334330" h="332040">
                  <a:moveTo>
                    <a:pt x="11881" y="102985"/>
                  </a:moveTo>
                  <a:lnTo>
                    <a:pt x="9993" y="107951"/>
                  </a:lnTo>
                  <a:lnTo>
                    <a:pt x="8263" y="112974"/>
                  </a:lnTo>
                  <a:lnTo>
                    <a:pt x="6694" y="118050"/>
                  </a:lnTo>
                  <a:lnTo>
                    <a:pt x="5286" y="123173"/>
                  </a:lnTo>
                  <a:lnTo>
                    <a:pt x="4043" y="128338"/>
                  </a:lnTo>
                  <a:lnTo>
                    <a:pt x="2964" y="133540"/>
                  </a:lnTo>
                  <a:lnTo>
                    <a:pt x="2051" y="138774"/>
                  </a:lnTo>
                  <a:lnTo>
                    <a:pt x="1304" y="144034"/>
                  </a:lnTo>
                  <a:lnTo>
                    <a:pt x="726" y="149315"/>
                  </a:lnTo>
                  <a:lnTo>
                    <a:pt x="315" y="154612"/>
                  </a:lnTo>
                  <a:lnTo>
                    <a:pt x="73" y="159919"/>
                  </a:lnTo>
                  <a:lnTo>
                    <a:pt x="0" y="165231"/>
                  </a:lnTo>
                  <a:lnTo>
                    <a:pt x="95" y="170543"/>
                  </a:lnTo>
                  <a:lnTo>
                    <a:pt x="359" y="175849"/>
                  </a:lnTo>
                  <a:lnTo>
                    <a:pt x="792" y="181144"/>
                  </a:lnTo>
                  <a:lnTo>
                    <a:pt x="1393" y="186423"/>
                  </a:lnTo>
                  <a:lnTo>
                    <a:pt x="2161" y="191679"/>
                  </a:lnTo>
                  <a:lnTo>
                    <a:pt x="3096" y="196909"/>
                  </a:lnTo>
                  <a:lnTo>
                    <a:pt x="4196" y="202107"/>
                  </a:lnTo>
                  <a:lnTo>
                    <a:pt x="5461" y="207267"/>
                  </a:lnTo>
                  <a:lnTo>
                    <a:pt x="6890" y="212384"/>
                  </a:lnTo>
                  <a:lnTo>
                    <a:pt x="8480" y="217453"/>
                  </a:lnTo>
                  <a:lnTo>
                    <a:pt x="10231" y="222469"/>
                  </a:lnTo>
                  <a:lnTo>
                    <a:pt x="12140" y="227427"/>
                  </a:lnTo>
                  <a:lnTo>
                    <a:pt x="14205" y="232321"/>
                  </a:lnTo>
                  <a:lnTo>
                    <a:pt x="16426" y="237148"/>
                  </a:lnTo>
                  <a:lnTo>
                    <a:pt x="18798" y="241901"/>
                  </a:lnTo>
                  <a:lnTo>
                    <a:pt x="21320" y="246577"/>
                  </a:lnTo>
                  <a:lnTo>
                    <a:pt x="23990" y="251170"/>
                  </a:lnTo>
                  <a:lnTo>
                    <a:pt x="26804" y="255676"/>
                  </a:lnTo>
                  <a:lnTo>
                    <a:pt x="29760" y="260091"/>
                  </a:lnTo>
                  <a:lnTo>
                    <a:pt x="32855" y="264409"/>
                  </a:lnTo>
                  <a:lnTo>
                    <a:pt x="36085" y="268627"/>
                  </a:lnTo>
                  <a:lnTo>
                    <a:pt x="39448" y="272740"/>
                  </a:lnTo>
                  <a:lnTo>
                    <a:pt x="42940" y="276744"/>
                  </a:lnTo>
                  <a:lnTo>
                    <a:pt x="46557" y="280635"/>
                  </a:lnTo>
                  <a:lnTo>
                    <a:pt x="50296" y="284409"/>
                  </a:lnTo>
                  <a:lnTo>
                    <a:pt x="54154" y="288062"/>
                  </a:lnTo>
                  <a:lnTo>
                    <a:pt x="58125" y="291591"/>
                  </a:lnTo>
                  <a:lnTo>
                    <a:pt x="62206" y="294992"/>
                  </a:lnTo>
                  <a:lnTo>
                    <a:pt x="66394" y="298262"/>
                  </a:lnTo>
                  <a:lnTo>
                    <a:pt x="70683" y="301397"/>
                  </a:lnTo>
                  <a:lnTo>
                    <a:pt x="75070" y="304394"/>
                  </a:lnTo>
                  <a:lnTo>
                    <a:pt x="79549" y="307250"/>
                  </a:lnTo>
                  <a:lnTo>
                    <a:pt x="84117" y="309962"/>
                  </a:lnTo>
                  <a:lnTo>
                    <a:pt x="88770" y="312528"/>
                  </a:lnTo>
                  <a:lnTo>
                    <a:pt x="93501" y="314944"/>
                  </a:lnTo>
                  <a:lnTo>
                    <a:pt x="98306" y="317210"/>
                  </a:lnTo>
                  <a:lnTo>
                    <a:pt x="103182" y="319321"/>
                  </a:lnTo>
                  <a:lnTo>
                    <a:pt x="108121" y="321276"/>
                  </a:lnTo>
                  <a:lnTo>
                    <a:pt x="113121" y="323073"/>
                  </a:lnTo>
                  <a:lnTo>
                    <a:pt x="118175" y="324711"/>
                  </a:lnTo>
                  <a:lnTo>
                    <a:pt x="123278" y="326187"/>
                  </a:lnTo>
                  <a:lnTo>
                    <a:pt x="128426" y="327500"/>
                  </a:lnTo>
                  <a:lnTo>
                    <a:pt x="133613" y="328649"/>
                  </a:lnTo>
                  <a:lnTo>
                    <a:pt x="138834" y="329632"/>
                  </a:lnTo>
                  <a:lnTo>
                    <a:pt x="144084" y="330450"/>
                  </a:lnTo>
                  <a:lnTo>
                    <a:pt x="149356" y="331099"/>
                  </a:lnTo>
                  <a:lnTo>
                    <a:pt x="154647" y="331581"/>
                  </a:lnTo>
                  <a:lnTo>
                    <a:pt x="159951" y="331895"/>
                  </a:lnTo>
                  <a:lnTo>
                    <a:pt x="165261" y="332040"/>
                  </a:lnTo>
                  <a:lnTo>
                    <a:pt x="170574" y="332016"/>
                  </a:lnTo>
                  <a:lnTo>
                    <a:pt x="175883" y="331823"/>
                  </a:lnTo>
                  <a:lnTo>
                    <a:pt x="181184" y="331462"/>
                  </a:lnTo>
                  <a:lnTo>
                    <a:pt x="186470" y="330933"/>
                  </a:lnTo>
                  <a:lnTo>
                    <a:pt x="191737" y="330235"/>
                  </a:lnTo>
                  <a:lnTo>
                    <a:pt x="196979" y="329371"/>
                  </a:lnTo>
                  <a:lnTo>
                    <a:pt x="202190" y="328341"/>
                  </a:lnTo>
                  <a:lnTo>
                    <a:pt x="207367" y="327145"/>
                  </a:lnTo>
                  <a:lnTo>
                    <a:pt x="212503" y="325786"/>
                  </a:lnTo>
                  <a:lnTo>
                    <a:pt x="217593" y="324264"/>
                  </a:lnTo>
                  <a:lnTo>
                    <a:pt x="222632" y="322581"/>
                  </a:lnTo>
                  <a:lnTo>
                    <a:pt x="227615" y="320739"/>
                  </a:lnTo>
                  <a:lnTo>
                    <a:pt x="232537" y="318739"/>
                  </a:lnTo>
                  <a:lnTo>
                    <a:pt x="237393" y="316584"/>
                  </a:lnTo>
                  <a:lnTo>
                    <a:pt x="242178" y="314276"/>
                  </a:lnTo>
                  <a:lnTo>
                    <a:pt x="246888" y="311817"/>
                  </a:lnTo>
                  <a:lnTo>
                    <a:pt x="251516" y="309210"/>
                  </a:lnTo>
                  <a:lnTo>
                    <a:pt x="256060" y="306456"/>
                  </a:lnTo>
                  <a:lnTo>
                    <a:pt x="260514" y="303560"/>
                  </a:lnTo>
                  <a:lnTo>
                    <a:pt x="264873" y="300524"/>
                  </a:lnTo>
                  <a:lnTo>
                    <a:pt x="269134" y="297351"/>
                  </a:lnTo>
                  <a:lnTo>
                    <a:pt x="273292" y="294044"/>
                  </a:lnTo>
                  <a:lnTo>
                    <a:pt x="277343" y="290606"/>
                  </a:lnTo>
                  <a:lnTo>
                    <a:pt x="281282" y="287041"/>
                  </a:lnTo>
                  <a:lnTo>
                    <a:pt x="285106" y="283354"/>
                  </a:lnTo>
                  <a:lnTo>
                    <a:pt x="288811" y="279546"/>
                  </a:lnTo>
                  <a:lnTo>
                    <a:pt x="292394" y="275623"/>
                  </a:lnTo>
                  <a:lnTo>
                    <a:pt x="295849" y="271587"/>
                  </a:lnTo>
                  <a:lnTo>
                    <a:pt x="299175" y="267444"/>
                  </a:lnTo>
                  <a:lnTo>
                    <a:pt x="302367" y="263198"/>
                  </a:lnTo>
                  <a:lnTo>
                    <a:pt x="305423" y="258852"/>
                  </a:lnTo>
                  <a:lnTo>
                    <a:pt x="308339" y="254411"/>
                  </a:lnTo>
                  <a:lnTo>
                    <a:pt x="311113" y="249880"/>
                  </a:lnTo>
                  <a:lnTo>
                    <a:pt x="313741" y="245263"/>
                  </a:lnTo>
                  <a:lnTo>
                    <a:pt x="316221" y="240565"/>
                  </a:lnTo>
                  <a:lnTo>
                    <a:pt x="318551" y="235790"/>
                  </a:lnTo>
                  <a:lnTo>
                    <a:pt x="320728" y="230944"/>
                  </a:lnTo>
                  <a:lnTo>
                    <a:pt x="322749" y="226031"/>
                  </a:lnTo>
                  <a:lnTo>
                    <a:pt x="324614" y="221056"/>
                  </a:lnTo>
                  <a:lnTo>
                    <a:pt x="326319" y="216024"/>
                  </a:lnTo>
                  <a:lnTo>
                    <a:pt x="327864" y="210941"/>
                  </a:lnTo>
                  <a:lnTo>
                    <a:pt x="329246" y="205811"/>
                  </a:lnTo>
                  <a:lnTo>
                    <a:pt x="330465" y="200640"/>
                  </a:lnTo>
                  <a:lnTo>
                    <a:pt x="331519" y="195433"/>
                  </a:lnTo>
                  <a:lnTo>
                    <a:pt x="332407" y="190195"/>
                  </a:lnTo>
                  <a:lnTo>
                    <a:pt x="333127" y="184932"/>
                  </a:lnTo>
                  <a:lnTo>
                    <a:pt x="333681" y="179648"/>
                  </a:lnTo>
                  <a:lnTo>
                    <a:pt x="334066" y="174349"/>
                  </a:lnTo>
                  <a:lnTo>
                    <a:pt x="334282" y="169041"/>
                  </a:lnTo>
                  <a:lnTo>
                    <a:pt x="334330" y="163728"/>
                  </a:lnTo>
                  <a:lnTo>
                    <a:pt x="334209" y="158417"/>
                  </a:lnTo>
                  <a:lnTo>
                    <a:pt x="333919" y="153112"/>
                  </a:lnTo>
                  <a:lnTo>
                    <a:pt x="333461" y="147819"/>
                  </a:lnTo>
                  <a:lnTo>
                    <a:pt x="332835" y="142544"/>
                  </a:lnTo>
                  <a:lnTo>
                    <a:pt x="332041" y="137291"/>
                  </a:lnTo>
                  <a:lnTo>
                    <a:pt x="331081" y="132065"/>
                  </a:lnTo>
                  <a:lnTo>
                    <a:pt x="329955" y="126873"/>
                  </a:lnTo>
                  <a:lnTo>
                    <a:pt x="328665" y="121720"/>
                  </a:lnTo>
                  <a:lnTo>
                    <a:pt x="327212" y="116609"/>
                  </a:lnTo>
                  <a:lnTo>
                    <a:pt x="325597" y="111548"/>
                  </a:lnTo>
                  <a:lnTo>
                    <a:pt x="323822" y="106541"/>
                  </a:lnTo>
                  <a:lnTo>
                    <a:pt x="321889" y="101592"/>
                  </a:lnTo>
                  <a:lnTo>
                    <a:pt x="319800" y="96708"/>
                  </a:lnTo>
                  <a:lnTo>
                    <a:pt x="317557" y="91892"/>
                  </a:lnTo>
                  <a:lnTo>
                    <a:pt x="315161" y="87150"/>
                  </a:lnTo>
                  <a:lnTo>
                    <a:pt x="312616" y="82486"/>
                  </a:lnTo>
                  <a:lnTo>
                    <a:pt x="309925" y="77906"/>
                  </a:lnTo>
                  <a:lnTo>
                    <a:pt x="307089" y="73413"/>
                  </a:lnTo>
                  <a:lnTo>
                    <a:pt x="304111" y="69013"/>
                  </a:lnTo>
                  <a:lnTo>
                    <a:pt x="300996" y="64710"/>
                  </a:lnTo>
                  <a:lnTo>
                    <a:pt x="297745" y="60508"/>
                  </a:lnTo>
                  <a:lnTo>
                    <a:pt x="294362" y="56411"/>
                  </a:lnTo>
                  <a:lnTo>
                    <a:pt x="290851" y="52424"/>
                  </a:lnTo>
                  <a:lnTo>
                    <a:pt x="287215" y="48551"/>
                  </a:lnTo>
                  <a:lnTo>
                    <a:pt x="283458" y="44795"/>
                  </a:lnTo>
                  <a:lnTo>
                    <a:pt x="279583" y="41160"/>
                  </a:lnTo>
                  <a:lnTo>
                    <a:pt x="275595" y="37650"/>
                  </a:lnTo>
                  <a:lnTo>
                    <a:pt x="271497" y="34269"/>
                  </a:lnTo>
                  <a:lnTo>
                    <a:pt x="267294" y="31020"/>
                  </a:lnTo>
                  <a:lnTo>
                    <a:pt x="262990" y="27906"/>
                  </a:lnTo>
                  <a:lnTo>
                    <a:pt x="258589" y="24930"/>
                  </a:lnTo>
                  <a:lnTo>
                    <a:pt x="254095" y="22096"/>
                  </a:lnTo>
                  <a:lnTo>
                    <a:pt x="249514" y="19405"/>
                  </a:lnTo>
                  <a:lnTo>
                    <a:pt x="244849" y="16862"/>
                  </a:lnTo>
                  <a:lnTo>
                    <a:pt x="240107" y="14468"/>
                  </a:lnTo>
                  <a:lnTo>
                    <a:pt x="235290" y="12226"/>
                  </a:lnTo>
                  <a:lnTo>
                    <a:pt x="230405" y="10139"/>
                  </a:lnTo>
                  <a:lnTo>
                    <a:pt x="225456" y="8207"/>
                  </a:lnTo>
                  <a:lnTo>
                    <a:pt x="220447" y="6434"/>
                  </a:lnTo>
                  <a:lnTo>
                    <a:pt x="215386" y="4821"/>
                  </a:lnTo>
                  <a:lnTo>
                    <a:pt x="210275" y="3370"/>
                  </a:lnTo>
                  <a:lnTo>
                    <a:pt x="205121" y="2082"/>
                  </a:lnTo>
                  <a:lnTo>
                    <a:pt x="199928" y="958"/>
                  </a:lnTo>
                  <a:lnTo>
                    <a:pt x="194703" y="0"/>
                  </a:lnTo>
                  <a:lnTo>
                    <a:pt x="167167" y="1648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7536" cy="167167"/>
            </a:xfrm>
            <a:custGeom>
              <a:avLst/>
              <a:pathLst>
                <a:path w="27536" h="167167">
                  <a:moveTo>
                    <a:pt x="27536" y="2283"/>
                  </a:moveTo>
                  <a:lnTo>
                    <a:pt x="20693" y="1285"/>
                  </a:lnTo>
                  <a:lnTo>
                    <a:pt x="13815" y="571"/>
                  </a:lnTo>
                  <a:lnTo>
                    <a:pt x="6913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2025-06-05T23:59:00Z</dcterms:modified>
  <cp:category/>
</cp:coreProperties>
</file>