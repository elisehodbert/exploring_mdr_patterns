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1192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1052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1130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1120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95974" y="1413708"/>
              <a:ext cx="2119980" cy="123265"/>
            </a:xfrm>
            <a:custGeom>
              <a:avLst/>
              <a:pathLst>
                <a:path w="2119980" h="123265">
                  <a:moveTo>
                    <a:pt x="2119980" y="123265"/>
                  </a:moveTo>
                  <a:lnTo>
                    <a:pt x="0" y="0"/>
                  </a:lnTo>
                </a:path>
              </a:pathLst>
            </a:custGeom>
            <a:ln w="1183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777968" y="1370958"/>
              <a:ext cx="160039" cy="92242"/>
            </a:xfrm>
            <a:custGeom>
              <a:avLst/>
              <a:pathLst>
                <a:path w="160039" h="92242">
                  <a:moveTo>
                    <a:pt x="160039" y="92242"/>
                  </a:moveTo>
                  <a:lnTo>
                    <a:pt x="0" y="0"/>
                  </a:lnTo>
                </a:path>
              </a:pathLst>
            </a:custGeom>
            <a:ln w="1119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4289" y="1709325"/>
              <a:ext cx="869937" cy="3664345"/>
            </a:xfrm>
            <a:custGeom>
              <a:avLst/>
              <a:pathLst>
                <a:path w="869937" h="3664345">
                  <a:moveTo>
                    <a:pt x="869937" y="0"/>
                  </a:moveTo>
                  <a:lnTo>
                    <a:pt x="0" y="3664345"/>
                  </a:lnTo>
                </a:path>
              </a:pathLst>
            </a:custGeom>
            <a:ln w="11435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77447" y="1156530"/>
              <a:ext cx="1145226" cy="342278"/>
            </a:xfrm>
            <a:custGeom>
              <a:avLst/>
              <a:pathLst>
                <a:path w="1145226" h="342278">
                  <a:moveTo>
                    <a:pt x="1145226" y="342278"/>
                  </a:moveTo>
                  <a:lnTo>
                    <a:pt x="0" y="0"/>
                  </a:lnTo>
                </a:path>
              </a:pathLst>
            </a:custGeom>
            <a:ln w="1300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121453" y="1709325"/>
              <a:ext cx="585825" cy="2467611"/>
            </a:xfrm>
            <a:custGeom>
              <a:avLst/>
              <a:pathLst>
                <a:path w="585825" h="2467611">
                  <a:moveTo>
                    <a:pt x="0" y="0"/>
                  </a:moveTo>
                  <a:lnTo>
                    <a:pt x="585825" y="2467611"/>
                  </a:lnTo>
                </a:path>
              </a:pathLst>
            </a:custGeom>
            <a:ln w="1318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82840" y="1713845"/>
              <a:ext cx="0" cy="3247428"/>
            </a:xfrm>
            <a:custGeom>
              <a:avLst/>
              <a:pathLst>
                <a:path w="0" h="3247428">
                  <a:moveTo>
                    <a:pt x="0" y="0"/>
                  </a:moveTo>
                  <a:lnTo>
                    <a:pt x="0" y="3247428"/>
                  </a:lnTo>
                </a:path>
              </a:pathLst>
            </a:custGeom>
            <a:ln w="16347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102279" y="1712711"/>
              <a:ext cx="338827" cy="2893951"/>
            </a:xfrm>
            <a:custGeom>
              <a:avLst/>
              <a:pathLst>
                <a:path w="338827" h="2893951">
                  <a:moveTo>
                    <a:pt x="0" y="0"/>
                  </a:moveTo>
                  <a:lnTo>
                    <a:pt x="338827" y="2893951"/>
                  </a:lnTo>
                </a:path>
              </a:pathLst>
            </a:custGeom>
            <a:ln w="1599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289212" y="1204919"/>
              <a:ext cx="640091" cy="275641"/>
            </a:xfrm>
            <a:custGeom>
              <a:avLst/>
              <a:pathLst>
                <a:path w="640091" h="275641">
                  <a:moveTo>
                    <a:pt x="640091" y="275641"/>
                  </a:moveTo>
                  <a:lnTo>
                    <a:pt x="0" y="0"/>
                  </a:lnTo>
                </a:path>
              </a:pathLst>
            </a:custGeom>
            <a:ln w="1802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140100" y="1703733"/>
              <a:ext cx="726134" cy="1991662"/>
            </a:xfrm>
            <a:custGeom>
              <a:avLst/>
              <a:pathLst>
                <a:path w="726134" h="1991662">
                  <a:moveTo>
                    <a:pt x="0" y="0"/>
                  </a:moveTo>
                  <a:lnTo>
                    <a:pt x="726134" y="1991662"/>
                  </a:lnTo>
                </a:path>
              </a:pathLst>
            </a:custGeom>
            <a:ln w="2133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3196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14171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1349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1801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1999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2326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1423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1322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269845" y="4439300"/>
              <a:ext cx="1341877" cy="997300"/>
            </a:xfrm>
            <a:custGeom>
              <a:avLst/>
              <a:pathLst>
                <a:path w="1341877" h="997300">
                  <a:moveTo>
                    <a:pt x="0" y="997300"/>
                  </a:moveTo>
                  <a:lnTo>
                    <a:pt x="1341877" y="0"/>
                  </a:lnTo>
                </a:path>
              </a:pathLst>
            </a:custGeom>
            <a:ln w="1772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2109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280508" y="4856174"/>
              <a:ext cx="1035205" cy="596665"/>
            </a:xfrm>
            <a:custGeom>
              <a:avLst/>
              <a:pathLst>
                <a:path w="1035205" h="596665">
                  <a:moveTo>
                    <a:pt x="0" y="596665"/>
                  </a:moveTo>
                  <a:lnTo>
                    <a:pt x="1035205" y="0"/>
                  </a:lnTo>
                </a:path>
              </a:pathLst>
            </a:custGeom>
            <a:ln w="2365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2774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0593" y="3170392"/>
              <a:ext cx="3185" cy="167167"/>
            </a:xfrm>
            <a:custGeom>
              <a:avLst/>
              <a:pathLst>
                <a:path w="3185" h="167167">
                  <a:moveTo>
                    <a:pt x="3185" y="0"/>
                  </a:moveTo>
                  <a:lnTo>
                    <a:pt x="0" y="30"/>
                  </a:lnTo>
                  <a:lnTo>
                    <a:pt x="318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0593" y="3170422"/>
              <a:ext cx="3185" cy="167137"/>
            </a:xfrm>
            <a:custGeom>
              <a:avLst/>
              <a:pathLst>
                <a:path w="3185" h="167137">
                  <a:moveTo>
                    <a:pt x="0" y="0"/>
                  </a:moveTo>
                  <a:lnTo>
                    <a:pt x="3185" y="16713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0593" y="3170422"/>
              <a:ext cx="3185" cy="167137"/>
            </a:xfrm>
            <a:custGeom>
              <a:avLst/>
              <a:pathLst>
                <a:path w="3185" h="167137">
                  <a:moveTo>
                    <a:pt x="0" y="0"/>
                  </a:moveTo>
                  <a:lnTo>
                    <a:pt x="3185" y="16713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0593" y="3170422"/>
              <a:ext cx="3185" cy="167137"/>
            </a:xfrm>
            <a:custGeom>
              <a:avLst/>
              <a:pathLst>
                <a:path w="3185" h="167137">
                  <a:moveTo>
                    <a:pt x="0" y="0"/>
                  </a:moveTo>
                  <a:lnTo>
                    <a:pt x="3185" y="16713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0593" y="3170422"/>
              <a:ext cx="3185" cy="167137"/>
            </a:xfrm>
            <a:custGeom>
              <a:avLst/>
              <a:pathLst>
                <a:path w="3185" h="167137">
                  <a:moveTo>
                    <a:pt x="0" y="0"/>
                  </a:moveTo>
                  <a:lnTo>
                    <a:pt x="3185" y="1671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0593" y="3170422"/>
              <a:ext cx="3185" cy="167137"/>
            </a:xfrm>
            <a:custGeom>
              <a:avLst/>
              <a:pathLst>
                <a:path w="3185" h="167137">
                  <a:moveTo>
                    <a:pt x="0" y="0"/>
                  </a:moveTo>
                  <a:lnTo>
                    <a:pt x="3185" y="1671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0593" y="3170422"/>
              <a:ext cx="3185" cy="167137"/>
            </a:xfrm>
            <a:custGeom>
              <a:avLst/>
              <a:pathLst>
                <a:path w="3185" h="167137">
                  <a:moveTo>
                    <a:pt x="0" y="0"/>
                  </a:moveTo>
                  <a:lnTo>
                    <a:pt x="3185" y="1671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0593" y="3170422"/>
              <a:ext cx="3185" cy="167137"/>
            </a:xfrm>
            <a:custGeom>
              <a:avLst/>
              <a:pathLst>
                <a:path w="3185" h="167137">
                  <a:moveTo>
                    <a:pt x="0" y="0"/>
                  </a:moveTo>
                  <a:lnTo>
                    <a:pt x="3185" y="1671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0593" y="3170422"/>
              <a:ext cx="3185" cy="167137"/>
            </a:xfrm>
            <a:custGeom>
              <a:avLst/>
              <a:pathLst>
                <a:path w="3185" h="167137">
                  <a:moveTo>
                    <a:pt x="0" y="0"/>
                  </a:moveTo>
                  <a:lnTo>
                    <a:pt x="3185" y="1671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0593" y="3170422"/>
              <a:ext cx="3185" cy="167137"/>
            </a:xfrm>
            <a:custGeom>
              <a:avLst/>
              <a:pathLst>
                <a:path w="3185" h="167137">
                  <a:moveTo>
                    <a:pt x="0" y="0"/>
                  </a:moveTo>
                  <a:lnTo>
                    <a:pt x="3185" y="1671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0593" y="3170422"/>
              <a:ext cx="3185" cy="167137"/>
            </a:xfrm>
            <a:custGeom>
              <a:avLst/>
              <a:pathLst>
                <a:path w="3185" h="167137">
                  <a:moveTo>
                    <a:pt x="0" y="0"/>
                  </a:moveTo>
                  <a:lnTo>
                    <a:pt x="3185" y="1671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0593" y="3170422"/>
              <a:ext cx="3185" cy="167137"/>
            </a:xfrm>
            <a:custGeom>
              <a:avLst/>
              <a:pathLst>
                <a:path w="3185" h="167137">
                  <a:moveTo>
                    <a:pt x="0" y="0"/>
                  </a:moveTo>
                  <a:lnTo>
                    <a:pt x="3185" y="1671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0593" y="3170422"/>
              <a:ext cx="3185" cy="167137"/>
            </a:xfrm>
            <a:custGeom>
              <a:avLst/>
              <a:pathLst>
                <a:path w="3185" h="167137">
                  <a:moveTo>
                    <a:pt x="0" y="0"/>
                  </a:moveTo>
                  <a:lnTo>
                    <a:pt x="3185" y="1671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0593" y="3170422"/>
              <a:ext cx="3185" cy="167137"/>
            </a:xfrm>
            <a:custGeom>
              <a:avLst/>
              <a:pathLst>
                <a:path w="3185" h="167137">
                  <a:moveTo>
                    <a:pt x="0" y="0"/>
                  </a:moveTo>
                  <a:lnTo>
                    <a:pt x="3185" y="167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0593" y="3170422"/>
              <a:ext cx="3185" cy="167137"/>
            </a:xfrm>
            <a:custGeom>
              <a:avLst/>
              <a:pathLst>
                <a:path w="3185" h="167137">
                  <a:moveTo>
                    <a:pt x="0" y="0"/>
                  </a:moveTo>
                  <a:lnTo>
                    <a:pt x="3185" y="167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0593" y="3170422"/>
              <a:ext cx="3185" cy="167137"/>
            </a:xfrm>
            <a:custGeom>
              <a:avLst/>
              <a:pathLst>
                <a:path w="3185" h="167137">
                  <a:moveTo>
                    <a:pt x="0" y="0"/>
                  </a:moveTo>
                  <a:lnTo>
                    <a:pt x="3185" y="167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0593" y="3170422"/>
              <a:ext cx="3185" cy="167137"/>
            </a:xfrm>
            <a:custGeom>
              <a:avLst/>
              <a:pathLst>
                <a:path w="3185" h="167137">
                  <a:moveTo>
                    <a:pt x="0" y="0"/>
                  </a:moveTo>
                  <a:lnTo>
                    <a:pt x="3185" y="167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0593" y="3170422"/>
              <a:ext cx="3185" cy="167137"/>
            </a:xfrm>
            <a:custGeom>
              <a:avLst/>
              <a:pathLst>
                <a:path w="3185" h="167137">
                  <a:moveTo>
                    <a:pt x="0" y="0"/>
                  </a:moveTo>
                  <a:lnTo>
                    <a:pt x="3185" y="1671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0593" y="3170422"/>
              <a:ext cx="3185" cy="167137"/>
            </a:xfrm>
            <a:custGeom>
              <a:avLst/>
              <a:pathLst>
                <a:path w="3185" h="167137">
                  <a:moveTo>
                    <a:pt x="0" y="0"/>
                  </a:moveTo>
                  <a:lnTo>
                    <a:pt x="3185" y="1671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0593" y="3170422"/>
              <a:ext cx="3185" cy="167137"/>
            </a:xfrm>
            <a:custGeom>
              <a:avLst/>
              <a:pathLst>
                <a:path w="3185" h="167137">
                  <a:moveTo>
                    <a:pt x="0" y="0"/>
                  </a:moveTo>
                  <a:lnTo>
                    <a:pt x="3185" y="1671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0593" y="3170422"/>
              <a:ext cx="3185" cy="167137"/>
            </a:xfrm>
            <a:custGeom>
              <a:avLst/>
              <a:pathLst>
                <a:path w="3185" h="167137">
                  <a:moveTo>
                    <a:pt x="0" y="0"/>
                  </a:moveTo>
                  <a:lnTo>
                    <a:pt x="3185" y="1671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0593" y="3170422"/>
              <a:ext cx="3185" cy="167137"/>
            </a:xfrm>
            <a:custGeom>
              <a:avLst/>
              <a:pathLst>
                <a:path w="3185" h="167137">
                  <a:moveTo>
                    <a:pt x="0" y="0"/>
                  </a:moveTo>
                  <a:lnTo>
                    <a:pt x="3185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0593" y="3170422"/>
              <a:ext cx="3185" cy="167137"/>
            </a:xfrm>
            <a:custGeom>
              <a:avLst/>
              <a:pathLst>
                <a:path w="3185" h="167137">
                  <a:moveTo>
                    <a:pt x="0" y="0"/>
                  </a:moveTo>
                  <a:lnTo>
                    <a:pt x="3185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0593" y="3170422"/>
              <a:ext cx="3185" cy="167137"/>
            </a:xfrm>
            <a:custGeom>
              <a:avLst/>
              <a:pathLst>
                <a:path w="3185" h="167137">
                  <a:moveTo>
                    <a:pt x="0" y="0"/>
                  </a:moveTo>
                  <a:lnTo>
                    <a:pt x="3185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0593" y="3170422"/>
              <a:ext cx="3185" cy="167137"/>
            </a:xfrm>
            <a:custGeom>
              <a:avLst/>
              <a:pathLst>
                <a:path w="3185" h="167137">
                  <a:moveTo>
                    <a:pt x="0" y="0"/>
                  </a:moveTo>
                  <a:lnTo>
                    <a:pt x="3185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0593" y="3170422"/>
              <a:ext cx="3185" cy="167137"/>
            </a:xfrm>
            <a:custGeom>
              <a:avLst/>
              <a:pathLst>
                <a:path w="3185" h="167137">
                  <a:moveTo>
                    <a:pt x="0" y="0"/>
                  </a:moveTo>
                  <a:lnTo>
                    <a:pt x="3185" y="1671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0593" y="3170422"/>
              <a:ext cx="3185" cy="167137"/>
            </a:xfrm>
            <a:custGeom>
              <a:avLst/>
              <a:pathLst>
                <a:path w="3185" h="167137">
                  <a:moveTo>
                    <a:pt x="0" y="0"/>
                  </a:moveTo>
                  <a:lnTo>
                    <a:pt x="3185" y="1671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16612" y="3170418"/>
              <a:ext cx="334334" cy="334290"/>
            </a:xfrm>
            <a:custGeom>
              <a:avLst/>
              <a:pathLst>
                <a:path w="334334" h="334290">
                  <a:moveTo>
                    <a:pt x="163981" y="4"/>
                  </a:moveTo>
                  <a:lnTo>
                    <a:pt x="158684" y="189"/>
                  </a:lnTo>
                  <a:lnTo>
                    <a:pt x="153395" y="542"/>
                  </a:lnTo>
                  <a:lnTo>
                    <a:pt x="148120" y="1062"/>
                  </a:lnTo>
                  <a:lnTo>
                    <a:pt x="142865" y="1750"/>
                  </a:lnTo>
                  <a:lnTo>
                    <a:pt x="137633" y="2603"/>
                  </a:lnTo>
                  <a:lnTo>
                    <a:pt x="132432" y="3622"/>
                  </a:lnTo>
                  <a:lnTo>
                    <a:pt x="127265" y="4806"/>
                  </a:lnTo>
                  <a:lnTo>
                    <a:pt x="122138" y="6152"/>
                  </a:lnTo>
                  <a:lnTo>
                    <a:pt x="117057" y="7661"/>
                  </a:lnTo>
                  <a:lnTo>
                    <a:pt x="112026" y="9330"/>
                  </a:lnTo>
                  <a:lnTo>
                    <a:pt x="107051" y="11157"/>
                  </a:lnTo>
                  <a:lnTo>
                    <a:pt x="102136" y="13142"/>
                  </a:lnTo>
                  <a:lnTo>
                    <a:pt x="97286" y="15281"/>
                  </a:lnTo>
                  <a:lnTo>
                    <a:pt x="92507" y="17572"/>
                  </a:lnTo>
                  <a:lnTo>
                    <a:pt x="87802" y="20015"/>
                  </a:lnTo>
                  <a:lnTo>
                    <a:pt x="83178" y="22605"/>
                  </a:lnTo>
                  <a:lnTo>
                    <a:pt x="78638" y="25340"/>
                  </a:lnTo>
                  <a:lnTo>
                    <a:pt x="74187" y="28218"/>
                  </a:lnTo>
                  <a:lnTo>
                    <a:pt x="69829" y="31236"/>
                  </a:lnTo>
                  <a:lnTo>
                    <a:pt x="65569" y="34390"/>
                  </a:lnTo>
                  <a:lnTo>
                    <a:pt x="61412" y="37678"/>
                  </a:lnTo>
                  <a:lnTo>
                    <a:pt x="57360" y="41095"/>
                  </a:lnTo>
                  <a:lnTo>
                    <a:pt x="53420" y="44640"/>
                  </a:lnTo>
                  <a:lnTo>
                    <a:pt x="49593" y="48308"/>
                  </a:lnTo>
                  <a:lnTo>
                    <a:pt x="45885" y="52095"/>
                  </a:lnTo>
                  <a:lnTo>
                    <a:pt x="42298" y="55998"/>
                  </a:lnTo>
                  <a:lnTo>
                    <a:pt x="38837" y="60013"/>
                  </a:lnTo>
                  <a:lnTo>
                    <a:pt x="35506" y="64135"/>
                  </a:lnTo>
                  <a:lnTo>
                    <a:pt x="32306" y="68361"/>
                  </a:lnTo>
                  <a:lnTo>
                    <a:pt x="29242" y="72686"/>
                  </a:lnTo>
                  <a:lnTo>
                    <a:pt x="26317" y="77106"/>
                  </a:lnTo>
                  <a:lnTo>
                    <a:pt x="23533" y="81617"/>
                  </a:lnTo>
                  <a:lnTo>
                    <a:pt x="20894" y="86213"/>
                  </a:lnTo>
                  <a:lnTo>
                    <a:pt x="18402" y="90892"/>
                  </a:lnTo>
                  <a:lnTo>
                    <a:pt x="16059" y="95646"/>
                  </a:lnTo>
                  <a:lnTo>
                    <a:pt x="13869" y="100473"/>
                  </a:lnTo>
                  <a:lnTo>
                    <a:pt x="11832" y="105366"/>
                  </a:lnTo>
                  <a:lnTo>
                    <a:pt x="9952" y="110322"/>
                  </a:lnTo>
                  <a:lnTo>
                    <a:pt x="8229" y="115335"/>
                  </a:lnTo>
                  <a:lnTo>
                    <a:pt x="6667" y="120400"/>
                  </a:lnTo>
                  <a:lnTo>
                    <a:pt x="5266" y="125512"/>
                  </a:lnTo>
                  <a:lnTo>
                    <a:pt x="4027" y="130665"/>
                  </a:lnTo>
                  <a:lnTo>
                    <a:pt x="2953" y="135856"/>
                  </a:lnTo>
                  <a:lnTo>
                    <a:pt x="2044" y="141078"/>
                  </a:lnTo>
                  <a:lnTo>
                    <a:pt x="1300" y="146326"/>
                  </a:lnTo>
                  <a:lnTo>
                    <a:pt x="724" y="151595"/>
                  </a:lnTo>
                  <a:lnTo>
                    <a:pt x="314" y="156879"/>
                  </a:lnTo>
                  <a:lnTo>
                    <a:pt x="73" y="162174"/>
                  </a:lnTo>
                  <a:lnTo>
                    <a:pt x="0" y="167474"/>
                  </a:lnTo>
                  <a:lnTo>
                    <a:pt x="94" y="172774"/>
                  </a:lnTo>
                  <a:lnTo>
                    <a:pt x="357" y="178068"/>
                  </a:lnTo>
                  <a:lnTo>
                    <a:pt x="787" y="183351"/>
                  </a:lnTo>
                  <a:lnTo>
                    <a:pt x="1384" y="188618"/>
                  </a:lnTo>
                  <a:lnTo>
                    <a:pt x="2149" y="193863"/>
                  </a:lnTo>
                  <a:lnTo>
                    <a:pt x="3079" y="199081"/>
                  </a:lnTo>
                  <a:lnTo>
                    <a:pt x="4174" y="204267"/>
                  </a:lnTo>
                  <a:lnTo>
                    <a:pt x="5433" y="209416"/>
                  </a:lnTo>
                  <a:lnTo>
                    <a:pt x="6854" y="214522"/>
                  </a:lnTo>
                  <a:lnTo>
                    <a:pt x="8437" y="219581"/>
                  </a:lnTo>
                  <a:lnTo>
                    <a:pt x="10179" y="224587"/>
                  </a:lnTo>
                  <a:lnTo>
                    <a:pt x="12079" y="229535"/>
                  </a:lnTo>
                  <a:lnTo>
                    <a:pt x="14135" y="234420"/>
                  </a:lnTo>
                  <a:lnTo>
                    <a:pt x="16345" y="239238"/>
                  </a:lnTo>
                  <a:lnTo>
                    <a:pt x="18707" y="243983"/>
                  </a:lnTo>
                  <a:lnTo>
                    <a:pt x="21218" y="248651"/>
                  </a:lnTo>
                  <a:lnTo>
                    <a:pt x="23875" y="253237"/>
                  </a:lnTo>
                  <a:lnTo>
                    <a:pt x="26677" y="257737"/>
                  </a:lnTo>
                  <a:lnTo>
                    <a:pt x="29620" y="262145"/>
                  </a:lnTo>
                  <a:lnTo>
                    <a:pt x="32701" y="266458"/>
                  </a:lnTo>
                  <a:lnTo>
                    <a:pt x="35917" y="270672"/>
                  </a:lnTo>
                  <a:lnTo>
                    <a:pt x="39265" y="274781"/>
                  </a:lnTo>
                  <a:lnTo>
                    <a:pt x="42742" y="278781"/>
                  </a:lnTo>
                  <a:lnTo>
                    <a:pt x="46344" y="282670"/>
                  </a:lnTo>
                  <a:lnTo>
                    <a:pt x="50067" y="286442"/>
                  </a:lnTo>
                  <a:lnTo>
                    <a:pt x="53909" y="290095"/>
                  </a:lnTo>
                  <a:lnTo>
                    <a:pt x="57863" y="293624"/>
                  </a:lnTo>
                  <a:lnTo>
                    <a:pt x="61928" y="297025"/>
                  </a:lnTo>
                  <a:lnTo>
                    <a:pt x="66099" y="300297"/>
                  </a:lnTo>
                  <a:lnTo>
                    <a:pt x="70371" y="303434"/>
                  </a:lnTo>
                  <a:lnTo>
                    <a:pt x="74741" y="306434"/>
                  </a:lnTo>
                  <a:lnTo>
                    <a:pt x="79203" y="309294"/>
                  </a:lnTo>
                  <a:lnTo>
                    <a:pt x="83754" y="312011"/>
                  </a:lnTo>
                  <a:lnTo>
                    <a:pt x="88389" y="314583"/>
                  </a:lnTo>
                  <a:lnTo>
                    <a:pt x="93103" y="317007"/>
                  </a:lnTo>
                  <a:lnTo>
                    <a:pt x="97892" y="319279"/>
                  </a:lnTo>
                  <a:lnTo>
                    <a:pt x="102750" y="321399"/>
                  </a:lnTo>
                  <a:lnTo>
                    <a:pt x="107673" y="323364"/>
                  </a:lnTo>
                  <a:lnTo>
                    <a:pt x="112655" y="325171"/>
                  </a:lnTo>
                  <a:lnTo>
                    <a:pt x="117693" y="326820"/>
                  </a:lnTo>
                  <a:lnTo>
                    <a:pt x="122780" y="328308"/>
                  </a:lnTo>
                  <a:lnTo>
                    <a:pt x="127912" y="329635"/>
                  </a:lnTo>
                  <a:lnTo>
                    <a:pt x="133083" y="330797"/>
                  </a:lnTo>
                  <a:lnTo>
                    <a:pt x="138289" y="331796"/>
                  </a:lnTo>
                  <a:lnTo>
                    <a:pt x="143524" y="332628"/>
                  </a:lnTo>
                  <a:lnTo>
                    <a:pt x="148782" y="333295"/>
                  </a:lnTo>
                  <a:lnTo>
                    <a:pt x="154059" y="333794"/>
                  </a:lnTo>
                  <a:lnTo>
                    <a:pt x="159349" y="334126"/>
                  </a:lnTo>
                  <a:lnTo>
                    <a:pt x="164647" y="334290"/>
                  </a:lnTo>
                  <a:lnTo>
                    <a:pt x="169947" y="334286"/>
                  </a:lnTo>
                  <a:lnTo>
                    <a:pt x="175245" y="334113"/>
                  </a:lnTo>
                  <a:lnTo>
                    <a:pt x="180535" y="333773"/>
                  </a:lnTo>
                  <a:lnTo>
                    <a:pt x="185811" y="333266"/>
                  </a:lnTo>
                  <a:lnTo>
                    <a:pt x="191068" y="332591"/>
                  </a:lnTo>
                  <a:lnTo>
                    <a:pt x="196301" y="331750"/>
                  </a:lnTo>
                  <a:lnTo>
                    <a:pt x="201505" y="330744"/>
                  </a:lnTo>
                  <a:lnTo>
                    <a:pt x="206675" y="329573"/>
                  </a:lnTo>
                  <a:lnTo>
                    <a:pt x="211805" y="328239"/>
                  </a:lnTo>
                  <a:lnTo>
                    <a:pt x="216890" y="326743"/>
                  </a:lnTo>
                  <a:lnTo>
                    <a:pt x="221924" y="325086"/>
                  </a:lnTo>
                  <a:lnTo>
                    <a:pt x="226904" y="323271"/>
                  </a:lnTo>
                  <a:lnTo>
                    <a:pt x="231824" y="321298"/>
                  </a:lnTo>
                  <a:lnTo>
                    <a:pt x="236679" y="319171"/>
                  </a:lnTo>
                  <a:lnTo>
                    <a:pt x="241464" y="316891"/>
                  </a:lnTo>
                  <a:lnTo>
                    <a:pt x="246174" y="314460"/>
                  </a:lnTo>
                  <a:lnTo>
                    <a:pt x="250805" y="311881"/>
                  </a:lnTo>
                  <a:lnTo>
                    <a:pt x="255352" y="309157"/>
                  </a:lnTo>
                  <a:lnTo>
                    <a:pt x="259810" y="306290"/>
                  </a:lnTo>
                  <a:lnTo>
                    <a:pt x="264175" y="303283"/>
                  </a:lnTo>
                  <a:lnTo>
                    <a:pt x="268442" y="300139"/>
                  </a:lnTo>
                  <a:lnTo>
                    <a:pt x="272608" y="296861"/>
                  </a:lnTo>
                  <a:lnTo>
                    <a:pt x="276667" y="293453"/>
                  </a:lnTo>
                  <a:lnTo>
                    <a:pt x="280617" y="289918"/>
                  </a:lnTo>
                  <a:lnTo>
                    <a:pt x="284452" y="286259"/>
                  </a:lnTo>
                  <a:lnTo>
                    <a:pt x="288169" y="282481"/>
                  </a:lnTo>
                  <a:lnTo>
                    <a:pt x="291765" y="278587"/>
                  </a:lnTo>
                  <a:lnTo>
                    <a:pt x="295236" y="274581"/>
                  </a:lnTo>
                  <a:lnTo>
                    <a:pt x="298578" y="270466"/>
                  </a:lnTo>
                  <a:lnTo>
                    <a:pt x="301787" y="266248"/>
                  </a:lnTo>
                  <a:lnTo>
                    <a:pt x="304862" y="261931"/>
                  </a:lnTo>
                  <a:lnTo>
                    <a:pt x="307798" y="257518"/>
                  </a:lnTo>
                  <a:lnTo>
                    <a:pt x="310592" y="253014"/>
                  </a:lnTo>
                  <a:lnTo>
                    <a:pt x="313243" y="248423"/>
                  </a:lnTo>
                  <a:lnTo>
                    <a:pt x="315746" y="243751"/>
                  </a:lnTo>
                  <a:lnTo>
                    <a:pt x="318100" y="239002"/>
                  </a:lnTo>
                  <a:lnTo>
                    <a:pt x="320303" y="234181"/>
                  </a:lnTo>
                  <a:lnTo>
                    <a:pt x="322351" y="229292"/>
                  </a:lnTo>
                  <a:lnTo>
                    <a:pt x="324243" y="224341"/>
                  </a:lnTo>
                  <a:lnTo>
                    <a:pt x="325978" y="219333"/>
                  </a:lnTo>
                  <a:lnTo>
                    <a:pt x="327553" y="214272"/>
                  </a:lnTo>
                  <a:lnTo>
                    <a:pt x="328966" y="209163"/>
                  </a:lnTo>
                  <a:lnTo>
                    <a:pt x="330217" y="204012"/>
                  </a:lnTo>
                  <a:lnTo>
                    <a:pt x="331304" y="198825"/>
                  </a:lnTo>
                  <a:lnTo>
                    <a:pt x="332226" y="193605"/>
                  </a:lnTo>
                  <a:lnTo>
                    <a:pt x="332982" y="188359"/>
                  </a:lnTo>
                  <a:lnTo>
                    <a:pt x="333571" y="183091"/>
                  </a:lnTo>
                  <a:lnTo>
                    <a:pt x="333993" y="177807"/>
                  </a:lnTo>
                  <a:lnTo>
                    <a:pt x="334248" y="172513"/>
                  </a:lnTo>
                  <a:lnTo>
                    <a:pt x="334334" y="167213"/>
                  </a:lnTo>
                  <a:lnTo>
                    <a:pt x="334252" y="161914"/>
                  </a:lnTo>
                  <a:lnTo>
                    <a:pt x="334003" y="156619"/>
                  </a:lnTo>
                  <a:lnTo>
                    <a:pt x="333585" y="151335"/>
                  </a:lnTo>
                  <a:lnTo>
                    <a:pt x="333000" y="146067"/>
                  </a:lnTo>
                  <a:lnTo>
                    <a:pt x="332249" y="140820"/>
                  </a:lnTo>
                  <a:lnTo>
                    <a:pt x="331331" y="135600"/>
                  </a:lnTo>
                  <a:lnTo>
                    <a:pt x="330249" y="130411"/>
                  </a:lnTo>
                  <a:lnTo>
                    <a:pt x="329002" y="125259"/>
                  </a:lnTo>
                  <a:lnTo>
                    <a:pt x="327593" y="120149"/>
                  </a:lnTo>
                  <a:lnTo>
                    <a:pt x="326023" y="115087"/>
                  </a:lnTo>
                  <a:lnTo>
                    <a:pt x="324293" y="110077"/>
                  </a:lnTo>
                  <a:lnTo>
                    <a:pt x="322404" y="105124"/>
                  </a:lnTo>
                  <a:lnTo>
                    <a:pt x="320360" y="100234"/>
                  </a:lnTo>
                  <a:lnTo>
                    <a:pt x="318162" y="95410"/>
                  </a:lnTo>
                  <a:lnTo>
                    <a:pt x="315812" y="90659"/>
                  </a:lnTo>
                  <a:lnTo>
                    <a:pt x="313313" y="85985"/>
                  </a:lnTo>
                  <a:lnTo>
                    <a:pt x="310666" y="81393"/>
                  </a:lnTo>
                  <a:lnTo>
                    <a:pt x="307875" y="76886"/>
                  </a:lnTo>
                  <a:lnTo>
                    <a:pt x="304943" y="72471"/>
                  </a:lnTo>
                  <a:lnTo>
                    <a:pt x="301873" y="68150"/>
                  </a:lnTo>
                  <a:lnTo>
                    <a:pt x="298667" y="63929"/>
                  </a:lnTo>
                  <a:lnTo>
                    <a:pt x="295328" y="59812"/>
                  </a:lnTo>
                  <a:lnTo>
                    <a:pt x="291861" y="55803"/>
                  </a:lnTo>
                  <a:lnTo>
                    <a:pt x="288269" y="51906"/>
                  </a:lnTo>
                  <a:lnTo>
                    <a:pt x="284555" y="48124"/>
                  </a:lnTo>
                  <a:lnTo>
                    <a:pt x="280722" y="44463"/>
                  </a:lnTo>
                  <a:lnTo>
                    <a:pt x="276776" y="40924"/>
                  </a:lnTo>
                  <a:lnTo>
                    <a:pt x="272719" y="37513"/>
                  </a:lnTo>
                  <a:lnTo>
                    <a:pt x="268556" y="34231"/>
                  </a:lnTo>
                  <a:lnTo>
                    <a:pt x="264292" y="31084"/>
                  </a:lnTo>
                  <a:lnTo>
                    <a:pt x="259929" y="28073"/>
                  </a:lnTo>
                  <a:lnTo>
                    <a:pt x="255474" y="25202"/>
                  </a:lnTo>
                  <a:lnTo>
                    <a:pt x="250930" y="22474"/>
                  </a:lnTo>
                  <a:lnTo>
                    <a:pt x="246301" y="19891"/>
                  </a:lnTo>
                  <a:lnTo>
                    <a:pt x="241593" y="17456"/>
                  </a:lnTo>
                  <a:lnTo>
                    <a:pt x="236810" y="15172"/>
                  </a:lnTo>
                  <a:lnTo>
                    <a:pt x="231957" y="13040"/>
                  </a:lnTo>
                  <a:lnTo>
                    <a:pt x="227039" y="11064"/>
                  </a:lnTo>
                  <a:lnTo>
                    <a:pt x="222060" y="9244"/>
                  </a:lnTo>
                  <a:lnTo>
                    <a:pt x="217027" y="7583"/>
                  </a:lnTo>
                  <a:lnTo>
                    <a:pt x="211943" y="6082"/>
                  </a:lnTo>
                  <a:lnTo>
                    <a:pt x="206815" y="4744"/>
                  </a:lnTo>
                  <a:lnTo>
                    <a:pt x="201646" y="3568"/>
                  </a:lnTo>
                  <a:lnTo>
                    <a:pt x="196443" y="2558"/>
                  </a:lnTo>
                  <a:lnTo>
                    <a:pt x="191210" y="1712"/>
                  </a:lnTo>
                  <a:lnTo>
                    <a:pt x="185954" y="1033"/>
                  </a:lnTo>
                  <a:lnTo>
                    <a:pt x="180678" y="521"/>
                  </a:lnTo>
                  <a:lnTo>
                    <a:pt x="175389" y="176"/>
                  </a:lnTo>
                  <a:lnTo>
                    <a:pt x="170091" y="0"/>
                  </a:lnTo>
                  <a:lnTo>
                    <a:pt x="167167" y="1671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3779" y="3170392"/>
              <a:ext cx="2924" cy="167167"/>
            </a:xfrm>
            <a:custGeom>
              <a:avLst/>
              <a:pathLst>
                <a:path w="2924" h="167167">
                  <a:moveTo>
                    <a:pt x="2924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3182" y="2655501"/>
              <a:ext cx="30312" cy="167167"/>
            </a:xfrm>
            <a:custGeom>
              <a:avLst/>
              <a:pathLst>
                <a:path w="30312" h="167167">
                  <a:moveTo>
                    <a:pt x="30312" y="0"/>
                  </a:moveTo>
                  <a:lnTo>
                    <a:pt x="22694" y="173"/>
                  </a:lnTo>
                  <a:lnTo>
                    <a:pt x="15093" y="694"/>
                  </a:lnTo>
                  <a:lnTo>
                    <a:pt x="7522" y="1560"/>
                  </a:lnTo>
                  <a:lnTo>
                    <a:pt x="0" y="2771"/>
                  </a:lnTo>
                  <a:lnTo>
                    <a:pt x="3031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3182" y="2658273"/>
              <a:ext cx="30312" cy="164396"/>
            </a:xfrm>
            <a:custGeom>
              <a:avLst/>
              <a:pathLst>
                <a:path w="30312" h="164396">
                  <a:moveTo>
                    <a:pt x="0" y="0"/>
                  </a:moveTo>
                  <a:lnTo>
                    <a:pt x="30312" y="16439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3182" y="2658273"/>
              <a:ext cx="30312" cy="164396"/>
            </a:xfrm>
            <a:custGeom>
              <a:avLst/>
              <a:pathLst>
                <a:path w="30312" h="164396">
                  <a:moveTo>
                    <a:pt x="0" y="0"/>
                  </a:moveTo>
                  <a:lnTo>
                    <a:pt x="30312" y="16439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3182" y="2658273"/>
              <a:ext cx="30312" cy="164396"/>
            </a:xfrm>
            <a:custGeom>
              <a:avLst/>
              <a:pathLst>
                <a:path w="30312" h="164396">
                  <a:moveTo>
                    <a:pt x="0" y="0"/>
                  </a:moveTo>
                  <a:lnTo>
                    <a:pt x="30312" y="1643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3182" y="2658273"/>
              <a:ext cx="30312" cy="164396"/>
            </a:xfrm>
            <a:custGeom>
              <a:avLst/>
              <a:pathLst>
                <a:path w="30312" h="164396">
                  <a:moveTo>
                    <a:pt x="0" y="0"/>
                  </a:moveTo>
                  <a:lnTo>
                    <a:pt x="30312" y="1643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3182" y="2658273"/>
              <a:ext cx="30312" cy="164396"/>
            </a:xfrm>
            <a:custGeom>
              <a:avLst/>
              <a:pathLst>
                <a:path w="30312" h="164396">
                  <a:moveTo>
                    <a:pt x="0" y="0"/>
                  </a:moveTo>
                  <a:lnTo>
                    <a:pt x="30312" y="1643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3182" y="2658273"/>
              <a:ext cx="30312" cy="164396"/>
            </a:xfrm>
            <a:custGeom>
              <a:avLst/>
              <a:pathLst>
                <a:path w="30312" h="164396">
                  <a:moveTo>
                    <a:pt x="0" y="0"/>
                  </a:moveTo>
                  <a:lnTo>
                    <a:pt x="30312" y="1643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3182" y="2658273"/>
              <a:ext cx="30312" cy="164396"/>
            </a:xfrm>
            <a:custGeom>
              <a:avLst/>
              <a:pathLst>
                <a:path w="30312" h="164396">
                  <a:moveTo>
                    <a:pt x="0" y="0"/>
                  </a:moveTo>
                  <a:lnTo>
                    <a:pt x="30312" y="1643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3182" y="2658273"/>
              <a:ext cx="30312" cy="164396"/>
            </a:xfrm>
            <a:custGeom>
              <a:avLst/>
              <a:pathLst>
                <a:path w="30312" h="164396">
                  <a:moveTo>
                    <a:pt x="0" y="0"/>
                  </a:moveTo>
                  <a:lnTo>
                    <a:pt x="30312" y="1643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3182" y="2658273"/>
              <a:ext cx="30312" cy="164396"/>
            </a:xfrm>
            <a:custGeom>
              <a:avLst/>
              <a:pathLst>
                <a:path w="30312" h="164396">
                  <a:moveTo>
                    <a:pt x="0" y="0"/>
                  </a:moveTo>
                  <a:lnTo>
                    <a:pt x="30312" y="1643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3182" y="2658273"/>
              <a:ext cx="30312" cy="164396"/>
            </a:xfrm>
            <a:custGeom>
              <a:avLst/>
              <a:pathLst>
                <a:path w="30312" h="164396">
                  <a:moveTo>
                    <a:pt x="0" y="0"/>
                  </a:moveTo>
                  <a:lnTo>
                    <a:pt x="30312" y="1643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3182" y="2658273"/>
              <a:ext cx="30312" cy="164396"/>
            </a:xfrm>
            <a:custGeom>
              <a:avLst/>
              <a:pathLst>
                <a:path w="30312" h="164396">
                  <a:moveTo>
                    <a:pt x="0" y="0"/>
                  </a:moveTo>
                  <a:lnTo>
                    <a:pt x="30312" y="1643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3182" y="2658273"/>
              <a:ext cx="30312" cy="164396"/>
            </a:xfrm>
            <a:custGeom>
              <a:avLst/>
              <a:pathLst>
                <a:path w="30312" h="164396">
                  <a:moveTo>
                    <a:pt x="0" y="0"/>
                  </a:moveTo>
                  <a:lnTo>
                    <a:pt x="30312" y="1643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3182" y="2658273"/>
              <a:ext cx="30312" cy="164396"/>
            </a:xfrm>
            <a:custGeom>
              <a:avLst/>
              <a:pathLst>
                <a:path w="30312" h="164396">
                  <a:moveTo>
                    <a:pt x="0" y="0"/>
                  </a:moveTo>
                  <a:lnTo>
                    <a:pt x="30312" y="1643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3182" y="2658273"/>
              <a:ext cx="30312" cy="164396"/>
            </a:xfrm>
            <a:custGeom>
              <a:avLst/>
              <a:pathLst>
                <a:path w="30312" h="164396">
                  <a:moveTo>
                    <a:pt x="0" y="0"/>
                  </a:moveTo>
                  <a:lnTo>
                    <a:pt x="30312" y="1643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3182" y="2658273"/>
              <a:ext cx="30312" cy="164396"/>
            </a:xfrm>
            <a:custGeom>
              <a:avLst/>
              <a:pathLst>
                <a:path w="30312" h="164396">
                  <a:moveTo>
                    <a:pt x="0" y="0"/>
                  </a:moveTo>
                  <a:lnTo>
                    <a:pt x="30312" y="1643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3182" y="2658273"/>
              <a:ext cx="30312" cy="164396"/>
            </a:xfrm>
            <a:custGeom>
              <a:avLst/>
              <a:pathLst>
                <a:path w="30312" h="164396">
                  <a:moveTo>
                    <a:pt x="0" y="0"/>
                  </a:moveTo>
                  <a:lnTo>
                    <a:pt x="30312" y="1643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3182" y="2658273"/>
              <a:ext cx="30312" cy="164396"/>
            </a:xfrm>
            <a:custGeom>
              <a:avLst/>
              <a:pathLst>
                <a:path w="30312" h="164396">
                  <a:moveTo>
                    <a:pt x="0" y="0"/>
                  </a:moveTo>
                  <a:lnTo>
                    <a:pt x="30312" y="1643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93182" y="2658273"/>
              <a:ext cx="30312" cy="164396"/>
            </a:xfrm>
            <a:custGeom>
              <a:avLst/>
              <a:pathLst>
                <a:path w="30312" h="164396">
                  <a:moveTo>
                    <a:pt x="0" y="0"/>
                  </a:moveTo>
                  <a:lnTo>
                    <a:pt x="30312" y="1643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93182" y="2658273"/>
              <a:ext cx="30312" cy="164396"/>
            </a:xfrm>
            <a:custGeom>
              <a:avLst/>
              <a:pathLst>
                <a:path w="30312" h="164396">
                  <a:moveTo>
                    <a:pt x="0" y="0"/>
                  </a:moveTo>
                  <a:lnTo>
                    <a:pt x="30312" y="1643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93182" y="2658273"/>
              <a:ext cx="30312" cy="164396"/>
            </a:xfrm>
            <a:custGeom>
              <a:avLst/>
              <a:pathLst>
                <a:path w="30312" h="164396">
                  <a:moveTo>
                    <a:pt x="0" y="0"/>
                  </a:moveTo>
                  <a:lnTo>
                    <a:pt x="30312" y="1643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93182" y="2658273"/>
              <a:ext cx="30312" cy="164396"/>
            </a:xfrm>
            <a:custGeom>
              <a:avLst/>
              <a:pathLst>
                <a:path w="30312" h="164396">
                  <a:moveTo>
                    <a:pt x="0" y="0"/>
                  </a:moveTo>
                  <a:lnTo>
                    <a:pt x="30312" y="1643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93182" y="2658273"/>
              <a:ext cx="30312" cy="164396"/>
            </a:xfrm>
            <a:custGeom>
              <a:avLst/>
              <a:pathLst>
                <a:path w="30312" h="164396">
                  <a:moveTo>
                    <a:pt x="0" y="0"/>
                  </a:moveTo>
                  <a:lnTo>
                    <a:pt x="30312" y="1643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93182" y="2658273"/>
              <a:ext cx="30312" cy="164396"/>
            </a:xfrm>
            <a:custGeom>
              <a:avLst/>
              <a:pathLst>
                <a:path w="30312" h="164396">
                  <a:moveTo>
                    <a:pt x="0" y="0"/>
                  </a:moveTo>
                  <a:lnTo>
                    <a:pt x="30312" y="1643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93182" y="2658273"/>
              <a:ext cx="30312" cy="164396"/>
            </a:xfrm>
            <a:custGeom>
              <a:avLst/>
              <a:pathLst>
                <a:path w="30312" h="164396">
                  <a:moveTo>
                    <a:pt x="0" y="0"/>
                  </a:moveTo>
                  <a:lnTo>
                    <a:pt x="30312" y="1643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893182" y="2658273"/>
              <a:ext cx="30312" cy="164396"/>
            </a:xfrm>
            <a:custGeom>
              <a:avLst/>
              <a:pathLst>
                <a:path w="30312" h="164396">
                  <a:moveTo>
                    <a:pt x="0" y="0"/>
                  </a:moveTo>
                  <a:lnTo>
                    <a:pt x="30312" y="1643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56330" y="2658273"/>
              <a:ext cx="334331" cy="331551"/>
            </a:xfrm>
            <a:custGeom>
              <a:avLst/>
              <a:pathLst>
                <a:path w="334331" h="331551">
                  <a:moveTo>
                    <a:pt x="136852" y="0"/>
                  </a:moveTo>
                  <a:lnTo>
                    <a:pt x="131658" y="1042"/>
                  </a:lnTo>
                  <a:lnTo>
                    <a:pt x="126501" y="2249"/>
                  </a:lnTo>
                  <a:lnTo>
                    <a:pt x="121384" y="3619"/>
                  </a:lnTo>
                  <a:lnTo>
                    <a:pt x="116313" y="5150"/>
                  </a:lnTo>
                  <a:lnTo>
                    <a:pt x="111293" y="6841"/>
                  </a:lnTo>
                  <a:lnTo>
                    <a:pt x="106329" y="8691"/>
                  </a:lnTo>
                  <a:lnTo>
                    <a:pt x="101427" y="10696"/>
                  </a:lnTo>
                  <a:lnTo>
                    <a:pt x="96590" y="12856"/>
                  </a:lnTo>
                  <a:lnTo>
                    <a:pt x="91824" y="15168"/>
                  </a:lnTo>
                  <a:lnTo>
                    <a:pt x="87134" y="17630"/>
                  </a:lnTo>
                  <a:lnTo>
                    <a:pt x="82524" y="20239"/>
                  </a:lnTo>
                  <a:lnTo>
                    <a:pt x="77999" y="22993"/>
                  </a:lnTo>
                  <a:lnTo>
                    <a:pt x="73564" y="25889"/>
                  </a:lnTo>
                  <a:lnTo>
                    <a:pt x="69223" y="28925"/>
                  </a:lnTo>
                  <a:lnTo>
                    <a:pt x="64980" y="32096"/>
                  </a:lnTo>
                  <a:lnTo>
                    <a:pt x="60839" y="35400"/>
                  </a:lnTo>
                  <a:lnTo>
                    <a:pt x="56806" y="38833"/>
                  </a:lnTo>
                  <a:lnTo>
                    <a:pt x="52883" y="42393"/>
                  </a:lnTo>
                  <a:lnTo>
                    <a:pt x="49075" y="46075"/>
                  </a:lnTo>
                  <a:lnTo>
                    <a:pt x="45385" y="49875"/>
                  </a:lnTo>
                  <a:lnTo>
                    <a:pt x="41818" y="53791"/>
                  </a:lnTo>
                  <a:lnTo>
                    <a:pt x="38377" y="57818"/>
                  </a:lnTo>
                  <a:lnTo>
                    <a:pt x="35065" y="61952"/>
                  </a:lnTo>
                  <a:lnTo>
                    <a:pt x="31885" y="66189"/>
                  </a:lnTo>
                  <a:lnTo>
                    <a:pt x="28842" y="70524"/>
                  </a:lnTo>
                  <a:lnTo>
                    <a:pt x="25937" y="74954"/>
                  </a:lnTo>
                  <a:lnTo>
                    <a:pt x="23174" y="79473"/>
                  </a:lnTo>
                  <a:lnTo>
                    <a:pt x="20556" y="84078"/>
                  </a:lnTo>
                  <a:lnTo>
                    <a:pt x="18085" y="88763"/>
                  </a:lnTo>
                  <a:lnTo>
                    <a:pt x="15763" y="93524"/>
                  </a:lnTo>
                  <a:lnTo>
                    <a:pt x="13594" y="98357"/>
                  </a:lnTo>
                  <a:lnTo>
                    <a:pt x="11579" y="103256"/>
                  </a:lnTo>
                  <a:lnTo>
                    <a:pt x="9720" y="108216"/>
                  </a:lnTo>
                  <a:lnTo>
                    <a:pt x="8019" y="113232"/>
                  </a:lnTo>
                  <a:lnTo>
                    <a:pt x="6478" y="118300"/>
                  </a:lnTo>
                  <a:lnTo>
                    <a:pt x="5098" y="123414"/>
                  </a:lnTo>
                  <a:lnTo>
                    <a:pt x="3881" y="128570"/>
                  </a:lnTo>
                  <a:lnTo>
                    <a:pt x="2828" y="133761"/>
                  </a:lnTo>
                  <a:lnTo>
                    <a:pt x="1940" y="138983"/>
                  </a:lnTo>
                  <a:lnTo>
                    <a:pt x="1217" y="144231"/>
                  </a:lnTo>
                  <a:lnTo>
                    <a:pt x="662" y="149498"/>
                  </a:lnTo>
                  <a:lnTo>
                    <a:pt x="273" y="154781"/>
                  </a:lnTo>
                  <a:lnTo>
                    <a:pt x="53" y="160074"/>
                  </a:lnTo>
                  <a:lnTo>
                    <a:pt x="0" y="165370"/>
                  </a:lnTo>
                  <a:lnTo>
                    <a:pt x="114" y="170666"/>
                  </a:lnTo>
                  <a:lnTo>
                    <a:pt x="397" y="175956"/>
                  </a:lnTo>
                  <a:lnTo>
                    <a:pt x="847" y="181234"/>
                  </a:lnTo>
                  <a:lnTo>
                    <a:pt x="1464" y="186495"/>
                  </a:lnTo>
                  <a:lnTo>
                    <a:pt x="2247" y="191733"/>
                  </a:lnTo>
                  <a:lnTo>
                    <a:pt x="3196" y="196945"/>
                  </a:lnTo>
                  <a:lnTo>
                    <a:pt x="4310" y="202123"/>
                  </a:lnTo>
                  <a:lnTo>
                    <a:pt x="5587" y="207264"/>
                  </a:lnTo>
                  <a:lnTo>
                    <a:pt x="7026" y="212362"/>
                  </a:lnTo>
                  <a:lnTo>
                    <a:pt x="8626" y="217412"/>
                  </a:lnTo>
                  <a:lnTo>
                    <a:pt x="10385" y="222408"/>
                  </a:lnTo>
                  <a:lnTo>
                    <a:pt x="12302" y="227346"/>
                  </a:lnTo>
                  <a:lnTo>
                    <a:pt x="14374" y="232221"/>
                  </a:lnTo>
                  <a:lnTo>
                    <a:pt x="16600" y="237028"/>
                  </a:lnTo>
                  <a:lnTo>
                    <a:pt x="18977" y="241762"/>
                  </a:lnTo>
                  <a:lnTo>
                    <a:pt x="21502" y="246418"/>
                  </a:lnTo>
                  <a:lnTo>
                    <a:pt x="24174" y="250992"/>
                  </a:lnTo>
                  <a:lnTo>
                    <a:pt x="26990" y="255478"/>
                  </a:lnTo>
                  <a:lnTo>
                    <a:pt x="29946" y="259874"/>
                  </a:lnTo>
                  <a:lnTo>
                    <a:pt x="33040" y="264173"/>
                  </a:lnTo>
                  <a:lnTo>
                    <a:pt x="36268" y="268373"/>
                  </a:lnTo>
                  <a:lnTo>
                    <a:pt x="39628" y="272468"/>
                  </a:lnTo>
                  <a:lnTo>
                    <a:pt x="43116" y="276454"/>
                  </a:lnTo>
                  <a:lnTo>
                    <a:pt x="46729" y="280328"/>
                  </a:lnTo>
                  <a:lnTo>
                    <a:pt x="50463" y="284086"/>
                  </a:lnTo>
                  <a:lnTo>
                    <a:pt x="54313" y="287723"/>
                  </a:lnTo>
                  <a:lnTo>
                    <a:pt x="58277" y="291237"/>
                  </a:lnTo>
                  <a:lnTo>
                    <a:pt x="62351" y="294623"/>
                  </a:lnTo>
                  <a:lnTo>
                    <a:pt x="66529" y="297878"/>
                  </a:lnTo>
                  <a:lnTo>
                    <a:pt x="70809" y="301000"/>
                  </a:lnTo>
                  <a:lnTo>
                    <a:pt x="75185" y="303984"/>
                  </a:lnTo>
                  <a:lnTo>
                    <a:pt x="79654" y="306828"/>
                  </a:lnTo>
                  <a:lnTo>
                    <a:pt x="84211" y="309529"/>
                  </a:lnTo>
                  <a:lnTo>
                    <a:pt x="88851" y="312084"/>
                  </a:lnTo>
                  <a:lnTo>
                    <a:pt x="93569" y="314492"/>
                  </a:lnTo>
                  <a:lnTo>
                    <a:pt x="98362" y="316748"/>
                  </a:lnTo>
                  <a:lnTo>
                    <a:pt x="103223" y="318851"/>
                  </a:lnTo>
                  <a:lnTo>
                    <a:pt x="108149" y="320800"/>
                  </a:lnTo>
                  <a:lnTo>
                    <a:pt x="113134" y="322591"/>
                  </a:lnTo>
                  <a:lnTo>
                    <a:pt x="118173" y="324223"/>
                  </a:lnTo>
                  <a:lnTo>
                    <a:pt x="123262" y="325695"/>
                  </a:lnTo>
                  <a:lnTo>
                    <a:pt x="128394" y="327005"/>
                  </a:lnTo>
                  <a:lnTo>
                    <a:pt x="133566" y="328152"/>
                  </a:lnTo>
                  <a:lnTo>
                    <a:pt x="138771" y="329134"/>
                  </a:lnTo>
                  <a:lnTo>
                    <a:pt x="144004" y="329951"/>
                  </a:lnTo>
                  <a:lnTo>
                    <a:pt x="149261" y="330602"/>
                  </a:lnTo>
                  <a:lnTo>
                    <a:pt x="154536" y="331086"/>
                  </a:lnTo>
                  <a:lnTo>
                    <a:pt x="159824" y="331402"/>
                  </a:lnTo>
                  <a:lnTo>
                    <a:pt x="165119" y="331551"/>
                  </a:lnTo>
                  <a:lnTo>
                    <a:pt x="170416" y="331532"/>
                  </a:lnTo>
                  <a:lnTo>
                    <a:pt x="175710" y="331345"/>
                  </a:lnTo>
                  <a:lnTo>
                    <a:pt x="180995" y="330990"/>
                  </a:lnTo>
                  <a:lnTo>
                    <a:pt x="186266" y="330468"/>
                  </a:lnTo>
                  <a:lnTo>
                    <a:pt x="191518" y="329780"/>
                  </a:lnTo>
                  <a:lnTo>
                    <a:pt x="196746" y="328925"/>
                  </a:lnTo>
                  <a:lnTo>
                    <a:pt x="201944" y="327905"/>
                  </a:lnTo>
                  <a:lnTo>
                    <a:pt x="207107" y="326721"/>
                  </a:lnTo>
                  <a:lnTo>
                    <a:pt x="212230" y="325374"/>
                  </a:lnTo>
                  <a:lnTo>
                    <a:pt x="217307" y="323865"/>
                  </a:lnTo>
                  <a:lnTo>
                    <a:pt x="222335" y="322197"/>
                  </a:lnTo>
                  <a:lnTo>
                    <a:pt x="227307" y="320370"/>
                  </a:lnTo>
                  <a:lnTo>
                    <a:pt x="232218" y="318386"/>
                  </a:lnTo>
                  <a:lnTo>
                    <a:pt x="237064" y="316247"/>
                  </a:lnTo>
                  <a:lnTo>
                    <a:pt x="241840" y="313956"/>
                  </a:lnTo>
                  <a:lnTo>
                    <a:pt x="246541" y="311515"/>
                  </a:lnTo>
                  <a:lnTo>
                    <a:pt x="251163" y="308927"/>
                  </a:lnTo>
                  <a:lnTo>
                    <a:pt x="255700" y="306193"/>
                  </a:lnTo>
                  <a:lnTo>
                    <a:pt x="260148" y="303316"/>
                  </a:lnTo>
                  <a:lnTo>
                    <a:pt x="264503" y="300301"/>
                  </a:lnTo>
                  <a:lnTo>
                    <a:pt x="268760" y="297148"/>
                  </a:lnTo>
                  <a:lnTo>
                    <a:pt x="272915" y="293863"/>
                  </a:lnTo>
                  <a:lnTo>
                    <a:pt x="276963" y="290447"/>
                  </a:lnTo>
                  <a:lnTo>
                    <a:pt x="280902" y="286905"/>
                  </a:lnTo>
                  <a:lnTo>
                    <a:pt x="284726" y="283240"/>
                  </a:lnTo>
                  <a:lnTo>
                    <a:pt x="288433" y="279456"/>
                  </a:lnTo>
                  <a:lnTo>
                    <a:pt x="292017" y="275556"/>
                  </a:lnTo>
                  <a:lnTo>
                    <a:pt x="295477" y="271544"/>
                  </a:lnTo>
                  <a:lnTo>
                    <a:pt x="298807" y="267425"/>
                  </a:lnTo>
                  <a:lnTo>
                    <a:pt x="302005" y="263203"/>
                  </a:lnTo>
                  <a:lnTo>
                    <a:pt x="305068" y="258881"/>
                  </a:lnTo>
                  <a:lnTo>
                    <a:pt x="307992" y="254464"/>
                  </a:lnTo>
                  <a:lnTo>
                    <a:pt x="310775" y="249957"/>
                  </a:lnTo>
                  <a:lnTo>
                    <a:pt x="313414" y="245364"/>
                  </a:lnTo>
                  <a:lnTo>
                    <a:pt x="315906" y="240690"/>
                  </a:lnTo>
                  <a:lnTo>
                    <a:pt x="318249" y="235939"/>
                  </a:lnTo>
                  <a:lnTo>
                    <a:pt x="320439" y="231116"/>
                  </a:lnTo>
                  <a:lnTo>
                    <a:pt x="322476" y="226227"/>
                  </a:lnTo>
                  <a:lnTo>
                    <a:pt x="324357" y="221275"/>
                  </a:lnTo>
                  <a:lnTo>
                    <a:pt x="326081" y="216266"/>
                  </a:lnTo>
                  <a:lnTo>
                    <a:pt x="327644" y="211205"/>
                  </a:lnTo>
                  <a:lnTo>
                    <a:pt x="329047" y="206097"/>
                  </a:lnTo>
                  <a:lnTo>
                    <a:pt x="330287" y="200947"/>
                  </a:lnTo>
                  <a:lnTo>
                    <a:pt x="331363" y="195760"/>
                  </a:lnTo>
                  <a:lnTo>
                    <a:pt x="332274" y="190542"/>
                  </a:lnTo>
                  <a:lnTo>
                    <a:pt x="333020" y="185298"/>
                  </a:lnTo>
                  <a:lnTo>
                    <a:pt x="333599" y="180033"/>
                  </a:lnTo>
                  <a:lnTo>
                    <a:pt x="334010" y="174752"/>
                  </a:lnTo>
                  <a:lnTo>
                    <a:pt x="334255" y="169460"/>
                  </a:lnTo>
                  <a:lnTo>
                    <a:pt x="334331" y="164164"/>
                  </a:lnTo>
                  <a:lnTo>
                    <a:pt x="334240" y="158868"/>
                  </a:lnTo>
                  <a:lnTo>
                    <a:pt x="333981" y="153577"/>
                  </a:lnTo>
                  <a:lnTo>
                    <a:pt x="333555" y="148297"/>
                  </a:lnTo>
                  <a:lnTo>
                    <a:pt x="332961" y="143033"/>
                  </a:lnTo>
                  <a:lnTo>
                    <a:pt x="332201" y="137791"/>
                  </a:lnTo>
                  <a:lnTo>
                    <a:pt x="331275" y="132576"/>
                  </a:lnTo>
                  <a:lnTo>
                    <a:pt x="330185" y="127392"/>
                  </a:lnTo>
                  <a:lnTo>
                    <a:pt x="328930" y="122246"/>
                  </a:lnTo>
                  <a:lnTo>
                    <a:pt x="327514" y="117142"/>
                  </a:lnTo>
                  <a:lnTo>
                    <a:pt x="325936" y="112085"/>
                  </a:lnTo>
                  <a:lnTo>
                    <a:pt x="324199" y="107081"/>
                  </a:lnTo>
                  <a:lnTo>
                    <a:pt x="322304" y="102134"/>
                  </a:lnTo>
                  <a:lnTo>
                    <a:pt x="320254" y="97250"/>
                  </a:lnTo>
                  <a:lnTo>
                    <a:pt x="318049" y="92434"/>
                  </a:lnTo>
                  <a:lnTo>
                    <a:pt x="315694" y="87689"/>
                  </a:lnTo>
                  <a:lnTo>
                    <a:pt x="313189" y="83022"/>
                  </a:lnTo>
                  <a:lnTo>
                    <a:pt x="310537" y="78436"/>
                  </a:lnTo>
                  <a:lnTo>
                    <a:pt x="307742" y="73937"/>
                  </a:lnTo>
                  <a:lnTo>
                    <a:pt x="304805" y="69528"/>
                  </a:lnTo>
                  <a:lnTo>
                    <a:pt x="301731" y="65215"/>
                  </a:lnTo>
                  <a:lnTo>
                    <a:pt x="298521" y="61001"/>
                  </a:lnTo>
                  <a:lnTo>
                    <a:pt x="295179" y="56891"/>
                  </a:lnTo>
                  <a:lnTo>
                    <a:pt x="291709" y="52889"/>
                  </a:lnTo>
                  <a:lnTo>
                    <a:pt x="288113" y="48999"/>
                  </a:lnTo>
                  <a:lnTo>
                    <a:pt x="284396" y="45225"/>
                  </a:lnTo>
                  <a:lnTo>
                    <a:pt x="280562" y="41571"/>
                  </a:lnTo>
                  <a:lnTo>
                    <a:pt x="276613" y="38040"/>
                  </a:lnTo>
                  <a:lnTo>
                    <a:pt x="272555" y="34636"/>
                  </a:lnTo>
                  <a:lnTo>
                    <a:pt x="268391" y="31362"/>
                  </a:lnTo>
                  <a:lnTo>
                    <a:pt x="264125" y="28221"/>
                  </a:lnTo>
                  <a:lnTo>
                    <a:pt x="259762" y="25218"/>
                  </a:lnTo>
                  <a:lnTo>
                    <a:pt x="255306" y="22354"/>
                  </a:lnTo>
                  <a:lnTo>
                    <a:pt x="250761" y="19632"/>
                  </a:lnTo>
                  <a:lnTo>
                    <a:pt x="246133" y="17056"/>
                  </a:lnTo>
                  <a:lnTo>
                    <a:pt x="241425" y="14628"/>
                  </a:lnTo>
                  <a:lnTo>
                    <a:pt x="236643" y="12351"/>
                  </a:lnTo>
                  <a:lnTo>
                    <a:pt x="231791" y="10226"/>
                  </a:lnTo>
                  <a:lnTo>
                    <a:pt x="226874" y="8256"/>
                  </a:lnTo>
                  <a:lnTo>
                    <a:pt x="167164" y="1643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3495" y="2655501"/>
              <a:ext cx="59709" cy="167167"/>
            </a:xfrm>
            <a:custGeom>
              <a:avLst/>
              <a:pathLst>
                <a:path w="59709" h="167167">
                  <a:moveTo>
                    <a:pt x="59709" y="11027"/>
                  </a:moveTo>
                  <a:lnTo>
                    <a:pt x="53967" y="8951"/>
                  </a:lnTo>
                  <a:lnTo>
                    <a:pt x="48154" y="7085"/>
                  </a:lnTo>
                  <a:lnTo>
                    <a:pt x="42276" y="5434"/>
                  </a:lnTo>
                  <a:lnTo>
                    <a:pt x="36342" y="3998"/>
                  </a:lnTo>
                  <a:lnTo>
                    <a:pt x="30359" y="2779"/>
                  </a:lnTo>
                  <a:lnTo>
                    <a:pt x="24336" y="1780"/>
                  </a:lnTo>
                  <a:lnTo>
                    <a:pt x="18280" y="1002"/>
                  </a:lnTo>
                  <a:lnTo>
                    <a:pt x="12200" y="445"/>
                  </a:lnTo>
                  <a:lnTo>
                    <a:pt x="6104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40719" y="2168369"/>
              <a:ext cx="5173" cy="167167"/>
            </a:xfrm>
            <a:custGeom>
              <a:avLst/>
              <a:pathLst>
                <a:path w="5173" h="167167">
                  <a:moveTo>
                    <a:pt x="5173" y="0"/>
                  </a:moveTo>
                  <a:lnTo>
                    <a:pt x="0" y="80"/>
                  </a:lnTo>
                  <a:lnTo>
                    <a:pt x="517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40719" y="2168449"/>
              <a:ext cx="5173" cy="167087"/>
            </a:xfrm>
            <a:custGeom>
              <a:avLst/>
              <a:pathLst>
                <a:path w="5173" h="167087">
                  <a:moveTo>
                    <a:pt x="0" y="0"/>
                  </a:moveTo>
                  <a:lnTo>
                    <a:pt x="5173" y="16708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40719" y="2168449"/>
              <a:ext cx="5173" cy="167087"/>
            </a:xfrm>
            <a:custGeom>
              <a:avLst/>
              <a:pathLst>
                <a:path w="5173" h="167087">
                  <a:moveTo>
                    <a:pt x="0" y="0"/>
                  </a:moveTo>
                  <a:lnTo>
                    <a:pt x="5173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40719" y="2168449"/>
              <a:ext cx="5173" cy="167087"/>
            </a:xfrm>
            <a:custGeom>
              <a:avLst/>
              <a:pathLst>
                <a:path w="5173" h="167087">
                  <a:moveTo>
                    <a:pt x="0" y="0"/>
                  </a:moveTo>
                  <a:lnTo>
                    <a:pt x="5173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40719" y="2168449"/>
              <a:ext cx="5173" cy="167087"/>
            </a:xfrm>
            <a:custGeom>
              <a:avLst/>
              <a:pathLst>
                <a:path w="5173" h="167087">
                  <a:moveTo>
                    <a:pt x="0" y="0"/>
                  </a:moveTo>
                  <a:lnTo>
                    <a:pt x="5173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40719" y="2168449"/>
              <a:ext cx="5173" cy="167087"/>
            </a:xfrm>
            <a:custGeom>
              <a:avLst/>
              <a:pathLst>
                <a:path w="5173" h="167087">
                  <a:moveTo>
                    <a:pt x="0" y="0"/>
                  </a:moveTo>
                  <a:lnTo>
                    <a:pt x="5173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40719" y="2168449"/>
              <a:ext cx="5173" cy="167087"/>
            </a:xfrm>
            <a:custGeom>
              <a:avLst/>
              <a:pathLst>
                <a:path w="5173" h="167087">
                  <a:moveTo>
                    <a:pt x="0" y="0"/>
                  </a:moveTo>
                  <a:lnTo>
                    <a:pt x="5173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40719" y="2168449"/>
              <a:ext cx="5173" cy="167087"/>
            </a:xfrm>
            <a:custGeom>
              <a:avLst/>
              <a:pathLst>
                <a:path w="5173" h="167087">
                  <a:moveTo>
                    <a:pt x="0" y="0"/>
                  </a:moveTo>
                  <a:lnTo>
                    <a:pt x="5173" y="1670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40719" y="2168449"/>
              <a:ext cx="5173" cy="167087"/>
            </a:xfrm>
            <a:custGeom>
              <a:avLst/>
              <a:pathLst>
                <a:path w="5173" h="167087">
                  <a:moveTo>
                    <a:pt x="0" y="0"/>
                  </a:moveTo>
                  <a:lnTo>
                    <a:pt x="5173" y="1670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40719" y="2168449"/>
              <a:ext cx="5173" cy="167087"/>
            </a:xfrm>
            <a:custGeom>
              <a:avLst/>
              <a:pathLst>
                <a:path w="5173" h="167087">
                  <a:moveTo>
                    <a:pt x="0" y="0"/>
                  </a:moveTo>
                  <a:lnTo>
                    <a:pt x="5173" y="1670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40719" y="2168449"/>
              <a:ext cx="5173" cy="167087"/>
            </a:xfrm>
            <a:custGeom>
              <a:avLst/>
              <a:pathLst>
                <a:path w="5173" h="167087">
                  <a:moveTo>
                    <a:pt x="0" y="0"/>
                  </a:moveTo>
                  <a:lnTo>
                    <a:pt x="5173" y="1670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40719" y="2168449"/>
              <a:ext cx="5173" cy="167087"/>
            </a:xfrm>
            <a:custGeom>
              <a:avLst/>
              <a:pathLst>
                <a:path w="5173" h="167087">
                  <a:moveTo>
                    <a:pt x="0" y="0"/>
                  </a:moveTo>
                  <a:lnTo>
                    <a:pt x="5173" y="167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40719" y="2168449"/>
              <a:ext cx="5173" cy="167087"/>
            </a:xfrm>
            <a:custGeom>
              <a:avLst/>
              <a:pathLst>
                <a:path w="5173" h="167087">
                  <a:moveTo>
                    <a:pt x="0" y="0"/>
                  </a:moveTo>
                  <a:lnTo>
                    <a:pt x="5173" y="167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40719" y="2168449"/>
              <a:ext cx="5173" cy="167087"/>
            </a:xfrm>
            <a:custGeom>
              <a:avLst/>
              <a:pathLst>
                <a:path w="5173" h="167087">
                  <a:moveTo>
                    <a:pt x="0" y="0"/>
                  </a:moveTo>
                  <a:lnTo>
                    <a:pt x="5173" y="167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40719" y="2168449"/>
              <a:ext cx="5173" cy="167087"/>
            </a:xfrm>
            <a:custGeom>
              <a:avLst/>
              <a:pathLst>
                <a:path w="5173" h="167087">
                  <a:moveTo>
                    <a:pt x="0" y="0"/>
                  </a:moveTo>
                  <a:lnTo>
                    <a:pt x="5173" y="167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40719" y="2168449"/>
              <a:ext cx="5173" cy="167087"/>
            </a:xfrm>
            <a:custGeom>
              <a:avLst/>
              <a:pathLst>
                <a:path w="5173" h="167087">
                  <a:moveTo>
                    <a:pt x="0" y="0"/>
                  </a:moveTo>
                  <a:lnTo>
                    <a:pt x="5173" y="1670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40719" y="2168449"/>
              <a:ext cx="5173" cy="167087"/>
            </a:xfrm>
            <a:custGeom>
              <a:avLst/>
              <a:pathLst>
                <a:path w="5173" h="167087">
                  <a:moveTo>
                    <a:pt x="0" y="0"/>
                  </a:moveTo>
                  <a:lnTo>
                    <a:pt x="5173" y="1670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40719" y="2168449"/>
              <a:ext cx="5173" cy="167087"/>
            </a:xfrm>
            <a:custGeom>
              <a:avLst/>
              <a:pathLst>
                <a:path w="5173" h="167087">
                  <a:moveTo>
                    <a:pt x="0" y="0"/>
                  </a:moveTo>
                  <a:lnTo>
                    <a:pt x="5173" y="1670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40719" y="2168449"/>
              <a:ext cx="5173" cy="167087"/>
            </a:xfrm>
            <a:custGeom>
              <a:avLst/>
              <a:pathLst>
                <a:path w="5173" h="167087">
                  <a:moveTo>
                    <a:pt x="0" y="0"/>
                  </a:moveTo>
                  <a:lnTo>
                    <a:pt x="5173" y="1670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40719" y="2168449"/>
              <a:ext cx="5173" cy="167087"/>
            </a:xfrm>
            <a:custGeom>
              <a:avLst/>
              <a:pathLst>
                <a:path w="5173" h="167087">
                  <a:moveTo>
                    <a:pt x="0" y="0"/>
                  </a:moveTo>
                  <a:lnTo>
                    <a:pt x="5173" y="167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40719" y="2168449"/>
              <a:ext cx="5173" cy="167087"/>
            </a:xfrm>
            <a:custGeom>
              <a:avLst/>
              <a:pathLst>
                <a:path w="5173" h="167087">
                  <a:moveTo>
                    <a:pt x="0" y="0"/>
                  </a:moveTo>
                  <a:lnTo>
                    <a:pt x="5173" y="167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40719" y="2168449"/>
              <a:ext cx="5173" cy="167087"/>
            </a:xfrm>
            <a:custGeom>
              <a:avLst/>
              <a:pathLst>
                <a:path w="5173" h="167087">
                  <a:moveTo>
                    <a:pt x="0" y="0"/>
                  </a:moveTo>
                  <a:lnTo>
                    <a:pt x="5173" y="167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40719" y="2168449"/>
              <a:ext cx="5173" cy="167087"/>
            </a:xfrm>
            <a:custGeom>
              <a:avLst/>
              <a:pathLst>
                <a:path w="5173" h="167087">
                  <a:moveTo>
                    <a:pt x="0" y="0"/>
                  </a:moveTo>
                  <a:lnTo>
                    <a:pt x="5173" y="167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40719" y="2168449"/>
              <a:ext cx="5173" cy="167087"/>
            </a:xfrm>
            <a:custGeom>
              <a:avLst/>
              <a:pathLst>
                <a:path w="5173" h="167087">
                  <a:moveTo>
                    <a:pt x="0" y="0"/>
                  </a:moveTo>
                  <a:lnTo>
                    <a:pt x="5173" y="1670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40719" y="2168449"/>
              <a:ext cx="5173" cy="167087"/>
            </a:xfrm>
            <a:custGeom>
              <a:avLst/>
              <a:pathLst>
                <a:path w="5173" h="167087">
                  <a:moveTo>
                    <a:pt x="0" y="0"/>
                  </a:moveTo>
                  <a:lnTo>
                    <a:pt x="5173" y="1670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578737" y="2168449"/>
              <a:ext cx="334048" cy="334251"/>
            </a:xfrm>
            <a:custGeom>
              <a:avLst/>
              <a:pathLst>
                <a:path w="334048" h="334251">
                  <a:moveTo>
                    <a:pt x="161981" y="0"/>
                  </a:moveTo>
                  <a:lnTo>
                    <a:pt x="156692" y="247"/>
                  </a:lnTo>
                  <a:lnTo>
                    <a:pt x="151414" y="662"/>
                  </a:lnTo>
                  <a:lnTo>
                    <a:pt x="146152" y="1244"/>
                  </a:lnTo>
                  <a:lnTo>
                    <a:pt x="140911" y="1992"/>
                  </a:lnTo>
                  <a:lnTo>
                    <a:pt x="135696" y="2906"/>
                  </a:lnTo>
                  <a:lnTo>
                    <a:pt x="130512" y="3985"/>
                  </a:lnTo>
                  <a:lnTo>
                    <a:pt x="125366" y="5227"/>
                  </a:lnTo>
                  <a:lnTo>
                    <a:pt x="120261" y="6631"/>
                  </a:lnTo>
                  <a:lnTo>
                    <a:pt x="115203" y="8197"/>
                  </a:lnTo>
                  <a:lnTo>
                    <a:pt x="110198" y="9922"/>
                  </a:lnTo>
                  <a:lnTo>
                    <a:pt x="105249" y="11804"/>
                  </a:lnTo>
                  <a:lnTo>
                    <a:pt x="100363" y="13842"/>
                  </a:lnTo>
                  <a:lnTo>
                    <a:pt x="95544" y="16034"/>
                  </a:lnTo>
                  <a:lnTo>
                    <a:pt x="90796" y="18378"/>
                  </a:lnTo>
                  <a:lnTo>
                    <a:pt x="86125" y="20871"/>
                  </a:lnTo>
                  <a:lnTo>
                    <a:pt x="81536" y="23510"/>
                  </a:lnTo>
                  <a:lnTo>
                    <a:pt x="77032" y="26293"/>
                  </a:lnTo>
                  <a:lnTo>
                    <a:pt x="72619" y="29218"/>
                  </a:lnTo>
                  <a:lnTo>
                    <a:pt x="68300" y="32280"/>
                  </a:lnTo>
                  <a:lnTo>
                    <a:pt x="64081" y="35479"/>
                  </a:lnTo>
                  <a:lnTo>
                    <a:pt x="59965" y="38809"/>
                  </a:lnTo>
                  <a:lnTo>
                    <a:pt x="55957" y="42267"/>
                  </a:lnTo>
                  <a:lnTo>
                    <a:pt x="52060" y="45851"/>
                  </a:lnTo>
                  <a:lnTo>
                    <a:pt x="48278" y="49557"/>
                  </a:lnTo>
                  <a:lnTo>
                    <a:pt x="44616" y="53380"/>
                  </a:lnTo>
                  <a:lnTo>
                    <a:pt x="41077" y="57318"/>
                  </a:lnTo>
                  <a:lnTo>
                    <a:pt x="37664" y="61365"/>
                  </a:lnTo>
                  <a:lnTo>
                    <a:pt x="34381" y="65519"/>
                  </a:lnTo>
                  <a:lnTo>
                    <a:pt x="31231" y="69774"/>
                  </a:lnTo>
                  <a:lnTo>
                    <a:pt x="28218" y="74128"/>
                  </a:lnTo>
                  <a:lnTo>
                    <a:pt x="25344" y="78574"/>
                  </a:lnTo>
                  <a:lnTo>
                    <a:pt x="22612" y="83109"/>
                  </a:lnTo>
                  <a:lnTo>
                    <a:pt x="20025" y="87728"/>
                  </a:lnTo>
                  <a:lnTo>
                    <a:pt x="17586" y="92427"/>
                  </a:lnTo>
                  <a:lnTo>
                    <a:pt x="15296" y="97201"/>
                  </a:lnTo>
                  <a:lnTo>
                    <a:pt x="13159" y="102045"/>
                  </a:lnTo>
                  <a:lnTo>
                    <a:pt x="11177" y="106954"/>
                  </a:lnTo>
                  <a:lnTo>
                    <a:pt x="9351" y="111924"/>
                  </a:lnTo>
                  <a:lnTo>
                    <a:pt x="7683" y="116949"/>
                  </a:lnTo>
                  <a:lnTo>
                    <a:pt x="6176" y="122024"/>
                  </a:lnTo>
                  <a:lnTo>
                    <a:pt x="4829" y="127144"/>
                  </a:lnTo>
                  <a:lnTo>
                    <a:pt x="3646" y="132305"/>
                  </a:lnTo>
                  <a:lnTo>
                    <a:pt x="2626" y="137500"/>
                  </a:lnTo>
                  <a:lnTo>
                    <a:pt x="1772" y="142725"/>
                  </a:lnTo>
                  <a:lnTo>
                    <a:pt x="1083" y="147974"/>
                  </a:lnTo>
                  <a:lnTo>
                    <a:pt x="561" y="153243"/>
                  </a:lnTo>
                  <a:lnTo>
                    <a:pt x="207" y="158526"/>
                  </a:lnTo>
                  <a:lnTo>
                    <a:pt x="19" y="163817"/>
                  </a:lnTo>
                  <a:lnTo>
                    <a:pt x="0" y="169111"/>
                  </a:lnTo>
                  <a:lnTo>
                    <a:pt x="147" y="174403"/>
                  </a:lnTo>
                  <a:lnTo>
                    <a:pt x="463" y="179688"/>
                  </a:lnTo>
                  <a:lnTo>
                    <a:pt x="946" y="184961"/>
                  </a:lnTo>
                  <a:lnTo>
                    <a:pt x="1595" y="190215"/>
                  </a:lnTo>
                  <a:lnTo>
                    <a:pt x="2410" y="195446"/>
                  </a:lnTo>
                  <a:lnTo>
                    <a:pt x="3391" y="200649"/>
                  </a:lnTo>
                  <a:lnTo>
                    <a:pt x="4536" y="205818"/>
                  </a:lnTo>
                  <a:lnTo>
                    <a:pt x="5844" y="210948"/>
                  </a:lnTo>
                  <a:lnTo>
                    <a:pt x="7314" y="216034"/>
                  </a:lnTo>
                  <a:lnTo>
                    <a:pt x="8944" y="221072"/>
                  </a:lnTo>
                  <a:lnTo>
                    <a:pt x="10733" y="226055"/>
                  </a:lnTo>
                  <a:lnTo>
                    <a:pt x="12679" y="230979"/>
                  </a:lnTo>
                  <a:lnTo>
                    <a:pt x="14780" y="235838"/>
                  </a:lnTo>
                  <a:lnTo>
                    <a:pt x="17033" y="240629"/>
                  </a:lnTo>
                  <a:lnTo>
                    <a:pt x="19437" y="245346"/>
                  </a:lnTo>
                  <a:lnTo>
                    <a:pt x="21990" y="249985"/>
                  </a:lnTo>
                  <a:lnTo>
                    <a:pt x="24688" y="254540"/>
                  </a:lnTo>
                  <a:lnTo>
                    <a:pt x="27528" y="259008"/>
                  </a:lnTo>
                  <a:lnTo>
                    <a:pt x="30509" y="263383"/>
                  </a:lnTo>
                  <a:lnTo>
                    <a:pt x="33627" y="267662"/>
                  </a:lnTo>
                  <a:lnTo>
                    <a:pt x="36879" y="271840"/>
                  </a:lnTo>
                  <a:lnTo>
                    <a:pt x="40262" y="275913"/>
                  </a:lnTo>
                  <a:lnTo>
                    <a:pt x="43772" y="279877"/>
                  </a:lnTo>
                  <a:lnTo>
                    <a:pt x="47405" y="283727"/>
                  </a:lnTo>
                  <a:lnTo>
                    <a:pt x="51159" y="287461"/>
                  </a:lnTo>
                  <a:lnTo>
                    <a:pt x="55029" y="291074"/>
                  </a:lnTo>
                  <a:lnTo>
                    <a:pt x="59012" y="294562"/>
                  </a:lnTo>
                  <a:lnTo>
                    <a:pt x="63103" y="297923"/>
                  </a:lnTo>
                  <a:lnTo>
                    <a:pt x="67298" y="301152"/>
                  </a:lnTo>
                  <a:lnTo>
                    <a:pt x="71593" y="304247"/>
                  </a:lnTo>
                  <a:lnTo>
                    <a:pt x="75985" y="307205"/>
                  </a:lnTo>
                  <a:lnTo>
                    <a:pt x="80468" y="310022"/>
                  </a:lnTo>
                  <a:lnTo>
                    <a:pt x="85038" y="312695"/>
                  </a:lnTo>
                  <a:lnTo>
                    <a:pt x="89690" y="315222"/>
                  </a:lnTo>
                  <a:lnTo>
                    <a:pt x="94420" y="317601"/>
                  </a:lnTo>
                  <a:lnTo>
                    <a:pt x="99222" y="319829"/>
                  </a:lnTo>
                  <a:lnTo>
                    <a:pt x="104093" y="321904"/>
                  </a:lnTo>
                  <a:lnTo>
                    <a:pt x="109028" y="323823"/>
                  </a:lnTo>
                  <a:lnTo>
                    <a:pt x="114020" y="325585"/>
                  </a:lnTo>
                  <a:lnTo>
                    <a:pt x="119066" y="327188"/>
                  </a:lnTo>
                  <a:lnTo>
                    <a:pt x="124160" y="328631"/>
                  </a:lnTo>
                  <a:lnTo>
                    <a:pt x="129297" y="329911"/>
                  </a:lnTo>
                  <a:lnTo>
                    <a:pt x="134472" y="331028"/>
                  </a:lnTo>
                  <a:lnTo>
                    <a:pt x="139680" y="331981"/>
                  </a:lnTo>
                  <a:lnTo>
                    <a:pt x="144916" y="332768"/>
                  </a:lnTo>
                  <a:lnTo>
                    <a:pt x="150174" y="333390"/>
                  </a:lnTo>
                  <a:lnTo>
                    <a:pt x="155449" y="333844"/>
                  </a:lnTo>
                  <a:lnTo>
                    <a:pt x="160735" y="334131"/>
                  </a:lnTo>
                  <a:lnTo>
                    <a:pt x="166028" y="334251"/>
                  </a:lnTo>
                  <a:lnTo>
                    <a:pt x="171322" y="334202"/>
                  </a:lnTo>
                  <a:lnTo>
                    <a:pt x="176612" y="333987"/>
                  </a:lnTo>
                  <a:lnTo>
                    <a:pt x="181893" y="333603"/>
                  </a:lnTo>
                  <a:lnTo>
                    <a:pt x="187159" y="333053"/>
                  </a:lnTo>
                  <a:lnTo>
                    <a:pt x="192404" y="332336"/>
                  </a:lnTo>
                  <a:lnTo>
                    <a:pt x="197625" y="331454"/>
                  </a:lnTo>
                  <a:lnTo>
                    <a:pt x="202814" y="330407"/>
                  </a:lnTo>
                  <a:lnTo>
                    <a:pt x="207968" y="329195"/>
                  </a:lnTo>
                  <a:lnTo>
                    <a:pt x="213081" y="327822"/>
                  </a:lnTo>
                  <a:lnTo>
                    <a:pt x="218148" y="326287"/>
                  </a:lnTo>
                  <a:lnTo>
                    <a:pt x="223164" y="324592"/>
                  </a:lnTo>
                  <a:lnTo>
                    <a:pt x="228124" y="322739"/>
                  </a:lnTo>
                  <a:lnTo>
                    <a:pt x="233022" y="320731"/>
                  </a:lnTo>
                  <a:lnTo>
                    <a:pt x="237855" y="318568"/>
                  </a:lnTo>
                  <a:lnTo>
                    <a:pt x="242616" y="316253"/>
                  </a:lnTo>
                  <a:lnTo>
                    <a:pt x="247302" y="313788"/>
                  </a:lnTo>
                  <a:lnTo>
                    <a:pt x="251907" y="311177"/>
                  </a:lnTo>
                  <a:lnTo>
                    <a:pt x="256428" y="308421"/>
                  </a:lnTo>
                  <a:lnTo>
                    <a:pt x="260859" y="305523"/>
                  </a:lnTo>
                  <a:lnTo>
                    <a:pt x="265196" y="302486"/>
                  </a:lnTo>
                  <a:lnTo>
                    <a:pt x="269434" y="299313"/>
                  </a:lnTo>
                  <a:lnTo>
                    <a:pt x="273570" y="296008"/>
                  </a:lnTo>
                  <a:lnTo>
                    <a:pt x="277599" y="292574"/>
                  </a:lnTo>
                  <a:lnTo>
                    <a:pt x="281518" y="289013"/>
                  </a:lnTo>
                  <a:lnTo>
                    <a:pt x="285321" y="285331"/>
                  </a:lnTo>
                  <a:lnTo>
                    <a:pt x="289007" y="281529"/>
                  </a:lnTo>
                  <a:lnTo>
                    <a:pt x="292570" y="277613"/>
                  </a:lnTo>
                  <a:lnTo>
                    <a:pt x="296007" y="273586"/>
                  </a:lnTo>
                  <a:lnTo>
                    <a:pt x="299315" y="269452"/>
                  </a:lnTo>
                  <a:lnTo>
                    <a:pt x="302490" y="265216"/>
                  </a:lnTo>
                  <a:lnTo>
                    <a:pt x="305530" y="260881"/>
                  </a:lnTo>
                  <a:lnTo>
                    <a:pt x="308430" y="256452"/>
                  </a:lnTo>
                  <a:lnTo>
                    <a:pt x="311189" y="251933"/>
                  </a:lnTo>
                  <a:lnTo>
                    <a:pt x="313804" y="247330"/>
                  </a:lnTo>
                  <a:lnTo>
                    <a:pt x="316272" y="242646"/>
                  </a:lnTo>
                  <a:lnTo>
                    <a:pt x="318589" y="237886"/>
                  </a:lnTo>
                  <a:lnTo>
                    <a:pt x="320756" y="233055"/>
                  </a:lnTo>
                  <a:lnTo>
                    <a:pt x="322768" y="228157"/>
                  </a:lnTo>
                  <a:lnTo>
                    <a:pt x="324623" y="223199"/>
                  </a:lnTo>
                  <a:lnTo>
                    <a:pt x="326321" y="218184"/>
                  </a:lnTo>
                  <a:lnTo>
                    <a:pt x="327860" y="213118"/>
                  </a:lnTo>
                  <a:lnTo>
                    <a:pt x="329237" y="208006"/>
                  </a:lnTo>
                  <a:lnTo>
                    <a:pt x="330451" y="202853"/>
                  </a:lnTo>
                  <a:lnTo>
                    <a:pt x="331502" y="197664"/>
                  </a:lnTo>
                  <a:lnTo>
                    <a:pt x="332388" y="192444"/>
                  </a:lnTo>
                  <a:lnTo>
                    <a:pt x="333108" y="187199"/>
                  </a:lnTo>
                  <a:lnTo>
                    <a:pt x="333662" y="181934"/>
                  </a:lnTo>
                  <a:lnTo>
                    <a:pt x="334048" y="176653"/>
                  </a:lnTo>
                  <a:lnTo>
                    <a:pt x="167155" y="1670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45892" y="2168369"/>
              <a:ext cx="167162" cy="176733"/>
            </a:xfrm>
            <a:custGeom>
              <a:avLst/>
              <a:pathLst>
                <a:path w="167162" h="176733">
                  <a:moveTo>
                    <a:pt x="166893" y="176733"/>
                  </a:moveTo>
                  <a:lnTo>
                    <a:pt x="167116" y="171295"/>
                  </a:lnTo>
                  <a:lnTo>
                    <a:pt x="167162" y="165852"/>
                  </a:lnTo>
                  <a:lnTo>
                    <a:pt x="167030" y="160411"/>
                  </a:lnTo>
                  <a:lnTo>
                    <a:pt x="166722" y="154977"/>
                  </a:lnTo>
                  <a:lnTo>
                    <a:pt x="166237" y="149556"/>
                  </a:lnTo>
                  <a:lnTo>
                    <a:pt x="165575" y="144153"/>
                  </a:lnTo>
                  <a:lnTo>
                    <a:pt x="164738" y="138775"/>
                  </a:lnTo>
                  <a:lnTo>
                    <a:pt x="163727" y="133427"/>
                  </a:lnTo>
                  <a:lnTo>
                    <a:pt x="162541" y="128114"/>
                  </a:lnTo>
                  <a:lnTo>
                    <a:pt x="161184" y="122844"/>
                  </a:lnTo>
                  <a:lnTo>
                    <a:pt x="159655" y="117620"/>
                  </a:lnTo>
                  <a:lnTo>
                    <a:pt x="157958" y="112448"/>
                  </a:lnTo>
                  <a:lnTo>
                    <a:pt x="156093" y="107335"/>
                  </a:lnTo>
                  <a:lnTo>
                    <a:pt x="154062" y="102285"/>
                  </a:lnTo>
                  <a:lnTo>
                    <a:pt x="151868" y="97304"/>
                  </a:lnTo>
                  <a:lnTo>
                    <a:pt x="149513" y="92397"/>
                  </a:lnTo>
                  <a:lnTo>
                    <a:pt x="147000" y="87569"/>
                  </a:lnTo>
                  <a:lnTo>
                    <a:pt x="144331" y="82825"/>
                  </a:lnTo>
                  <a:lnTo>
                    <a:pt x="141508" y="78171"/>
                  </a:lnTo>
                  <a:lnTo>
                    <a:pt x="138536" y="73612"/>
                  </a:lnTo>
                  <a:lnTo>
                    <a:pt x="135417" y="69151"/>
                  </a:lnTo>
                  <a:lnTo>
                    <a:pt x="132154" y="64795"/>
                  </a:lnTo>
                  <a:lnTo>
                    <a:pt x="128751" y="60546"/>
                  </a:lnTo>
                  <a:lnTo>
                    <a:pt x="125212" y="56411"/>
                  </a:lnTo>
                  <a:lnTo>
                    <a:pt x="121540" y="52394"/>
                  </a:lnTo>
                  <a:lnTo>
                    <a:pt x="117739" y="48498"/>
                  </a:lnTo>
                  <a:lnTo>
                    <a:pt x="113813" y="44728"/>
                  </a:lnTo>
                  <a:lnTo>
                    <a:pt x="109767" y="41087"/>
                  </a:lnTo>
                  <a:lnTo>
                    <a:pt x="105604" y="37581"/>
                  </a:lnTo>
                  <a:lnTo>
                    <a:pt x="101329" y="34211"/>
                  </a:lnTo>
                  <a:lnTo>
                    <a:pt x="96947" y="30983"/>
                  </a:lnTo>
                  <a:lnTo>
                    <a:pt x="92462" y="27899"/>
                  </a:lnTo>
                  <a:lnTo>
                    <a:pt x="87880" y="24963"/>
                  </a:lnTo>
                  <a:lnTo>
                    <a:pt x="83203" y="22177"/>
                  </a:lnTo>
                  <a:lnTo>
                    <a:pt x="78439" y="19545"/>
                  </a:lnTo>
                  <a:lnTo>
                    <a:pt x="73592" y="17070"/>
                  </a:lnTo>
                  <a:lnTo>
                    <a:pt x="68666" y="14754"/>
                  </a:lnTo>
                  <a:lnTo>
                    <a:pt x="63668" y="12599"/>
                  </a:lnTo>
                  <a:lnTo>
                    <a:pt x="58602" y="10608"/>
                  </a:lnTo>
                  <a:lnTo>
                    <a:pt x="53474" y="8783"/>
                  </a:lnTo>
                  <a:lnTo>
                    <a:pt x="48290" y="7126"/>
                  </a:lnTo>
                  <a:lnTo>
                    <a:pt x="43054" y="5639"/>
                  </a:lnTo>
                  <a:lnTo>
                    <a:pt x="37773" y="4323"/>
                  </a:lnTo>
                  <a:lnTo>
                    <a:pt x="32451" y="3180"/>
                  </a:lnTo>
                  <a:lnTo>
                    <a:pt x="27095" y="2210"/>
                  </a:lnTo>
                  <a:lnTo>
                    <a:pt x="21711" y="1415"/>
                  </a:lnTo>
                  <a:lnTo>
                    <a:pt x="16303" y="796"/>
                  </a:lnTo>
                  <a:lnTo>
                    <a:pt x="10878" y="354"/>
                  </a:lnTo>
                  <a:lnTo>
                    <a:pt x="5442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44636" y="1735255"/>
              <a:ext cx="15910" cy="167167"/>
            </a:xfrm>
            <a:custGeom>
              <a:avLst/>
              <a:pathLst>
                <a:path w="15910" h="167167">
                  <a:moveTo>
                    <a:pt x="15910" y="0"/>
                  </a:moveTo>
                  <a:lnTo>
                    <a:pt x="7946" y="189"/>
                  </a:lnTo>
                  <a:lnTo>
                    <a:pt x="0" y="758"/>
                  </a:lnTo>
                  <a:lnTo>
                    <a:pt x="1591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44636" y="1736014"/>
              <a:ext cx="15910" cy="166408"/>
            </a:xfrm>
            <a:custGeom>
              <a:avLst/>
              <a:pathLst>
                <a:path w="15910" h="166408">
                  <a:moveTo>
                    <a:pt x="0" y="0"/>
                  </a:moveTo>
                  <a:lnTo>
                    <a:pt x="15910" y="1664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44636" y="1736014"/>
              <a:ext cx="15910" cy="166408"/>
            </a:xfrm>
            <a:custGeom>
              <a:avLst/>
              <a:pathLst>
                <a:path w="15910" h="166408">
                  <a:moveTo>
                    <a:pt x="0" y="0"/>
                  </a:moveTo>
                  <a:lnTo>
                    <a:pt x="15910" y="1664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44636" y="1736014"/>
              <a:ext cx="15910" cy="166408"/>
            </a:xfrm>
            <a:custGeom>
              <a:avLst/>
              <a:pathLst>
                <a:path w="15910" h="166408">
                  <a:moveTo>
                    <a:pt x="0" y="0"/>
                  </a:moveTo>
                  <a:lnTo>
                    <a:pt x="15910" y="1664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44636" y="1736014"/>
              <a:ext cx="15910" cy="166408"/>
            </a:xfrm>
            <a:custGeom>
              <a:avLst/>
              <a:pathLst>
                <a:path w="15910" h="166408">
                  <a:moveTo>
                    <a:pt x="0" y="0"/>
                  </a:moveTo>
                  <a:lnTo>
                    <a:pt x="15910" y="1664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44636" y="1736014"/>
              <a:ext cx="15910" cy="166408"/>
            </a:xfrm>
            <a:custGeom>
              <a:avLst/>
              <a:pathLst>
                <a:path w="15910" h="166408">
                  <a:moveTo>
                    <a:pt x="0" y="0"/>
                  </a:moveTo>
                  <a:lnTo>
                    <a:pt x="15910" y="1664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44636" y="1736014"/>
              <a:ext cx="15910" cy="166408"/>
            </a:xfrm>
            <a:custGeom>
              <a:avLst/>
              <a:pathLst>
                <a:path w="15910" h="166408">
                  <a:moveTo>
                    <a:pt x="0" y="0"/>
                  </a:moveTo>
                  <a:lnTo>
                    <a:pt x="15910" y="16640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44636" y="1736014"/>
              <a:ext cx="15910" cy="166408"/>
            </a:xfrm>
            <a:custGeom>
              <a:avLst/>
              <a:pathLst>
                <a:path w="15910" h="166408">
                  <a:moveTo>
                    <a:pt x="0" y="0"/>
                  </a:moveTo>
                  <a:lnTo>
                    <a:pt x="15910" y="16640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44636" y="1736014"/>
              <a:ext cx="15910" cy="166408"/>
            </a:xfrm>
            <a:custGeom>
              <a:avLst/>
              <a:pathLst>
                <a:path w="15910" h="166408">
                  <a:moveTo>
                    <a:pt x="0" y="0"/>
                  </a:moveTo>
                  <a:lnTo>
                    <a:pt x="15910" y="16640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44636" y="1736014"/>
              <a:ext cx="15910" cy="166408"/>
            </a:xfrm>
            <a:custGeom>
              <a:avLst/>
              <a:pathLst>
                <a:path w="15910" h="166408">
                  <a:moveTo>
                    <a:pt x="0" y="0"/>
                  </a:moveTo>
                  <a:lnTo>
                    <a:pt x="15910" y="16640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44636" y="1736014"/>
              <a:ext cx="15910" cy="166408"/>
            </a:xfrm>
            <a:custGeom>
              <a:avLst/>
              <a:pathLst>
                <a:path w="15910" h="166408">
                  <a:moveTo>
                    <a:pt x="0" y="0"/>
                  </a:moveTo>
                  <a:lnTo>
                    <a:pt x="15910" y="1664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44636" y="1736014"/>
              <a:ext cx="15910" cy="166408"/>
            </a:xfrm>
            <a:custGeom>
              <a:avLst/>
              <a:pathLst>
                <a:path w="15910" h="166408">
                  <a:moveTo>
                    <a:pt x="0" y="0"/>
                  </a:moveTo>
                  <a:lnTo>
                    <a:pt x="15910" y="1664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44636" y="1736014"/>
              <a:ext cx="15910" cy="166408"/>
            </a:xfrm>
            <a:custGeom>
              <a:avLst/>
              <a:pathLst>
                <a:path w="15910" h="166408">
                  <a:moveTo>
                    <a:pt x="0" y="0"/>
                  </a:moveTo>
                  <a:lnTo>
                    <a:pt x="15910" y="1664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44636" y="1736014"/>
              <a:ext cx="15910" cy="166408"/>
            </a:xfrm>
            <a:custGeom>
              <a:avLst/>
              <a:pathLst>
                <a:path w="15910" h="166408">
                  <a:moveTo>
                    <a:pt x="0" y="0"/>
                  </a:moveTo>
                  <a:lnTo>
                    <a:pt x="15910" y="1664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44636" y="1736014"/>
              <a:ext cx="15910" cy="166408"/>
            </a:xfrm>
            <a:custGeom>
              <a:avLst/>
              <a:pathLst>
                <a:path w="15910" h="166408">
                  <a:moveTo>
                    <a:pt x="0" y="0"/>
                  </a:moveTo>
                  <a:lnTo>
                    <a:pt x="15910" y="16640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44636" y="1736014"/>
              <a:ext cx="15910" cy="166408"/>
            </a:xfrm>
            <a:custGeom>
              <a:avLst/>
              <a:pathLst>
                <a:path w="15910" h="166408">
                  <a:moveTo>
                    <a:pt x="0" y="0"/>
                  </a:moveTo>
                  <a:lnTo>
                    <a:pt x="15910" y="1664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44636" y="1736014"/>
              <a:ext cx="15910" cy="166408"/>
            </a:xfrm>
            <a:custGeom>
              <a:avLst/>
              <a:pathLst>
                <a:path w="15910" h="166408">
                  <a:moveTo>
                    <a:pt x="0" y="0"/>
                  </a:moveTo>
                  <a:lnTo>
                    <a:pt x="15910" y="1664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44636" y="1736014"/>
              <a:ext cx="15910" cy="166408"/>
            </a:xfrm>
            <a:custGeom>
              <a:avLst/>
              <a:pathLst>
                <a:path w="15910" h="166408">
                  <a:moveTo>
                    <a:pt x="0" y="0"/>
                  </a:moveTo>
                  <a:lnTo>
                    <a:pt x="15910" y="16640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44636" y="1736014"/>
              <a:ext cx="15910" cy="166408"/>
            </a:xfrm>
            <a:custGeom>
              <a:avLst/>
              <a:pathLst>
                <a:path w="15910" h="166408">
                  <a:moveTo>
                    <a:pt x="0" y="0"/>
                  </a:moveTo>
                  <a:lnTo>
                    <a:pt x="15910" y="1664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44636" y="1736014"/>
              <a:ext cx="15910" cy="166408"/>
            </a:xfrm>
            <a:custGeom>
              <a:avLst/>
              <a:pathLst>
                <a:path w="15910" h="166408">
                  <a:moveTo>
                    <a:pt x="0" y="0"/>
                  </a:moveTo>
                  <a:lnTo>
                    <a:pt x="15910" y="1664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44636" y="1736014"/>
              <a:ext cx="15910" cy="166408"/>
            </a:xfrm>
            <a:custGeom>
              <a:avLst/>
              <a:pathLst>
                <a:path w="15910" h="166408">
                  <a:moveTo>
                    <a:pt x="0" y="0"/>
                  </a:moveTo>
                  <a:lnTo>
                    <a:pt x="15910" y="1664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44636" y="1736014"/>
              <a:ext cx="15910" cy="166408"/>
            </a:xfrm>
            <a:custGeom>
              <a:avLst/>
              <a:pathLst>
                <a:path w="15910" h="166408">
                  <a:moveTo>
                    <a:pt x="0" y="0"/>
                  </a:moveTo>
                  <a:lnTo>
                    <a:pt x="15910" y="1664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44636" y="1736014"/>
              <a:ext cx="15910" cy="166408"/>
            </a:xfrm>
            <a:custGeom>
              <a:avLst/>
              <a:pathLst>
                <a:path w="15910" h="166408">
                  <a:moveTo>
                    <a:pt x="0" y="0"/>
                  </a:moveTo>
                  <a:lnTo>
                    <a:pt x="15910" y="1664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444636" y="1736014"/>
              <a:ext cx="15910" cy="166408"/>
            </a:xfrm>
            <a:custGeom>
              <a:avLst/>
              <a:pathLst>
                <a:path w="15910" h="166408">
                  <a:moveTo>
                    <a:pt x="0" y="0"/>
                  </a:moveTo>
                  <a:lnTo>
                    <a:pt x="15910" y="1664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293387" y="1735930"/>
              <a:ext cx="334325" cy="333646"/>
            </a:xfrm>
            <a:custGeom>
              <a:avLst/>
              <a:pathLst>
                <a:path w="334325" h="333646">
                  <a:moveTo>
                    <a:pt x="151248" y="84"/>
                  </a:moveTo>
                  <a:lnTo>
                    <a:pt x="145999" y="670"/>
                  </a:lnTo>
                  <a:lnTo>
                    <a:pt x="140772" y="1421"/>
                  </a:lnTo>
                  <a:lnTo>
                    <a:pt x="135570" y="2337"/>
                  </a:lnTo>
                  <a:lnTo>
                    <a:pt x="130400" y="3417"/>
                  </a:lnTo>
                  <a:lnTo>
                    <a:pt x="125267" y="4659"/>
                  </a:lnTo>
                  <a:lnTo>
                    <a:pt x="120175" y="6063"/>
                  </a:lnTo>
                  <a:lnTo>
                    <a:pt x="115131" y="7628"/>
                  </a:lnTo>
                  <a:lnTo>
                    <a:pt x="110138" y="9351"/>
                  </a:lnTo>
                  <a:lnTo>
                    <a:pt x="105202" y="11230"/>
                  </a:lnTo>
                  <a:lnTo>
                    <a:pt x="100328" y="13265"/>
                  </a:lnTo>
                  <a:lnTo>
                    <a:pt x="95521" y="15453"/>
                  </a:lnTo>
                  <a:lnTo>
                    <a:pt x="90786" y="17791"/>
                  </a:lnTo>
                  <a:lnTo>
                    <a:pt x="86126" y="20278"/>
                  </a:lnTo>
                  <a:lnTo>
                    <a:pt x="81548" y="22911"/>
                  </a:lnTo>
                  <a:lnTo>
                    <a:pt x="77054" y="25687"/>
                  </a:lnTo>
                  <a:lnTo>
                    <a:pt x="72651" y="28604"/>
                  </a:lnTo>
                  <a:lnTo>
                    <a:pt x="68343" y="31658"/>
                  </a:lnTo>
                  <a:lnTo>
                    <a:pt x="64132" y="34847"/>
                  </a:lnTo>
                  <a:lnTo>
                    <a:pt x="60025" y="38168"/>
                  </a:lnTo>
                  <a:lnTo>
                    <a:pt x="56025" y="41616"/>
                  </a:lnTo>
                  <a:lnTo>
                    <a:pt x="52135" y="45189"/>
                  </a:lnTo>
                  <a:lnTo>
                    <a:pt x="48361" y="48884"/>
                  </a:lnTo>
                  <a:lnTo>
                    <a:pt x="44705" y="52695"/>
                  </a:lnTo>
                  <a:lnTo>
                    <a:pt x="41171" y="56620"/>
                  </a:lnTo>
                  <a:lnTo>
                    <a:pt x="37763" y="60655"/>
                  </a:lnTo>
                  <a:lnTo>
                    <a:pt x="34484" y="64796"/>
                  </a:lnTo>
                  <a:lnTo>
                    <a:pt x="31337" y="69038"/>
                  </a:lnTo>
                  <a:lnTo>
                    <a:pt x="28327" y="73377"/>
                  </a:lnTo>
                  <a:lnTo>
                    <a:pt x="25454" y="77809"/>
                  </a:lnTo>
                  <a:lnTo>
                    <a:pt x="22724" y="82330"/>
                  </a:lnTo>
                  <a:lnTo>
                    <a:pt x="20137" y="86935"/>
                  </a:lnTo>
                  <a:lnTo>
                    <a:pt x="17697" y="91619"/>
                  </a:lnTo>
                  <a:lnTo>
                    <a:pt x="15406" y="96378"/>
                  </a:lnTo>
                  <a:lnTo>
                    <a:pt x="13267" y="101207"/>
                  </a:lnTo>
                  <a:lnTo>
                    <a:pt x="11282" y="106101"/>
                  </a:lnTo>
                  <a:lnTo>
                    <a:pt x="9452" y="111056"/>
                  </a:lnTo>
                  <a:lnTo>
                    <a:pt x="7779" y="116066"/>
                  </a:lnTo>
                  <a:lnTo>
                    <a:pt x="6266" y="121126"/>
                  </a:lnTo>
                  <a:lnTo>
                    <a:pt x="4913" y="126231"/>
                  </a:lnTo>
                  <a:lnTo>
                    <a:pt x="3722" y="131377"/>
                  </a:lnTo>
                  <a:lnTo>
                    <a:pt x="2694" y="136557"/>
                  </a:lnTo>
                  <a:lnTo>
                    <a:pt x="1830" y="141768"/>
                  </a:lnTo>
                  <a:lnTo>
                    <a:pt x="1132" y="147003"/>
                  </a:lnTo>
                  <a:lnTo>
                    <a:pt x="599" y="152257"/>
                  </a:lnTo>
                  <a:lnTo>
                    <a:pt x="233" y="157526"/>
                  </a:lnTo>
                  <a:lnTo>
                    <a:pt x="33" y="162804"/>
                  </a:lnTo>
                  <a:lnTo>
                    <a:pt x="0" y="168086"/>
                  </a:lnTo>
                  <a:lnTo>
                    <a:pt x="133" y="173365"/>
                  </a:lnTo>
                  <a:lnTo>
                    <a:pt x="434" y="178638"/>
                  </a:lnTo>
                  <a:lnTo>
                    <a:pt x="901" y="183899"/>
                  </a:lnTo>
                  <a:lnTo>
                    <a:pt x="1534" y="189143"/>
                  </a:lnTo>
                  <a:lnTo>
                    <a:pt x="2332" y="194364"/>
                  </a:lnTo>
                  <a:lnTo>
                    <a:pt x="3294" y="199557"/>
                  </a:lnTo>
                  <a:lnTo>
                    <a:pt x="4421" y="204717"/>
                  </a:lnTo>
                  <a:lnTo>
                    <a:pt x="5710" y="209839"/>
                  </a:lnTo>
                  <a:lnTo>
                    <a:pt x="7159" y="214918"/>
                  </a:lnTo>
                  <a:lnTo>
                    <a:pt x="8769" y="219948"/>
                  </a:lnTo>
                  <a:lnTo>
                    <a:pt x="10537" y="224925"/>
                  </a:lnTo>
                  <a:lnTo>
                    <a:pt x="12461" y="229843"/>
                  </a:lnTo>
                  <a:lnTo>
                    <a:pt x="14539" y="234699"/>
                  </a:lnTo>
                  <a:lnTo>
                    <a:pt x="16770" y="239486"/>
                  </a:lnTo>
                  <a:lnTo>
                    <a:pt x="19151" y="244201"/>
                  </a:lnTo>
                  <a:lnTo>
                    <a:pt x="21680" y="248837"/>
                  </a:lnTo>
                  <a:lnTo>
                    <a:pt x="24354" y="253392"/>
                  </a:lnTo>
                  <a:lnTo>
                    <a:pt x="27170" y="257860"/>
                  </a:lnTo>
                  <a:lnTo>
                    <a:pt x="30127" y="262237"/>
                  </a:lnTo>
                  <a:lnTo>
                    <a:pt x="33220" y="266518"/>
                  </a:lnTo>
                  <a:lnTo>
                    <a:pt x="36446" y="270699"/>
                  </a:lnTo>
                  <a:lnTo>
                    <a:pt x="39804" y="274777"/>
                  </a:lnTo>
                  <a:lnTo>
                    <a:pt x="43288" y="278746"/>
                  </a:lnTo>
                  <a:lnTo>
                    <a:pt x="46896" y="282603"/>
                  </a:lnTo>
                  <a:lnTo>
                    <a:pt x="50624" y="286344"/>
                  </a:lnTo>
                  <a:lnTo>
                    <a:pt x="54468" y="289966"/>
                  </a:lnTo>
                  <a:lnTo>
                    <a:pt x="58425" y="293464"/>
                  </a:lnTo>
                  <a:lnTo>
                    <a:pt x="62490" y="296836"/>
                  </a:lnTo>
                  <a:lnTo>
                    <a:pt x="66660" y="300077"/>
                  </a:lnTo>
                  <a:lnTo>
                    <a:pt x="70930" y="303185"/>
                  </a:lnTo>
                  <a:lnTo>
                    <a:pt x="75297" y="306157"/>
                  </a:lnTo>
                  <a:lnTo>
                    <a:pt x="79755" y="308989"/>
                  </a:lnTo>
                  <a:lnTo>
                    <a:pt x="84300" y="311679"/>
                  </a:lnTo>
                  <a:lnTo>
                    <a:pt x="88928" y="314224"/>
                  </a:lnTo>
                  <a:lnTo>
                    <a:pt x="93634" y="316622"/>
                  </a:lnTo>
                  <a:lnTo>
                    <a:pt x="98413" y="318870"/>
                  </a:lnTo>
                  <a:lnTo>
                    <a:pt x="103261" y="320966"/>
                  </a:lnTo>
                  <a:lnTo>
                    <a:pt x="108173" y="322907"/>
                  </a:lnTo>
                  <a:lnTo>
                    <a:pt x="113144" y="324692"/>
                  </a:lnTo>
                  <a:lnTo>
                    <a:pt x="118168" y="326320"/>
                  </a:lnTo>
                  <a:lnTo>
                    <a:pt x="123242" y="327788"/>
                  </a:lnTo>
                  <a:lnTo>
                    <a:pt x="128359" y="329095"/>
                  </a:lnTo>
                  <a:lnTo>
                    <a:pt x="133515" y="330239"/>
                  </a:lnTo>
                  <a:lnTo>
                    <a:pt x="138705" y="331220"/>
                  </a:lnTo>
                  <a:lnTo>
                    <a:pt x="143923" y="332037"/>
                  </a:lnTo>
                  <a:lnTo>
                    <a:pt x="149164" y="332688"/>
                  </a:lnTo>
                  <a:lnTo>
                    <a:pt x="154423" y="333174"/>
                  </a:lnTo>
                  <a:lnTo>
                    <a:pt x="159695" y="333493"/>
                  </a:lnTo>
                  <a:lnTo>
                    <a:pt x="164974" y="333646"/>
                  </a:lnTo>
                  <a:lnTo>
                    <a:pt x="170256" y="333631"/>
                  </a:lnTo>
                  <a:lnTo>
                    <a:pt x="175535" y="333450"/>
                  </a:lnTo>
                  <a:lnTo>
                    <a:pt x="180805" y="333102"/>
                  </a:lnTo>
                  <a:lnTo>
                    <a:pt x="186061" y="332588"/>
                  </a:lnTo>
                  <a:lnTo>
                    <a:pt x="191299" y="331908"/>
                  </a:lnTo>
                  <a:lnTo>
                    <a:pt x="196512" y="331063"/>
                  </a:lnTo>
                  <a:lnTo>
                    <a:pt x="201696" y="330053"/>
                  </a:lnTo>
                  <a:lnTo>
                    <a:pt x="206846" y="328880"/>
                  </a:lnTo>
                  <a:lnTo>
                    <a:pt x="211956" y="327546"/>
                  </a:lnTo>
                  <a:lnTo>
                    <a:pt x="217022" y="326050"/>
                  </a:lnTo>
                  <a:lnTo>
                    <a:pt x="222037" y="324395"/>
                  </a:lnTo>
                  <a:lnTo>
                    <a:pt x="226998" y="322583"/>
                  </a:lnTo>
                  <a:lnTo>
                    <a:pt x="231899" y="320615"/>
                  </a:lnTo>
                  <a:lnTo>
                    <a:pt x="236736" y="318493"/>
                  </a:lnTo>
                  <a:lnTo>
                    <a:pt x="241503" y="316219"/>
                  </a:lnTo>
                  <a:lnTo>
                    <a:pt x="246196" y="313795"/>
                  </a:lnTo>
                  <a:lnTo>
                    <a:pt x="250810" y="311225"/>
                  </a:lnTo>
                  <a:lnTo>
                    <a:pt x="255340" y="308510"/>
                  </a:lnTo>
                  <a:lnTo>
                    <a:pt x="259783" y="305654"/>
                  </a:lnTo>
                  <a:lnTo>
                    <a:pt x="264132" y="302658"/>
                  </a:lnTo>
                  <a:lnTo>
                    <a:pt x="268386" y="299527"/>
                  </a:lnTo>
                  <a:lnTo>
                    <a:pt x="272538" y="296263"/>
                  </a:lnTo>
                  <a:lnTo>
                    <a:pt x="276585" y="292869"/>
                  </a:lnTo>
                  <a:lnTo>
                    <a:pt x="280522" y="289349"/>
                  </a:lnTo>
                  <a:lnTo>
                    <a:pt x="284347" y="285707"/>
                  </a:lnTo>
                  <a:lnTo>
                    <a:pt x="288054" y="281945"/>
                  </a:lnTo>
                  <a:lnTo>
                    <a:pt x="291641" y="278068"/>
                  </a:lnTo>
                  <a:lnTo>
                    <a:pt x="295104" y="274080"/>
                  </a:lnTo>
                  <a:lnTo>
                    <a:pt x="298439" y="269985"/>
                  </a:lnTo>
                  <a:lnTo>
                    <a:pt x="301643" y="265786"/>
                  </a:lnTo>
                  <a:lnTo>
                    <a:pt x="304712" y="261488"/>
                  </a:lnTo>
                  <a:lnTo>
                    <a:pt x="307645" y="257095"/>
                  </a:lnTo>
                  <a:lnTo>
                    <a:pt x="310437" y="252612"/>
                  </a:lnTo>
                  <a:lnTo>
                    <a:pt x="313086" y="248043"/>
                  </a:lnTo>
                  <a:lnTo>
                    <a:pt x="315589" y="243392"/>
                  </a:lnTo>
                  <a:lnTo>
                    <a:pt x="317944" y="238665"/>
                  </a:lnTo>
                  <a:lnTo>
                    <a:pt x="320149" y="233865"/>
                  </a:lnTo>
                  <a:lnTo>
                    <a:pt x="322201" y="228999"/>
                  </a:lnTo>
                  <a:lnTo>
                    <a:pt x="324098" y="224070"/>
                  </a:lnTo>
                  <a:lnTo>
                    <a:pt x="325839" y="219083"/>
                  </a:lnTo>
                  <a:lnTo>
                    <a:pt x="327421" y="214044"/>
                  </a:lnTo>
                  <a:lnTo>
                    <a:pt x="328843" y="208957"/>
                  </a:lnTo>
                  <a:lnTo>
                    <a:pt x="330104" y="203829"/>
                  </a:lnTo>
                  <a:lnTo>
                    <a:pt x="331202" y="198662"/>
                  </a:lnTo>
                  <a:lnTo>
                    <a:pt x="332137" y="193464"/>
                  </a:lnTo>
                  <a:lnTo>
                    <a:pt x="332906" y="188239"/>
                  </a:lnTo>
                  <a:lnTo>
                    <a:pt x="333511" y="182992"/>
                  </a:lnTo>
                  <a:lnTo>
                    <a:pt x="333949" y="177729"/>
                  </a:lnTo>
                  <a:lnTo>
                    <a:pt x="334220" y="172454"/>
                  </a:lnTo>
                  <a:lnTo>
                    <a:pt x="334325" y="167174"/>
                  </a:lnTo>
                  <a:lnTo>
                    <a:pt x="334263" y="161892"/>
                  </a:lnTo>
                  <a:lnTo>
                    <a:pt x="334035" y="156616"/>
                  </a:lnTo>
                  <a:lnTo>
                    <a:pt x="333639" y="151349"/>
                  </a:lnTo>
                  <a:lnTo>
                    <a:pt x="333078" y="146097"/>
                  </a:lnTo>
                  <a:lnTo>
                    <a:pt x="332351" y="140866"/>
                  </a:lnTo>
                  <a:lnTo>
                    <a:pt x="331459" y="135660"/>
                  </a:lnTo>
                  <a:lnTo>
                    <a:pt x="330403" y="130485"/>
                  </a:lnTo>
                  <a:lnTo>
                    <a:pt x="329184" y="125347"/>
                  </a:lnTo>
                  <a:lnTo>
                    <a:pt x="327803" y="120249"/>
                  </a:lnTo>
                  <a:lnTo>
                    <a:pt x="326262" y="115197"/>
                  </a:lnTo>
                  <a:lnTo>
                    <a:pt x="324562" y="110196"/>
                  </a:lnTo>
                  <a:lnTo>
                    <a:pt x="322705" y="105252"/>
                  </a:lnTo>
                  <a:lnTo>
                    <a:pt x="320693" y="100369"/>
                  </a:lnTo>
                  <a:lnTo>
                    <a:pt x="318528" y="95552"/>
                  </a:lnTo>
                  <a:lnTo>
                    <a:pt x="316211" y="90805"/>
                  </a:lnTo>
                  <a:lnTo>
                    <a:pt x="313746" y="86134"/>
                  </a:lnTo>
                  <a:lnTo>
                    <a:pt x="311134" y="81544"/>
                  </a:lnTo>
                  <a:lnTo>
                    <a:pt x="308378" y="77038"/>
                  </a:lnTo>
                  <a:lnTo>
                    <a:pt x="305482" y="72621"/>
                  </a:lnTo>
                  <a:lnTo>
                    <a:pt x="302448" y="68298"/>
                  </a:lnTo>
                  <a:lnTo>
                    <a:pt x="299278" y="64074"/>
                  </a:lnTo>
                  <a:lnTo>
                    <a:pt x="295977" y="59951"/>
                  </a:lnTo>
                  <a:lnTo>
                    <a:pt x="292547" y="55935"/>
                  </a:lnTo>
                  <a:lnTo>
                    <a:pt x="288991" y="52029"/>
                  </a:lnTo>
                  <a:lnTo>
                    <a:pt x="285315" y="48237"/>
                  </a:lnTo>
                  <a:lnTo>
                    <a:pt x="281520" y="44564"/>
                  </a:lnTo>
                  <a:lnTo>
                    <a:pt x="277611" y="41012"/>
                  </a:lnTo>
                  <a:lnTo>
                    <a:pt x="273592" y="37585"/>
                  </a:lnTo>
                  <a:lnTo>
                    <a:pt x="269467" y="34287"/>
                  </a:lnTo>
                  <a:lnTo>
                    <a:pt x="265239" y="31121"/>
                  </a:lnTo>
                  <a:lnTo>
                    <a:pt x="260914" y="28091"/>
                  </a:lnTo>
                  <a:lnTo>
                    <a:pt x="256495" y="25198"/>
                  </a:lnTo>
                  <a:lnTo>
                    <a:pt x="251987" y="22446"/>
                  </a:lnTo>
                  <a:lnTo>
                    <a:pt x="247394" y="19838"/>
                  </a:lnTo>
                  <a:lnTo>
                    <a:pt x="242721" y="17377"/>
                  </a:lnTo>
                  <a:lnTo>
                    <a:pt x="237972" y="15064"/>
                  </a:lnTo>
                  <a:lnTo>
                    <a:pt x="233153" y="12903"/>
                  </a:lnTo>
                  <a:lnTo>
                    <a:pt x="228268" y="10895"/>
                  </a:lnTo>
                  <a:lnTo>
                    <a:pt x="223323" y="9042"/>
                  </a:lnTo>
                  <a:lnTo>
                    <a:pt x="218321" y="7346"/>
                  </a:lnTo>
                  <a:lnTo>
                    <a:pt x="213268" y="5809"/>
                  </a:lnTo>
                  <a:lnTo>
                    <a:pt x="208168" y="4433"/>
                  </a:lnTo>
                  <a:lnTo>
                    <a:pt x="203028" y="3218"/>
                  </a:lnTo>
                  <a:lnTo>
                    <a:pt x="197853" y="2167"/>
                  </a:lnTo>
                  <a:lnTo>
                    <a:pt x="192646" y="1279"/>
                  </a:lnTo>
                  <a:lnTo>
                    <a:pt x="187414" y="557"/>
                  </a:lnTo>
                  <a:lnTo>
                    <a:pt x="182162" y="0"/>
                  </a:lnTo>
                  <a:lnTo>
                    <a:pt x="167159" y="1664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460546" y="1735255"/>
              <a:ext cx="15002" cy="167167"/>
            </a:xfrm>
            <a:custGeom>
              <a:avLst/>
              <a:pathLst>
                <a:path w="15002" h="167167">
                  <a:moveTo>
                    <a:pt x="15002" y="67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15673" y="1379510"/>
              <a:ext cx="167166" cy="203762"/>
            </a:xfrm>
            <a:custGeom>
              <a:avLst/>
              <a:pathLst>
                <a:path w="167166" h="203762">
                  <a:moveTo>
                    <a:pt x="167166" y="0"/>
                  </a:moveTo>
                  <a:lnTo>
                    <a:pt x="161819" y="85"/>
                  </a:lnTo>
                  <a:lnTo>
                    <a:pt x="156478" y="342"/>
                  </a:lnTo>
                  <a:lnTo>
                    <a:pt x="151147" y="769"/>
                  </a:lnTo>
                  <a:lnTo>
                    <a:pt x="145833" y="1366"/>
                  </a:lnTo>
                  <a:lnTo>
                    <a:pt x="140541" y="2133"/>
                  </a:lnTo>
                  <a:lnTo>
                    <a:pt x="135276" y="3070"/>
                  </a:lnTo>
                  <a:lnTo>
                    <a:pt x="130043" y="4174"/>
                  </a:lnTo>
                  <a:lnTo>
                    <a:pt x="124849" y="5444"/>
                  </a:lnTo>
                  <a:lnTo>
                    <a:pt x="119698" y="6881"/>
                  </a:lnTo>
                  <a:lnTo>
                    <a:pt x="114595" y="8481"/>
                  </a:lnTo>
                  <a:lnTo>
                    <a:pt x="109546" y="10244"/>
                  </a:lnTo>
                  <a:lnTo>
                    <a:pt x="104556" y="12167"/>
                  </a:lnTo>
                  <a:lnTo>
                    <a:pt x="99631" y="14249"/>
                  </a:lnTo>
                  <a:lnTo>
                    <a:pt x="94774" y="16487"/>
                  </a:lnTo>
                  <a:lnTo>
                    <a:pt x="89992" y="18880"/>
                  </a:lnTo>
                  <a:lnTo>
                    <a:pt x="85288" y="21424"/>
                  </a:lnTo>
                  <a:lnTo>
                    <a:pt x="80668" y="24118"/>
                  </a:lnTo>
                  <a:lnTo>
                    <a:pt x="76137" y="26958"/>
                  </a:lnTo>
                  <a:lnTo>
                    <a:pt x="71699" y="29941"/>
                  </a:lnTo>
                  <a:lnTo>
                    <a:pt x="67359" y="33065"/>
                  </a:lnTo>
                  <a:lnTo>
                    <a:pt x="63120" y="36326"/>
                  </a:lnTo>
                  <a:lnTo>
                    <a:pt x="58988" y="39721"/>
                  </a:lnTo>
                  <a:lnTo>
                    <a:pt x="54967" y="43246"/>
                  </a:lnTo>
                  <a:lnTo>
                    <a:pt x="51061" y="46898"/>
                  </a:lnTo>
                  <a:lnTo>
                    <a:pt x="47274" y="50673"/>
                  </a:lnTo>
                  <a:lnTo>
                    <a:pt x="43609" y="54568"/>
                  </a:lnTo>
                  <a:lnTo>
                    <a:pt x="40071" y="58577"/>
                  </a:lnTo>
                  <a:lnTo>
                    <a:pt x="36662" y="62698"/>
                  </a:lnTo>
                  <a:lnTo>
                    <a:pt x="33388" y="66926"/>
                  </a:lnTo>
                  <a:lnTo>
                    <a:pt x="30250" y="71256"/>
                  </a:lnTo>
                  <a:lnTo>
                    <a:pt x="27252" y="75685"/>
                  </a:lnTo>
                  <a:lnTo>
                    <a:pt x="24398" y="80207"/>
                  </a:lnTo>
                  <a:lnTo>
                    <a:pt x="21689" y="84818"/>
                  </a:lnTo>
                  <a:lnTo>
                    <a:pt x="19130" y="89513"/>
                  </a:lnTo>
                  <a:lnTo>
                    <a:pt x="16722" y="94288"/>
                  </a:lnTo>
                  <a:lnTo>
                    <a:pt x="14467" y="99137"/>
                  </a:lnTo>
                  <a:lnTo>
                    <a:pt x="12370" y="104056"/>
                  </a:lnTo>
                  <a:lnTo>
                    <a:pt x="10430" y="109040"/>
                  </a:lnTo>
                  <a:lnTo>
                    <a:pt x="8651" y="114083"/>
                  </a:lnTo>
                  <a:lnTo>
                    <a:pt x="7034" y="119180"/>
                  </a:lnTo>
                  <a:lnTo>
                    <a:pt x="5581" y="124326"/>
                  </a:lnTo>
                  <a:lnTo>
                    <a:pt x="4294" y="129517"/>
                  </a:lnTo>
                  <a:lnTo>
                    <a:pt x="3173" y="134745"/>
                  </a:lnTo>
                  <a:lnTo>
                    <a:pt x="2220" y="140007"/>
                  </a:lnTo>
                  <a:lnTo>
                    <a:pt x="1435" y="145297"/>
                  </a:lnTo>
                  <a:lnTo>
                    <a:pt x="821" y="150609"/>
                  </a:lnTo>
                  <a:lnTo>
                    <a:pt x="376" y="155939"/>
                  </a:lnTo>
                  <a:lnTo>
                    <a:pt x="102" y="161279"/>
                  </a:lnTo>
                  <a:lnTo>
                    <a:pt x="0" y="166626"/>
                  </a:lnTo>
                  <a:lnTo>
                    <a:pt x="68" y="171973"/>
                  </a:lnTo>
                  <a:lnTo>
                    <a:pt x="307" y="177315"/>
                  </a:lnTo>
                  <a:lnTo>
                    <a:pt x="717" y="182647"/>
                  </a:lnTo>
                  <a:lnTo>
                    <a:pt x="1297" y="187963"/>
                  </a:lnTo>
                  <a:lnTo>
                    <a:pt x="2047" y="193258"/>
                  </a:lnTo>
                  <a:lnTo>
                    <a:pt x="2966" y="198526"/>
                  </a:lnTo>
                  <a:lnTo>
                    <a:pt x="4053" y="203762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19727" y="1546678"/>
              <a:ext cx="163112" cy="36595"/>
            </a:xfrm>
            <a:custGeom>
              <a:avLst/>
              <a:pathLst>
                <a:path w="163112" h="36595">
                  <a:moveTo>
                    <a:pt x="0" y="36595"/>
                  </a:moveTo>
                  <a:lnTo>
                    <a:pt x="16311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19727" y="1546678"/>
              <a:ext cx="163112" cy="36595"/>
            </a:xfrm>
            <a:custGeom>
              <a:avLst/>
              <a:pathLst>
                <a:path w="163112" h="36595">
                  <a:moveTo>
                    <a:pt x="0" y="36595"/>
                  </a:moveTo>
                  <a:lnTo>
                    <a:pt x="16311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19727" y="1546678"/>
              <a:ext cx="163112" cy="36595"/>
            </a:xfrm>
            <a:custGeom>
              <a:avLst/>
              <a:pathLst>
                <a:path w="163112" h="36595">
                  <a:moveTo>
                    <a:pt x="0" y="36595"/>
                  </a:moveTo>
                  <a:lnTo>
                    <a:pt x="16311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19727" y="1546678"/>
              <a:ext cx="163112" cy="36595"/>
            </a:xfrm>
            <a:custGeom>
              <a:avLst/>
              <a:pathLst>
                <a:path w="163112" h="36595">
                  <a:moveTo>
                    <a:pt x="0" y="36595"/>
                  </a:moveTo>
                  <a:lnTo>
                    <a:pt x="16311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19727" y="1546678"/>
              <a:ext cx="163112" cy="36595"/>
            </a:xfrm>
            <a:custGeom>
              <a:avLst/>
              <a:pathLst>
                <a:path w="163112" h="36595">
                  <a:moveTo>
                    <a:pt x="0" y="36595"/>
                  </a:moveTo>
                  <a:lnTo>
                    <a:pt x="16311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19727" y="1546678"/>
              <a:ext cx="163112" cy="36595"/>
            </a:xfrm>
            <a:custGeom>
              <a:avLst/>
              <a:pathLst>
                <a:path w="163112" h="36595">
                  <a:moveTo>
                    <a:pt x="0" y="36595"/>
                  </a:moveTo>
                  <a:lnTo>
                    <a:pt x="16311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19727" y="1546678"/>
              <a:ext cx="163112" cy="36595"/>
            </a:xfrm>
            <a:custGeom>
              <a:avLst/>
              <a:pathLst>
                <a:path w="163112" h="36595">
                  <a:moveTo>
                    <a:pt x="0" y="36595"/>
                  </a:moveTo>
                  <a:lnTo>
                    <a:pt x="16311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19727" y="1546678"/>
              <a:ext cx="163112" cy="36595"/>
            </a:xfrm>
            <a:custGeom>
              <a:avLst/>
              <a:pathLst>
                <a:path w="163112" h="36595">
                  <a:moveTo>
                    <a:pt x="0" y="36595"/>
                  </a:moveTo>
                  <a:lnTo>
                    <a:pt x="16311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19727" y="1546678"/>
              <a:ext cx="163112" cy="36595"/>
            </a:xfrm>
            <a:custGeom>
              <a:avLst/>
              <a:pathLst>
                <a:path w="163112" h="36595">
                  <a:moveTo>
                    <a:pt x="0" y="36595"/>
                  </a:moveTo>
                  <a:lnTo>
                    <a:pt x="16311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19727" y="1546678"/>
              <a:ext cx="163112" cy="36595"/>
            </a:xfrm>
            <a:custGeom>
              <a:avLst/>
              <a:pathLst>
                <a:path w="163112" h="36595">
                  <a:moveTo>
                    <a:pt x="0" y="36595"/>
                  </a:moveTo>
                  <a:lnTo>
                    <a:pt x="16311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19727" y="1546678"/>
              <a:ext cx="163112" cy="36595"/>
            </a:xfrm>
            <a:custGeom>
              <a:avLst/>
              <a:pathLst>
                <a:path w="163112" h="36595">
                  <a:moveTo>
                    <a:pt x="0" y="36595"/>
                  </a:moveTo>
                  <a:lnTo>
                    <a:pt x="16311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19727" y="1546678"/>
              <a:ext cx="163112" cy="36595"/>
            </a:xfrm>
            <a:custGeom>
              <a:avLst/>
              <a:pathLst>
                <a:path w="163112" h="36595">
                  <a:moveTo>
                    <a:pt x="0" y="36595"/>
                  </a:moveTo>
                  <a:lnTo>
                    <a:pt x="16311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19727" y="1546678"/>
              <a:ext cx="163112" cy="36595"/>
            </a:xfrm>
            <a:custGeom>
              <a:avLst/>
              <a:pathLst>
                <a:path w="163112" h="36595">
                  <a:moveTo>
                    <a:pt x="0" y="36595"/>
                  </a:moveTo>
                  <a:lnTo>
                    <a:pt x="16311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19727" y="1546678"/>
              <a:ext cx="163112" cy="36595"/>
            </a:xfrm>
            <a:custGeom>
              <a:avLst/>
              <a:pathLst>
                <a:path w="163112" h="36595">
                  <a:moveTo>
                    <a:pt x="0" y="36595"/>
                  </a:moveTo>
                  <a:lnTo>
                    <a:pt x="16311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19727" y="1546678"/>
              <a:ext cx="163112" cy="36595"/>
            </a:xfrm>
            <a:custGeom>
              <a:avLst/>
              <a:pathLst>
                <a:path w="163112" h="36595">
                  <a:moveTo>
                    <a:pt x="0" y="36595"/>
                  </a:moveTo>
                  <a:lnTo>
                    <a:pt x="16311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19727" y="1546678"/>
              <a:ext cx="163112" cy="36595"/>
            </a:xfrm>
            <a:custGeom>
              <a:avLst/>
              <a:pathLst>
                <a:path w="163112" h="36595">
                  <a:moveTo>
                    <a:pt x="0" y="36595"/>
                  </a:moveTo>
                  <a:lnTo>
                    <a:pt x="16311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19727" y="1546678"/>
              <a:ext cx="163112" cy="36595"/>
            </a:xfrm>
            <a:custGeom>
              <a:avLst/>
              <a:pathLst>
                <a:path w="163112" h="36595">
                  <a:moveTo>
                    <a:pt x="0" y="36595"/>
                  </a:moveTo>
                  <a:lnTo>
                    <a:pt x="16311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19727" y="1546678"/>
              <a:ext cx="163112" cy="36595"/>
            </a:xfrm>
            <a:custGeom>
              <a:avLst/>
              <a:pathLst>
                <a:path w="163112" h="36595">
                  <a:moveTo>
                    <a:pt x="0" y="36595"/>
                  </a:moveTo>
                  <a:lnTo>
                    <a:pt x="16311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19727" y="1546678"/>
              <a:ext cx="163112" cy="36595"/>
            </a:xfrm>
            <a:custGeom>
              <a:avLst/>
              <a:pathLst>
                <a:path w="163112" h="36595">
                  <a:moveTo>
                    <a:pt x="0" y="36595"/>
                  </a:moveTo>
                  <a:lnTo>
                    <a:pt x="16311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19727" y="1546678"/>
              <a:ext cx="163112" cy="36595"/>
            </a:xfrm>
            <a:custGeom>
              <a:avLst/>
              <a:pathLst>
                <a:path w="163112" h="36595">
                  <a:moveTo>
                    <a:pt x="0" y="36595"/>
                  </a:moveTo>
                  <a:lnTo>
                    <a:pt x="16311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919727" y="1546678"/>
              <a:ext cx="163112" cy="36595"/>
            </a:xfrm>
            <a:custGeom>
              <a:avLst/>
              <a:pathLst>
                <a:path w="163112" h="36595">
                  <a:moveTo>
                    <a:pt x="0" y="36595"/>
                  </a:moveTo>
                  <a:lnTo>
                    <a:pt x="16311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919727" y="1546678"/>
              <a:ext cx="163112" cy="36595"/>
            </a:xfrm>
            <a:custGeom>
              <a:avLst/>
              <a:pathLst>
                <a:path w="163112" h="36595">
                  <a:moveTo>
                    <a:pt x="0" y="36595"/>
                  </a:moveTo>
                  <a:lnTo>
                    <a:pt x="16311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919727" y="1546678"/>
              <a:ext cx="322559" cy="167158"/>
            </a:xfrm>
            <a:custGeom>
              <a:avLst/>
              <a:pathLst>
                <a:path w="322559" h="167158">
                  <a:moveTo>
                    <a:pt x="0" y="36595"/>
                  </a:moveTo>
                  <a:lnTo>
                    <a:pt x="1250" y="41778"/>
                  </a:lnTo>
                  <a:lnTo>
                    <a:pt x="2665" y="46920"/>
                  </a:lnTo>
                  <a:lnTo>
                    <a:pt x="4243" y="52013"/>
                  </a:lnTo>
                  <a:lnTo>
                    <a:pt x="5982" y="57054"/>
                  </a:lnTo>
                  <a:lnTo>
                    <a:pt x="7882" y="62036"/>
                  </a:lnTo>
                  <a:lnTo>
                    <a:pt x="9940" y="66956"/>
                  </a:lnTo>
                  <a:lnTo>
                    <a:pt x="12153" y="71807"/>
                  </a:lnTo>
                  <a:lnTo>
                    <a:pt x="14520" y="76585"/>
                  </a:lnTo>
                  <a:lnTo>
                    <a:pt x="17038" y="81285"/>
                  </a:lnTo>
                  <a:lnTo>
                    <a:pt x="19705" y="85903"/>
                  </a:lnTo>
                  <a:lnTo>
                    <a:pt x="22518" y="90433"/>
                  </a:lnTo>
                  <a:lnTo>
                    <a:pt x="25474" y="94871"/>
                  </a:lnTo>
                  <a:lnTo>
                    <a:pt x="28570" y="99213"/>
                  </a:lnTo>
                  <a:lnTo>
                    <a:pt x="31803" y="103454"/>
                  </a:lnTo>
                  <a:lnTo>
                    <a:pt x="35169" y="107589"/>
                  </a:lnTo>
                  <a:lnTo>
                    <a:pt x="38666" y="111615"/>
                  </a:lnTo>
                  <a:lnTo>
                    <a:pt x="42289" y="115527"/>
                  </a:lnTo>
                  <a:lnTo>
                    <a:pt x="46035" y="119322"/>
                  </a:lnTo>
                  <a:lnTo>
                    <a:pt x="49900" y="122995"/>
                  </a:lnTo>
                  <a:lnTo>
                    <a:pt x="53881" y="126544"/>
                  </a:lnTo>
                  <a:lnTo>
                    <a:pt x="57972" y="129963"/>
                  </a:lnTo>
                  <a:lnTo>
                    <a:pt x="62171" y="133250"/>
                  </a:lnTo>
                  <a:lnTo>
                    <a:pt x="66472" y="136402"/>
                  </a:lnTo>
                  <a:lnTo>
                    <a:pt x="70872" y="139415"/>
                  </a:lnTo>
                  <a:lnTo>
                    <a:pt x="75365" y="142286"/>
                  </a:lnTo>
                  <a:lnTo>
                    <a:pt x="79948" y="145012"/>
                  </a:lnTo>
                  <a:lnTo>
                    <a:pt x="84615" y="147591"/>
                  </a:lnTo>
                  <a:lnTo>
                    <a:pt x="89363" y="150019"/>
                  </a:lnTo>
                  <a:lnTo>
                    <a:pt x="94185" y="152295"/>
                  </a:lnTo>
                  <a:lnTo>
                    <a:pt x="99078" y="154416"/>
                  </a:lnTo>
                  <a:lnTo>
                    <a:pt x="104035" y="156380"/>
                  </a:lnTo>
                  <a:lnTo>
                    <a:pt x="109053" y="158185"/>
                  </a:lnTo>
                  <a:lnTo>
                    <a:pt x="114126" y="159828"/>
                  </a:lnTo>
                  <a:lnTo>
                    <a:pt x="119248" y="161309"/>
                  </a:lnTo>
                  <a:lnTo>
                    <a:pt x="124415" y="162626"/>
                  </a:lnTo>
                  <a:lnTo>
                    <a:pt x="129622" y="163778"/>
                  </a:lnTo>
                  <a:lnTo>
                    <a:pt x="134862" y="164763"/>
                  </a:lnTo>
                  <a:lnTo>
                    <a:pt x="140132" y="165580"/>
                  </a:lnTo>
                  <a:lnTo>
                    <a:pt x="145425" y="166229"/>
                  </a:lnTo>
                  <a:lnTo>
                    <a:pt x="150735" y="166708"/>
                  </a:lnTo>
                  <a:lnTo>
                    <a:pt x="156059" y="167018"/>
                  </a:lnTo>
                  <a:lnTo>
                    <a:pt x="161389" y="167158"/>
                  </a:lnTo>
                  <a:lnTo>
                    <a:pt x="166722" y="167128"/>
                  </a:lnTo>
                  <a:lnTo>
                    <a:pt x="172050" y="166928"/>
                  </a:lnTo>
                  <a:lnTo>
                    <a:pt x="177370" y="166558"/>
                  </a:lnTo>
                  <a:lnTo>
                    <a:pt x="182675" y="166018"/>
                  </a:lnTo>
                  <a:lnTo>
                    <a:pt x="187960" y="165310"/>
                  </a:lnTo>
                  <a:lnTo>
                    <a:pt x="193220" y="164433"/>
                  </a:lnTo>
                  <a:lnTo>
                    <a:pt x="198449" y="163389"/>
                  </a:lnTo>
                  <a:lnTo>
                    <a:pt x="203642" y="162179"/>
                  </a:lnTo>
                  <a:lnTo>
                    <a:pt x="208794" y="160804"/>
                  </a:lnTo>
                  <a:lnTo>
                    <a:pt x="213900" y="159265"/>
                  </a:lnTo>
                  <a:lnTo>
                    <a:pt x="218953" y="157564"/>
                  </a:lnTo>
                  <a:lnTo>
                    <a:pt x="223950" y="155703"/>
                  </a:lnTo>
                  <a:lnTo>
                    <a:pt x="228886" y="153684"/>
                  </a:lnTo>
                  <a:lnTo>
                    <a:pt x="233754" y="151508"/>
                  </a:lnTo>
                  <a:lnTo>
                    <a:pt x="238550" y="149178"/>
                  </a:lnTo>
                  <a:lnTo>
                    <a:pt x="243270" y="146696"/>
                  </a:lnTo>
                  <a:lnTo>
                    <a:pt x="247908" y="144064"/>
                  </a:lnTo>
                  <a:lnTo>
                    <a:pt x="252459" y="141287"/>
                  </a:lnTo>
                  <a:lnTo>
                    <a:pt x="256920" y="138365"/>
                  </a:lnTo>
                  <a:lnTo>
                    <a:pt x="261285" y="135303"/>
                  </a:lnTo>
                  <a:lnTo>
                    <a:pt x="265551" y="132103"/>
                  </a:lnTo>
                  <a:lnTo>
                    <a:pt x="269712" y="128768"/>
                  </a:lnTo>
                  <a:lnTo>
                    <a:pt x="273765" y="125303"/>
                  </a:lnTo>
                  <a:lnTo>
                    <a:pt x="277705" y="121710"/>
                  </a:lnTo>
                  <a:lnTo>
                    <a:pt x="281529" y="117993"/>
                  </a:lnTo>
                  <a:lnTo>
                    <a:pt x="285232" y="114156"/>
                  </a:lnTo>
                  <a:lnTo>
                    <a:pt x="288811" y="110203"/>
                  </a:lnTo>
                  <a:lnTo>
                    <a:pt x="292262" y="106138"/>
                  </a:lnTo>
                  <a:lnTo>
                    <a:pt x="295581" y="101965"/>
                  </a:lnTo>
                  <a:lnTo>
                    <a:pt x="298766" y="97688"/>
                  </a:lnTo>
                  <a:lnTo>
                    <a:pt x="301812" y="93312"/>
                  </a:lnTo>
                  <a:lnTo>
                    <a:pt x="304718" y="88841"/>
                  </a:lnTo>
                  <a:lnTo>
                    <a:pt x="307480" y="84279"/>
                  </a:lnTo>
                  <a:lnTo>
                    <a:pt x="310094" y="79632"/>
                  </a:lnTo>
                  <a:lnTo>
                    <a:pt x="312559" y="74903"/>
                  </a:lnTo>
                  <a:lnTo>
                    <a:pt x="314872" y="70099"/>
                  </a:lnTo>
                  <a:lnTo>
                    <a:pt x="317031" y="65223"/>
                  </a:lnTo>
                  <a:lnTo>
                    <a:pt x="319033" y="60280"/>
                  </a:lnTo>
                  <a:lnTo>
                    <a:pt x="320876" y="55277"/>
                  </a:lnTo>
                  <a:lnTo>
                    <a:pt x="322559" y="50217"/>
                  </a:lnTo>
                  <a:lnTo>
                    <a:pt x="16311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082840" y="1379510"/>
              <a:ext cx="167151" cy="217384"/>
            </a:xfrm>
            <a:custGeom>
              <a:avLst/>
              <a:pathLst>
                <a:path w="167151" h="217384">
                  <a:moveTo>
                    <a:pt x="159446" y="217384"/>
                  </a:moveTo>
                  <a:lnTo>
                    <a:pt x="160986" y="212202"/>
                  </a:lnTo>
                  <a:lnTo>
                    <a:pt x="162359" y="206972"/>
                  </a:lnTo>
                  <a:lnTo>
                    <a:pt x="163561" y="201701"/>
                  </a:lnTo>
                  <a:lnTo>
                    <a:pt x="164592" y="196394"/>
                  </a:lnTo>
                  <a:lnTo>
                    <a:pt x="165451" y="191056"/>
                  </a:lnTo>
                  <a:lnTo>
                    <a:pt x="166137" y="185693"/>
                  </a:lnTo>
                  <a:lnTo>
                    <a:pt x="166649" y="180311"/>
                  </a:lnTo>
                  <a:lnTo>
                    <a:pt x="166987" y="174915"/>
                  </a:lnTo>
                  <a:lnTo>
                    <a:pt x="167151" y="169511"/>
                  </a:lnTo>
                  <a:lnTo>
                    <a:pt x="167139" y="164105"/>
                  </a:lnTo>
                  <a:lnTo>
                    <a:pt x="166952" y="158701"/>
                  </a:lnTo>
                  <a:lnTo>
                    <a:pt x="166591" y="153307"/>
                  </a:lnTo>
                  <a:lnTo>
                    <a:pt x="166056" y="147927"/>
                  </a:lnTo>
                  <a:lnTo>
                    <a:pt x="165347" y="142567"/>
                  </a:lnTo>
                  <a:lnTo>
                    <a:pt x="164465" y="137233"/>
                  </a:lnTo>
                  <a:lnTo>
                    <a:pt x="163411" y="131930"/>
                  </a:lnTo>
                  <a:lnTo>
                    <a:pt x="162186" y="126664"/>
                  </a:lnTo>
                  <a:lnTo>
                    <a:pt x="160792" y="121441"/>
                  </a:lnTo>
                  <a:lnTo>
                    <a:pt x="159229" y="116265"/>
                  </a:lnTo>
                  <a:lnTo>
                    <a:pt x="157499" y="111143"/>
                  </a:lnTo>
                  <a:lnTo>
                    <a:pt x="155605" y="106079"/>
                  </a:lnTo>
                  <a:lnTo>
                    <a:pt x="153549" y="101079"/>
                  </a:lnTo>
                  <a:lnTo>
                    <a:pt x="151331" y="96148"/>
                  </a:lnTo>
                  <a:lnTo>
                    <a:pt x="148955" y="91291"/>
                  </a:lnTo>
                  <a:lnTo>
                    <a:pt x="146424" y="86514"/>
                  </a:lnTo>
                  <a:lnTo>
                    <a:pt x="143739" y="81821"/>
                  </a:lnTo>
                  <a:lnTo>
                    <a:pt x="140904" y="77218"/>
                  </a:lnTo>
                  <a:lnTo>
                    <a:pt x="137922" y="72708"/>
                  </a:lnTo>
                  <a:lnTo>
                    <a:pt x="134795" y="68298"/>
                  </a:lnTo>
                  <a:lnTo>
                    <a:pt x="131527" y="63990"/>
                  </a:lnTo>
                  <a:lnTo>
                    <a:pt x="128122" y="59791"/>
                  </a:lnTo>
                  <a:lnTo>
                    <a:pt x="124583" y="55704"/>
                  </a:lnTo>
                  <a:lnTo>
                    <a:pt x="120913" y="51734"/>
                  </a:lnTo>
                  <a:lnTo>
                    <a:pt x="117117" y="47884"/>
                  </a:lnTo>
                  <a:lnTo>
                    <a:pt x="113198" y="44159"/>
                  </a:lnTo>
                  <a:lnTo>
                    <a:pt x="109161" y="40563"/>
                  </a:lnTo>
                  <a:lnTo>
                    <a:pt x="105010" y="37099"/>
                  </a:lnTo>
                  <a:lnTo>
                    <a:pt x="100749" y="33771"/>
                  </a:lnTo>
                  <a:lnTo>
                    <a:pt x="96383" y="30583"/>
                  </a:lnTo>
                  <a:lnTo>
                    <a:pt x="91916" y="27538"/>
                  </a:lnTo>
                  <a:lnTo>
                    <a:pt x="87352" y="24638"/>
                  </a:lnTo>
                  <a:lnTo>
                    <a:pt x="82698" y="21888"/>
                  </a:lnTo>
                  <a:lnTo>
                    <a:pt x="77956" y="19290"/>
                  </a:lnTo>
                  <a:lnTo>
                    <a:pt x="73134" y="16846"/>
                  </a:lnTo>
                  <a:lnTo>
                    <a:pt x="68234" y="14560"/>
                  </a:lnTo>
                  <a:lnTo>
                    <a:pt x="63264" y="12433"/>
                  </a:lnTo>
                  <a:lnTo>
                    <a:pt x="58227" y="10468"/>
                  </a:lnTo>
                  <a:lnTo>
                    <a:pt x="53129" y="8667"/>
                  </a:lnTo>
                  <a:lnTo>
                    <a:pt x="47976" y="7032"/>
                  </a:lnTo>
                  <a:lnTo>
                    <a:pt x="42772" y="5564"/>
                  </a:lnTo>
                  <a:lnTo>
                    <a:pt x="37524" y="4266"/>
                  </a:lnTo>
                  <a:lnTo>
                    <a:pt x="32237" y="3137"/>
                  </a:lnTo>
                  <a:lnTo>
                    <a:pt x="26916" y="2181"/>
                  </a:lnTo>
                  <a:lnTo>
                    <a:pt x="21566" y="1397"/>
                  </a:lnTo>
                  <a:lnTo>
                    <a:pt x="16194" y="786"/>
                  </a:lnTo>
                  <a:lnTo>
                    <a:pt x="10805" y="349"/>
                  </a:lnTo>
                  <a:lnTo>
                    <a:pt x="5405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65968" y="1120312"/>
              <a:ext cx="167167" cy="290620"/>
            </a:xfrm>
            <a:custGeom>
              <a:avLst/>
              <a:pathLst>
                <a:path w="167167" h="290620">
                  <a:moveTo>
                    <a:pt x="167167" y="0"/>
                  </a:moveTo>
                  <a:lnTo>
                    <a:pt x="161815" y="85"/>
                  </a:lnTo>
                  <a:lnTo>
                    <a:pt x="156468" y="342"/>
                  </a:lnTo>
                  <a:lnTo>
                    <a:pt x="151132" y="770"/>
                  </a:lnTo>
                  <a:lnTo>
                    <a:pt x="145813" y="1369"/>
                  </a:lnTo>
                  <a:lnTo>
                    <a:pt x="140516" y="2138"/>
                  </a:lnTo>
                  <a:lnTo>
                    <a:pt x="135246" y="3075"/>
                  </a:lnTo>
                  <a:lnTo>
                    <a:pt x="130009" y="4182"/>
                  </a:lnTo>
                  <a:lnTo>
                    <a:pt x="124809" y="5455"/>
                  </a:lnTo>
                  <a:lnTo>
                    <a:pt x="119654" y="6894"/>
                  </a:lnTo>
                  <a:lnTo>
                    <a:pt x="114547" y="8497"/>
                  </a:lnTo>
                  <a:lnTo>
                    <a:pt x="109494" y="10263"/>
                  </a:lnTo>
                  <a:lnTo>
                    <a:pt x="104500" y="12190"/>
                  </a:lnTo>
                  <a:lnTo>
                    <a:pt x="99570" y="14276"/>
                  </a:lnTo>
                  <a:lnTo>
                    <a:pt x="94710" y="16519"/>
                  </a:lnTo>
                  <a:lnTo>
                    <a:pt x="89924" y="18916"/>
                  </a:lnTo>
                  <a:lnTo>
                    <a:pt x="85217" y="21465"/>
                  </a:lnTo>
                  <a:lnTo>
                    <a:pt x="80594" y="24163"/>
                  </a:lnTo>
                  <a:lnTo>
                    <a:pt x="76060" y="27008"/>
                  </a:lnTo>
                  <a:lnTo>
                    <a:pt x="71619" y="29997"/>
                  </a:lnTo>
                  <a:lnTo>
                    <a:pt x="67276" y="33126"/>
                  </a:lnTo>
                  <a:lnTo>
                    <a:pt x="63036" y="36393"/>
                  </a:lnTo>
                  <a:lnTo>
                    <a:pt x="58903" y="39794"/>
                  </a:lnTo>
                  <a:lnTo>
                    <a:pt x="54880" y="43326"/>
                  </a:lnTo>
                  <a:lnTo>
                    <a:pt x="50973" y="46984"/>
                  </a:lnTo>
                  <a:lnTo>
                    <a:pt x="47184" y="50766"/>
                  </a:lnTo>
                  <a:lnTo>
                    <a:pt x="43519" y="54667"/>
                  </a:lnTo>
                  <a:lnTo>
                    <a:pt x="39981" y="58683"/>
                  </a:lnTo>
                  <a:lnTo>
                    <a:pt x="36573" y="62811"/>
                  </a:lnTo>
                  <a:lnTo>
                    <a:pt x="33298" y="67046"/>
                  </a:lnTo>
                  <a:lnTo>
                    <a:pt x="30162" y="71383"/>
                  </a:lnTo>
                  <a:lnTo>
                    <a:pt x="27165" y="75819"/>
                  </a:lnTo>
                  <a:lnTo>
                    <a:pt x="24312" y="80348"/>
                  </a:lnTo>
                  <a:lnTo>
                    <a:pt x="21606" y="84966"/>
                  </a:lnTo>
                  <a:lnTo>
                    <a:pt x="19049" y="89668"/>
                  </a:lnTo>
                  <a:lnTo>
                    <a:pt x="16643" y="94450"/>
                  </a:lnTo>
                  <a:lnTo>
                    <a:pt x="14392" y="99307"/>
                  </a:lnTo>
                  <a:lnTo>
                    <a:pt x="12298" y="104233"/>
                  </a:lnTo>
                  <a:lnTo>
                    <a:pt x="10363" y="109224"/>
                  </a:lnTo>
                  <a:lnTo>
                    <a:pt x="8588" y="114274"/>
                  </a:lnTo>
                  <a:lnTo>
                    <a:pt x="6976" y="119378"/>
                  </a:lnTo>
                  <a:lnTo>
                    <a:pt x="5528" y="124531"/>
                  </a:lnTo>
                  <a:lnTo>
                    <a:pt x="4246" y="129728"/>
                  </a:lnTo>
                  <a:lnTo>
                    <a:pt x="3130" y="134963"/>
                  </a:lnTo>
                  <a:lnTo>
                    <a:pt x="2184" y="140232"/>
                  </a:lnTo>
                  <a:lnTo>
                    <a:pt x="1406" y="145528"/>
                  </a:lnTo>
                  <a:lnTo>
                    <a:pt x="798" y="150846"/>
                  </a:lnTo>
                  <a:lnTo>
                    <a:pt x="361" y="156181"/>
                  </a:lnTo>
                  <a:lnTo>
                    <a:pt x="94" y="161527"/>
                  </a:lnTo>
                  <a:lnTo>
                    <a:pt x="0" y="166879"/>
                  </a:lnTo>
                  <a:lnTo>
                    <a:pt x="76" y="172231"/>
                  </a:lnTo>
                  <a:lnTo>
                    <a:pt x="324" y="177578"/>
                  </a:lnTo>
                  <a:lnTo>
                    <a:pt x="743" y="182915"/>
                  </a:lnTo>
                  <a:lnTo>
                    <a:pt x="1332" y="188235"/>
                  </a:lnTo>
                  <a:lnTo>
                    <a:pt x="2092" y="193533"/>
                  </a:lnTo>
                  <a:lnTo>
                    <a:pt x="3020" y="198805"/>
                  </a:lnTo>
                  <a:lnTo>
                    <a:pt x="4118" y="204044"/>
                  </a:lnTo>
                  <a:lnTo>
                    <a:pt x="5382" y="209245"/>
                  </a:lnTo>
                  <a:lnTo>
                    <a:pt x="6812" y="214404"/>
                  </a:lnTo>
                  <a:lnTo>
                    <a:pt x="8407" y="219513"/>
                  </a:lnTo>
                  <a:lnTo>
                    <a:pt x="10164" y="224570"/>
                  </a:lnTo>
                  <a:lnTo>
                    <a:pt x="12082" y="229567"/>
                  </a:lnTo>
                  <a:lnTo>
                    <a:pt x="14159" y="234500"/>
                  </a:lnTo>
                  <a:lnTo>
                    <a:pt x="16394" y="239364"/>
                  </a:lnTo>
                  <a:lnTo>
                    <a:pt x="18782" y="244154"/>
                  </a:lnTo>
                  <a:lnTo>
                    <a:pt x="21323" y="248866"/>
                  </a:lnTo>
                  <a:lnTo>
                    <a:pt x="24014" y="253493"/>
                  </a:lnTo>
                  <a:lnTo>
                    <a:pt x="26851" y="258032"/>
                  </a:lnTo>
                  <a:lnTo>
                    <a:pt x="29832" y="262478"/>
                  </a:lnTo>
                  <a:lnTo>
                    <a:pt x="32954" y="266826"/>
                  </a:lnTo>
                  <a:lnTo>
                    <a:pt x="36214" y="271072"/>
                  </a:lnTo>
                  <a:lnTo>
                    <a:pt x="39608" y="275211"/>
                  </a:lnTo>
                  <a:lnTo>
                    <a:pt x="43132" y="279240"/>
                  </a:lnTo>
                  <a:lnTo>
                    <a:pt x="46784" y="283154"/>
                  </a:lnTo>
                  <a:lnTo>
                    <a:pt x="50559" y="286948"/>
                  </a:lnTo>
                  <a:lnTo>
                    <a:pt x="54454" y="29062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520422" y="1287480"/>
              <a:ext cx="112712" cy="123453"/>
            </a:xfrm>
            <a:custGeom>
              <a:avLst/>
              <a:pathLst>
                <a:path w="112712" h="123453">
                  <a:moveTo>
                    <a:pt x="0" y="123453"/>
                  </a:moveTo>
                  <a:lnTo>
                    <a:pt x="11271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520422" y="1287480"/>
              <a:ext cx="112712" cy="123453"/>
            </a:xfrm>
            <a:custGeom>
              <a:avLst/>
              <a:pathLst>
                <a:path w="112712" h="123453">
                  <a:moveTo>
                    <a:pt x="0" y="123453"/>
                  </a:moveTo>
                  <a:lnTo>
                    <a:pt x="11271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520422" y="1287480"/>
              <a:ext cx="112712" cy="123453"/>
            </a:xfrm>
            <a:custGeom>
              <a:avLst/>
              <a:pathLst>
                <a:path w="112712" h="123453">
                  <a:moveTo>
                    <a:pt x="0" y="123453"/>
                  </a:moveTo>
                  <a:lnTo>
                    <a:pt x="11271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520422" y="1287480"/>
              <a:ext cx="112712" cy="123453"/>
            </a:xfrm>
            <a:custGeom>
              <a:avLst/>
              <a:pathLst>
                <a:path w="112712" h="123453">
                  <a:moveTo>
                    <a:pt x="0" y="123453"/>
                  </a:moveTo>
                  <a:lnTo>
                    <a:pt x="11271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520422" y="1287480"/>
              <a:ext cx="112712" cy="123453"/>
            </a:xfrm>
            <a:custGeom>
              <a:avLst/>
              <a:pathLst>
                <a:path w="112712" h="123453">
                  <a:moveTo>
                    <a:pt x="0" y="123453"/>
                  </a:moveTo>
                  <a:lnTo>
                    <a:pt x="11271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520422" y="1287480"/>
              <a:ext cx="112712" cy="123453"/>
            </a:xfrm>
            <a:custGeom>
              <a:avLst/>
              <a:pathLst>
                <a:path w="112712" h="123453">
                  <a:moveTo>
                    <a:pt x="0" y="123453"/>
                  </a:moveTo>
                  <a:lnTo>
                    <a:pt x="11271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520422" y="1287480"/>
              <a:ext cx="112712" cy="123453"/>
            </a:xfrm>
            <a:custGeom>
              <a:avLst/>
              <a:pathLst>
                <a:path w="112712" h="123453">
                  <a:moveTo>
                    <a:pt x="0" y="123453"/>
                  </a:moveTo>
                  <a:lnTo>
                    <a:pt x="11271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520422" y="1287480"/>
              <a:ext cx="112712" cy="123453"/>
            </a:xfrm>
            <a:custGeom>
              <a:avLst/>
              <a:pathLst>
                <a:path w="112712" h="123453">
                  <a:moveTo>
                    <a:pt x="0" y="123453"/>
                  </a:moveTo>
                  <a:lnTo>
                    <a:pt x="11271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20422" y="1287480"/>
              <a:ext cx="112712" cy="123453"/>
            </a:xfrm>
            <a:custGeom>
              <a:avLst/>
              <a:pathLst>
                <a:path w="112712" h="123453">
                  <a:moveTo>
                    <a:pt x="0" y="123453"/>
                  </a:moveTo>
                  <a:lnTo>
                    <a:pt x="11271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20422" y="1287480"/>
              <a:ext cx="112712" cy="123453"/>
            </a:xfrm>
            <a:custGeom>
              <a:avLst/>
              <a:pathLst>
                <a:path w="112712" h="123453">
                  <a:moveTo>
                    <a:pt x="0" y="123453"/>
                  </a:moveTo>
                  <a:lnTo>
                    <a:pt x="11271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20422" y="1287480"/>
              <a:ext cx="112712" cy="123453"/>
            </a:xfrm>
            <a:custGeom>
              <a:avLst/>
              <a:pathLst>
                <a:path w="112712" h="123453">
                  <a:moveTo>
                    <a:pt x="0" y="123453"/>
                  </a:moveTo>
                  <a:lnTo>
                    <a:pt x="11271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20422" y="1287480"/>
              <a:ext cx="112712" cy="123453"/>
            </a:xfrm>
            <a:custGeom>
              <a:avLst/>
              <a:pathLst>
                <a:path w="112712" h="123453">
                  <a:moveTo>
                    <a:pt x="0" y="123453"/>
                  </a:moveTo>
                  <a:lnTo>
                    <a:pt x="11271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520422" y="1287480"/>
              <a:ext cx="112712" cy="123453"/>
            </a:xfrm>
            <a:custGeom>
              <a:avLst/>
              <a:pathLst>
                <a:path w="112712" h="123453">
                  <a:moveTo>
                    <a:pt x="0" y="123453"/>
                  </a:moveTo>
                  <a:lnTo>
                    <a:pt x="11271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520422" y="1287480"/>
              <a:ext cx="112712" cy="123453"/>
            </a:xfrm>
            <a:custGeom>
              <a:avLst/>
              <a:pathLst>
                <a:path w="112712" h="123453">
                  <a:moveTo>
                    <a:pt x="0" y="123453"/>
                  </a:moveTo>
                  <a:lnTo>
                    <a:pt x="11271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520422" y="1287480"/>
              <a:ext cx="112712" cy="123453"/>
            </a:xfrm>
            <a:custGeom>
              <a:avLst/>
              <a:pathLst>
                <a:path w="112712" h="123453">
                  <a:moveTo>
                    <a:pt x="0" y="123453"/>
                  </a:moveTo>
                  <a:lnTo>
                    <a:pt x="11271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520422" y="1287480"/>
              <a:ext cx="112712" cy="123453"/>
            </a:xfrm>
            <a:custGeom>
              <a:avLst/>
              <a:pathLst>
                <a:path w="112712" h="123453">
                  <a:moveTo>
                    <a:pt x="0" y="123453"/>
                  </a:moveTo>
                  <a:lnTo>
                    <a:pt x="11271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520422" y="1287480"/>
              <a:ext cx="112712" cy="123453"/>
            </a:xfrm>
            <a:custGeom>
              <a:avLst/>
              <a:pathLst>
                <a:path w="112712" h="123453">
                  <a:moveTo>
                    <a:pt x="0" y="123453"/>
                  </a:moveTo>
                  <a:lnTo>
                    <a:pt x="11271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20422" y="1287480"/>
              <a:ext cx="112712" cy="123453"/>
            </a:xfrm>
            <a:custGeom>
              <a:avLst/>
              <a:pathLst>
                <a:path w="112712" h="123453">
                  <a:moveTo>
                    <a:pt x="0" y="123453"/>
                  </a:moveTo>
                  <a:lnTo>
                    <a:pt x="11271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20422" y="1287480"/>
              <a:ext cx="112712" cy="123453"/>
            </a:xfrm>
            <a:custGeom>
              <a:avLst/>
              <a:pathLst>
                <a:path w="112712" h="123453">
                  <a:moveTo>
                    <a:pt x="0" y="123453"/>
                  </a:moveTo>
                  <a:lnTo>
                    <a:pt x="11271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520422" y="1287480"/>
              <a:ext cx="112712" cy="123453"/>
            </a:xfrm>
            <a:custGeom>
              <a:avLst/>
              <a:pathLst>
                <a:path w="112712" h="123453">
                  <a:moveTo>
                    <a:pt x="0" y="123453"/>
                  </a:moveTo>
                  <a:lnTo>
                    <a:pt x="11271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520422" y="1287480"/>
              <a:ext cx="112712" cy="123453"/>
            </a:xfrm>
            <a:custGeom>
              <a:avLst/>
              <a:pathLst>
                <a:path w="112712" h="123453">
                  <a:moveTo>
                    <a:pt x="0" y="123453"/>
                  </a:moveTo>
                  <a:lnTo>
                    <a:pt x="11271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520422" y="1135918"/>
              <a:ext cx="279865" cy="318726"/>
            </a:xfrm>
            <a:custGeom>
              <a:avLst/>
              <a:pathLst>
                <a:path w="279865" h="318726">
                  <a:moveTo>
                    <a:pt x="0" y="275015"/>
                  </a:moveTo>
                  <a:lnTo>
                    <a:pt x="3995" y="278548"/>
                  </a:lnTo>
                  <a:lnTo>
                    <a:pt x="8102" y="281952"/>
                  </a:lnTo>
                  <a:lnTo>
                    <a:pt x="12315" y="285223"/>
                  </a:lnTo>
                  <a:lnTo>
                    <a:pt x="16630" y="288358"/>
                  </a:lnTo>
                  <a:lnTo>
                    <a:pt x="21043" y="291353"/>
                  </a:lnTo>
                  <a:lnTo>
                    <a:pt x="25549" y="294207"/>
                  </a:lnTo>
                  <a:lnTo>
                    <a:pt x="30144" y="296915"/>
                  </a:lnTo>
                  <a:lnTo>
                    <a:pt x="34823" y="299475"/>
                  </a:lnTo>
                  <a:lnTo>
                    <a:pt x="39582" y="301884"/>
                  </a:lnTo>
                  <a:lnTo>
                    <a:pt x="44415" y="304141"/>
                  </a:lnTo>
                  <a:lnTo>
                    <a:pt x="49317" y="306242"/>
                  </a:lnTo>
                  <a:lnTo>
                    <a:pt x="54284" y="308186"/>
                  </a:lnTo>
                  <a:lnTo>
                    <a:pt x="59310" y="309970"/>
                  </a:lnTo>
                  <a:lnTo>
                    <a:pt x="64391" y="311593"/>
                  </a:lnTo>
                  <a:lnTo>
                    <a:pt x="69521" y="313053"/>
                  </a:lnTo>
                  <a:lnTo>
                    <a:pt x="74695" y="314349"/>
                  </a:lnTo>
                  <a:lnTo>
                    <a:pt x="79908" y="315479"/>
                  </a:lnTo>
                  <a:lnTo>
                    <a:pt x="85154" y="316442"/>
                  </a:lnTo>
                  <a:lnTo>
                    <a:pt x="90428" y="317237"/>
                  </a:lnTo>
                  <a:lnTo>
                    <a:pt x="95724" y="317864"/>
                  </a:lnTo>
                  <a:lnTo>
                    <a:pt x="101038" y="318321"/>
                  </a:lnTo>
                  <a:lnTo>
                    <a:pt x="106364" y="318609"/>
                  </a:lnTo>
                  <a:lnTo>
                    <a:pt x="111697" y="318726"/>
                  </a:lnTo>
                  <a:lnTo>
                    <a:pt x="117030" y="318673"/>
                  </a:lnTo>
                  <a:lnTo>
                    <a:pt x="122359" y="318451"/>
                  </a:lnTo>
                  <a:lnTo>
                    <a:pt x="127678" y="318058"/>
                  </a:lnTo>
                  <a:lnTo>
                    <a:pt x="132982" y="317496"/>
                  </a:lnTo>
                  <a:lnTo>
                    <a:pt x="138266" y="316765"/>
                  </a:lnTo>
                  <a:lnTo>
                    <a:pt x="143523" y="315865"/>
                  </a:lnTo>
                  <a:lnTo>
                    <a:pt x="148749" y="314799"/>
                  </a:lnTo>
                  <a:lnTo>
                    <a:pt x="153938" y="313566"/>
                  </a:lnTo>
                  <a:lnTo>
                    <a:pt x="159086" y="312168"/>
                  </a:lnTo>
                  <a:lnTo>
                    <a:pt x="164186" y="310607"/>
                  </a:lnTo>
                  <a:lnTo>
                    <a:pt x="169233" y="308884"/>
                  </a:lnTo>
                  <a:lnTo>
                    <a:pt x="174223" y="307001"/>
                  </a:lnTo>
                  <a:lnTo>
                    <a:pt x="179151" y="304959"/>
                  </a:lnTo>
                  <a:lnTo>
                    <a:pt x="184011" y="302762"/>
                  </a:lnTo>
                  <a:lnTo>
                    <a:pt x="188798" y="300410"/>
                  </a:lnTo>
                  <a:lnTo>
                    <a:pt x="193508" y="297907"/>
                  </a:lnTo>
                  <a:lnTo>
                    <a:pt x="198136" y="295255"/>
                  </a:lnTo>
                  <a:lnTo>
                    <a:pt x="202676" y="292457"/>
                  </a:lnTo>
                  <a:lnTo>
                    <a:pt x="207125" y="289515"/>
                  </a:lnTo>
                  <a:lnTo>
                    <a:pt x="211478" y="286433"/>
                  </a:lnTo>
                  <a:lnTo>
                    <a:pt x="215731" y="283213"/>
                  </a:lnTo>
                  <a:lnTo>
                    <a:pt x="219878" y="279860"/>
                  </a:lnTo>
                  <a:lnTo>
                    <a:pt x="223917" y="276376"/>
                  </a:lnTo>
                  <a:lnTo>
                    <a:pt x="227842" y="272765"/>
                  </a:lnTo>
                  <a:lnTo>
                    <a:pt x="231650" y="269030"/>
                  </a:lnTo>
                  <a:lnTo>
                    <a:pt x="235337" y="265176"/>
                  </a:lnTo>
                  <a:lnTo>
                    <a:pt x="238899" y="261206"/>
                  </a:lnTo>
                  <a:lnTo>
                    <a:pt x="242333" y="257125"/>
                  </a:lnTo>
                  <a:lnTo>
                    <a:pt x="245634" y="252936"/>
                  </a:lnTo>
                  <a:lnTo>
                    <a:pt x="248801" y="248644"/>
                  </a:lnTo>
                  <a:lnTo>
                    <a:pt x="251829" y="244253"/>
                  </a:lnTo>
                  <a:lnTo>
                    <a:pt x="254715" y="239767"/>
                  </a:lnTo>
                  <a:lnTo>
                    <a:pt x="257457" y="235192"/>
                  </a:lnTo>
                  <a:lnTo>
                    <a:pt x="260051" y="230532"/>
                  </a:lnTo>
                  <a:lnTo>
                    <a:pt x="262495" y="225791"/>
                  </a:lnTo>
                  <a:lnTo>
                    <a:pt x="264787" y="220975"/>
                  </a:lnTo>
                  <a:lnTo>
                    <a:pt x="266924" y="216088"/>
                  </a:lnTo>
                  <a:lnTo>
                    <a:pt x="268904" y="211136"/>
                  </a:lnTo>
                  <a:lnTo>
                    <a:pt x="270725" y="206123"/>
                  </a:lnTo>
                  <a:lnTo>
                    <a:pt x="272385" y="201054"/>
                  </a:lnTo>
                  <a:lnTo>
                    <a:pt x="273883" y="195935"/>
                  </a:lnTo>
                  <a:lnTo>
                    <a:pt x="275217" y="190771"/>
                  </a:lnTo>
                  <a:lnTo>
                    <a:pt x="276385" y="185566"/>
                  </a:lnTo>
                  <a:lnTo>
                    <a:pt x="277386" y="180328"/>
                  </a:lnTo>
                  <a:lnTo>
                    <a:pt x="278220" y="175059"/>
                  </a:lnTo>
                  <a:lnTo>
                    <a:pt x="278885" y="169767"/>
                  </a:lnTo>
                  <a:lnTo>
                    <a:pt x="279382" y="164457"/>
                  </a:lnTo>
                  <a:lnTo>
                    <a:pt x="279708" y="159133"/>
                  </a:lnTo>
                  <a:lnTo>
                    <a:pt x="279865" y="153802"/>
                  </a:lnTo>
                  <a:lnTo>
                    <a:pt x="279851" y="148468"/>
                  </a:lnTo>
                  <a:lnTo>
                    <a:pt x="279667" y="143138"/>
                  </a:lnTo>
                  <a:lnTo>
                    <a:pt x="279314" y="137816"/>
                  </a:lnTo>
                  <a:lnTo>
                    <a:pt x="278790" y="132508"/>
                  </a:lnTo>
                  <a:lnTo>
                    <a:pt x="278098" y="127219"/>
                  </a:lnTo>
                  <a:lnTo>
                    <a:pt x="277237" y="121955"/>
                  </a:lnTo>
                  <a:lnTo>
                    <a:pt x="276209" y="116722"/>
                  </a:lnTo>
                  <a:lnTo>
                    <a:pt x="275014" y="111524"/>
                  </a:lnTo>
                  <a:lnTo>
                    <a:pt x="273654" y="106366"/>
                  </a:lnTo>
                  <a:lnTo>
                    <a:pt x="272131" y="101255"/>
                  </a:lnTo>
                  <a:lnTo>
                    <a:pt x="270445" y="96195"/>
                  </a:lnTo>
                  <a:lnTo>
                    <a:pt x="268598" y="91191"/>
                  </a:lnTo>
                  <a:lnTo>
                    <a:pt x="266593" y="86248"/>
                  </a:lnTo>
                  <a:lnTo>
                    <a:pt x="264431" y="81373"/>
                  </a:lnTo>
                  <a:lnTo>
                    <a:pt x="262114" y="76568"/>
                  </a:lnTo>
                  <a:lnTo>
                    <a:pt x="259646" y="71840"/>
                  </a:lnTo>
                  <a:lnTo>
                    <a:pt x="257028" y="67193"/>
                  </a:lnTo>
                  <a:lnTo>
                    <a:pt x="254263" y="62632"/>
                  </a:lnTo>
                  <a:lnTo>
                    <a:pt x="251354" y="58162"/>
                  </a:lnTo>
                  <a:lnTo>
                    <a:pt x="248303" y="53786"/>
                  </a:lnTo>
                  <a:lnTo>
                    <a:pt x="245115" y="49510"/>
                  </a:lnTo>
                  <a:lnTo>
                    <a:pt x="241792" y="45338"/>
                  </a:lnTo>
                  <a:lnTo>
                    <a:pt x="238338" y="41275"/>
                  </a:lnTo>
                  <a:lnTo>
                    <a:pt x="234755" y="37323"/>
                  </a:lnTo>
                  <a:lnTo>
                    <a:pt x="231049" y="33488"/>
                  </a:lnTo>
                  <a:lnTo>
                    <a:pt x="227222" y="29773"/>
                  </a:lnTo>
                  <a:lnTo>
                    <a:pt x="223278" y="26181"/>
                  </a:lnTo>
                  <a:lnTo>
                    <a:pt x="219222" y="22718"/>
                  </a:lnTo>
                  <a:lnTo>
                    <a:pt x="215057" y="19386"/>
                  </a:lnTo>
                  <a:lnTo>
                    <a:pt x="210788" y="16188"/>
                  </a:lnTo>
                  <a:lnTo>
                    <a:pt x="206420" y="13128"/>
                  </a:lnTo>
                  <a:lnTo>
                    <a:pt x="201956" y="10209"/>
                  </a:lnTo>
                  <a:lnTo>
                    <a:pt x="197401" y="7434"/>
                  </a:lnTo>
                  <a:lnTo>
                    <a:pt x="192760" y="4806"/>
                  </a:lnTo>
                  <a:lnTo>
                    <a:pt x="188037" y="2327"/>
                  </a:lnTo>
                  <a:lnTo>
                    <a:pt x="183238" y="0"/>
                  </a:lnTo>
                  <a:lnTo>
                    <a:pt x="112712" y="1515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633135" y="1120312"/>
              <a:ext cx="70525" cy="167167"/>
            </a:xfrm>
            <a:custGeom>
              <a:avLst/>
              <a:pathLst>
                <a:path w="70525" h="167167">
                  <a:moveTo>
                    <a:pt x="70525" y="15605"/>
                  </a:moveTo>
                  <a:lnTo>
                    <a:pt x="64979" y="13145"/>
                  </a:lnTo>
                  <a:lnTo>
                    <a:pt x="59347" y="10889"/>
                  </a:lnTo>
                  <a:lnTo>
                    <a:pt x="53638" y="8838"/>
                  </a:lnTo>
                  <a:lnTo>
                    <a:pt x="47857" y="6996"/>
                  </a:lnTo>
                  <a:lnTo>
                    <a:pt x="42014" y="5365"/>
                  </a:lnTo>
                  <a:lnTo>
                    <a:pt x="36115" y="3947"/>
                  </a:lnTo>
                  <a:lnTo>
                    <a:pt x="30169" y="2744"/>
                  </a:lnTo>
                  <a:lnTo>
                    <a:pt x="24183" y="1758"/>
                  </a:lnTo>
                  <a:lnTo>
                    <a:pt x="18165" y="989"/>
                  </a:lnTo>
                  <a:lnTo>
                    <a:pt x="12123" y="440"/>
                  </a:lnTo>
                  <a:lnTo>
                    <a:pt x="6065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68512" y="971635"/>
              <a:ext cx="167163" cy="236080"/>
            </a:xfrm>
            <a:custGeom>
              <a:avLst/>
              <a:pathLst>
                <a:path w="167163" h="236080">
                  <a:moveTo>
                    <a:pt x="167163" y="0"/>
                  </a:moveTo>
                  <a:lnTo>
                    <a:pt x="161783" y="86"/>
                  </a:lnTo>
                  <a:lnTo>
                    <a:pt x="156409" y="346"/>
                  </a:lnTo>
                  <a:lnTo>
                    <a:pt x="151046" y="778"/>
                  </a:lnTo>
                  <a:lnTo>
                    <a:pt x="145699" y="1383"/>
                  </a:lnTo>
                  <a:lnTo>
                    <a:pt x="140375" y="2160"/>
                  </a:lnTo>
                  <a:lnTo>
                    <a:pt x="135078" y="3108"/>
                  </a:lnTo>
                  <a:lnTo>
                    <a:pt x="129815" y="4225"/>
                  </a:lnTo>
                  <a:lnTo>
                    <a:pt x="124590" y="5512"/>
                  </a:lnTo>
                  <a:lnTo>
                    <a:pt x="119410" y="6965"/>
                  </a:lnTo>
                  <a:lnTo>
                    <a:pt x="114279" y="8585"/>
                  </a:lnTo>
                  <a:lnTo>
                    <a:pt x="109202" y="10369"/>
                  </a:lnTo>
                  <a:lnTo>
                    <a:pt x="104186" y="12316"/>
                  </a:lnTo>
                  <a:lnTo>
                    <a:pt x="99235" y="14423"/>
                  </a:lnTo>
                  <a:lnTo>
                    <a:pt x="94354" y="16688"/>
                  </a:lnTo>
                  <a:lnTo>
                    <a:pt x="89549" y="19110"/>
                  </a:lnTo>
                  <a:lnTo>
                    <a:pt x="84824" y="21684"/>
                  </a:lnTo>
                  <a:lnTo>
                    <a:pt x="80185" y="24409"/>
                  </a:lnTo>
                  <a:lnTo>
                    <a:pt x="75636" y="27283"/>
                  </a:lnTo>
                  <a:lnTo>
                    <a:pt x="71181" y="30301"/>
                  </a:lnTo>
                  <a:lnTo>
                    <a:pt x="66826" y="33461"/>
                  </a:lnTo>
                  <a:lnTo>
                    <a:pt x="62575" y="36759"/>
                  </a:lnTo>
                  <a:lnTo>
                    <a:pt x="58432" y="40193"/>
                  </a:lnTo>
                  <a:lnTo>
                    <a:pt x="54402" y="43758"/>
                  </a:lnTo>
                  <a:lnTo>
                    <a:pt x="50489" y="47451"/>
                  </a:lnTo>
                  <a:lnTo>
                    <a:pt x="46696" y="51268"/>
                  </a:lnTo>
                  <a:lnTo>
                    <a:pt x="43029" y="55205"/>
                  </a:lnTo>
                  <a:lnTo>
                    <a:pt x="39490" y="59258"/>
                  </a:lnTo>
                  <a:lnTo>
                    <a:pt x="36083" y="63423"/>
                  </a:lnTo>
                  <a:lnTo>
                    <a:pt x="32812" y="67695"/>
                  </a:lnTo>
                  <a:lnTo>
                    <a:pt x="29680" y="72071"/>
                  </a:lnTo>
                  <a:lnTo>
                    <a:pt x="26691" y="76544"/>
                  </a:lnTo>
                  <a:lnTo>
                    <a:pt x="23847" y="81112"/>
                  </a:lnTo>
                  <a:lnTo>
                    <a:pt x="21152" y="85769"/>
                  </a:lnTo>
                  <a:lnTo>
                    <a:pt x="18608" y="90511"/>
                  </a:lnTo>
                  <a:lnTo>
                    <a:pt x="16218" y="95331"/>
                  </a:lnTo>
                  <a:lnTo>
                    <a:pt x="13984" y="100226"/>
                  </a:lnTo>
                  <a:lnTo>
                    <a:pt x="11909" y="105191"/>
                  </a:lnTo>
                  <a:lnTo>
                    <a:pt x="9995" y="110220"/>
                  </a:lnTo>
                  <a:lnTo>
                    <a:pt x="8244" y="115307"/>
                  </a:lnTo>
                  <a:lnTo>
                    <a:pt x="6657" y="120449"/>
                  </a:lnTo>
                  <a:lnTo>
                    <a:pt x="5236" y="125639"/>
                  </a:lnTo>
                  <a:lnTo>
                    <a:pt x="3984" y="130871"/>
                  </a:lnTo>
                  <a:lnTo>
                    <a:pt x="2900" y="136142"/>
                  </a:lnTo>
                  <a:lnTo>
                    <a:pt x="1987" y="141445"/>
                  </a:lnTo>
                  <a:lnTo>
                    <a:pt x="1245" y="146774"/>
                  </a:lnTo>
                  <a:lnTo>
                    <a:pt x="674" y="152124"/>
                  </a:lnTo>
                  <a:lnTo>
                    <a:pt x="276" y="157490"/>
                  </a:lnTo>
                  <a:lnTo>
                    <a:pt x="51" y="162866"/>
                  </a:lnTo>
                  <a:lnTo>
                    <a:pt x="0" y="168247"/>
                  </a:lnTo>
                  <a:lnTo>
                    <a:pt x="121" y="173626"/>
                  </a:lnTo>
                  <a:lnTo>
                    <a:pt x="415" y="178999"/>
                  </a:lnTo>
                  <a:lnTo>
                    <a:pt x="882" y="184359"/>
                  </a:lnTo>
                  <a:lnTo>
                    <a:pt x="1522" y="189701"/>
                  </a:lnTo>
                  <a:lnTo>
                    <a:pt x="2333" y="195021"/>
                  </a:lnTo>
                  <a:lnTo>
                    <a:pt x="3315" y="200311"/>
                  </a:lnTo>
                  <a:lnTo>
                    <a:pt x="4466" y="205567"/>
                  </a:lnTo>
                  <a:lnTo>
                    <a:pt x="5786" y="210783"/>
                  </a:lnTo>
                  <a:lnTo>
                    <a:pt x="7274" y="215954"/>
                  </a:lnTo>
                  <a:lnTo>
                    <a:pt x="8927" y="221075"/>
                  </a:lnTo>
                  <a:lnTo>
                    <a:pt x="10744" y="226140"/>
                  </a:lnTo>
                  <a:lnTo>
                    <a:pt x="12723" y="231143"/>
                  </a:lnTo>
                  <a:lnTo>
                    <a:pt x="14861" y="23608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83374" y="1138802"/>
              <a:ext cx="152301" cy="68913"/>
            </a:xfrm>
            <a:custGeom>
              <a:avLst/>
              <a:pathLst>
                <a:path w="152301" h="68913">
                  <a:moveTo>
                    <a:pt x="0" y="68913"/>
                  </a:moveTo>
                  <a:lnTo>
                    <a:pt x="15230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83374" y="1138802"/>
              <a:ext cx="152301" cy="68913"/>
            </a:xfrm>
            <a:custGeom>
              <a:avLst/>
              <a:pathLst>
                <a:path w="152301" h="68913">
                  <a:moveTo>
                    <a:pt x="0" y="68913"/>
                  </a:moveTo>
                  <a:lnTo>
                    <a:pt x="15230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83374" y="1138802"/>
              <a:ext cx="152301" cy="68913"/>
            </a:xfrm>
            <a:custGeom>
              <a:avLst/>
              <a:pathLst>
                <a:path w="152301" h="68913">
                  <a:moveTo>
                    <a:pt x="0" y="68913"/>
                  </a:moveTo>
                  <a:lnTo>
                    <a:pt x="15230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83374" y="1138802"/>
              <a:ext cx="152301" cy="68913"/>
            </a:xfrm>
            <a:custGeom>
              <a:avLst/>
              <a:pathLst>
                <a:path w="152301" h="68913">
                  <a:moveTo>
                    <a:pt x="0" y="68913"/>
                  </a:moveTo>
                  <a:lnTo>
                    <a:pt x="15230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83374" y="1138802"/>
              <a:ext cx="152301" cy="68913"/>
            </a:xfrm>
            <a:custGeom>
              <a:avLst/>
              <a:pathLst>
                <a:path w="152301" h="68913">
                  <a:moveTo>
                    <a:pt x="0" y="68913"/>
                  </a:moveTo>
                  <a:lnTo>
                    <a:pt x="15230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83374" y="1138802"/>
              <a:ext cx="152301" cy="68913"/>
            </a:xfrm>
            <a:custGeom>
              <a:avLst/>
              <a:pathLst>
                <a:path w="152301" h="68913">
                  <a:moveTo>
                    <a:pt x="0" y="68913"/>
                  </a:moveTo>
                  <a:lnTo>
                    <a:pt x="15230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83374" y="1138802"/>
              <a:ext cx="152301" cy="68913"/>
            </a:xfrm>
            <a:custGeom>
              <a:avLst/>
              <a:pathLst>
                <a:path w="152301" h="68913">
                  <a:moveTo>
                    <a:pt x="0" y="68913"/>
                  </a:moveTo>
                  <a:lnTo>
                    <a:pt x="15230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83374" y="1138802"/>
              <a:ext cx="152301" cy="68913"/>
            </a:xfrm>
            <a:custGeom>
              <a:avLst/>
              <a:pathLst>
                <a:path w="152301" h="68913">
                  <a:moveTo>
                    <a:pt x="0" y="68913"/>
                  </a:moveTo>
                  <a:lnTo>
                    <a:pt x="15230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83374" y="1138802"/>
              <a:ext cx="152301" cy="68913"/>
            </a:xfrm>
            <a:custGeom>
              <a:avLst/>
              <a:pathLst>
                <a:path w="152301" h="68913">
                  <a:moveTo>
                    <a:pt x="0" y="68913"/>
                  </a:moveTo>
                  <a:lnTo>
                    <a:pt x="15230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83374" y="1138802"/>
              <a:ext cx="152301" cy="68913"/>
            </a:xfrm>
            <a:custGeom>
              <a:avLst/>
              <a:pathLst>
                <a:path w="152301" h="68913">
                  <a:moveTo>
                    <a:pt x="0" y="68913"/>
                  </a:moveTo>
                  <a:lnTo>
                    <a:pt x="15230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83374" y="1138802"/>
              <a:ext cx="152301" cy="68913"/>
            </a:xfrm>
            <a:custGeom>
              <a:avLst/>
              <a:pathLst>
                <a:path w="152301" h="68913">
                  <a:moveTo>
                    <a:pt x="0" y="68913"/>
                  </a:moveTo>
                  <a:lnTo>
                    <a:pt x="15230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83374" y="1138802"/>
              <a:ext cx="152301" cy="68913"/>
            </a:xfrm>
            <a:custGeom>
              <a:avLst/>
              <a:pathLst>
                <a:path w="152301" h="68913">
                  <a:moveTo>
                    <a:pt x="0" y="68913"/>
                  </a:moveTo>
                  <a:lnTo>
                    <a:pt x="15230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83374" y="1138802"/>
              <a:ext cx="152301" cy="68913"/>
            </a:xfrm>
            <a:custGeom>
              <a:avLst/>
              <a:pathLst>
                <a:path w="152301" h="68913">
                  <a:moveTo>
                    <a:pt x="0" y="68913"/>
                  </a:moveTo>
                  <a:lnTo>
                    <a:pt x="15230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83374" y="1138802"/>
              <a:ext cx="152301" cy="68913"/>
            </a:xfrm>
            <a:custGeom>
              <a:avLst/>
              <a:pathLst>
                <a:path w="152301" h="68913">
                  <a:moveTo>
                    <a:pt x="0" y="68913"/>
                  </a:moveTo>
                  <a:lnTo>
                    <a:pt x="15230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983374" y="1138802"/>
              <a:ext cx="152301" cy="68913"/>
            </a:xfrm>
            <a:custGeom>
              <a:avLst/>
              <a:pathLst>
                <a:path w="152301" h="68913">
                  <a:moveTo>
                    <a:pt x="0" y="68913"/>
                  </a:moveTo>
                  <a:lnTo>
                    <a:pt x="15230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983374" y="1138802"/>
              <a:ext cx="152301" cy="68913"/>
            </a:xfrm>
            <a:custGeom>
              <a:avLst/>
              <a:pathLst>
                <a:path w="152301" h="68913">
                  <a:moveTo>
                    <a:pt x="0" y="68913"/>
                  </a:moveTo>
                  <a:lnTo>
                    <a:pt x="15230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983374" y="1138802"/>
              <a:ext cx="152301" cy="68913"/>
            </a:xfrm>
            <a:custGeom>
              <a:avLst/>
              <a:pathLst>
                <a:path w="152301" h="68913">
                  <a:moveTo>
                    <a:pt x="0" y="68913"/>
                  </a:moveTo>
                  <a:lnTo>
                    <a:pt x="15230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983374" y="1138802"/>
              <a:ext cx="152301" cy="68913"/>
            </a:xfrm>
            <a:custGeom>
              <a:avLst/>
              <a:pathLst>
                <a:path w="152301" h="68913">
                  <a:moveTo>
                    <a:pt x="0" y="68913"/>
                  </a:moveTo>
                  <a:lnTo>
                    <a:pt x="15230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983374" y="1138802"/>
              <a:ext cx="152301" cy="68913"/>
            </a:xfrm>
            <a:custGeom>
              <a:avLst/>
              <a:pathLst>
                <a:path w="152301" h="68913">
                  <a:moveTo>
                    <a:pt x="0" y="68913"/>
                  </a:moveTo>
                  <a:lnTo>
                    <a:pt x="15230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983374" y="1138802"/>
              <a:ext cx="152301" cy="68913"/>
            </a:xfrm>
            <a:custGeom>
              <a:avLst/>
              <a:pathLst>
                <a:path w="152301" h="68913">
                  <a:moveTo>
                    <a:pt x="0" y="68913"/>
                  </a:moveTo>
                  <a:lnTo>
                    <a:pt x="15230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983374" y="1065608"/>
              <a:ext cx="319467" cy="240357"/>
            </a:xfrm>
            <a:custGeom>
              <a:avLst/>
              <a:pathLst>
                <a:path w="319467" h="240357">
                  <a:moveTo>
                    <a:pt x="0" y="142107"/>
                  </a:moveTo>
                  <a:lnTo>
                    <a:pt x="2284" y="146947"/>
                  </a:lnTo>
                  <a:lnTo>
                    <a:pt x="4722" y="151712"/>
                  </a:lnTo>
                  <a:lnTo>
                    <a:pt x="7311" y="156396"/>
                  </a:lnTo>
                  <a:lnTo>
                    <a:pt x="10049" y="160995"/>
                  </a:lnTo>
                  <a:lnTo>
                    <a:pt x="12933" y="165504"/>
                  </a:lnTo>
                  <a:lnTo>
                    <a:pt x="15959" y="169919"/>
                  </a:lnTo>
                  <a:lnTo>
                    <a:pt x="19126" y="174234"/>
                  </a:lnTo>
                  <a:lnTo>
                    <a:pt x="22429" y="178446"/>
                  </a:lnTo>
                  <a:lnTo>
                    <a:pt x="25865" y="182549"/>
                  </a:lnTo>
                  <a:lnTo>
                    <a:pt x="29430" y="186541"/>
                  </a:lnTo>
                  <a:lnTo>
                    <a:pt x="33122" y="190416"/>
                  </a:lnTo>
                  <a:lnTo>
                    <a:pt x="36936" y="194172"/>
                  </a:lnTo>
                  <a:lnTo>
                    <a:pt x="40868" y="197803"/>
                  </a:lnTo>
                  <a:lnTo>
                    <a:pt x="44914" y="201306"/>
                  </a:lnTo>
                  <a:lnTo>
                    <a:pt x="49071" y="204679"/>
                  </a:lnTo>
                  <a:lnTo>
                    <a:pt x="53333" y="207916"/>
                  </a:lnTo>
                  <a:lnTo>
                    <a:pt x="57697" y="211015"/>
                  </a:lnTo>
                  <a:lnTo>
                    <a:pt x="62157" y="213973"/>
                  </a:lnTo>
                  <a:lnTo>
                    <a:pt x="66710" y="216787"/>
                  </a:lnTo>
                  <a:lnTo>
                    <a:pt x="71351" y="219453"/>
                  </a:lnTo>
                  <a:lnTo>
                    <a:pt x="76075" y="221970"/>
                  </a:lnTo>
                  <a:lnTo>
                    <a:pt x="80877" y="224334"/>
                  </a:lnTo>
                  <a:lnTo>
                    <a:pt x="85752" y="226543"/>
                  </a:lnTo>
                  <a:lnTo>
                    <a:pt x="90695" y="228595"/>
                  </a:lnTo>
                  <a:lnTo>
                    <a:pt x="95702" y="230488"/>
                  </a:lnTo>
                  <a:lnTo>
                    <a:pt x="100766" y="232219"/>
                  </a:lnTo>
                  <a:lnTo>
                    <a:pt x="105884" y="233787"/>
                  </a:lnTo>
                  <a:lnTo>
                    <a:pt x="111049" y="235191"/>
                  </a:lnTo>
                  <a:lnTo>
                    <a:pt x="116256" y="236429"/>
                  </a:lnTo>
                  <a:lnTo>
                    <a:pt x="121500" y="237499"/>
                  </a:lnTo>
                  <a:lnTo>
                    <a:pt x="126776" y="238401"/>
                  </a:lnTo>
                  <a:lnTo>
                    <a:pt x="132078" y="239133"/>
                  </a:lnTo>
                  <a:lnTo>
                    <a:pt x="137401" y="239695"/>
                  </a:lnTo>
                  <a:lnTo>
                    <a:pt x="142739" y="240087"/>
                  </a:lnTo>
                  <a:lnTo>
                    <a:pt x="148086" y="240308"/>
                  </a:lnTo>
                  <a:lnTo>
                    <a:pt x="153439" y="240357"/>
                  </a:lnTo>
                  <a:lnTo>
                    <a:pt x="158789" y="240235"/>
                  </a:lnTo>
                  <a:lnTo>
                    <a:pt x="164134" y="239942"/>
                  </a:lnTo>
                  <a:lnTo>
                    <a:pt x="169466" y="239477"/>
                  </a:lnTo>
                  <a:lnTo>
                    <a:pt x="174780" y="238843"/>
                  </a:lnTo>
                  <a:lnTo>
                    <a:pt x="180072" y="238038"/>
                  </a:lnTo>
                  <a:lnTo>
                    <a:pt x="185335" y="237065"/>
                  </a:lnTo>
                  <a:lnTo>
                    <a:pt x="190564" y="235923"/>
                  </a:lnTo>
                  <a:lnTo>
                    <a:pt x="195754" y="234615"/>
                  </a:lnTo>
                  <a:lnTo>
                    <a:pt x="200899" y="233141"/>
                  </a:lnTo>
                  <a:lnTo>
                    <a:pt x="205995" y="231503"/>
                  </a:lnTo>
                  <a:lnTo>
                    <a:pt x="211036" y="229703"/>
                  </a:lnTo>
                  <a:lnTo>
                    <a:pt x="216016" y="227743"/>
                  </a:lnTo>
                  <a:lnTo>
                    <a:pt x="220931" y="225624"/>
                  </a:lnTo>
                  <a:lnTo>
                    <a:pt x="225776" y="223348"/>
                  </a:lnTo>
                  <a:lnTo>
                    <a:pt x="230545" y="220919"/>
                  </a:lnTo>
                  <a:lnTo>
                    <a:pt x="235234" y="218339"/>
                  </a:lnTo>
                  <a:lnTo>
                    <a:pt x="239838" y="215609"/>
                  </a:lnTo>
                  <a:lnTo>
                    <a:pt x="244352" y="212734"/>
                  </a:lnTo>
                  <a:lnTo>
                    <a:pt x="248772" y="209716"/>
                  </a:lnTo>
                  <a:lnTo>
                    <a:pt x="253094" y="206557"/>
                  </a:lnTo>
                  <a:lnTo>
                    <a:pt x="257311" y="203262"/>
                  </a:lnTo>
                  <a:lnTo>
                    <a:pt x="261421" y="199834"/>
                  </a:lnTo>
                  <a:lnTo>
                    <a:pt x="265420" y="196276"/>
                  </a:lnTo>
                  <a:lnTo>
                    <a:pt x="269302" y="192591"/>
                  </a:lnTo>
                  <a:lnTo>
                    <a:pt x="273064" y="188784"/>
                  </a:lnTo>
                  <a:lnTo>
                    <a:pt x="276703" y="184859"/>
                  </a:lnTo>
                  <a:lnTo>
                    <a:pt x="280214" y="180819"/>
                  </a:lnTo>
                  <a:lnTo>
                    <a:pt x="283594" y="176669"/>
                  </a:lnTo>
                  <a:lnTo>
                    <a:pt x="286839" y="172413"/>
                  </a:lnTo>
                  <a:lnTo>
                    <a:pt x="289947" y="168055"/>
                  </a:lnTo>
                  <a:lnTo>
                    <a:pt x="292913" y="163600"/>
                  </a:lnTo>
                  <a:lnTo>
                    <a:pt x="295735" y="159052"/>
                  </a:lnTo>
                  <a:lnTo>
                    <a:pt x="298410" y="154416"/>
                  </a:lnTo>
                  <a:lnTo>
                    <a:pt x="300936" y="149697"/>
                  </a:lnTo>
                  <a:lnTo>
                    <a:pt x="303309" y="144900"/>
                  </a:lnTo>
                  <a:lnTo>
                    <a:pt x="305527" y="140029"/>
                  </a:lnTo>
                  <a:lnTo>
                    <a:pt x="307588" y="135089"/>
                  </a:lnTo>
                  <a:lnTo>
                    <a:pt x="309490" y="130086"/>
                  </a:lnTo>
                  <a:lnTo>
                    <a:pt x="311231" y="125025"/>
                  </a:lnTo>
                  <a:lnTo>
                    <a:pt x="312808" y="119910"/>
                  </a:lnTo>
                  <a:lnTo>
                    <a:pt x="314222" y="114748"/>
                  </a:lnTo>
                  <a:lnTo>
                    <a:pt x="315469" y="109543"/>
                  </a:lnTo>
                  <a:lnTo>
                    <a:pt x="316549" y="104301"/>
                  </a:lnTo>
                  <a:lnTo>
                    <a:pt x="317461" y="99027"/>
                  </a:lnTo>
                  <a:lnTo>
                    <a:pt x="318203" y="93726"/>
                  </a:lnTo>
                  <a:lnTo>
                    <a:pt x="318775" y="88405"/>
                  </a:lnTo>
                  <a:lnTo>
                    <a:pt x="319177" y="83067"/>
                  </a:lnTo>
                  <a:lnTo>
                    <a:pt x="319408" y="77720"/>
                  </a:lnTo>
                  <a:lnTo>
                    <a:pt x="319467" y="72368"/>
                  </a:lnTo>
                  <a:lnTo>
                    <a:pt x="319355" y="67017"/>
                  </a:lnTo>
                  <a:lnTo>
                    <a:pt x="319071" y="61672"/>
                  </a:lnTo>
                  <a:lnTo>
                    <a:pt x="318617" y="56339"/>
                  </a:lnTo>
                  <a:lnTo>
                    <a:pt x="317992" y="51023"/>
                  </a:lnTo>
                  <a:lnTo>
                    <a:pt x="317198" y="45730"/>
                  </a:lnTo>
                  <a:lnTo>
                    <a:pt x="316234" y="40466"/>
                  </a:lnTo>
                  <a:lnTo>
                    <a:pt x="315102" y="35234"/>
                  </a:lnTo>
                  <a:lnTo>
                    <a:pt x="313803" y="30042"/>
                  </a:lnTo>
                  <a:lnTo>
                    <a:pt x="312339" y="24894"/>
                  </a:lnTo>
                  <a:lnTo>
                    <a:pt x="310711" y="19795"/>
                  </a:lnTo>
                  <a:lnTo>
                    <a:pt x="308920" y="14751"/>
                  </a:lnTo>
                  <a:lnTo>
                    <a:pt x="306969" y="9767"/>
                  </a:lnTo>
                  <a:lnTo>
                    <a:pt x="304859" y="4848"/>
                  </a:lnTo>
                  <a:lnTo>
                    <a:pt x="302593" y="0"/>
                  </a:lnTo>
                  <a:lnTo>
                    <a:pt x="152301" y="731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135676" y="971635"/>
              <a:ext cx="150291" cy="167167"/>
            </a:xfrm>
            <a:custGeom>
              <a:avLst/>
              <a:pathLst>
                <a:path w="150291" h="167167">
                  <a:moveTo>
                    <a:pt x="150291" y="93973"/>
                  </a:moveTo>
                  <a:lnTo>
                    <a:pt x="147805" y="89073"/>
                  </a:lnTo>
                  <a:lnTo>
                    <a:pt x="145158" y="84258"/>
                  </a:lnTo>
                  <a:lnTo>
                    <a:pt x="142355" y="79532"/>
                  </a:lnTo>
                  <a:lnTo>
                    <a:pt x="139398" y="74901"/>
                  </a:lnTo>
                  <a:lnTo>
                    <a:pt x="136290" y="70370"/>
                  </a:lnTo>
                  <a:lnTo>
                    <a:pt x="133036" y="65943"/>
                  </a:lnTo>
                  <a:lnTo>
                    <a:pt x="129637" y="61625"/>
                  </a:lnTo>
                  <a:lnTo>
                    <a:pt x="126099" y="57422"/>
                  </a:lnTo>
                  <a:lnTo>
                    <a:pt x="122424" y="53337"/>
                  </a:lnTo>
                  <a:lnTo>
                    <a:pt x="118617" y="49375"/>
                  </a:lnTo>
                  <a:lnTo>
                    <a:pt x="114681" y="45540"/>
                  </a:lnTo>
                  <a:lnTo>
                    <a:pt x="110622" y="41837"/>
                  </a:lnTo>
                  <a:lnTo>
                    <a:pt x="106444" y="38269"/>
                  </a:lnTo>
                  <a:lnTo>
                    <a:pt x="102150" y="34841"/>
                  </a:lnTo>
                  <a:lnTo>
                    <a:pt x="97746" y="31555"/>
                  </a:lnTo>
                  <a:lnTo>
                    <a:pt x="93236" y="28416"/>
                  </a:lnTo>
                  <a:lnTo>
                    <a:pt x="88626" y="25427"/>
                  </a:lnTo>
                  <a:lnTo>
                    <a:pt x="83920" y="22591"/>
                  </a:lnTo>
                  <a:lnTo>
                    <a:pt x="79123" y="19911"/>
                  </a:lnTo>
                  <a:lnTo>
                    <a:pt x="74241" y="17390"/>
                  </a:lnTo>
                  <a:lnTo>
                    <a:pt x="69278" y="15031"/>
                  </a:lnTo>
                  <a:lnTo>
                    <a:pt x="64241" y="12836"/>
                  </a:lnTo>
                  <a:lnTo>
                    <a:pt x="59134" y="10808"/>
                  </a:lnTo>
                  <a:lnTo>
                    <a:pt x="53964" y="8949"/>
                  </a:lnTo>
                  <a:lnTo>
                    <a:pt x="48735" y="7261"/>
                  </a:lnTo>
                  <a:lnTo>
                    <a:pt x="43453" y="5746"/>
                  </a:lnTo>
                  <a:lnTo>
                    <a:pt x="38125" y="4405"/>
                  </a:lnTo>
                  <a:lnTo>
                    <a:pt x="32755" y="3240"/>
                  </a:lnTo>
                  <a:lnTo>
                    <a:pt x="27350" y="2252"/>
                  </a:lnTo>
                  <a:lnTo>
                    <a:pt x="21916" y="1442"/>
                  </a:lnTo>
                  <a:lnTo>
                    <a:pt x="16457" y="812"/>
                  </a:lnTo>
                  <a:lnTo>
                    <a:pt x="10981" y="361"/>
                  </a:lnTo>
                  <a:lnTo>
                    <a:pt x="5493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538810" y="941493"/>
              <a:ext cx="78470" cy="167167"/>
            </a:xfrm>
            <a:custGeom>
              <a:avLst/>
              <a:pathLst>
                <a:path w="78470" h="167167">
                  <a:moveTo>
                    <a:pt x="78470" y="0"/>
                  </a:moveTo>
                  <a:lnTo>
                    <a:pt x="72636" y="101"/>
                  </a:lnTo>
                  <a:lnTo>
                    <a:pt x="66810" y="407"/>
                  </a:lnTo>
                  <a:lnTo>
                    <a:pt x="60998" y="915"/>
                  </a:lnTo>
                  <a:lnTo>
                    <a:pt x="55208" y="1626"/>
                  </a:lnTo>
                  <a:lnTo>
                    <a:pt x="49445" y="2538"/>
                  </a:lnTo>
                  <a:lnTo>
                    <a:pt x="43718" y="3651"/>
                  </a:lnTo>
                  <a:lnTo>
                    <a:pt x="38034" y="4964"/>
                  </a:lnTo>
                  <a:lnTo>
                    <a:pt x="32398" y="6473"/>
                  </a:lnTo>
                  <a:lnTo>
                    <a:pt x="26819" y="8179"/>
                  </a:lnTo>
                  <a:lnTo>
                    <a:pt x="21303" y="10078"/>
                  </a:lnTo>
                  <a:lnTo>
                    <a:pt x="15856" y="12169"/>
                  </a:lnTo>
                  <a:lnTo>
                    <a:pt x="10486" y="14448"/>
                  </a:lnTo>
                  <a:lnTo>
                    <a:pt x="5198" y="16913"/>
                  </a:lnTo>
                  <a:lnTo>
                    <a:pt x="0" y="19561"/>
                  </a:lnTo>
                  <a:lnTo>
                    <a:pt x="7847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538810" y="961055"/>
              <a:ext cx="78470" cy="147605"/>
            </a:xfrm>
            <a:custGeom>
              <a:avLst/>
              <a:pathLst>
                <a:path w="78470" h="147605">
                  <a:moveTo>
                    <a:pt x="0" y="0"/>
                  </a:moveTo>
                  <a:lnTo>
                    <a:pt x="78470" y="1476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538810" y="961055"/>
              <a:ext cx="78470" cy="147605"/>
            </a:xfrm>
            <a:custGeom>
              <a:avLst/>
              <a:pathLst>
                <a:path w="78470" h="147605">
                  <a:moveTo>
                    <a:pt x="0" y="0"/>
                  </a:moveTo>
                  <a:lnTo>
                    <a:pt x="78470" y="1476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538810" y="961055"/>
              <a:ext cx="78470" cy="147605"/>
            </a:xfrm>
            <a:custGeom>
              <a:avLst/>
              <a:pathLst>
                <a:path w="78470" h="147605">
                  <a:moveTo>
                    <a:pt x="0" y="0"/>
                  </a:moveTo>
                  <a:lnTo>
                    <a:pt x="78470" y="1476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538810" y="961055"/>
              <a:ext cx="78470" cy="147605"/>
            </a:xfrm>
            <a:custGeom>
              <a:avLst/>
              <a:pathLst>
                <a:path w="78470" h="147605">
                  <a:moveTo>
                    <a:pt x="0" y="0"/>
                  </a:moveTo>
                  <a:lnTo>
                    <a:pt x="78470" y="1476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538810" y="961055"/>
              <a:ext cx="78470" cy="147605"/>
            </a:xfrm>
            <a:custGeom>
              <a:avLst/>
              <a:pathLst>
                <a:path w="78470" h="147605">
                  <a:moveTo>
                    <a:pt x="0" y="0"/>
                  </a:moveTo>
                  <a:lnTo>
                    <a:pt x="78470" y="1476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538810" y="961055"/>
              <a:ext cx="78470" cy="147605"/>
            </a:xfrm>
            <a:custGeom>
              <a:avLst/>
              <a:pathLst>
                <a:path w="78470" h="147605">
                  <a:moveTo>
                    <a:pt x="0" y="0"/>
                  </a:moveTo>
                  <a:lnTo>
                    <a:pt x="78470" y="1476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538810" y="961055"/>
              <a:ext cx="78470" cy="147605"/>
            </a:xfrm>
            <a:custGeom>
              <a:avLst/>
              <a:pathLst>
                <a:path w="78470" h="147605">
                  <a:moveTo>
                    <a:pt x="0" y="0"/>
                  </a:moveTo>
                  <a:lnTo>
                    <a:pt x="78470" y="1476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538810" y="961055"/>
              <a:ext cx="78470" cy="147605"/>
            </a:xfrm>
            <a:custGeom>
              <a:avLst/>
              <a:pathLst>
                <a:path w="78470" h="147605">
                  <a:moveTo>
                    <a:pt x="0" y="0"/>
                  </a:moveTo>
                  <a:lnTo>
                    <a:pt x="78470" y="1476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538810" y="961055"/>
              <a:ext cx="78470" cy="147605"/>
            </a:xfrm>
            <a:custGeom>
              <a:avLst/>
              <a:pathLst>
                <a:path w="78470" h="147605">
                  <a:moveTo>
                    <a:pt x="0" y="0"/>
                  </a:moveTo>
                  <a:lnTo>
                    <a:pt x="78470" y="1476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538810" y="961055"/>
              <a:ext cx="78470" cy="147605"/>
            </a:xfrm>
            <a:custGeom>
              <a:avLst/>
              <a:pathLst>
                <a:path w="78470" h="147605">
                  <a:moveTo>
                    <a:pt x="0" y="0"/>
                  </a:moveTo>
                  <a:lnTo>
                    <a:pt x="78470" y="1476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538810" y="961055"/>
              <a:ext cx="78470" cy="147605"/>
            </a:xfrm>
            <a:custGeom>
              <a:avLst/>
              <a:pathLst>
                <a:path w="78470" h="147605">
                  <a:moveTo>
                    <a:pt x="0" y="0"/>
                  </a:moveTo>
                  <a:lnTo>
                    <a:pt x="78470" y="1476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538810" y="961055"/>
              <a:ext cx="78470" cy="147605"/>
            </a:xfrm>
            <a:custGeom>
              <a:avLst/>
              <a:pathLst>
                <a:path w="78470" h="147605">
                  <a:moveTo>
                    <a:pt x="0" y="0"/>
                  </a:moveTo>
                  <a:lnTo>
                    <a:pt x="78470" y="1476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538810" y="961055"/>
              <a:ext cx="78470" cy="147605"/>
            </a:xfrm>
            <a:custGeom>
              <a:avLst/>
              <a:pathLst>
                <a:path w="78470" h="147605">
                  <a:moveTo>
                    <a:pt x="0" y="0"/>
                  </a:moveTo>
                  <a:lnTo>
                    <a:pt x="78470" y="1476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538810" y="961055"/>
              <a:ext cx="78470" cy="147605"/>
            </a:xfrm>
            <a:custGeom>
              <a:avLst/>
              <a:pathLst>
                <a:path w="78470" h="147605">
                  <a:moveTo>
                    <a:pt x="0" y="0"/>
                  </a:moveTo>
                  <a:lnTo>
                    <a:pt x="78470" y="1476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538810" y="961055"/>
              <a:ext cx="78470" cy="147605"/>
            </a:xfrm>
            <a:custGeom>
              <a:avLst/>
              <a:pathLst>
                <a:path w="78470" h="147605">
                  <a:moveTo>
                    <a:pt x="0" y="0"/>
                  </a:moveTo>
                  <a:lnTo>
                    <a:pt x="78470" y="1476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538810" y="961055"/>
              <a:ext cx="78470" cy="147605"/>
            </a:xfrm>
            <a:custGeom>
              <a:avLst/>
              <a:pathLst>
                <a:path w="78470" h="147605">
                  <a:moveTo>
                    <a:pt x="0" y="0"/>
                  </a:moveTo>
                  <a:lnTo>
                    <a:pt x="78470" y="1476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538810" y="961055"/>
              <a:ext cx="78470" cy="147605"/>
            </a:xfrm>
            <a:custGeom>
              <a:avLst/>
              <a:pathLst>
                <a:path w="78470" h="147605">
                  <a:moveTo>
                    <a:pt x="0" y="0"/>
                  </a:moveTo>
                  <a:lnTo>
                    <a:pt x="78470" y="1476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538810" y="961055"/>
              <a:ext cx="78470" cy="147605"/>
            </a:xfrm>
            <a:custGeom>
              <a:avLst/>
              <a:pathLst>
                <a:path w="78470" h="147605">
                  <a:moveTo>
                    <a:pt x="0" y="0"/>
                  </a:moveTo>
                  <a:lnTo>
                    <a:pt x="78470" y="1476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538810" y="961055"/>
              <a:ext cx="78470" cy="147605"/>
            </a:xfrm>
            <a:custGeom>
              <a:avLst/>
              <a:pathLst>
                <a:path w="78470" h="147605">
                  <a:moveTo>
                    <a:pt x="0" y="0"/>
                  </a:moveTo>
                  <a:lnTo>
                    <a:pt x="78470" y="1476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450118" y="944908"/>
              <a:ext cx="334321" cy="330919"/>
            </a:xfrm>
            <a:custGeom>
              <a:avLst/>
              <a:pathLst>
                <a:path w="334321" h="330919">
                  <a:moveTo>
                    <a:pt x="88692" y="16147"/>
                  </a:moveTo>
                  <a:lnTo>
                    <a:pt x="84068" y="18699"/>
                  </a:lnTo>
                  <a:lnTo>
                    <a:pt x="79528" y="21396"/>
                  </a:lnTo>
                  <a:lnTo>
                    <a:pt x="75074" y="24235"/>
                  </a:lnTo>
                  <a:lnTo>
                    <a:pt x="70713" y="27214"/>
                  </a:lnTo>
                  <a:lnTo>
                    <a:pt x="66448" y="30329"/>
                  </a:lnTo>
                  <a:lnTo>
                    <a:pt x="62284" y="33577"/>
                  </a:lnTo>
                  <a:lnTo>
                    <a:pt x="58224" y="36955"/>
                  </a:lnTo>
                  <a:lnTo>
                    <a:pt x="54273" y="40459"/>
                  </a:lnTo>
                  <a:lnTo>
                    <a:pt x="50435" y="44087"/>
                  </a:lnTo>
                  <a:lnTo>
                    <a:pt x="46713" y="47833"/>
                  </a:lnTo>
                  <a:lnTo>
                    <a:pt x="43112" y="51696"/>
                  </a:lnTo>
                  <a:lnTo>
                    <a:pt x="39634" y="55671"/>
                  </a:lnTo>
                  <a:lnTo>
                    <a:pt x="36283" y="59753"/>
                  </a:lnTo>
                  <a:lnTo>
                    <a:pt x="33063" y="63939"/>
                  </a:lnTo>
                  <a:lnTo>
                    <a:pt x="29977" y="68225"/>
                  </a:lnTo>
                  <a:lnTo>
                    <a:pt x="27028" y="72606"/>
                  </a:lnTo>
                  <a:lnTo>
                    <a:pt x="24219" y="77078"/>
                  </a:lnTo>
                  <a:lnTo>
                    <a:pt x="21553" y="81637"/>
                  </a:lnTo>
                  <a:lnTo>
                    <a:pt x="19031" y="86277"/>
                  </a:lnTo>
                  <a:lnTo>
                    <a:pt x="16658" y="90995"/>
                  </a:lnTo>
                  <a:lnTo>
                    <a:pt x="14435" y="95785"/>
                  </a:lnTo>
                  <a:lnTo>
                    <a:pt x="12364" y="100644"/>
                  </a:lnTo>
                  <a:lnTo>
                    <a:pt x="10448" y="105565"/>
                  </a:lnTo>
                  <a:lnTo>
                    <a:pt x="8688" y="110545"/>
                  </a:lnTo>
                  <a:lnTo>
                    <a:pt x="7086" y="115577"/>
                  </a:lnTo>
                  <a:lnTo>
                    <a:pt x="5644" y="120658"/>
                  </a:lnTo>
                  <a:lnTo>
                    <a:pt x="4364" y="125781"/>
                  </a:lnTo>
                  <a:lnTo>
                    <a:pt x="3245" y="130943"/>
                  </a:lnTo>
                  <a:lnTo>
                    <a:pt x="2291" y="136137"/>
                  </a:lnTo>
                  <a:lnTo>
                    <a:pt x="1501" y="141359"/>
                  </a:lnTo>
                  <a:lnTo>
                    <a:pt x="876" y="146603"/>
                  </a:lnTo>
                  <a:lnTo>
                    <a:pt x="417" y="151864"/>
                  </a:lnTo>
                  <a:lnTo>
                    <a:pt x="125" y="157137"/>
                  </a:lnTo>
                  <a:lnTo>
                    <a:pt x="0" y="162417"/>
                  </a:lnTo>
                  <a:lnTo>
                    <a:pt x="41" y="167698"/>
                  </a:lnTo>
                  <a:lnTo>
                    <a:pt x="249" y="172975"/>
                  </a:lnTo>
                  <a:lnTo>
                    <a:pt x="623" y="178243"/>
                  </a:lnTo>
                  <a:lnTo>
                    <a:pt x="1164" y="183497"/>
                  </a:lnTo>
                  <a:lnTo>
                    <a:pt x="1871" y="188730"/>
                  </a:lnTo>
                  <a:lnTo>
                    <a:pt x="2742" y="193939"/>
                  </a:lnTo>
                  <a:lnTo>
                    <a:pt x="3778" y="199118"/>
                  </a:lnTo>
                  <a:lnTo>
                    <a:pt x="4977" y="204261"/>
                  </a:lnTo>
                  <a:lnTo>
                    <a:pt x="6337" y="209364"/>
                  </a:lnTo>
                  <a:lnTo>
                    <a:pt x="7858" y="214422"/>
                  </a:lnTo>
                  <a:lnTo>
                    <a:pt x="9538" y="219428"/>
                  </a:lnTo>
                  <a:lnTo>
                    <a:pt x="11376" y="224380"/>
                  </a:lnTo>
                  <a:lnTo>
                    <a:pt x="13369" y="229271"/>
                  </a:lnTo>
                  <a:lnTo>
                    <a:pt x="15515" y="234096"/>
                  </a:lnTo>
                  <a:lnTo>
                    <a:pt x="17813" y="238851"/>
                  </a:lnTo>
                  <a:lnTo>
                    <a:pt x="20259" y="243531"/>
                  </a:lnTo>
                  <a:lnTo>
                    <a:pt x="22853" y="248132"/>
                  </a:lnTo>
                  <a:lnTo>
                    <a:pt x="25590" y="252648"/>
                  </a:lnTo>
                  <a:lnTo>
                    <a:pt x="28469" y="257076"/>
                  </a:lnTo>
                  <a:lnTo>
                    <a:pt x="31486" y="261410"/>
                  </a:lnTo>
                  <a:lnTo>
                    <a:pt x="34639" y="265647"/>
                  </a:lnTo>
                  <a:lnTo>
                    <a:pt x="37924" y="269783"/>
                  </a:lnTo>
                  <a:lnTo>
                    <a:pt x="41338" y="273812"/>
                  </a:lnTo>
                  <a:lnTo>
                    <a:pt x="44877" y="277732"/>
                  </a:lnTo>
                  <a:lnTo>
                    <a:pt x="48538" y="281538"/>
                  </a:lnTo>
                  <a:lnTo>
                    <a:pt x="52318" y="285226"/>
                  </a:lnTo>
                  <a:lnTo>
                    <a:pt x="56213" y="288793"/>
                  </a:lnTo>
                  <a:lnTo>
                    <a:pt x="60218" y="292236"/>
                  </a:lnTo>
                  <a:lnTo>
                    <a:pt x="64330" y="295550"/>
                  </a:lnTo>
                  <a:lnTo>
                    <a:pt x="68545" y="298732"/>
                  </a:lnTo>
                  <a:lnTo>
                    <a:pt x="72858" y="301780"/>
                  </a:lnTo>
                  <a:lnTo>
                    <a:pt x="77265" y="304690"/>
                  </a:lnTo>
                  <a:lnTo>
                    <a:pt x="81762" y="307459"/>
                  </a:lnTo>
                  <a:lnTo>
                    <a:pt x="86344" y="310085"/>
                  </a:lnTo>
                  <a:lnTo>
                    <a:pt x="91007" y="312565"/>
                  </a:lnTo>
                  <a:lnTo>
                    <a:pt x="95745" y="314897"/>
                  </a:lnTo>
                  <a:lnTo>
                    <a:pt x="100555" y="317077"/>
                  </a:lnTo>
                  <a:lnTo>
                    <a:pt x="105432" y="319105"/>
                  </a:lnTo>
                  <a:lnTo>
                    <a:pt x="110370" y="320977"/>
                  </a:lnTo>
                  <a:lnTo>
                    <a:pt x="115365" y="322693"/>
                  </a:lnTo>
                  <a:lnTo>
                    <a:pt x="120411" y="324249"/>
                  </a:lnTo>
                  <a:lnTo>
                    <a:pt x="125505" y="325646"/>
                  </a:lnTo>
                  <a:lnTo>
                    <a:pt x="130639" y="326881"/>
                  </a:lnTo>
                  <a:lnTo>
                    <a:pt x="135811" y="327953"/>
                  </a:lnTo>
                  <a:lnTo>
                    <a:pt x="141013" y="328862"/>
                  </a:lnTo>
                  <a:lnTo>
                    <a:pt x="146242" y="329605"/>
                  </a:lnTo>
                  <a:lnTo>
                    <a:pt x="151491" y="330183"/>
                  </a:lnTo>
                  <a:lnTo>
                    <a:pt x="156756" y="330595"/>
                  </a:lnTo>
                  <a:lnTo>
                    <a:pt x="162032" y="330841"/>
                  </a:lnTo>
                  <a:lnTo>
                    <a:pt x="167313" y="330919"/>
                  </a:lnTo>
                  <a:lnTo>
                    <a:pt x="172593" y="330831"/>
                  </a:lnTo>
                  <a:lnTo>
                    <a:pt x="177868" y="330576"/>
                  </a:lnTo>
                  <a:lnTo>
                    <a:pt x="183133" y="330155"/>
                  </a:lnTo>
                  <a:lnTo>
                    <a:pt x="188381" y="329567"/>
                  </a:lnTo>
                  <a:lnTo>
                    <a:pt x="193608" y="328814"/>
                  </a:lnTo>
                  <a:lnTo>
                    <a:pt x="198809" y="327897"/>
                  </a:lnTo>
                  <a:lnTo>
                    <a:pt x="203978" y="326815"/>
                  </a:lnTo>
                  <a:lnTo>
                    <a:pt x="209111" y="325571"/>
                  </a:lnTo>
                  <a:lnTo>
                    <a:pt x="214202" y="324165"/>
                  </a:lnTo>
                  <a:lnTo>
                    <a:pt x="219245" y="322599"/>
                  </a:lnTo>
                  <a:lnTo>
                    <a:pt x="224237" y="320874"/>
                  </a:lnTo>
                  <a:lnTo>
                    <a:pt x="229172" y="318993"/>
                  </a:lnTo>
                  <a:lnTo>
                    <a:pt x="234045" y="316957"/>
                  </a:lnTo>
                  <a:lnTo>
                    <a:pt x="238851" y="314767"/>
                  </a:lnTo>
                  <a:lnTo>
                    <a:pt x="243585" y="312427"/>
                  </a:lnTo>
                  <a:lnTo>
                    <a:pt x="248244" y="309939"/>
                  </a:lnTo>
                  <a:lnTo>
                    <a:pt x="252821" y="307305"/>
                  </a:lnTo>
                  <a:lnTo>
                    <a:pt x="257313" y="304527"/>
                  </a:lnTo>
                  <a:lnTo>
                    <a:pt x="261715" y="301609"/>
                  </a:lnTo>
                  <a:lnTo>
                    <a:pt x="266022" y="298554"/>
                  </a:lnTo>
                  <a:lnTo>
                    <a:pt x="270231" y="295364"/>
                  </a:lnTo>
                  <a:lnTo>
                    <a:pt x="274337" y="292042"/>
                  </a:lnTo>
                  <a:lnTo>
                    <a:pt x="278336" y="288593"/>
                  </a:lnTo>
                  <a:lnTo>
                    <a:pt x="282224" y="285019"/>
                  </a:lnTo>
                  <a:lnTo>
                    <a:pt x="285997" y="281323"/>
                  </a:lnTo>
                  <a:lnTo>
                    <a:pt x="289652" y="277511"/>
                  </a:lnTo>
                  <a:lnTo>
                    <a:pt x="293184" y="273585"/>
                  </a:lnTo>
                  <a:lnTo>
                    <a:pt x="296591" y="269549"/>
                  </a:lnTo>
                  <a:lnTo>
                    <a:pt x="299868" y="265408"/>
                  </a:lnTo>
                  <a:lnTo>
                    <a:pt x="303013" y="261165"/>
                  </a:lnTo>
                  <a:lnTo>
                    <a:pt x="306022" y="256825"/>
                  </a:lnTo>
                  <a:lnTo>
                    <a:pt x="308893" y="252392"/>
                  </a:lnTo>
                  <a:lnTo>
                    <a:pt x="311623" y="247871"/>
                  </a:lnTo>
                  <a:lnTo>
                    <a:pt x="314208" y="243266"/>
                  </a:lnTo>
                  <a:lnTo>
                    <a:pt x="316646" y="238581"/>
                  </a:lnTo>
                  <a:lnTo>
                    <a:pt x="318935" y="233822"/>
                  </a:lnTo>
                  <a:lnTo>
                    <a:pt x="321073" y="228993"/>
                  </a:lnTo>
                  <a:lnTo>
                    <a:pt x="323057" y="224098"/>
                  </a:lnTo>
                  <a:lnTo>
                    <a:pt x="324885" y="219144"/>
                  </a:lnTo>
                  <a:lnTo>
                    <a:pt x="326556" y="214134"/>
                  </a:lnTo>
                  <a:lnTo>
                    <a:pt x="328068" y="209074"/>
                  </a:lnTo>
                  <a:lnTo>
                    <a:pt x="329420" y="203968"/>
                  </a:lnTo>
                  <a:lnTo>
                    <a:pt x="330609" y="198823"/>
                  </a:lnTo>
                  <a:lnTo>
                    <a:pt x="331635" y="193642"/>
                  </a:lnTo>
                  <a:lnTo>
                    <a:pt x="332497" y="188432"/>
                  </a:lnTo>
                  <a:lnTo>
                    <a:pt x="333194" y="183197"/>
                  </a:lnTo>
                  <a:lnTo>
                    <a:pt x="333726" y="177942"/>
                  </a:lnTo>
                  <a:lnTo>
                    <a:pt x="334091" y="172674"/>
                  </a:lnTo>
                  <a:lnTo>
                    <a:pt x="334289" y="167396"/>
                  </a:lnTo>
                  <a:lnTo>
                    <a:pt x="334321" y="162115"/>
                  </a:lnTo>
                  <a:lnTo>
                    <a:pt x="334186" y="156836"/>
                  </a:lnTo>
                  <a:lnTo>
                    <a:pt x="333884" y="151563"/>
                  </a:lnTo>
                  <a:lnTo>
                    <a:pt x="333416" y="146302"/>
                  </a:lnTo>
                  <a:lnTo>
                    <a:pt x="332782" y="141059"/>
                  </a:lnTo>
                  <a:lnTo>
                    <a:pt x="331982" y="135839"/>
                  </a:lnTo>
                  <a:lnTo>
                    <a:pt x="331018" y="130647"/>
                  </a:lnTo>
                  <a:lnTo>
                    <a:pt x="329891" y="125487"/>
                  </a:lnTo>
                  <a:lnTo>
                    <a:pt x="328601" y="120366"/>
                  </a:lnTo>
                  <a:lnTo>
                    <a:pt x="327150" y="115288"/>
                  </a:lnTo>
                  <a:lnTo>
                    <a:pt x="325539" y="110258"/>
                  </a:lnTo>
                  <a:lnTo>
                    <a:pt x="323770" y="105282"/>
                  </a:lnTo>
                  <a:lnTo>
                    <a:pt x="321845" y="100364"/>
                  </a:lnTo>
                  <a:lnTo>
                    <a:pt x="319765" y="95510"/>
                  </a:lnTo>
                  <a:lnTo>
                    <a:pt x="317534" y="90723"/>
                  </a:lnTo>
                  <a:lnTo>
                    <a:pt x="315152" y="86010"/>
                  </a:lnTo>
                  <a:lnTo>
                    <a:pt x="312622" y="81374"/>
                  </a:lnTo>
                  <a:lnTo>
                    <a:pt x="309947" y="76820"/>
                  </a:lnTo>
                  <a:lnTo>
                    <a:pt x="307130" y="72353"/>
                  </a:lnTo>
                  <a:lnTo>
                    <a:pt x="304173" y="67977"/>
                  </a:lnTo>
                  <a:lnTo>
                    <a:pt x="301079" y="63697"/>
                  </a:lnTo>
                  <a:lnTo>
                    <a:pt x="297852" y="59517"/>
                  </a:lnTo>
                  <a:lnTo>
                    <a:pt x="294494" y="55440"/>
                  </a:lnTo>
                  <a:lnTo>
                    <a:pt x="291009" y="51472"/>
                  </a:lnTo>
                  <a:lnTo>
                    <a:pt x="287400" y="47616"/>
                  </a:lnTo>
                  <a:lnTo>
                    <a:pt x="283672" y="43876"/>
                  </a:lnTo>
                  <a:lnTo>
                    <a:pt x="279827" y="40255"/>
                  </a:lnTo>
                  <a:lnTo>
                    <a:pt x="275870" y="36758"/>
                  </a:lnTo>
                  <a:lnTo>
                    <a:pt x="271804" y="33387"/>
                  </a:lnTo>
                  <a:lnTo>
                    <a:pt x="267634" y="30147"/>
                  </a:lnTo>
                  <a:lnTo>
                    <a:pt x="263363" y="27040"/>
                  </a:lnTo>
                  <a:lnTo>
                    <a:pt x="258997" y="24069"/>
                  </a:lnTo>
                  <a:lnTo>
                    <a:pt x="254538" y="21238"/>
                  </a:lnTo>
                  <a:lnTo>
                    <a:pt x="249993" y="18549"/>
                  </a:lnTo>
                  <a:lnTo>
                    <a:pt x="245365" y="16005"/>
                  </a:lnTo>
                  <a:lnTo>
                    <a:pt x="240659" y="13608"/>
                  </a:lnTo>
                  <a:lnTo>
                    <a:pt x="235879" y="11362"/>
                  </a:lnTo>
                  <a:lnTo>
                    <a:pt x="231031" y="9267"/>
                  </a:lnTo>
                  <a:lnTo>
                    <a:pt x="226119" y="7327"/>
                  </a:lnTo>
                  <a:lnTo>
                    <a:pt x="221149" y="5542"/>
                  </a:lnTo>
                  <a:lnTo>
                    <a:pt x="216124" y="3916"/>
                  </a:lnTo>
                  <a:lnTo>
                    <a:pt x="211051" y="2449"/>
                  </a:lnTo>
                  <a:lnTo>
                    <a:pt x="205934" y="1143"/>
                  </a:lnTo>
                  <a:lnTo>
                    <a:pt x="200778" y="0"/>
                  </a:lnTo>
                  <a:lnTo>
                    <a:pt x="167162" y="1637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617280" y="941493"/>
              <a:ext cx="33616" cy="167167"/>
            </a:xfrm>
            <a:custGeom>
              <a:avLst/>
              <a:pathLst>
                <a:path w="33616" h="167167">
                  <a:moveTo>
                    <a:pt x="33616" y="3414"/>
                  </a:moveTo>
                  <a:lnTo>
                    <a:pt x="26959" y="2188"/>
                  </a:lnTo>
                  <a:lnTo>
                    <a:pt x="20258" y="1232"/>
                  </a:lnTo>
                  <a:lnTo>
                    <a:pt x="13523" y="547"/>
                  </a:lnTo>
                  <a:lnTo>
                    <a:pt x="6767" y="13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066276" y="1031511"/>
              <a:ext cx="39618" cy="167167"/>
            </a:xfrm>
            <a:custGeom>
              <a:avLst/>
              <a:pathLst>
                <a:path w="39618" h="167167">
                  <a:moveTo>
                    <a:pt x="39618" y="0"/>
                  </a:moveTo>
                  <a:lnTo>
                    <a:pt x="32954" y="132"/>
                  </a:lnTo>
                  <a:lnTo>
                    <a:pt x="26299" y="531"/>
                  </a:lnTo>
                  <a:lnTo>
                    <a:pt x="19666" y="1194"/>
                  </a:lnTo>
                  <a:lnTo>
                    <a:pt x="13065" y="2122"/>
                  </a:lnTo>
                  <a:lnTo>
                    <a:pt x="6506" y="3312"/>
                  </a:lnTo>
                  <a:lnTo>
                    <a:pt x="0" y="4762"/>
                  </a:lnTo>
                  <a:lnTo>
                    <a:pt x="3961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066276" y="1036274"/>
              <a:ext cx="39618" cy="162404"/>
            </a:xfrm>
            <a:custGeom>
              <a:avLst/>
              <a:pathLst>
                <a:path w="39618" h="162404">
                  <a:moveTo>
                    <a:pt x="0" y="0"/>
                  </a:moveTo>
                  <a:lnTo>
                    <a:pt x="39618" y="16240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066276" y="1036274"/>
              <a:ext cx="39618" cy="162404"/>
            </a:xfrm>
            <a:custGeom>
              <a:avLst/>
              <a:pathLst>
                <a:path w="39618" h="162404">
                  <a:moveTo>
                    <a:pt x="0" y="0"/>
                  </a:moveTo>
                  <a:lnTo>
                    <a:pt x="39618" y="16240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066276" y="1036274"/>
              <a:ext cx="39618" cy="162404"/>
            </a:xfrm>
            <a:custGeom>
              <a:avLst/>
              <a:pathLst>
                <a:path w="39618" h="162404">
                  <a:moveTo>
                    <a:pt x="0" y="0"/>
                  </a:moveTo>
                  <a:lnTo>
                    <a:pt x="39618" y="16240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066276" y="1036274"/>
              <a:ext cx="39618" cy="162404"/>
            </a:xfrm>
            <a:custGeom>
              <a:avLst/>
              <a:pathLst>
                <a:path w="39618" h="162404">
                  <a:moveTo>
                    <a:pt x="0" y="0"/>
                  </a:moveTo>
                  <a:lnTo>
                    <a:pt x="39618" y="16240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066276" y="1036274"/>
              <a:ext cx="39618" cy="162404"/>
            </a:xfrm>
            <a:custGeom>
              <a:avLst/>
              <a:pathLst>
                <a:path w="39618" h="162404">
                  <a:moveTo>
                    <a:pt x="0" y="0"/>
                  </a:moveTo>
                  <a:lnTo>
                    <a:pt x="39618" y="1624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066276" y="1036274"/>
              <a:ext cx="39618" cy="162404"/>
            </a:xfrm>
            <a:custGeom>
              <a:avLst/>
              <a:pathLst>
                <a:path w="39618" h="162404">
                  <a:moveTo>
                    <a:pt x="0" y="0"/>
                  </a:moveTo>
                  <a:lnTo>
                    <a:pt x="39618" y="1624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066276" y="1036274"/>
              <a:ext cx="39618" cy="162404"/>
            </a:xfrm>
            <a:custGeom>
              <a:avLst/>
              <a:pathLst>
                <a:path w="39618" h="162404">
                  <a:moveTo>
                    <a:pt x="0" y="0"/>
                  </a:moveTo>
                  <a:lnTo>
                    <a:pt x="39618" y="1624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066276" y="1036274"/>
              <a:ext cx="39618" cy="162404"/>
            </a:xfrm>
            <a:custGeom>
              <a:avLst/>
              <a:pathLst>
                <a:path w="39618" h="162404">
                  <a:moveTo>
                    <a:pt x="0" y="0"/>
                  </a:moveTo>
                  <a:lnTo>
                    <a:pt x="39618" y="1624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066276" y="1036274"/>
              <a:ext cx="39618" cy="162404"/>
            </a:xfrm>
            <a:custGeom>
              <a:avLst/>
              <a:pathLst>
                <a:path w="39618" h="162404">
                  <a:moveTo>
                    <a:pt x="0" y="0"/>
                  </a:moveTo>
                  <a:lnTo>
                    <a:pt x="39618" y="16240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066276" y="1036274"/>
              <a:ext cx="39618" cy="162404"/>
            </a:xfrm>
            <a:custGeom>
              <a:avLst/>
              <a:pathLst>
                <a:path w="39618" h="162404">
                  <a:moveTo>
                    <a:pt x="0" y="0"/>
                  </a:moveTo>
                  <a:lnTo>
                    <a:pt x="39618" y="1624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066276" y="1036274"/>
              <a:ext cx="39618" cy="162404"/>
            </a:xfrm>
            <a:custGeom>
              <a:avLst/>
              <a:pathLst>
                <a:path w="39618" h="162404">
                  <a:moveTo>
                    <a:pt x="0" y="0"/>
                  </a:moveTo>
                  <a:lnTo>
                    <a:pt x="39618" y="1624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066276" y="1036274"/>
              <a:ext cx="39618" cy="162404"/>
            </a:xfrm>
            <a:custGeom>
              <a:avLst/>
              <a:pathLst>
                <a:path w="39618" h="162404">
                  <a:moveTo>
                    <a:pt x="0" y="0"/>
                  </a:moveTo>
                  <a:lnTo>
                    <a:pt x="39618" y="16240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066276" y="1036274"/>
              <a:ext cx="39618" cy="162404"/>
            </a:xfrm>
            <a:custGeom>
              <a:avLst/>
              <a:pathLst>
                <a:path w="39618" h="162404">
                  <a:moveTo>
                    <a:pt x="0" y="0"/>
                  </a:moveTo>
                  <a:lnTo>
                    <a:pt x="39618" y="1624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066276" y="1036274"/>
              <a:ext cx="39618" cy="162404"/>
            </a:xfrm>
            <a:custGeom>
              <a:avLst/>
              <a:pathLst>
                <a:path w="39618" h="162404">
                  <a:moveTo>
                    <a:pt x="0" y="0"/>
                  </a:moveTo>
                  <a:lnTo>
                    <a:pt x="39618" y="1624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066276" y="1036274"/>
              <a:ext cx="39618" cy="162404"/>
            </a:xfrm>
            <a:custGeom>
              <a:avLst/>
              <a:pathLst>
                <a:path w="39618" h="162404">
                  <a:moveTo>
                    <a:pt x="0" y="0"/>
                  </a:moveTo>
                  <a:lnTo>
                    <a:pt x="39618" y="1624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066276" y="1036274"/>
              <a:ext cx="39618" cy="162404"/>
            </a:xfrm>
            <a:custGeom>
              <a:avLst/>
              <a:pathLst>
                <a:path w="39618" h="162404">
                  <a:moveTo>
                    <a:pt x="0" y="0"/>
                  </a:moveTo>
                  <a:lnTo>
                    <a:pt x="39618" y="1624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066276" y="1036274"/>
              <a:ext cx="39618" cy="162404"/>
            </a:xfrm>
            <a:custGeom>
              <a:avLst/>
              <a:pathLst>
                <a:path w="39618" h="162404">
                  <a:moveTo>
                    <a:pt x="0" y="0"/>
                  </a:moveTo>
                  <a:lnTo>
                    <a:pt x="39618" y="16240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066276" y="1036274"/>
              <a:ext cx="39618" cy="162404"/>
            </a:xfrm>
            <a:custGeom>
              <a:avLst/>
              <a:pathLst>
                <a:path w="39618" h="162404">
                  <a:moveTo>
                    <a:pt x="0" y="0"/>
                  </a:moveTo>
                  <a:lnTo>
                    <a:pt x="39618" y="16240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938742" y="1036274"/>
              <a:ext cx="185212" cy="329559"/>
            </a:xfrm>
            <a:custGeom>
              <a:avLst/>
              <a:pathLst>
                <a:path w="185212" h="329559">
                  <a:moveTo>
                    <a:pt x="127533" y="0"/>
                  </a:moveTo>
                  <a:lnTo>
                    <a:pt x="122352" y="1351"/>
                  </a:lnTo>
                  <a:lnTo>
                    <a:pt x="117218" y="2869"/>
                  </a:lnTo>
                  <a:lnTo>
                    <a:pt x="112135" y="4549"/>
                  </a:lnTo>
                  <a:lnTo>
                    <a:pt x="107109" y="6392"/>
                  </a:lnTo>
                  <a:lnTo>
                    <a:pt x="102144" y="8395"/>
                  </a:lnTo>
                  <a:lnTo>
                    <a:pt x="97245" y="10555"/>
                  </a:lnTo>
                  <a:lnTo>
                    <a:pt x="92419" y="12872"/>
                  </a:lnTo>
                  <a:lnTo>
                    <a:pt x="87669" y="15342"/>
                  </a:lnTo>
                  <a:lnTo>
                    <a:pt x="83000" y="17962"/>
                  </a:lnTo>
                  <a:lnTo>
                    <a:pt x="78418" y="20731"/>
                  </a:lnTo>
                  <a:lnTo>
                    <a:pt x="73927" y="23645"/>
                  </a:lnTo>
                  <a:lnTo>
                    <a:pt x="69531" y="26701"/>
                  </a:lnTo>
                  <a:lnTo>
                    <a:pt x="65236" y="29897"/>
                  </a:lnTo>
                  <a:lnTo>
                    <a:pt x="61045" y="33228"/>
                  </a:lnTo>
                  <a:lnTo>
                    <a:pt x="56963" y="36692"/>
                  </a:lnTo>
                  <a:lnTo>
                    <a:pt x="52994" y="40285"/>
                  </a:lnTo>
                  <a:lnTo>
                    <a:pt x="49142" y="44003"/>
                  </a:lnTo>
                  <a:lnTo>
                    <a:pt x="45411" y="47843"/>
                  </a:lnTo>
                  <a:lnTo>
                    <a:pt x="41805" y="51800"/>
                  </a:lnTo>
                  <a:lnTo>
                    <a:pt x="38328" y="55871"/>
                  </a:lnTo>
                  <a:lnTo>
                    <a:pt x="34982" y="60050"/>
                  </a:lnTo>
                  <a:lnTo>
                    <a:pt x="31773" y="64335"/>
                  </a:lnTo>
                  <a:lnTo>
                    <a:pt x="28702" y="68721"/>
                  </a:lnTo>
                  <a:lnTo>
                    <a:pt x="25773" y="73202"/>
                  </a:lnTo>
                  <a:lnTo>
                    <a:pt x="22989" y="77775"/>
                  </a:lnTo>
                  <a:lnTo>
                    <a:pt x="20353" y="82435"/>
                  </a:lnTo>
                  <a:lnTo>
                    <a:pt x="17867" y="87177"/>
                  </a:lnTo>
                  <a:lnTo>
                    <a:pt x="15535" y="91995"/>
                  </a:lnTo>
                  <a:lnTo>
                    <a:pt x="13358" y="96887"/>
                  </a:lnTo>
                  <a:lnTo>
                    <a:pt x="11339" y="101845"/>
                  </a:lnTo>
                  <a:lnTo>
                    <a:pt x="9480" y="106865"/>
                  </a:lnTo>
                  <a:lnTo>
                    <a:pt x="7782" y="111943"/>
                  </a:lnTo>
                  <a:lnTo>
                    <a:pt x="6248" y="117072"/>
                  </a:lnTo>
                  <a:lnTo>
                    <a:pt x="4879" y="122248"/>
                  </a:lnTo>
                  <a:lnTo>
                    <a:pt x="3676" y="127465"/>
                  </a:lnTo>
                  <a:lnTo>
                    <a:pt x="2641" y="132717"/>
                  </a:lnTo>
                  <a:lnTo>
                    <a:pt x="1775" y="138000"/>
                  </a:lnTo>
                  <a:lnTo>
                    <a:pt x="1078" y="143309"/>
                  </a:lnTo>
                  <a:lnTo>
                    <a:pt x="552" y="148636"/>
                  </a:lnTo>
                  <a:lnTo>
                    <a:pt x="196" y="153978"/>
                  </a:lnTo>
                  <a:lnTo>
                    <a:pt x="12" y="159329"/>
                  </a:lnTo>
                  <a:lnTo>
                    <a:pt x="0" y="164682"/>
                  </a:lnTo>
                  <a:lnTo>
                    <a:pt x="158" y="170034"/>
                  </a:lnTo>
                  <a:lnTo>
                    <a:pt x="488" y="175377"/>
                  </a:lnTo>
                  <a:lnTo>
                    <a:pt x="989" y="180708"/>
                  </a:lnTo>
                  <a:lnTo>
                    <a:pt x="1660" y="186019"/>
                  </a:lnTo>
                  <a:lnTo>
                    <a:pt x="2501" y="191306"/>
                  </a:lnTo>
                  <a:lnTo>
                    <a:pt x="3511" y="196564"/>
                  </a:lnTo>
                  <a:lnTo>
                    <a:pt x="4689" y="201786"/>
                  </a:lnTo>
                  <a:lnTo>
                    <a:pt x="6033" y="206968"/>
                  </a:lnTo>
                  <a:lnTo>
                    <a:pt x="7543" y="212105"/>
                  </a:lnTo>
                  <a:lnTo>
                    <a:pt x="9217" y="217190"/>
                  </a:lnTo>
                  <a:lnTo>
                    <a:pt x="11052" y="222220"/>
                  </a:lnTo>
                  <a:lnTo>
                    <a:pt x="13047" y="227188"/>
                  </a:lnTo>
                  <a:lnTo>
                    <a:pt x="15201" y="232089"/>
                  </a:lnTo>
                  <a:lnTo>
                    <a:pt x="17510" y="236919"/>
                  </a:lnTo>
                  <a:lnTo>
                    <a:pt x="19973" y="241673"/>
                  </a:lnTo>
                  <a:lnTo>
                    <a:pt x="22587" y="246345"/>
                  </a:lnTo>
                  <a:lnTo>
                    <a:pt x="25349" y="250931"/>
                  </a:lnTo>
                  <a:lnTo>
                    <a:pt x="28256" y="255426"/>
                  </a:lnTo>
                  <a:lnTo>
                    <a:pt x="31306" y="259826"/>
                  </a:lnTo>
                  <a:lnTo>
                    <a:pt x="34496" y="264126"/>
                  </a:lnTo>
                  <a:lnTo>
                    <a:pt x="37821" y="268322"/>
                  </a:lnTo>
                  <a:lnTo>
                    <a:pt x="41279" y="272409"/>
                  </a:lnTo>
                  <a:lnTo>
                    <a:pt x="44866" y="276383"/>
                  </a:lnTo>
                  <a:lnTo>
                    <a:pt x="48579" y="280241"/>
                  </a:lnTo>
                  <a:lnTo>
                    <a:pt x="52413" y="283977"/>
                  </a:lnTo>
                  <a:lnTo>
                    <a:pt x="56365" y="287589"/>
                  </a:lnTo>
                  <a:lnTo>
                    <a:pt x="60430" y="291073"/>
                  </a:lnTo>
                  <a:lnTo>
                    <a:pt x="64605" y="294424"/>
                  </a:lnTo>
                  <a:lnTo>
                    <a:pt x="68885" y="297640"/>
                  </a:lnTo>
                  <a:lnTo>
                    <a:pt x="73266" y="300717"/>
                  </a:lnTo>
                  <a:lnTo>
                    <a:pt x="77743" y="303653"/>
                  </a:lnTo>
                  <a:lnTo>
                    <a:pt x="82312" y="306443"/>
                  </a:lnTo>
                  <a:lnTo>
                    <a:pt x="86968" y="309086"/>
                  </a:lnTo>
                  <a:lnTo>
                    <a:pt x="91706" y="311579"/>
                  </a:lnTo>
                  <a:lnTo>
                    <a:pt x="96522" y="313918"/>
                  </a:lnTo>
                  <a:lnTo>
                    <a:pt x="101410" y="316102"/>
                  </a:lnTo>
                  <a:lnTo>
                    <a:pt x="106365" y="318128"/>
                  </a:lnTo>
                  <a:lnTo>
                    <a:pt x="111383" y="319995"/>
                  </a:lnTo>
                  <a:lnTo>
                    <a:pt x="116458" y="321700"/>
                  </a:lnTo>
                  <a:lnTo>
                    <a:pt x="121585" y="323242"/>
                  </a:lnTo>
                  <a:lnTo>
                    <a:pt x="126758" y="324618"/>
                  </a:lnTo>
                  <a:lnTo>
                    <a:pt x="131973" y="325828"/>
                  </a:lnTo>
                  <a:lnTo>
                    <a:pt x="137225" y="326871"/>
                  </a:lnTo>
                  <a:lnTo>
                    <a:pt x="142507" y="327745"/>
                  </a:lnTo>
                  <a:lnTo>
                    <a:pt x="147814" y="328449"/>
                  </a:lnTo>
                  <a:lnTo>
                    <a:pt x="153141" y="328984"/>
                  </a:lnTo>
                  <a:lnTo>
                    <a:pt x="158482" y="329347"/>
                  </a:lnTo>
                  <a:lnTo>
                    <a:pt x="163832" y="329539"/>
                  </a:lnTo>
                  <a:lnTo>
                    <a:pt x="169186" y="329559"/>
                  </a:lnTo>
                  <a:lnTo>
                    <a:pt x="174538" y="329408"/>
                  </a:lnTo>
                  <a:lnTo>
                    <a:pt x="179882" y="329086"/>
                  </a:lnTo>
                  <a:lnTo>
                    <a:pt x="185212" y="328593"/>
                  </a:lnTo>
                  <a:lnTo>
                    <a:pt x="167151" y="1624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105894" y="1031511"/>
              <a:ext cx="167164" cy="333356"/>
            </a:xfrm>
            <a:custGeom>
              <a:avLst/>
              <a:pathLst>
                <a:path w="167164" h="333356">
                  <a:moveTo>
                    <a:pt x="18061" y="333356"/>
                  </a:moveTo>
                  <a:lnTo>
                    <a:pt x="23357" y="332695"/>
                  </a:lnTo>
                  <a:lnTo>
                    <a:pt x="28629" y="331865"/>
                  </a:lnTo>
                  <a:lnTo>
                    <a:pt x="33873" y="330867"/>
                  </a:lnTo>
                  <a:lnTo>
                    <a:pt x="39081" y="329702"/>
                  </a:lnTo>
                  <a:lnTo>
                    <a:pt x="44250" y="328371"/>
                  </a:lnTo>
                  <a:lnTo>
                    <a:pt x="49374" y="326876"/>
                  </a:lnTo>
                  <a:lnTo>
                    <a:pt x="54448" y="325219"/>
                  </a:lnTo>
                  <a:lnTo>
                    <a:pt x="59465" y="323400"/>
                  </a:lnTo>
                  <a:lnTo>
                    <a:pt x="64423" y="321422"/>
                  </a:lnTo>
                  <a:lnTo>
                    <a:pt x="69315" y="319287"/>
                  </a:lnTo>
                  <a:lnTo>
                    <a:pt x="74136" y="316996"/>
                  </a:lnTo>
                  <a:lnTo>
                    <a:pt x="78881" y="314553"/>
                  </a:lnTo>
                  <a:lnTo>
                    <a:pt x="83546" y="311960"/>
                  </a:lnTo>
                  <a:lnTo>
                    <a:pt x="88126" y="309219"/>
                  </a:lnTo>
                  <a:lnTo>
                    <a:pt x="92616" y="306333"/>
                  </a:lnTo>
                  <a:lnTo>
                    <a:pt x="97011" y="303305"/>
                  </a:lnTo>
                  <a:lnTo>
                    <a:pt x="101308" y="300139"/>
                  </a:lnTo>
                  <a:lnTo>
                    <a:pt x="105502" y="296837"/>
                  </a:lnTo>
                  <a:lnTo>
                    <a:pt x="109587" y="293403"/>
                  </a:lnTo>
                  <a:lnTo>
                    <a:pt x="113562" y="289840"/>
                  </a:lnTo>
                  <a:lnTo>
                    <a:pt x="117420" y="286152"/>
                  </a:lnTo>
                  <a:lnTo>
                    <a:pt x="121159" y="282343"/>
                  </a:lnTo>
                  <a:lnTo>
                    <a:pt x="124774" y="278416"/>
                  </a:lnTo>
                  <a:lnTo>
                    <a:pt x="128262" y="274376"/>
                  </a:lnTo>
                  <a:lnTo>
                    <a:pt x="131619" y="270227"/>
                  </a:lnTo>
                  <a:lnTo>
                    <a:pt x="134842" y="265972"/>
                  </a:lnTo>
                  <a:lnTo>
                    <a:pt x="137928" y="261617"/>
                  </a:lnTo>
                  <a:lnTo>
                    <a:pt x="140873" y="257166"/>
                  </a:lnTo>
                  <a:lnTo>
                    <a:pt x="143674" y="252622"/>
                  </a:lnTo>
                  <a:lnTo>
                    <a:pt x="146329" y="247992"/>
                  </a:lnTo>
                  <a:lnTo>
                    <a:pt x="148834" y="243279"/>
                  </a:lnTo>
                  <a:lnTo>
                    <a:pt x="151188" y="238489"/>
                  </a:lnTo>
                  <a:lnTo>
                    <a:pt x="153388" y="233626"/>
                  </a:lnTo>
                  <a:lnTo>
                    <a:pt x="155432" y="228695"/>
                  </a:lnTo>
                  <a:lnTo>
                    <a:pt x="157317" y="223702"/>
                  </a:lnTo>
                  <a:lnTo>
                    <a:pt x="159041" y="218651"/>
                  </a:lnTo>
                  <a:lnTo>
                    <a:pt x="160604" y="213547"/>
                  </a:lnTo>
                  <a:lnTo>
                    <a:pt x="162003" y="208396"/>
                  </a:lnTo>
                  <a:lnTo>
                    <a:pt x="163236" y="203204"/>
                  </a:lnTo>
                  <a:lnTo>
                    <a:pt x="164304" y="197974"/>
                  </a:lnTo>
                  <a:lnTo>
                    <a:pt x="165203" y="192713"/>
                  </a:lnTo>
                  <a:lnTo>
                    <a:pt x="165935" y="187426"/>
                  </a:lnTo>
                  <a:lnTo>
                    <a:pt x="166497" y="182118"/>
                  </a:lnTo>
                  <a:lnTo>
                    <a:pt x="166889" y="176795"/>
                  </a:lnTo>
                  <a:lnTo>
                    <a:pt x="167112" y="171462"/>
                  </a:lnTo>
                  <a:lnTo>
                    <a:pt x="167164" y="166125"/>
                  </a:lnTo>
                  <a:lnTo>
                    <a:pt x="167045" y="160789"/>
                  </a:lnTo>
                  <a:lnTo>
                    <a:pt x="166756" y="155460"/>
                  </a:lnTo>
                  <a:lnTo>
                    <a:pt x="166298" y="150142"/>
                  </a:lnTo>
                  <a:lnTo>
                    <a:pt x="165669" y="144842"/>
                  </a:lnTo>
                  <a:lnTo>
                    <a:pt x="164872" y="139564"/>
                  </a:lnTo>
                  <a:lnTo>
                    <a:pt x="163907" y="134315"/>
                  </a:lnTo>
                  <a:lnTo>
                    <a:pt x="162775" y="129099"/>
                  </a:lnTo>
                  <a:lnTo>
                    <a:pt x="161476" y="123922"/>
                  </a:lnTo>
                  <a:lnTo>
                    <a:pt x="160014" y="118789"/>
                  </a:lnTo>
                  <a:lnTo>
                    <a:pt x="158388" y="113705"/>
                  </a:lnTo>
                  <a:lnTo>
                    <a:pt x="156600" y="108676"/>
                  </a:lnTo>
                  <a:lnTo>
                    <a:pt x="154653" y="103706"/>
                  </a:lnTo>
                  <a:lnTo>
                    <a:pt x="152548" y="98801"/>
                  </a:lnTo>
                  <a:lnTo>
                    <a:pt x="150288" y="93966"/>
                  </a:lnTo>
                  <a:lnTo>
                    <a:pt x="147874" y="89205"/>
                  </a:lnTo>
                  <a:lnTo>
                    <a:pt x="145310" y="84524"/>
                  </a:lnTo>
                  <a:lnTo>
                    <a:pt x="142598" y="79928"/>
                  </a:lnTo>
                  <a:lnTo>
                    <a:pt x="139740" y="75420"/>
                  </a:lnTo>
                  <a:lnTo>
                    <a:pt x="136740" y="71005"/>
                  </a:lnTo>
                  <a:lnTo>
                    <a:pt x="133600" y="66689"/>
                  </a:lnTo>
                  <a:lnTo>
                    <a:pt x="130324" y="62475"/>
                  </a:lnTo>
                  <a:lnTo>
                    <a:pt x="126916" y="58368"/>
                  </a:lnTo>
                  <a:lnTo>
                    <a:pt x="123378" y="54372"/>
                  </a:lnTo>
                  <a:lnTo>
                    <a:pt x="119714" y="50490"/>
                  </a:lnTo>
                  <a:lnTo>
                    <a:pt x="115928" y="46728"/>
                  </a:lnTo>
                  <a:lnTo>
                    <a:pt x="112024" y="43088"/>
                  </a:lnTo>
                  <a:lnTo>
                    <a:pt x="108006" y="39575"/>
                  </a:lnTo>
                  <a:lnTo>
                    <a:pt x="103877" y="36192"/>
                  </a:lnTo>
                  <a:lnTo>
                    <a:pt x="99643" y="32943"/>
                  </a:lnTo>
                  <a:lnTo>
                    <a:pt x="95307" y="29830"/>
                  </a:lnTo>
                  <a:lnTo>
                    <a:pt x="90874" y="26858"/>
                  </a:lnTo>
                  <a:lnTo>
                    <a:pt x="86349" y="24028"/>
                  </a:lnTo>
                  <a:lnTo>
                    <a:pt x="81735" y="21344"/>
                  </a:lnTo>
                  <a:lnTo>
                    <a:pt x="77038" y="18809"/>
                  </a:lnTo>
                  <a:lnTo>
                    <a:pt x="72262" y="16425"/>
                  </a:lnTo>
                  <a:lnTo>
                    <a:pt x="67413" y="14195"/>
                  </a:lnTo>
                  <a:lnTo>
                    <a:pt x="62495" y="12121"/>
                  </a:lnTo>
                  <a:lnTo>
                    <a:pt x="57514" y="10205"/>
                  </a:lnTo>
                  <a:lnTo>
                    <a:pt x="52474" y="8449"/>
                  </a:lnTo>
                  <a:lnTo>
                    <a:pt x="47380" y="6855"/>
                  </a:lnTo>
                  <a:lnTo>
                    <a:pt x="42238" y="5424"/>
                  </a:lnTo>
                  <a:lnTo>
                    <a:pt x="37053" y="4158"/>
                  </a:lnTo>
                  <a:lnTo>
                    <a:pt x="31830" y="3058"/>
                  </a:lnTo>
                  <a:lnTo>
                    <a:pt x="26574" y="2125"/>
                  </a:lnTo>
                  <a:lnTo>
                    <a:pt x="21292" y="1361"/>
                  </a:lnTo>
                  <a:lnTo>
                    <a:pt x="15988" y="766"/>
                  </a:lnTo>
                  <a:lnTo>
                    <a:pt x="10668" y="340"/>
                  </a:lnTo>
                  <a:lnTo>
                    <a:pt x="5336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67983" y="1236837"/>
              <a:ext cx="161105" cy="167167"/>
            </a:xfrm>
            <a:custGeom>
              <a:avLst/>
              <a:pathLst>
                <a:path w="161105" h="167167">
                  <a:moveTo>
                    <a:pt x="161105" y="0"/>
                  </a:moveTo>
                  <a:lnTo>
                    <a:pt x="155670" y="88"/>
                  </a:lnTo>
                  <a:lnTo>
                    <a:pt x="150241" y="353"/>
                  </a:lnTo>
                  <a:lnTo>
                    <a:pt x="144824" y="794"/>
                  </a:lnTo>
                  <a:lnTo>
                    <a:pt x="139423" y="1412"/>
                  </a:lnTo>
                  <a:lnTo>
                    <a:pt x="134046" y="2204"/>
                  </a:lnTo>
                  <a:lnTo>
                    <a:pt x="128697" y="3171"/>
                  </a:lnTo>
                  <a:lnTo>
                    <a:pt x="123382" y="4311"/>
                  </a:lnTo>
                  <a:lnTo>
                    <a:pt x="118108" y="5624"/>
                  </a:lnTo>
                  <a:lnTo>
                    <a:pt x="112879" y="7107"/>
                  </a:lnTo>
                  <a:lnTo>
                    <a:pt x="107700" y="8759"/>
                  </a:lnTo>
                  <a:lnTo>
                    <a:pt x="102579" y="10579"/>
                  </a:lnTo>
                  <a:lnTo>
                    <a:pt x="97519" y="12565"/>
                  </a:lnTo>
                  <a:lnTo>
                    <a:pt x="92526" y="14714"/>
                  </a:lnTo>
                  <a:lnTo>
                    <a:pt x="87606" y="17024"/>
                  </a:lnTo>
                  <a:lnTo>
                    <a:pt x="82764" y="19493"/>
                  </a:lnTo>
                  <a:lnTo>
                    <a:pt x="78004" y="22118"/>
                  </a:lnTo>
                  <a:lnTo>
                    <a:pt x="73332" y="24896"/>
                  </a:lnTo>
                  <a:lnTo>
                    <a:pt x="68753" y="27825"/>
                  </a:lnTo>
                  <a:lnTo>
                    <a:pt x="64272" y="30901"/>
                  </a:lnTo>
                  <a:lnTo>
                    <a:pt x="59893" y="34121"/>
                  </a:lnTo>
                  <a:lnTo>
                    <a:pt x="55621" y="37482"/>
                  </a:lnTo>
                  <a:lnTo>
                    <a:pt x="51461" y="40980"/>
                  </a:lnTo>
                  <a:lnTo>
                    <a:pt x="47416" y="44611"/>
                  </a:lnTo>
                  <a:lnTo>
                    <a:pt x="43492" y="48372"/>
                  </a:lnTo>
                  <a:lnTo>
                    <a:pt x="39692" y="52259"/>
                  </a:lnTo>
                  <a:lnTo>
                    <a:pt x="36020" y="56267"/>
                  </a:lnTo>
                  <a:lnTo>
                    <a:pt x="32481" y="60392"/>
                  </a:lnTo>
                  <a:lnTo>
                    <a:pt x="29078" y="64630"/>
                  </a:lnTo>
                  <a:lnTo>
                    <a:pt x="25814" y="68977"/>
                  </a:lnTo>
                  <a:lnTo>
                    <a:pt x="22693" y="73427"/>
                  </a:lnTo>
                  <a:lnTo>
                    <a:pt x="19719" y="77977"/>
                  </a:lnTo>
                  <a:lnTo>
                    <a:pt x="16894" y="82620"/>
                  </a:lnTo>
                  <a:lnTo>
                    <a:pt x="14221" y="87353"/>
                  </a:lnTo>
                  <a:lnTo>
                    <a:pt x="11704" y="92171"/>
                  </a:lnTo>
                  <a:lnTo>
                    <a:pt x="9345" y="97068"/>
                  </a:lnTo>
                  <a:lnTo>
                    <a:pt x="7146" y="102039"/>
                  </a:lnTo>
                  <a:lnTo>
                    <a:pt x="5110" y="107078"/>
                  </a:lnTo>
                  <a:lnTo>
                    <a:pt x="3239" y="112182"/>
                  </a:lnTo>
                  <a:lnTo>
                    <a:pt x="1535" y="117343"/>
                  </a:lnTo>
                  <a:lnTo>
                    <a:pt x="0" y="122557"/>
                  </a:lnTo>
                  <a:lnTo>
                    <a:pt x="16110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67983" y="1359395"/>
              <a:ext cx="161105" cy="44609"/>
            </a:xfrm>
            <a:custGeom>
              <a:avLst/>
              <a:pathLst>
                <a:path w="161105" h="44609">
                  <a:moveTo>
                    <a:pt x="0" y="0"/>
                  </a:moveTo>
                  <a:lnTo>
                    <a:pt x="161105" y="446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67983" y="1359395"/>
              <a:ext cx="161105" cy="44609"/>
            </a:xfrm>
            <a:custGeom>
              <a:avLst/>
              <a:pathLst>
                <a:path w="161105" h="44609">
                  <a:moveTo>
                    <a:pt x="0" y="0"/>
                  </a:moveTo>
                  <a:lnTo>
                    <a:pt x="161105" y="446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67983" y="1359395"/>
              <a:ext cx="161105" cy="44609"/>
            </a:xfrm>
            <a:custGeom>
              <a:avLst/>
              <a:pathLst>
                <a:path w="161105" h="44609">
                  <a:moveTo>
                    <a:pt x="0" y="0"/>
                  </a:moveTo>
                  <a:lnTo>
                    <a:pt x="161105" y="446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67983" y="1359395"/>
              <a:ext cx="161105" cy="44609"/>
            </a:xfrm>
            <a:custGeom>
              <a:avLst/>
              <a:pathLst>
                <a:path w="161105" h="44609">
                  <a:moveTo>
                    <a:pt x="0" y="0"/>
                  </a:moveTo>
                  <a:lnTo>
                    <a:pt x="161105" y="446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67983" y="1359395"/>
              <a:ext cx="161105" cy="44609"/>
            </a:xfrm>
            <a:custGeom>
              <a:avLst/>
              <a:pathLst>
                <a:path w="161105" h="44609">
                  <a:moveTo>
                    <a:pt x="0" y="0"/>
                  </a:moveTo>
                  <a:lnTo>
                    <a:pt x="161105" y="446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67983" y="1359395"/>
              <a:ext cx="161105" cy="44609"/>
            </a:xfrm>
            <a:custGeom>
              <a:avLst/>
              <a:pathLst>
                <a:path w="161105" h="44609">
                  <a:moveTo>
                    <a:pt x="0" y="0"/>
                  </a:moveTo>
                  <a:lnTo>
                    <a:pt x="161105" y="446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67983" y="1359395"/>
              <a:ext cx="161105" cy="44609"/>
            </a:xfrm>
            <a:custGeom>
              <a:avLst/>
              <a:pathLst>
                <a:path w="161105" h="44609">
                  <a:moveTo>
                    <a:pt x="0" y="0"/>
                  </a:moveTo>
                  <a:lnTo>
                    <a:pt x="161105" y="446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67983" y="1359395"/>
              <a:ext cx="161105" cy="44609"/>
            </a:xfrm>
            <a:custGeom>
              <a:avLst/>
              <a:pathLst>
                <a:path w="161105" h="44609">
                  <a:moveTo>
                    <a:pt x="0" y="0"/>
                  </a:moveTo>
                  <a:lnTo>
                    <a:pt x="161105" y="446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67983" y="1359395"/>
              <a:ext cx="161105" cy="44609"/>
            </a:xfrm>
            <a:custGeom>
              <a:avLst/>
              <a:pathLst>
                <a:path w="161105" h="44609">
                  <a:moveTo>
                    <a:pt x="0" y="0"/>
                  </a:moveTo>
                  <a:lnTo>
                    <a:pt x="161105" y="446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67983" y="1359395"/>
              <a:ext cx="161105" cy="44609"/>
            </a:xfrm>
            <a:custGeom>
              <a:avLst/>
              <a:pathLst>
                <a:path w="161105" h="44609">
                  <a:moveTo>
                    <a:pt x="0" y="0"/>
                  </a:moveTo>
                  <a:lnTo>
                    <a:pt x="161105" y="446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67983" y="1359395"/>
              <a:ext cx="161105" cy="44609"/>
            </a:xfrm>
            <a:custGeom>
              <a:avLst/>
              <a:pathLst>
                <a:path w="161105" h="44609">
                  <a:moveTo>
                    <a:pt x="0" y="0"/>
                  </a:moveTo>
                  <a:lnTo>
                    <a:pt x="161105" y="446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467983" y="1359395"/>
              <a:ext cx="161105" cy="44609"/>
            </a:xfrm>
            <a:custGeom>
              <a:avLst/>
              <a:pathLst>
                <a:path w="161105" h="44609">
                  <a:moveTo>
                    <a:pt x="0" y="0"/>
                  </a:moveTo>
                  <a:lnTo>
                    <a:pt x="161105" y="446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467983" y="1359395"/>
              <a:ext cx="161105" cy="44609"/>
            </a:xfrm>
            <a:custGeom>
              <a:avLst/>
              <a:pathLst>
                <a:path w="161105" h="44609">
                  <a:moveTo>
                    <a:pt x="0" y="0"/>
                  </a:moveTo>
                  <a:lnTo>
                    <a:pt x="161105" y="446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467983" y="1359395"/>
              <a:ext cx="161105" cy="44609"/>
            </a:xfrm>
            <a:custGeom>
              <a:avLst/>
              <a:pathLst>
                <a:path w="161105" h="44609">
                  <a:moveTo>
                    <a:pt x="0" y="0"/>
                  </a:moveTo>
                  <a:lnTo>
                    <a:pt x="161105" y="446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467983" y="1359395"/>
              <a:ext cx="161105" cy="44609"/>
            </a:xfrm>
            <a:custGeom>
              <a:avLst/>
              <a:pathLst>
                <a:path w="161105" h="44609">
                  <a:moveTo>
                    <a:pt x="0" y="0"/>
                  </a:moveTo>
                  <a:lnTo>
                    <a:pt x="161105" y="446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467983" y="1359395"/>
              <a:ext cx="161105" cy="44609"/>
            </a:xfrm>
            <a:custGeom>
              <a:avLst/>
              <a:pathLst>
                <a:path w="161105" h="44609">
                  <a:moveTo>
                    <a:pt x="0" y="0"/>
                  </a:moveTo>
                  <a:lnTo>
                    <a:pt x="161105" y="446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467983" y="1359395"/>
              <a:ext cx="161105" cy="44609"/>
            </a:xfrm>
            <a:custGeom>
              <a:avLst/>
              <a:pathLst>
                <a:path w="161105" h="44609">
                  <a:moveTo>
                    <a:pt x="0" y="0"/>
                  </a:moveTo>
                  <a:lnTo>
                    <a:pt x="161105" y="446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461940" y="1239123"/>
              <a:ext cx="334306" cy="332048"/>
            </a:xfrm>
            <a:custGeom>
              <a:avLst/>
              <a:pathLst>
                <a:path w="334306" h="332048">
                  <a:moveTo>
                    <a:pt x="6043" y="120271"/>
                  </a:moveTo>
                  <a:lnTo>
                    <a:pt x="4710" y="125398"/>
                  </a:lnTo>
                  <a:lnTo>
                    <a:pt x="3541" y="130565"/>
                  </a:lnTo>
                  <a:lnTo>
                    <a:pt x="2535" y="135766"/>
                  </a:lnTo>
                  <a:lnTo>
                    <a:pt x="1696" y="140997"/>
                  </a:lnTo>
                  <a:lnTo>
                    <a:pt x="1022" y="146251"/>
                  </a:lnTo>
                  <a:lnTo>
                    <a:pt x="515" y="151524"/>
                  </a:lnTo>
                  <a:lnTo>
                    <a:pt x="175" y="156811"/>
                  </a:lnTo>
                  <a:lnTo>
                    <a:pt x="4" y="162105"/>
                  </a:lnTo>
                  <a:lnTo>
                    <a:pt x="0" y="167403"/>
                  </a:lnTo>
                  <a:lnTo>
                    <a:pt x="163" y="172698"/>
                  </a:lnTo>
                  <a:lnTo>
                    <a:pt x="495" y="177985"/>
                  </a:lnTo>
                  <a:lnTo>
                    <a:pt x="994" y="183259"/>
                  </a:lnTo>
                  <a:lnTo>
                    <a:pt x="1659" y="188514"/>
                  </a:lnTo>
                  <a:lnTo>
                    <a:pt x="2491" y="193746"/>
                  </a:lnTo>
                  <a:lnTo>
                    <a:pt x="3489" y="198948"/>
                  </a:lnTo>
                  <a:lnTo>
                    <a:pt x="4650" y="204117"/>
                  </a:lnTo>
                  <a:lnTo>
                    <a:pt x="5975" y="209246"/>
                  </a:lnTo>
                  <a:lnTo>
                    <a:pt x="7462" y="214330"/>
                  </a:lnTo>
                  <a:lnTo>
                    <a:pt x="9109" y="219365"/>
                  </a:lnTo>
                  <a:lnTo>
                    <a:pt x="10914" y="224345"/>
                  </a:lnTo>
                  <a:lnTo>
                    <a:pt x="12877" y="229266"/>
                  </a:lnTo>
                  <a:lnTo>
                    <a:pt x="14994" y="234122"/>
                  </a:lnTo>
                  <a:lnTo>
                    <a:pt x="17265" y="238908"/>
                  </a:lnTo>
                  <a:lnTo>
                    <a:pt x="19685" y="243620"/>
                  </a:lnTo>
                  <a:lnTo>
                    <a:pt x="22254" y="248253"/>
                  </a:lnTo>
                  <a:lnTo>
                    <a:pt x="24969" y="252802"/>
                  </a:lnTo>
                  <a:lnTo>
                    <a:pt x="27826" y="257263"/>
                  </a:lnTo>
                  <a:lnTo>
                    <a:pt x="30823" y="261631"/>
                  </a:lnTo>
                  <a:lnTo>
                    <a:pt x="33957" y="265902"/>
                  </a:lnTo>
                  <a:lnTo>
                    <a:pt x="37225" y="270071"/>
                  </a:lnTo>
                  <a:lnTo>
                    <a:pt x="40623" y="274135"/>
                  </a:lnTo>
                  <a:lnTo>
                    <a:pt x="44148" y="278089"/>
                  </a:lnTo>
                  <a:lnTo>
                    <a:pt x="47797" y="281929"/>
                  </a:lnTo>
                  <a:lnTo>
                    <a:pt x="51566" y="285652"/>
                  </a:lnTo>
                  <a:lnTo>
                    <a:pt x="55450" y="289254"/>
                  </a:lnTo>
                  <a:lnTo>
                    <a:pt x="59447" y="292731"/>
                  </a:lnTo>
                  <a:lnTo>
                    <a:pt x="63552" y="296079"/>
                  </a:lnTo>
                  <a:lnTo>
                    <a:pt x="67761" y="299296"/>
                  </a:lnTo>
                  <a:lnTo>
                    <a:pt x="72070" y="302377"/>
                  </a:lnTo>
                  <a:lnTo>
                    <a:pt x="76474" y="305321"/>
                  </a:lnTo>
                  <a:lnTo>
                    <a:pt x="80970" y="308123"/>
                  </a:lnTo>
                  <a:lnTo>
                    <a:pt x="85552" y="310782"/>
                  </a:lnTo>
                  <a:lnTo>
                    <a:pt x="90216" y="313294"/>
                  </a:lnTo>
                  <a:lnTo>
                    <a:pt x="94957" y="315657"/>
                  </a:lnTo>
                  <a:lnTo>
                    <a:pt x="99770" y="317869"/>
                  </a:lnTo>
                  <a:lnTo>
                    <a:pt x="104652" y="319927"/>
                  </a:lnTo>
                  <a:lnTo>
                    <a:pt x="109596" y="321829"/>
                  </a:lnTo>
                  <a:lnTo>
                    <a:pt x="114597" y="323574"/>
                  </a:lnTo>
                  <a:lnTo>
                    <a:pt x="119652" y="325159"/>
                  </a:lnTo>
                  <a:lnTo>
                    <a:pt x="124754" y="326584"/>
                  </a:lnTo>
                  <a:lnTo>
                    <a:pt x="129899" y="327846"/>
                  </a:lnTo>
                  <a:lnTo>
                    <a:pt x="135081" y="328944"/>
                  </a:lnTo>
                  <a:lnTo>
                    <a:pt x="140296" y="329878"/>
                  </a:lnTo>
                  <a:lnTo>
                    <a:pt x="145537" y="330646"/>
                  </a:lnTo>
                  <a:lnTo>
                    <a:pt x="150800" y="331247"/>
                  </a:lnTo>
                  <a:lnTo>
                    <a:pt x="156080" y="331682"/>
                  </a:lnTo>
                  <a:lnTo>
                    <a:pt x="161371" y="331949"/>
                  </a:lnTo>
                  <a:lnTo>
                    <a:pt x="166667" y="332048"/>
                  </a:lnTo>
                  <a:lnTo>
                    <a:pt x="171964" y="331979"/>
                  </a:lnTo>
                  <a:lnTo>
                    <a:pt x="177256" y="331743"/>
                  </a:lnTo>
                  <a:lnTo>
                    <a:pt x="182538" y="331339"/>
                  </a:lnTo>
                  <a:lnTo>
                    <a:pt x="187805" y="330767"/>
                  </a:lnTo>
                  <a:lnTo>
                    <a:pt x="193050" y="330030"/>
                  </a:lnTo>
                  <a:lnTo>
                    <a:pt x="198270" y="329126"/>
                  </a:lnTo>
                  <a:lnTo>
                    <a:pt x="203459" y="328057"/>
                  </a:lnTo>
                  <a:lnTo>
                    <a:pt x="208611" y="326825"/>
                  </a:lnTo>
                  <a:lnTo>
                    <a:pt x="213721" y="325430"/>
                  </a:lnTo>
                  <a:lnTo>
                    <a:pt x="218785" y="323874"/>
                  </a:lnTo>
                  <a:lnTo>
                    <a:pt x="223797" y="322158"/>
                  </a:lnTo>
                  <a:lnTo>
                    <a:pt x="228752" y="320284"/>
                  </a:lnTo>
                  <a:lnTo>
                    <a:pt x="233645" y="318254"/>
                  </a:lnTo>
                  <a:lnTo>
                    <a:pt x="238471" y="316070"/>
                  </a:lnTo>
                  <a:lnTo>
                    <a:pt x="243225" y="313734"/>
                  </a:lnTo>
                  <a:lnTo>
                    <a:pt x="247904" y="311249"/>
                  </a:lnTo>
                  <a:lnTo>
                    <a:pt x="252501" y="308616"/>
                  </a:lnTo>
                  <a:lnTo>
                    <a:pt x="257012" y="305840"/>
                  </a:lnTo>
                  <a:lnTo>
                    <a:pt x="261433" y="302922"/>
                  </a:lnTo>
                  <a:lnTo>
                    <a:pt x="265760" y="299865"/>
                  </a:lnTo>
                  <a:lnTo>
                    <a:pt x="269987" y="296673"/>
                  </a:lnTo>
                  <a:lnTo>
                    <a:pt x="274112" y="293348"/>
                  </a:lnTo>
                  <a:lnTo>
                    <a:pt x="278128" y="289894"/>
                  </a:lnTo>
                  <a:lnTo>
                    <a:pt x="282034" y="286315"/>
                  </a:lnTo>
                  <a:lnTo>
                    <a:pt x="285824" y="282614"/>
                  </a:lnTo>
                  <a:lnTo>
                    <a:pt x="289495" y="278795"/>
                  </a:lnTo>
                  <a:lnTo>
                    <a:pt x="293042" y="274861"/>
                  </a:lnTo>
                  <a:lnTo>
                    <a:pt x="296464" y="270817"/>
                  </a:lnTo>
                  <a:lnTo>
                    <a:pt x="299756" y="266666"/>
                  </a:lnTo>
                  <a:lnTo>
                    <a:pt x="302914" y="262413"/>
                  </a:lnTo>
                  <a:lnTo>
                    <a:pt x="305936" y="258062"/>
                  </a:lnTo>
                  <a:lnTo>
                    <a:pt x="308819" y="253618"/>
                  </a:lnTo>
                  <a:lnTo>
                    <a:pt x="311560" y="249085"/>
                  </a:lnTo>
                  <a:lnTo>
                    <a:pt x="314155" y="244467"/>
                  </a:lnTo>
                  <a:lnTo>
                    <a:pt x="316603" y="239769"/>
                  </a:lnTo>
                  <a:lnTo>
                    <a:pt x="318901" y="234996"/>
                  </a:lnTo>
                  <a:lnTo>
                    <a:pt x="321046" y="230152"/>
                  </a:lnTo>
                  <a:lnTo>
                    <a:pt x="323037" y="225243"/>
                  </a:lnTo>
                  <a:lnTo>
                    <a:pt x="324871" y="220273"/>
                  </a:lnTo>
                  <a:lnTo>
                    <a:pt x="326547" y="215248"/>
                  </a:lnTo>
                  <a:lnTo>
                    <a:pt x="328063" y="210172"/>
                  </a:lnTo>
                  <a:lnTo>
                    <a:pt x="329417" y="205051"/>
                  </a:lnTo>
                  <a:lnTo>
                    <a:pt x="330609" y="199889"/>
                  </a:lnTo>
                  <a:lnTo>
                    <a:pt x="331636" y="194692"/>
                  </a:lnTo>
                  <a:lnTo>
                    <a:pt x="332498" y="189465"/>
                  </a:lnTo>
                  <a:lnTo>
                    <a:pt x="333194" y="184214"/>
                  </a:lnTo>
                  <a:lnTo>
                    <a:pt x="333723" y="178943"/>
                  </a:lnTo>
                  <a:lnTo>
                    <a:pt x="334085" y="173658"/>
                  </a:lnTo>
                  <a:lnTo>
                    <a:pt x="334279" y="168364"/>
                  </a:lnTo>
                  <a:lnTo>
                    <a:pt x="334306" y="163067"/>
                  </a:lnTo>
                  <a:lnTo>
                    <a:pt x="334164" y="157771"/>
                  </a:lnTo>
                  <a:lnTo>
                    <a:pt x="333855" y="152483"/>
                  </a:lnTo>
                  <a:lnTo>
                    <a:pt x="333378" y="147207"/>
                  </a:lnTo>
                  <a:lnTo>
                    <a:pt x="332735" y="141949"/>
                  </a:lnTo>
                  <a:lnTo>
                    <a:pt x="331925" y="136714"/>
                  </a:lnTo>
                  <a:lnTo>
                    <a:pt x="330950" y="131507"/>
                  </a:lnTo>
                  <a:lnTo>
                    <a:pt x="329810" y="126333"/>
                  </a:lnTo>
                  <a:lnTo>
                    <a:pt x="328507" y="121199"/>
                  </a:lnTo>
                  <a:lnTo>
                    <a:pt x="327042" y="116108"/>
                  </a:lnTo>
                  <a:lnTo>
                    <a:pt x="325416" y="111066"/>
                  </a:lnTo>
                  <a:lnTo>
                    <a:pt x="323632" y="106079"/>
                  </a:lnTo>
                  <a:lnTo>
                    <a:pt x="321690" y="101150"/>
                  </a:lnTo>
                  <a:lnTo>
                    <a:pt x="319593" y="96285"/>
                  </a:lnTo>
                  <a:lnTo>
                    <a:pt x="317343" y="91489"/>
                  </a:lnTo>
                  <a:lnTo>
                    <a:pt x="314942" y="86767"/>
                  </a:lnTo>
                  <a:lnTo>
                    <a:pt x="312393" y="82124"/>
                  </a:lnTo>
                  <a:lnTo>
                    <a:pt x="309698" y="77563"/>
                  </a:lnTo>
                  <a:lnTo>
                    <a:pt x="306860" y="73090"/>
                  </a:lnTo>
                  <a:lnTo>
                    <a:pt x="303881" y="68709"/>
                  </a:lnTo>
                  <a:lnTo>
                    <a:pt x="300765" y="64425"/>
                  </a:lnTo>
                  <a:lnTo>
                    <a:pt x="297515" y="60242"/>
                  </a:lnTo>
                  <a:lnTo>
                    <a:pt x="294134" y="56164"/>
                  </a:lnTo>
                  <a:lnTo>
                    <a:pt x="290626" y="52195"/>
                  </a:lnTo>
                  <a:lnTo>
                    <a:pt x="286993" y="48339"/>
                  </a:lnTo>
                  <a:lnTo>
                    <a:pt x="283240" y="44600"/>
                  </a:lnTo>
                  <a:lnTo>
                    <a:pt x="279371" y="40982"/>
                  </a:lnTo>
                  <a:lnTo>
                    <a:pt x="275389" y="37489"/>
                  </a:lnTo>
                  <a:lnTo>
                    <a:pt x="271298" y="34123"/>
                  </a:lnTo>
                  <a:lnTo>
                    <a:pt x="267103" y="30889"/>
                  </a:lnTo>
                  <a:lnTo>
                    <a:pt x="262807" y="27789"/>
                  </a:lnTo>
                  <a:lnTo>
                    <a:pt x="258415" y="24827"/>
                  </a:lnTo>
                  <a:lnTo>
                    <a:pt x="253931" y="22005"/>
                  </a:lnTo>
                  <a:lnTo>
                    <a:pt x="249361" y="19327"/>
                  </a:lnTo>
                  <a:lnTo>
                    <a:pt x="244708" y="16795"/>
                  </a:lnTo>
                  <a:lnTo>
                    <a:pt x="239977" y="14412"/>
                  </a:lnTo>
                  <a:lnTo>
                    <a:pt x="235172" y="12180"/>
                  </a:lnTo>
                  <a:lnTo>
                    <a:pt x="230300" y="10101"/>
                  </a:lnTo>
                  <a:lnTo>
                    <a:pt x="225364" y="8178"/>
                  </a:lnTo>
                  <a:lnTo>
                    <a:pt x="220369" y="6412"/>
                  </a:lnTo>
                  <a:lnTo>
                    <a:pt x="215322" y="4805"/>
                  </a:lnTo>
                  <a:lnTo>
                    <a:pt x="210225" y="3359"/>
                  </a:lnTo>
                  <a:lnTo>
                    <a:pt x="205086" y="2076"/>
                  </a:lnTo>
                  <a:lnTo>
                    <a:pt x="199908" y="955"/>
                  </a:lnTo>
                  <a:lnTo>
                    <a:pt x="194698" y="0"/>
                  </a:lnTo>
                  <a:lnTo>
                    <a:pt x="167148" y="1648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629088" y="1236837"/>
              <a:ext cx="27549" cy="167167"/>
            </a:xfrm>
            <a:custGeom>
              <a:avLst/>
              <a:pathLst>
                <a:path w="27549" h="167167">
                  <a:moveTo>
                    <a:pt x="27549" y="2285"/>
                  </a:moveTo>
                  <a:lnTo>
                    <a:pt x="20703" y="1287"/>
                  </a:lnTo>
                  <a:lnTo>
                    <a:pt x="13822" y="572"/>
                  </a:lnTo>
                  <a:lnTo>
                    <a:pt x="6917" y="14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174491" y="1546402"/>
              <a:ext cx="38075" cy="167167"/>
            </a:xfrm>
            <a:custGeom>
              <a:avLst/>
              <a:pathLst>
                <a:path w="38075" h="167167">
                  <a:moveTo>
                    <a:pt x="38075" y="0"/>
                  </a:moveTo>
                  <a:lnTo>
                    <a:pt x="31674" y="122"/>
                  </a:lnTo>
                  <a:lnTo>
                    <a:pt x="25283" y="490"/>
                  </a:lnTo>
                  <a:lnTo>
                    <a:pt x="18911" y="1102"/>
                  </a:lnTo>
                  <a:lnTo>
                    <a:pt x="12567" y="1957"/>
                  </a:lnTo>
                  <a:lnTo>
                    <a:pt x="6260" y="3055"/>
                  </a:lnTo>
                  <a:lnTo>
                    <a:pt x="0" y="4393"/>
                  </a:lnTo>
                  <a:lnTo>
                    <a:pt x="3807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174491" y="1550796"/>
              <a:ext cx="38075" cy="162773"/>
            </a:xfrm>
            <a:custGeom>
              <a:avLst/>
              <a:pathLst>
                <a:path w="38075" h="162773">
                  <a:moveTo>
                    <a:pt x="0" y="0"/>
                  </a:moveTo>
                  <a:lnTo>
                    <a:pt x="38075" y="1627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174491" y="1550796"/>
              <a:ext cx="38075" cy="162773"/>
            </a:xfrm>
            <a:custGeom>
              <a:avLst/>
              <a:pathLst>
                <a:path w="38075" h="162773">
                  <a:moveTo>
                    <a:pt x="0" y="0"/>
                  </a:moveTo>
                  <a:lnTo>
                    <a:pt x="38075" y="1627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174491" y="1550796"/>
              <a:ext cx="38075" cy="162773"/>
            </a:xfrm>
            <a:custGeom>
              <a:avLst/>
              <a:pathLst>
                <a:path w="38075" h="162773">
                  <a:moveTo>
                    <a:pt x="0" y="0"/>
                  </a:moveTo>
                  <a:lnTo>
                    <a:pt x="38075" y="1627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174491" y="1550796"/>
              <a:ext cx="38075" cy="162773"/>
            </a:xfrm>
            <a:custGeom>
              <a:avLst/>
              <a:pathLst>
                <a:path w="38075" h="162773">
                  <a:moveTo>
                    <a:pt x="0" y="0"/>
                  </a:moveTo>
                  <a:lnTo>
                    <a:pt x="38075" y="1627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174491" y="1550796"/>
              <a:ext cx="38075" cy="162773"/>
            </a:xfrm>
            <a:custGeom>
              <a:avLst/>
              <a:pathLst>
                <a:path w="38075" h="162773">
                  <a:moveTo>
                    <a:pt x="0" y="0"/>
                  </a:moveTo>
                  <a:lnTo>
                    <a:pt x="38075" y="1627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174491" y="1550796"/>
              <a:ext cx="38075" cy="162773"/>
            </a:xfrm>
            <a:custGeom>
              <a:avLst/>
              <a:pathLst>
                <a:path w="38075" h="162773">
                  <a:moveTo>
                    <a:pt x="0" y="0"/>
                  </a:moveTo>
                  <a:lnTo>
                    <a:pt x="38075" y="1627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174491" y="1550796"/>
              <a:ext cx="38075" cy="162773"/>
            </a:xfrm>
            <a:custGeom>
              <a:avLst/>
              <a:pathLst>
                <a:path w="38075" h="162773">
                  <a:moveTo>
                    <a:pt x="0" y="0"/>
                  </a:moveTo>
                  <a:lnTo>
                    <a:pt x="38075" y="16277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174491" y="1550796"/>
              <a:ext cx="38075" cy="162773"/>
            </a:xfrm>
            <a:custGeom>
              <a:avLst/>
              <a:pathLst>
                <a:path w="38075" h="162773">
                  <a:moveTo>
                    <a:pt x="0" y="0"/>
                  </a:moveTo>
                  <a:lnTo>
                    <a:pt x="38075" y="1627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174491" y="1550796"/>
              <a:ext cx="38075" cy="162773"/>
            </a:xfrm>
            <a:custGeom>
              <a:avLst/>
              <a:pathLst>
                <a:path w="38075" h="162773">
                  <a:moveTo>
                    <a:pt x="0" y="0"/>
                  </a:moveTo>
                  <a:lnTo>
                    <a:pt x="38075" y="1627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174491" y="1550796"/>
              <a:ext cx="38075" cy="162773"/>
            </a:xfrm>
            <a:custGeom>
              <a:avLst/>
              <a:pathLst>
                <a:path w="38075" h="162773">
                  <a:moveTo>
                    <a:pt x="0" y="0"/>
                  </a:moveTo>
                  <a:lnTo>
                    <a:pt x="38075" y="16277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174491" y="1550796"/>
              <a:ext cx="38075" cy="162773"/>
            </a:xfrm>
            <a:custGeom>
              <a:avLst/>
              <a:pathLst>
                <a:path w="38075" h="162773">
                  <a:moveTo>
                    <a:pt x="0" y="0"/>
                  </a:moveTo>
                  <a:lnTo>
                    <a:pt x="38075" y="1627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174491" y="1550796"/>
              <a:ext cx="38075" cy="162773"/>
            </a:xfrm>
            <a:custGeom>
              <a:avLst/>
              <a:pathLst>
                <a:path w="38075" h="162773">
                  <a:moveTo>
                    <a:pt x="0" y="0"/>
                  </a:moveTo>
                  <a:lnTo>
                    <a:pt x="38075" y="1627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174491" y="1550796"/>
              <a:ext cx="38075" cy="162773"/>
            </a:xfrm>
            <a:custGeom>
              <a:avLst/>
              <a:pathLst>
                <a:path w="38075" h="162773">
                  <a:moveTo>
                    <a:pt x="0" y="0"/>
                  </a:moveTo>
                  <a:lnTo>
                    <a:pt x="38075" y="1627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174491" y="1550796"/>
              <a:ext cx="38075" cy="162773"/>
            </a:xfrm>
            <a:custGeom>
              <a:avLst/>
              <a:pathLst>
                <a:path w="38075" h="162773">
                  <a:moveTo>
                    <a:pt x="0" y="0"/>
                  </a:moveTo>
                  <a:lnTo>
                    <a:pt x="38075" y="1627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174491" y="1550796"/>
              <a:ext cx="38075" cy="162773"/>
            </a:xfrm>
            <a:custGeom>
              <a:avLst/>
              <a:pathLst>
                <a:path w="38075" h="162773">
                  <a:moveTo>
                    <a:pt x="0" y="0"/>
                  </a:moveTo>
                  <a:lnTo>
                    <a:pt x="38075" y="1627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174491" y="1550796"/>
              <a:ext cx="38075" cy="162773"/>
            </a:xfrm>
            <a:custGeom>
              <a:avLst/>
              <a:pathLst>
                <a:path w="38075" h="162773">
                  <a:moveTo>
                    <a:pt x="0" y="0"/>
                  </a:moveTo>
                  <a:lnTo>
                    <a:pt x="38075" y="1627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045408" y="1550796"/>
              <a:ext cx="334304" cy="329940"/>
            </a:xfrm>
            <a:custGeom>
              <a:avLst/>
              <a:pathLst>
                <a:path w="334304" h="329940">
                  <a:moveTo>
                    <a:pt x="129082" y="0"/>
                  </a:moveTo>
                  <a:lnTo>
                    <a:pt x="123946" y="1287"/>
                  </a:lnTo>
                  <a:lnTo>
                    <a:pt x="118853" y="2737"/>
                  </a:lnTo>
                  <a:lnTo>
                    <a:pt x="113808" y="4347"/>
                  </a:lnTo>
                  <a:lnTo>
                    <a:pt x="108817" y="6116"/>
                  </a:lnTo>
                  <a:lnTo>
                    <a:pt x="103884" y="8043"/>
                  </a:lnTo>
                  <a:lnTo>
                    <a:pt x="99015" y="10125"/>
                  </a:lnTo>
                  <a:lnTo>
                    <a:pt x="94214" y="12359"/>
                  </a:lnTo>
                  <a:lnTo>
                    <a:pt x="89487" y="14745"/>
                  </a:lnTo>
                  <a:lnTo>
                    <a:pt x="84837" y="17280"/>
                  </a:lnTo>
                  <a:lnTo>
                    <a:pt x="80270" y="19960"/>
                  </a:lnTo>
                  <a:lnTo>
                    <a:pt x="75791" y="22784"/>
                  </a:lnTo>
                  <a:lnTo>
                    <a:pt x="71402" y="25748"/>
                  </a:lnTo>
                  <a:lnTo>
                    <a:pt x="67110" y="28850"/>
                  </a:lnTo>
                  <a:lnTo>
                    <a:pt x="62919" y="32086"/>
                  </a:lnTo>
                  <a:lnTo>
                    <a:pt x="58832" y="35453"/>
                  </a:lnTo>
                  <a:lnTo>
                    <a:pt x="54853" y="38948"/>
                  </a:lnTo>
                  <a:lnTo>
                    <a:pt x="50988" y="42567"/>
                  </a:lnTo>
                  <a:lnTo>
                    <a:pt x="47239" y="46307"/>
                  </a:lnTo>
                  <a:lnTo>
                    <a:pt x="43610" y="50163"/>
                  </a:lnTo>
                  <a:lnTo>
                    <a:pt x="40105" y="54133"/>
                  </a:lnTo>
                  <a:lnTo>
                    <a:pt x="36728" y="58212"/>
                  </a:lnTo>
                  <a:lnTo>
                    <a:pt x="33482" y="62395"/>
                  </a:lnTo>
                  <a:lnTo>
                    <a:pt x="30369" y="66680"/>
                  </a:lnTo>
                  <a:lnTo>
                    <a:pt x="27394" y="71061"/>
                  </a:lnTo>
                  <a:lnTo>
                    <a:pt x="24560" y="75533"/>
                  </a:lnTo>
                  <a:lnTo>
                    <a:pt x="21868" y="80094"/>
                  </a:lnTo>
                  <a:lnTo>
                    <a:pt x="19322" y="84737"/>
                  </a:lnTo>
                  <a:lnTo>
                    <a:pt x="16925" y="89459"/>
                  </a:lnTo>
                  <a:lnTo>
                    <a:pt x="14678" y="94254"/>
                  </a:lnTo>
                  <a:lnTo>
                    <a:pt x="12584" y="99118"/>
                  </a:lnTo>
                  <a:lnTo>
                    <a:pt x="10646" y="104046"/>
                  </a:lnTo>
                  <a:lnTo>
                    <a:pt x="8864" y="109032"/>
                  </a:lnTo>
                  <a:lnTo>
                    <a:pt x="7241" y="114073"/>
                  </a:lnTo>
                  <a:lnTo>
                    <a:pt x="5779" y="119163"/>
                  </a:lnTo>
                  <a:lnTo>
                    <a:pt x="4479" y="124296"/>
                  </a:lnTo>
                  <a:lnTo>
                    <a:pt x="3342" y="129468"/>
                  </a:lnTo>
                  <a:lnTo>
                    <a:pt x="2369" y="134673"/>
                  </a:lnTo>
                  <a:lnTo>
                    <a:pt x="1562" y="139907"/>
                  </a:lnTo>
                  <a:lnTo>
                    <a:pt x="920" y="145163"/>
                  </a:lnTo>
                  <a:lnTo>
                    <a:pt x="446" y="150437"/>
                  </a:lnTo>
                  <a:lnTo>
                    <a:pt x="139" y="155724"/>
                  </a:lnTo>
                  <a:lnTo>
                    <a:pt x="0" y="161017"/>
                  </a:lnTo>
                  <a:lnTo>
                    <a:pt x="28" y="166313"/>
                  </a:lnTo>
                  <a:lnTo>
                    <a:pt x="224" y="171605"/>
                  </a:lnTo>
                  <a:lnTo>
                    <a:pt x="587" y="176888"/>
                  </a:lnTo>
                  <a:lnTo>
                    <a:pt x="1118" y="182156"/>
                  </a:lnTo>
                  <a:lnTo>
                    <a:pt x="1815" y="187406"/>
                  </a:lnTo>
                  <a:lnTo>
                    <a:pt x="2678" y="192630"/>
                  </a:lnTo>
                  <a:lnTo>
                    <a:pt x="3706" y="197825"/>
                  </a:lnTo>
                  <a:lnTo>
                    <a:pt x="4899" y="202984"/>
                  </a:lnTo>
                  <a:lnTo>
                    <a:pt x="6254" y="208104"/>
                  </a:lnTo>
                  <a:lnTo>
                    <a:pt x="7770" y="213177"/>
                  </a:lnTo>
                  <a:lnTo>
                    <a:pt x="9447" y="218200"/>
                  </a:lnTo>
                  <a:lnTo>
                    <a:pt x="11281" y="223168"/>
                  </a:lnTo>
                  <a:lnTo>
                    <a:pt x="13273" y="228075"/>
                  </a:lnTo>
                  <a:lnTo>
                    <a:pt x="15418" y="232916"/>
                  </a:lnTo>
                  <a:lnTo>
                    <a:pt x="17716" y="237687"/>
                  </a:lnTo>
                  <a:lnTo>
                    <a:pt x="20164" y="242383"/>
                  </a:lnTo>
                  <a:lnTo>
                    <a:pt x="22759" y="246998"/>
                  </a:lnTo>
                  <a:lnTo>
                    <a:pt x="25499" y="251530"/>
                  </a:lnTo>
                  <a:lnTo>
                    <a:pt x="28381" y="255972"/>
                  </a:lnTo>
                  <a:lnTo>
                    <a:pt x="31403" y="260321"/>
                  </a:lnTo>
                  <a:lnTo>
                    <a:pt x="34561" y="264572"/>
                  </a:lnTo>
                  <a:lnTo>
                    <a:pt x="37852" y="268721"/>
                  </a:lnTo>
                  <a:lnTo>
                    <a:pt x="41272" y="272763"/>
                  </a:lnTo>
                  <a:lnTo>
                    <a:pt x="44819" y="276695"/>
                  </a:lnTo>
                  <a:lnTo>
                    <a:pt x="48489" y="280513"/>
                  </a:lnTo>
                  <a:lnTo>
                    <a:pt x="52278" y="284212"/>
                  </a:lnTo>
                  <a:lnTo>
                    <a:pt x="56182" y="287790"/>
                  </a:lnTo>
                  <a:lnTo>
                    <a:pt x="60197" y="291242"/>
                  </a:lnTo>
                  <a:lnTo>
                    <a:pt x="64320" y="294566"/>
                  </a:lnTo>
                  <a:lnTo>
                    <a:pt x="68546" y="297757"/>
                  </a:lnTo>
                  <a:lnTo>
                    <a:pt x="72871" y="300812"/>
                  </a:lnTo>
                  <a:lnTo>
                    <a:pt x="77290" y="303730"/>
                  </a:lnTo>
                  <a:lnTo>
                    <a:pt x="81800" y="306505"/>
                  </a:lnTo>
                  <a:lnTo>
                    <a:pt x="86395" y="309137"/>
                  </a:lnTo>
                  <a:lnTo>
                    <a:pt x="91071" y="311621"/>
                  </a:lnTo>
                  <a:lnTo>
                    <a:pt x="95824" y="313957"/>
                  </a:lnTo>
                  <a:lnTo>
                    <a:pt x="100648" y="316140"/>
                  </a:lnTo>
                  <a:lnTo>
                    <a:pt x="105539" y="318170"/>
                  </a:lnTo>
                  <a:lnTo>
                    <a:pt x="110492" y="320043"/>
                  </a:lnTo>
                  <a:lnTo>
                    <a:pt x="115502" y="321759"/>
                  </a:lnTo>
                  <a:lnTo>
                    <a:pt x="120564" y="323316"/>
                  </a:lnTo>
                  <a:lnTo>
                    <a:pt x="125672" y="324711"/>
                  </a:lnTo>
                  <a:lnTo>
                    <a:pt x="130822" y="325944"/>
                  </a:lnTo>
                  <a:lnTo>
                    <a:pt x="136008" y="327013"/>
                  </a:lnTo>
                  <a:lnTo>
                    <a:pt x="141226" y="327917"/>
                  </a:lnTo>
                  <a:lnTo>
                    <a:pt x="146470" y="328655"/>
                  </a:lnTo>
                  <a:lnTo>
                    <a:pt x="151734" y="329227"/>
                  </a:lnTo>
                  <a:lnTo>
                    <a:pt x="157014" y="329632"/>
                  </a:lnTo>
                  <a:lnTo>
                    <a:pt x="162304" y="329870"/>
                  </a:lnTo>
                  <a:lnTo>
                    <a:pt x="167599" y="329940"/>
                  </a:lnTo>
                  <a:lnTo>
                    <a:pt x="172894" y="329842"/>
                  </a:lnTo>
                  <a:lnTo>
                    <a:pt x="178183" y="329577"/>
                  </a:lnTo>
                  <a:lnTo>
                    <a:pt x="183460" y="329144"/>
                  </a:lnTo>
                  <a:lnTo>
                    <a:pt x="188722" y="328544"/>
                  </a:lnTo>
                  <a:lnTo>
                    <a:pt x="193961" y="327778"/>
                  </a:lnTo>
                  <a:lnTo>
                    <a:pt x="199174" y="326846"/>
                  </a:lnTo>
                  <a:lnTo>
                    <a:pt x="204355" y="325749"/>
                  </a:lnTo>
                  <a:lnTo>
                    <a:pt x="209498" y="324490"/>
                  </a:lnTo>
                  <a:lnTo>
                    <a:pt x="214599" y="323067"/>
                  </a:lnTo>
                  <a:lnTo>
                    <a:pt x="219652" y="321484"/>
                  </a:lnTo>
                  <a:lnTo>
                    <a:pt x="224653" y="319742"/>
                  </a:lnTo>
                  <a:lnTo>
                    <a:pt x="229596" y="317842"/>
                  </a:lnTo>
                  <a:lnTo>
                    <a:pt x="234476" y="315787"/>
                  </a:lnTo>
                  <a:lnTo>
                    <a:pt x="239289" y="313578"/>
                  </a:lnTo>
                  <a:lnTo>
                    <a:pt x="244029" y="311217"/>
                  </a:lnTo>
                  <a:lnTo>
                    <a:pt x="248692" y="308708"/>
                  </a:lnTo>
                  <a:lnTo>
                    <a:pt x="253274" y="306052"/>
                  </a:lnTo>
                  <a:lnTo>
                    <a:pt x="257769" y="303253"/>
                  </a:lnTo>
                  <a:lnTo>
                    <a:pt x="262173" y="300313"/>
                  </a:lnTo>
                  <a:lnTo>
                    <a:pt x="266481" y="297234"/>
                  </a:lnTo>
                  <a:lnTo>
                    <a:pt x="270690" y="294021"/>
                  </a:lnTo>
                  <a:lnTo>
                    <a:pt x="274796" y="290676"/>
                  </a:lnTo>
                  <a:lnTo>
                    <a:pt x="278793" y="287202"/>
                  </a:lnTo>
                  <a:lnTo>
                    <a:pt x="282678" y="283604"/>
                  </a:lnTo>
                  <a:lnTo>
                    <a:pt x="286447" y="279884"/>
                  </a:lnTo>
                  <a:lnTo>
                    <a:pt x="290096" y="276047"/>
                  </a:lnTo>
                  <a:lnTo>
                    <a:pt x="293622" y="272096"/>
                  </a:lnTo>
                  <a:lnTo>
                    <a:pt x="297022" y="268036"/>
                  </a:lnTo>
                  <a:lnTo>
                    <a:pt x="300291" y="263870"/>
                  </a:lnTo>
                  <a:lnTo>
                    <a:pt x="303426" y="259602"/>
                  </a:lnTo>
                  <a:lnTo>
                    <a:pt x="306424" y="255238"/>
                  </a:lnTo>
                  <a:lnTo>
                    <a:pt x="309283" y="250780"/>
                  </a:lnTo>
                  <a:lnTo>
                    <a:pt x="311999" y="246235"/>
                  </a:lnTo>
                  <a:lnTo>
                    <a:pt x="314570" y="241605"/>
                  </a:lnTo>
                  <a:lnTo>
                    <a:pt x="316993" y="236896"/>
                  </a:lnTo>
                  <a:lnTo>
                    <a:pt x="319266" y="232113"/>
                  </a:lnTo>
                  <a:lnTo>
                    <a:pt x="321386" y="227261"/>
                  </a:lnTo>
                  <a:lnTo>
                    <a:pt x="323351" y="222344"/>
                  </a:lnTo>
                  <a:lnTo>
                    <a:pt x="325159" y="217367"/>
                  </a:lnTo>
                  <a:lnTo>
                    <a:pt x="326809" y="212335"/>
                  </a:lnTo>
                  <a:lnTo>
                    <a:pt x="328299" y="207253"/>
                  </a:lnTo>
                  <a:lnTo>
                    <a:pt x="329627" y="202127"/>
                  </a:lnTo>
                  <a:lnTo>
                    <a:pt x="330792" y="196961"/>
                  </a:lnTo>
                  <a:lnTo>
                    <a:pt x="331793" y="191761"/>
                  </a:lnTo>
                  <a:lnTo>
                    <a:pt x="332628" y="186532"/>
                  </a:lnTo>
                  <a:lnTo>
                    <a:pt x="333298" y="181279"/>
                  </a:lnTo>
                  <a:lnTo>
                    <a:pt x="333800" y="176008"/>
                  </a:lnTo>
                  <a:lnTo>
                    <a:pt x="334136" y="170723"/>
                  </a:lnTo>
                  <a:lnTo>
                    <a:pt x="334304" y="165430"/>
                  </a:lnTo>
                  <a:lnTo>
                    <a:pt x="334304" y="160135"/>
                  </a:lnTo>
                  <a:lnTo>
                    <a:pt x="334137" y="154842"/>
                  </a:lnTo>
                  <a:lnTo>
                    <a:pt x="333802" y="149557"/>
                  </a:lnTo>
                  <a:lnTo>
                    <a:pt x="333300" y="144285"/>
                  </a:lnTo>
                  <a:lnTo>
                    <a:pt x="332631" y="139032"/>
                  </a:lnTo>
                  <a:lnTo>
                    <a:pt x="331796" y="133803"/>
                  </a:lnTo>
                  <a:lnTo>
                    <a:pt x="330796" y="128603"/>
                  </a:lnTo>
                  <a:lnTo>
                    <a:pt x="329631" y="123437"/>
                  </a:lnTo>
                  <a:lnTo>
                    <a:pt x="328304" y="118311"/>
                  </a:lnTo>
                  <a:lnTo>
                    <a:pt x="326815" y="113229"/>
                  </a:lnTo>
                  <a:lnTo>
                    <a:pt x="325165" y="108197"/>
                  </a:lnTo>
                  <a:lnTo>
                    <a:pt x="323357" y="103220"/>
                  </a:lnTo>
                  <a:lnTo>
                    <a:pt x="321393" y="98302"/>
                  </a:lnTo>
                  <a:lnTo>
                    <a:pt x="319273" y="93449"/>
                  </a:lnTo>
                  <a:lnTo>
                    <a:pt x="317001" y="88666"/>
                  </a:lnTo>
                  <a:lnTo>
                    <a:pt x="314579" y="83957"/>
                  </a:lnTo>
                  <a:lnTo>
                    <a:pt x="312009" y="79327"/>
                  </a:lnTo>
                  <a:lnTo>
                    <a:pt x="309293" y="74781"/>
                  </a:lnTo>
                  <a:lnTo>
                    <a:pt x="306435" y="70324"/>
                  </a:lnTo>
                  <a:lnTo>
                    <a:pt x="303437" y="65959"/>
                  </a:lnTo>
                  <a:lnTo>
                    <a:pt x="300302" y="61691"/>
                  </a:lnTo>
                  <a:lnTo>
                    <a:pt x="297033" y="57524"/>
                  </a:lnTo>
                  <a:lnTo>
                    <a:pt x="293635" y="53464"/>
                  </a:lnTo>
                  <a:lnTo>
                    <a:pt x="290109" y="49512"/>
                  </a:lnTo>
                  <a:lnTo>
                    <a:pt x="286460" y="45675"/>
                  </a:lnTo>
                  <a:lnTo>
                    <a:pt x="282691" y="41955"/>
                  </a:lnTo>
                  <a:lnTo>
                    <a:pt x="278806" y="38356"/>
                  </a:lnTo>
                  <a:lnTo>
                    <a:pt x="274810" y="34882"/>
                  </a:lnTo>
                  <a:lnTo>
                    <a:pt x="270705" y="31537"/>
                  </a:lnTo>
                  <a:lnTo>
                    <a:pt x="266496" y="28323"/>
                  </a:lnTo>
                  <a:lnTo>
                    <a:pt x="262188" y="25244"/>
                  </a:lnTo>
                  <a:lnTo>
                    <a:pt x="257784" y="22303"/>
                  </a:lnTo>
                  <a:lnTo>
                    <a:pt x="253290" y="19503"/>
                  </a:lnTo>
                  <a:lnTo>
                    <a:pt x="248708" y="16847"/>
                  </a:lnTo>
                  <a:lnTo>
                    <a:pt x="244046" y="14337"/>
                  </a:lnTo>
                  <a:lnTo>
                    <a:pt x="239306" y="11976"/>
                  </a:lnTo>
                  <a:lnTo>
                    <a:pt x="167158" y="1627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212566" y="1546402"/>
              <a:ext cx="72147" cy="167167"/>
            </a:xfrm>
            <a:custGeom>
              <a:avLst/>
              <a:pathLst>
                <a:path w="72147" h="167167">
                  <a:moveTo>
                    <a:pt x="72147" y="16370"/>
                  </a:moveTo>
                  <a:lnTo>
                    <a:pt x="66929" y="13983"/>
                  </a:lnTo>
                  <a:lnTo>
                    <a:pt x="61633" y="11776"/>
                  </a:lnTo>
                  <a:lnTo>
                    <a:pt x="56263" y="9752"/>
                  </a:lnTo>
                  <a:lnTo>
                    <a:pt x="50827" y="7914"/>
                  </a:lnTo>
                  <a:lnTo>
                    <a:pt x="45332" y="6263"/>
                  </a:lnTo>
                  <a:lnTo>
                    <a:pt x="39783" y="4802"/>
                  </a:lnTo>
                  <a:lnTo>
                    <a:pt x="34187" y="3533"/>
                  </a:lnTo>
                  <a:lnTo>
                    <a:pt x="28551" y="2456"/>
                  </a:lnTo>
                  <a:lnTo>
                    <a:pt x="22881" y="1573"/>
                  </a:lnTo>
                  <a:lnTo>
                    <a:pt x="17184" y="885"/>
                  </a:lnTo>
                  <a:lnTo>
                    <a:pt x="11467" y="393"/>
                  </a:lnTo>
                  <a:lnTo>
                    <a:pt x="5737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865006" y="1943516"/>
              <a:ext cx="13777" cy="167167"/>
            </a:xfrm>
            <a:custGeom>
              <a:avLst/>
              <a:pathLst>
                <a:path w="13777" h="167167">
                  <a:moveTo>
                    <a:pt x="13777" y="0"/>
                  </a:moveTo>
                  <a:lnTo>
                    <a:pt x="0" y="568"/>
                  </a:lnTo>
                  <a:lnTo>
                    <a:pt x="1377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865006" y="1944085"/>
              <a:ext cx="13777" cy="166598"/>
            </a:xfrm>
            <a:custGeom>
              <a:avLst/>
              <a:pathLst>
                <a:path w="13777" h="166598">
                  <a:moveTo>
                    <a:pt x="0" y="0"/>
                  </a:moveTo>
                  <a:lnTo>
                    <a:pt x="13777" y="1665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865006" y="1944085"/>
              <a:ext cx="13777" cy="166598"/>
            </a:xfrm>
            <a:custGeom>
              <a:avLst/>
              <a:pathLst>
                <a:path w="13777" h="166598">
                  <a:moveTo>
                    <a:pt x="0" y="0"/>
                  </a:moveTo>
                  <a:lnTo>
                    <a:pt x="13777" y="166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865006" y="1944085"/>
              <a:ext cx="13777" cy="166598"/>
            </a:xfrm>
            <a:custGeom>
              <a:avLst/>
              <a:pathLst>
                <a:path w="13777" h="166598">
                  <a:moveTo>
                    <a:pt x="0" y="0"/>
                  </a:moveTo>
                  <a:lnTo>
                    <a:pt x="13777" y="166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865006" y="1944085"/>
              <a:ext cx="13777" cy="166598"/>
            </a:xfrm>
            <a:custGeom>
              <a:avLst/>
              <a:pathLst>
                <a:path w="13777" h="166598">
                  <a:moveTo>
                    <a:pt x="0" y="0"/>
                  </a:moveTo>
                  <a:lnTo>
                    <a:pt x="13777" y="166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865006" y="1944085"/>
              <a:ext cx="13777" cy="166598"/>
            </a:xfrm>
            <a:custGeom>
              <a:avLst/>
              <a:pathLst>
                <a:path w="13777" h="166598">
                  <a:moveTo>
                    <a:pt x="0" y="0"/>
                  </a:moveTo>
                  <a:lnTo>
                    <a:pt x="13777" y="166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865006" y="1944085"/>
              <a:ext cx="13777" cy="166598"/>
            </a:xfrm>
            <a:custGeom>
              <a:avLst/>
              <a:pathLst>
                <a:path w="13777" h="166598">
                  <a:moveTo>
                    <a:pt x="0" y="0"/>
                  </a:moveTo>
                  <a:lnTo>
                    <a:pt x="13777" y="1665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865006" y="1944085"/>
              <a:ext cx="13777" cy="166598"/>
            </a:xfrm>
            <a:custGeom>
              <a:avLst/>
              <a:pathLst>
                <a:path w="13777" h="166598">
                  <a:moveTo>
                    <a:pt x="0" y="0"/>
                  </a:moveTo>
                  <a:lnTo>
                    <a:pt x="13777" y="1665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865006" y="1944085"/>
              <a:ext cx="13777" cy="166598"/>
            </a:xfrm>
            <a:custGeom>
              <a:avLst/>
              <a:pathLst>
                <a:path w="13777" h="166598">
                  <a:moveTo>
                    <a:pt x="0" y="0"/>
                  </a:moveTo>
                  <a:lnTo>
                    <a:pt x="13777" y="1665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865006" y="1944085"/>
              <a:ext cx="13777" cy="166598"/>
            </a:xfrm>
            <a:custGeom>
              <a:avLst/>
              <a:pathLst>
                <a:path w="13777" h="166598">
                  <a:moveTo>
                    <a:pt x="0" y="0"/>
                  </a:moveTo>
                  <a:lnTo>
                    <a:pt x="13777" y="1665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865006" y="1944085"/>
              <a:ext cx="13777" cy="166598"/>
            </a:xfrm>
            <a:custGeom>
              <a:avLst/>
              <a:pathLst>
                <a:path w="13777" h="166598">
                  <a:moveTo>
                    <a:pt x="0" y="0"/>
                  </a:moveTo>
                  <a:lnTo>
                    <a:pt x="13777" y="166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865006" y="1944085"/>
              <a:ext cx="13777" cy="166598"/>
            </a:xfrm>
            <a:custGeom>
              <a:avLst/>
              <a:pathLst>
                <a:path w="13777" h="166598">
                  <a:moveTo>
                    <a:pt x="0" y="0"/>
                  </a:moveTo>
                  <a:lnTo>
                    <a:pt x="13777" y="166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865006" y="1944085"/>
              <a:ext cx="13777" cy="166598"/>
            </a:xfrm>
            <a:custGeom>
              <a:avLst/>
              <a:pathLst>
                <a:path w="13777" h="166598">
                  <a:moveTo>
                    <a:pt x="0" y="0"/>
                  </a:moveTo>
                  <a:lnTo>
                    <a:pt x="13777" y="166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865006" y="1944085"/>
              <a:ext cx="13777" cy="166598"/>
            </a:xfrm>
            <a:custGeom>
              <a:avLst/>
              <a:pathLst>
                <a:path w="13777" h="166598">
                  <a:moveTo>
                    <a:pt x="0" y="0"/>
                  </a:moveTo>
                  <a:lnTo>
                    <a:pt x="13777" y="166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865006" y="1944085"/>
              <a:ext cx="13777" cy="166598"/>
            </a:xfrm>
            <a:custGeom>
              <a:avLst/>
              <a:pathLst>
                <a:path w="13777" h="166598">
                  <a:moveTo>
                    <a:pt x="0" y="0"/>
                  </a:moveTo>
                  <a:lnTo>
                    <a:pt x="13777" y="1665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865006" y="1944085"/>
              <a:ext cx="13777" cy="166598"/>
            </a:xfrm>
            <a:custGeom>
              <a:avLst/>
              <a:pathLst>
                <a:path w="13777" h="166598">
                  <a:moveTo>
                    <a:pt x="0" y="0"/>
                  </a:moveTo>
                  <a:lnTo>
                    <a:pt x="13777" y="1665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781607" y="1944085"/>
              <a:ext cx="97176" cy="166598"/>
            </a:xfrm>
            <a:custGeom>
              <a:avLst/>
              <a:pathLst>
                <a:path w="97176" h="166598">
                  <a:moveTo>
                    <a:pt x="83398" y="0"/>
                  </a:moveTo>
                  <a:lnTo>
                    <a:pt x="77807" y="557"/>
                  </a:lnTo>
                  <a:lnTo>
                    <a:pt x="72238" y="1301"/>
                  </a:lnTo>
                  <a:lnTo>
                    <a:pt x="66696" y="2233"/>
                  </a:lnTo>
                  <a:lnTo>
                    <a:pt x="61190" y="3350"/>
                  </a:lnTo>
                  <a:lnTo>
                    <a:pt x="55724" y="4652"/>
                  </a:lnTo>
                  <a:lnTo>
                    <a:pt x="50304" y="6136"/>
                  </a:lnTo>
                  <a:lnTo>
                    <a:pt x="44938" y="7802"/>
                  </a:lnTo>
                  <a:lnTo>
                    <a:pt x="39631" y="9648"/>
                  </a:lnTo>
                  <a:lnTo>
                    <a:pt x="34388" y="11670"/>
                  </a:lnTo>
                  <a:lnTo>
                    <a:pt x="29217" y="13868"/>
                  </a:lnTo>
                  <a:lnTo>
                    <a:pt x="24123" y="16238"/>
                  </a:lnTo>
                  <a:lnTo>
                    <a:pt x="19111" y="18778"/>
                  </a:lnTo>
                  <a:lnTo>
                    <a:pt x="14187" y="21485"/>
                  </a:lnTo>
                  <a:lnTo>
                    <a:pt x="9357" y="24356"/>
                  </a:lnTo>
                  <a:lnTo>
                    <a:pt x="4626" y="27388"/>
                  </a:lnTo>
                  <a:lnTo>
                    <a:pt x="0" y="30577"/>
                  </a:lnTo>
                  <a:lnTo>
                    <a:pt x="97176" y="1665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11616" y="1943516"/>
              <a:ext cx="334324" cy="334327"/>
            </a:xfrm>
            <a:custGeom>
              <a:avLst/>
              <a:pathLst>
                <a:path w="334324" h="334327">
                  <a:moveTo>
                    <a:pt x="69991" y="31146"/>
                  </a:moveTo>
                  <a:lnTo>
                    <a:pt x="65737" y="34288"/>
                  </a:lnTo>
                  <a:lnTo>
                    <a:pt x="61584" y="37562"/>
                  </a:lnTo>
                  <a:lnTo>
                    <a:pt x="57538" y="40967"/>
                  </a:lnTo>
                  <a:lnTo>
                    <a:pt x="53601" y="44498"/>
                  </a:lnTo>
                  <a:lnTo>
                    <a:pt x="49778" y="48151"/>
                  </a:lnTo>
                  <a:lnTo>
                    <a:pt x="46072" y="51924"/>
                  </a:lnTo>
                  <a:lnTo>
                    <a:pt x="42487" y="55812"/>
                  </a:lnTo>
                  <a:lnTo>
                    <a:pt x="39027" y="59811"/>
                  </a:lnTo>
                  <a:lnTo>
                    <a:pt x="35696" y="63918"/>
                  </a:lnTo>
                  <a:lnTo>
                    <a:pt x="32496" y="68128"/>
                  </a:lnTo>
                  <a:lnTo>
                    <a:pt x="29430" y="72438"/>
                  </a:lnTo>
                  <a:lnTo>
                    <a:pt x="26503" y="76842"/>
                  </a:lnTo>
                  <a:lnTo>
                    <a:pt x="23716" y="81336"/>
                  </a:lnTo>
                  <a:lnTo>
                    <a:pt x="21073" y="85917"/>
                  </a:lnTo>
                  <a:lnTo>
                    <a:pt x="18576" y="90578"/>
                  </a:lnTo>
                  <a:lnTo>
                    <a:pt x="16228" y="95317"/>
                  </a:lnTo>
                  <a:lnTo>
                    <a:pt x="14031" y="100127"/>
                  </a:lnTo>
                  <a:lnTo>
                    <a:pt x="11987" y="105004"/>
                  </a:lnTo>
                  <a:lnTo>
                    <a:pt x="10098" y="109944"/>
                  </a:lnTo>
                  <a:lnTo>
                    <a:pt x="8367" y="114941"/>
                  </a:lnTo>
                  <a:lnTo>
                    <a:pt x="6794" y="119990"/>
                  </a:lnTo>
                  <a:lnTo>
                    <a:pt x="5382" y="125086"/>
                  </a:lnTo>
                  <a:lnTo>
                    <a:pt x="4132" y="130225"/>
                  </a:lnTo>
                  <a:lnTo>
                    <a:pt x="3045" y="135400"/>
                  </a:lnTo>
                  <a:lnTo>
                    <a:pt x="2123" y="140607"/>
                  </a:lnTo>
                  <a:lnTo>
                    <a:pt x="1365" y="145841"/>
                  </a:lnTo>
                  <a:lnTo>
                    <a:pt x="774" y="151096"/>
                  </a:lnTo>
                  <a:lnTo>
                    <a:pt x="349" y="156367"/>
                  </a:lnTo>
                  <a:lnTo>
                    <a:pt x="90" y="161649"/>
                  </a:lnTo>
                  <a:lnTo>
                    <a:pt x="0" y="166937"/>
                  </a:lnTo>
                  <a:lnTo>
                    <a:pt x="76" y="172224"/>
                  </a:lnTo>
                  <a:lnTo>
                    <a:pt x="319" y="177507"/>
                  </a:lnTo>
                  <a:lnTo>
                    <a:pt x="730" y="182779"/>
                  </a:lnTo>
                  <a:lnTo>
                    <a:pt x="1307" y="188036"/>
                  </a:lnTo>
                  <a:lnTo>
                    <a:pt x="2050" y="193272"/>
                  </a:lnTo>
                  <a:lnTo>
                    <a:pt x="2959" y="198482"/>
                  </a:lnTo>
                  <a:lnTo>
                    <a:pt x="4031" y="203660"/>
                  </a:lnTo>
                  <a:lnTo>
                    <a:pt x="5267" y="208802"/>
                  </a:lnTo>
                  <a:lnTo>
                    <a:pt x="6665" y="213902"/>
                  </a:lnTo>
                  <a:lnTo>
                    <a:pt x="8224" y="218955"/>
                  </a:lnTo>
                  <a:lnTo>
                    <a:pt x="9941" y="223957"/>
                  </a:lnTo>
                  <a:lnTo>
                    <a:pt x="11816" y="228902"/>
                  </a:lnTo>
                  <a:lnTo>
                    <a:pt x="13847" y="233785"/>
                  </a:lnTo>
                  <a:lnTo>
                    <a:pt x="16031" y="238601"/>
                  </a:lnTo>
                  <a:lnTo>
                    <a:pt x="18366" y="243346"/>
                  </a:lnTo>
                  <a:lnTo>
                    <a:pt x="20850" y="248014"/>
                  </a:lnTo>
                  <a:lnTo>
                    <a:pt x="23480" y="252602"/>
                  </a:lnTo>
                  <a:lnTo>
                    <a:pt x="26255" y="257104"/>
                  </a:lnTo>
                  <a:lnTo>
                    <a:pt x="29170" y="261516"/>
                  </a:lnTo>
                  <a:lnTo>
                    <a:pt x="32223" y="265834"/>
                  </a:lnTo>
                  <a:lnTo>
                    <a:pt x="35412" y="270053"/>
                  </a:lnTo>
                  <a:lnTo>
                    <a:pt x="38732" y="274169"/>
                  </a:lnTo>
                  <a:lnTo>
                    <a:pt x="42181" y="278178"/>
                  </a:lnTo>
                  <a:lnTo>
                    <a:pt x="45755" y="282076"/>
                  </a:lnTo>
                  <a:lnTo>
                    <a:pt x="49450" y="285859"/>
                  </a:lnTo>
                  <a:lnTo>
                    <a:pt x="53263" y="289523"/>
                  </a:lnTo>
                  <a:lnTo>
                    <a:pt x="57191" y="293064"/>
                  </a:lnTo>
                  <a:lnTo>
                    <a:pt x="61228" y="296480"/>
                  </a:lnTo>
                  <a:lnTo>
                    <a:pt x="65371" y="299766"/>
                  </a:lnTo>
                  <a:lnTo>
                    <a:pt x="69616" y="302920"/>
                  </a:lnTo>
                  <a:lnTo>
                    <a:pt x="73959" y="305937"/>
                  </a:lnTo>
                  <a:lnTo>
                    <a:pt x="78395" y="308816"/>
                  </a:lnTo>
                  <a:lnTo>
                    <a:pt x="82920" y="311553"/>
                  </a:lnTo>
                  <a:lnTo>
                    <a:pt x="87529" y="314146"/>
                  </a:lnTo>
                  <a:lnTo>
                    <a:pt x="92218" y="316591"/>
                  </a:lnTo>
                  <a:lnTo>
                    <a:pt x="96982" y="318887"/>
                  </a:lnTo>
                  <a:lnTo>
                    <a:pt x="101816" y="321031"/>
                  </a:lnTo>
                  <a:lnTo>
                    <a:pt x="106716" y="323021"/>
                  </a:lnTo>
                  <a:lnTo>
                    <a:pt x="111676" y="324856"/>
                  </a:lnTo>
                  <a:lnTo>
                    <a:pt x="116691" y="326532"/>
                  </a:lnTo>
                  <a:lnTo>
                    <a:pt x="121757" y="328049"/>
                  </a:lnTo>
                  <a:lnTo>
                    <a:pt x="126869" y="329405"/>
                  </a:lnTo>
                  <a:lnTo>
                    <a:pt x="132021" y="330598"/>
                  </a:lnTo>
                  <a:lnTo>
                    <a:pt x="137208" y="331628"/>
                  </a:lnTo>
                  <a:lnTo>
                    <a:pt x="142425" y="332493"/>
                  </a:lnTo>
                  <a:lnTo>
                    <a:pt x="147667" y="333193"/>
                  </a:lnTo>
                  <a:lnTo>
                    <a:pt x="152928" y="333727"/>
                  </a:lnTo>
                  <a:lnTo>
                    <a:pt x="158203" y="334094"/>
                  </a:lnTo>
                  <a:lnTo>
                    <a:pt x="163488" y="334294"/>
                  </a:lnTo>
                  <a:lnTo>
                    <a:pt x="168776" y="334327"/>
                  </a:lnTo>
                  <a:lnTo>
                    <a:pt x="174063" y="334192"/>
                  </a:lnTo>
                  <a:lnTo>
                    <a:pt x="179342" y="333890"/>
                  </a:lnTo>
                  <a:lnTo>
                    <a:pt x="184610" y="333422"/>
                  </a:lnTo>
                  <a:lnTo>
                    <a:pt x="189860" y="332787"/>
                  </a:lnTo>
                  <a:lnTo>
                    <a:pt x="195087" y="331986"/>
                  </a:lnTo>
                  <a:lnTo>
                    <a:pt x="200287" y="331021"/>
                  </a:lnTo>
                  <a:lnTo>
                    <a:pt x="205453" y="329891"/>
                  </a:lnTo>
                  <a:lnTo>
                    <a:pt x="210581" y="328599"/>
                  </a:lnTo>
                  <a:lnTo>
                    <a:pt x="215665" y="327145"/>
                  </a:lnTo>
                  <a:lnTo>
                    <a:pt x="220701" y="325531"/>
                  </a:lnTo>
                  <a:lnTo>
                    <a:pt x="225684" y="323758"/>
                  </a:lnTo>
                  <a:lnTo>
                    <a:pt x="230607" y="321829"/>
                  </a:lnTo>
                  <a:lnTo>
                    <a:pt x="235468" y="319745"/>
                  </a:lnTo>
                  <a:lnTo>
                    <a:pt x="240260" y="317508"/>
                  </a:lnTo>
                  <a:lnTo>
                    <a:pt x="244978" y="315121"/>
                  </a:lnTo>
                  <a:lnTo>
                    <a:pt x="249619" y="312585"/>
                  </a:lnTo>
                  <a:lnTo>
                    <a:pt x="254178" y="309905"/>
                  </a:lnTo>
                  <a:lnTo>
                    <a:pt x="258649" y="307081"/>
                  </a:lnTo>
                  <a:lnTo>
                    <a:pt x="263029" y="304117"/>
                  </a:lnTo>
                  <a:lnTo>
                    <a:pt x="267313" y="301017"/>
                  </a:lnTo>
                  <a:lnTo>
                    <a:pt x="271497" y="297782"/>
                  </a:lnTo>
                  <a:lnTo>
                    <a:pt x="275576" y="294416"/>
                  </a:lnTo>
                  <a:lnTo>
                    <a:pt x="279547" y="290924"/>
                  </a:lnTo>
                  <a:lnTo>
                    <a:pt x="283405" y="287307"/>
                  </a:lnTo>
                  <a:lnTo>
                    <a:pt x="287147" y="283570"/>
                  </a:lnTo>
                  <a:lnTo>
                    <a:pt x="290769" y="279717"/>
                  </a:lnTo>
                  <a:lnTo>
                    <a:pt x="294267" y="275751"/>
                  </a:lnTo>
                  <a:lnTo>
                    <a:pt x="297638" y="271677"/>
                  </a:lnTo>
                  <a:lnTo>
                    <a:pt x="300878" y="267497"/>
                  </a:lnTo>
                  <a:lnTo>
                    <a:pt x="303985" y="263218"/>
                  </a:lnTo>
                  <a:lnTo>
                    <a:pt x="306955" y="258842"/>
                  </a:lnTo>
                  <a:lnTo>
                    <a:pt x="309784" y="254375"/>
                  </a:lnTo>
                  <a:lnTo>
                    <a:pt x="312471" y="249820"/>
                  </a:lnTo>
                  <a:lnTo>
                    <a:pt x="315013" y="245182"/>
                  </a:lnTo>
                  <a:lnTo>
                    <a:pt x="317407" y="240467"/>
                  </a:lnTo>
                  <a:lnTo>
                    <a:pt x="319650" y="235678"/>
                  </a:lnTo>
                  <a:lnTo>
                    <a:pt x="321741" y="230820"/>
                  </a:lnTo>
                  <a:lnTo>
                    <a:pt x="323677" y="225899"/>
                  </a:lnTo>
                  <a:lnTo>
                    <a:pt x="325456" y="220919"/>
                  </a:lnTo>
                  <a:lnTo>
                    <a:pt x="327077" y="215886"/>
                  </a:lnTo>
                  <a:lnTo>
                    <a:pt x="328538" y="210803"/>
                  </a:lnTo>
                  <a:lnTo>
                    <a:pt x="329838" y="205677"/>
                  </a:lnTo>
                  <a:lnTo>
                    <a:pt x="330975" y="200512"/>
                  </a:lnTo>
                  <a:lnTo>
                    <a:pt x="331947" y="195314"/>
                  </a:lnTo>
                  <a:lnTo>
                    <a:pt x="332755" y="190088"/>
                  </a:lnTo>
                  <a:lnTo>
                    <a:pt x="333398" y="184839"/>
                  </a:lnTo>
                  <a:lnTo>
                    <a:pt x="333873" y="179572"/>
                  </a:lnTo>
                  <a:lnTo>
                    <a:pt x="334182" y="174293"/>
                  </a:lnTo>
                  <a:lnTo>
                    <a:pt x="334324" y="169006"/>
                  </a:lnTo>
                  <a:lnTo>
                    <a:pt x="334299" y="163718"/>
                  </a:lnTo>
                  <a:lnTo>
                    <a:pt x="334106" y="158433"/>
                  </a:lnTo>
                  <a:lnTo>
                    <a:pt x="333746" y="153157"/>
                  </a:lnTo>
                  <a:lnTo>
                    <a:pt x="333220" y="147895"/>
                  </a:lnTo>
                  <a:lnTo>
                    <a:pt x="332527" y="142653"/>
                  </a:lnTo>
                  <a:lnTo>
                    <a:pt x="331669" y="137434"/>
                  </a:lnTo>
                  <a:lnTo>
                    <a:pt x="330646" y="132246"/>
                  </a:lnTo>
                  <a:lnTo>
                    <a:pt x="329460" y="127093"/>
                  </a:lnTo>
                  <a:lnTo>
                    <a:pt x="328111" y="121979"/>
                  </a:lnTo>
                  <a:lnTo>
                    <a:pt x="326601" y="116911"/>
                  </a:lnTo>
                  <a:lnTo>
                    <a:pt x="324932" y="111893"/>
                  </a:lnTo>
                  <a:lnTo>
                    <a:pt x="323104" y="106931"/>
                  </a:lnTo>
                  <a:lnTo>
                    <a:pt x="321121" y="102028"/>
                  </a:lnTo>
                  <a:lnTo>
                    <a:pt x="318984" y="97191"/>
                  </a:lnTo>
                  <a:lnTo>
                    <a:pt x="316694" y="92424"/>
                  </a:lnTo>
                  <a:lnTo>
                    <a:pt x="314255" y="87732"/>
                  </a:lnTo>
                  <a:lnTo>
                    <a:pt x="311669" y="83119"/>
                  </a:lnTo>
                  <a:lnTo>
                    <a:pt x="308938" y="78590"/>
                  </a:lnTo>
                  <a:lnTo>
                    <a:pt x="306066" y="74150"/>
                  </a:lnTo>
                  <a:lnTo>
                    <a:pt x="303054" y="69803"/>
                  </a:lnTo>
                  <a:lnTo>
                    <a:pt x="299906" y="65554"/>
                  </a:lnTo>
                  <a:lnTo>
                    <a:pt x="296626" y="61406"/>
                  </a:lnTo>
                  <a:lnTo>
                    <a:pt x="293216" y="57364"/>
                  </a:lnTo>
                  <a:lnTo>
                    <a:pt x="289679" y="53432"/>
                  </a:lnTo>
                  <a:lnTo>
                    <a:pt x="286021" y="49614"/>
                  </a:lnTo>
                  <a:lnTo>
                    <a:pt x="282243" y="45913"/>
                  </a:lnTo>
                  <a:lnTo>
                    <a:pt x="278350" y="42334"/>
                  </a:lnTo>
                  <a:lnTo>
                    <a:pt x="274346" y="38880"/>
                  </a:lnTo>
                  <a:lnTo>
                    <a:pt x="270234" y="35554"/>
                  </a:lnTo>
                  <a:lnTo>
                    <a:pt x="266020" y="32359"/>
                  </a:lnTo>
                  <a:lnTo>
                    <a:pt x="261706" y="29300"/>
                  </a:lnTo>
                  <a:lnTo>
                    <a:pt x="257298" y="26379"/>
                  </a:lnTo>
                  <a:lnTo>
                    <a:pt x="252800" y="23598"/>
                  </a:lnTo>
                  <a:lnTo>
                    <a:pt x="248216" y="20961"/>
                  </a:lnTo>
                  <a:lnTo>
                    <a:pt x="243551" y="18471"/>
                  </a:lnTo>
                  <a:lnTo>
                    <a:pt x="238809" y="16129"/>
                  </a:lnTo>
                  <a:lnTo>
                    <a:pt x="233996" y="13939"/>
                  </a:lnTo>
                  <a:lnTo>
                    <a:pt x="229116" y="11902"/>
                  </a:lnTo>
                  <a:lnTo>
                    <a:pt x="224173" y="10020"/>
                  </a:lnTo>
                  <a:lnTo>
                    <a:pt x="219174" y="8295"/>
                  </a:lnTo>
                  <a:lnTo>
                    <a:pt x="214123" y="6730"/>
                  </a:lnTo>
                  <a:lnTo>
                    <a:pt x="209025" y="5325"/>
                  </a:lnTo>
                  <a:lnTo>
                    <a:pt x="203885" y="4082"/>
                  </a:lnTo>
                  <a:lnTo>
                    <a:pt x="198708" y="3002"/>
                  </a:lnTo>
                  <a:lnTo>
                    <a:pt x="193499" y="2086"/>
                  </a:lnTo>
                  <a:lnTo>
                    <a:pt x="188264" y="1336"/>
                  </a:lnTo>
                  <a:lnTo>
                    <a:pt x="183009" y="752"/>
                  </a:lnTo>
                  <a:lnTo>
                    <a:pt x="177737" y="334"/>
                  </a:lnTo>
                  <a:lnTo>
                    <a:pt x="172454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26571" y="2406772"/>
              <a:ext cx="19162" cy="167167"/>
            </a:xfrm>
            <a:custGeom>
              <a:avLst/>
              <a:pathLst>
                <a:path w="19162" h="167167">
                  <a:moveTo>
                    <a:pt x="19162" y="0"/>
                  </a:moveTo>
                  <a:lnTo>
                    <a:pt x="9565" y="275"/>
                  </a:lnTo>
                  <a:lnTo>
                    <a:pt x="0" y="1101"/>
                  </a:lnTo>
                  <a:lnTo>
                    <a:pt x="1916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26571" y="2407874"/>
              <a:ext cx="19162" cy="166065"/>
            </a:xfrm>
            <a:custGeom>
              <a:avLst/>
              <a:pathLst>
                <a:path w="19162" h="166065">
                  <a:moveTo>
                    <a:pt x="0" y="0"/>
                  </a:moveTo>
                  <a:lnTo>
                    <a:pt x="19162" y="166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26571" y="2407874"/>
              <a:ext cx="19162" cy="166065"/>
            </a:xfrm>
            <a:custGeom>
              <a:avLst/>
              <a:pathLst>
                <a:path w="19162" h="166065">
                  <a:moveTo>
                    <a:pt x="0" y="0"/>
                  </a:moveTo>
                  <a:lnTo>
                    <a:pt x="19162" y="166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26571" y="2407874"/>
              <a:ext cx="19162" cy="166065"/>
            </a:xfrm>
            <a:custGeom>
              <a:avLst/>
              <a:pathLst>
                <a:path w="19162" h="166065">
                  <a:moveTo>
                    <a:pt x="0" y="0"/>
                  </a:moveTo>
                  <a:lnTo>
                    <a:pt x="19162" y="166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26571" y="2407874"/>
              <a:ext cx="19162" cy="166065"/>
            </a:xfrm>
            <a:custGeom>
              <a:avLst/>
              <a:pathLst>
                <a:path w="19162" h="166065">
                  <a:moveTo>
                    <a:pt x="0" y="0"/>
                  </a:moveTo>
                  <a:lnTo>
                    <a:pt x="19162" y="166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26571" y="2407874"/>
              <a:ext cx="19162" cy="166065"/>
            </a:xfrm>
            <a:custGeom>
              <a:avLst/>
              <a:pathLst>
                <a:path w="19162" h="166065">
                  <a:moveTo>
                    <a:pt x="0" y="0"/>
                  </a:moveTo>
                  <a:lnTo>
                    <a:pt x="19162" y="1660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26571" y="2407874"/>
              <a:ext cx="19162" cy="166065"/>
            </a:xfrm>
            <a:custGeom>
              <a:avLst/>
              <a:pathLst>
                <a:path w="19162" h="166065">
                  <a:moveTo>
                    <a:pt x="0" y="0"/>
                  </a:moveTo>
                  <a:lnTo>
                    <a:pt x="19162" y="166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26571" y="2407874"/>
              <a:ext cx="19162" cy="166065"/>
            </a:xfrm>
            <a:custGeom>
              <a:avLst/>
              <a:pathLst>
                <a:path w="19162" h="166065">
                  <a:moveTo>
                    <a:pt x="0" y="0"/>
                  </a:moveTo>
                  <a:lnTo>
                    <a:pt x="19162" y="166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26571" y="2407874"/>
              <a:ext cx="19162" cy="166065"/>
            </a:xfrm>
            <a:custGeom>
              <a:avLst/>
              <a:pathLst>
                <a:path w="19162" h="166065">
                  <a:moveTo>
                    <a:pt x="0" y="0"/>
                  </a:moveTo>
                  <a:lnTo>
                    <a:pt x="19162" y="1660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26571" y="2407874"/>
              <a:ext cx="19162" cy="166065"/>
            </a:xfrm>
            <a:custGeom>
              <a:avLst/>
              <a:pathLst>
                <a:path w="19162" h="166065">
                  <a:moveTo>
                    <a:pt x="0" y="0"/>
                  </a:moveTo>
                  <a:lnTo>
                    <a:pt x="19162" y="166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26571" y="2407874"/>
              <a:ext cx="19162" cy="166065"/>
            </a:xfrm>
            <a:custGeom>
              <a:avLst/>
              <a:pathLst>
                <a:path w="19162" h="166065">
                  <a:moveTo>
                    <a:pt x="0" y="0"/>
                  </a:moveTo>
                  <a:lnTo>
                    <a:pt x="19162" y="166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26571" y="2407874"/>
              <a:ext cx="19162" cy="166065"/>
            </a:xfrm>
            <a:custGeom>
              <a:avLst/>
              <a:pathLst>
                <a:path w="19162" h="166065">
                  <a:moveTo>
                    <a:pt x="0" y="0"/>
                  </a:moveTo>
                  <a:lnTo>
                    <a:pt x="19162" y="166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26571" y="2407874"/>
              <a:ext cx="19162" cy="166065"/>
            </a:xfrm>
            <a:custGeom>
              <a:avLst/>
              <a:pathLst>
                <a:path w="19162" h="166065">
                  <a:moveTo>
                    <a:pt x="0" y="0"/>
                  </a:moveTo>
                  <a:lnTo>
                    <a:pt x="19162" y="166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26571" y="2407874"/>
              <a:ext cx="19162" cy="166065"/>
            </a:xfrm>
            <a:custGeom>
              <a:avLst/>
              <a:pathLst>
                <a:path w="19162" h="166065">
                  <a:moveTo>
                    <a:pt x="0" y="0"/>
                  </a:moveTo>
                  <a:lnTo>
                    <a:pt x="19162" y="1660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26571" y="2407874"/>
              <a:ext cx="19162" cy="166065"/>
            </a:xfrm>
            <a:custGeom>
              <a:avLst/>
              <a:pathLst>
                <a:path w="19162" h="166065">
                  <a:moveTo>
                    <a:pt x="0" y="0"/>
                  </a:moveTo>
                  <a:lnTo>
                    <a:pt x="19162" y="1660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478566" y="2407500"/>
              <a:ext cx="334327" cy="333597"/>
            </a:xfrm>
            <a:custGeom>
              <a:avLst/>
              <a:pathLst>
                <a:path w="334327" h="333597">
                  <a:moveTo>
                    <a:pt x="148004" y="373"/>
                  </a:moveTo>
                  <a:lnTo>
                    <a:pt x="142760" y="1063"/>
                  </a:lnTo>
                  <a:lnTo>
                    <a:pt x="137541" y="1918"/>
                  </a:lnTo>
                  <a:lnTo>
                    <a:pt x="132351" y="2937"/>
                  </a:lnTo>
                  <a:lnTo>
                    <a:pt x="127196" y="4120"/>
                  </a:lnTo>
                  <a:lnTo>
                    <a:pt x="122081" y="5466"/>
                  </a:lnTo>
                  <a:lnTo>
                    <a:pt x="117012" y="6973"/>
                  </a:lnTo>
                  <a:lnTo>
                    <a:pt x="111992" y="8639"/>
                  </a:lnTo>
                  <a:lnTo>
                    <a:pt x="107028" y="10464"/>
                  </a:lnTo>
                  <a:lnTo>
                    <a:pt x="102123" y="12444"/>
                  </a:lnTo>
                  <a:lnTo>
                    <a:pt x="97284" y="14579"/>
                  </a:lnTo>
                  <a:lnTo>
                    <a:pt x="92515" y="16866"/>
                  </a:lnTo>
                  <a:lnTo>
                    <a:pt x="87821" y="19302"/>
                  </a:lnTo>
                  <a:lnTo>
                    <a:pt x="83206" y="21886"/>
                  </a:lnTo>
                  <a:lnTo>
                    <a:pt x="78675" y="24615"/>
                  </a:lnTo>
                  <a:lnTo>
                    <a:pt x="74233" y="27485"/>
                  </a:lnTo>
                  <a:lnTo>
                    <a:pt x="69883" y="30495"/>
                  </a:lnTo>
                  <a:lnTo>
                    <a:pt x="65631" y="33640"/>
                  </a:lnTo>
                  <a:lnTo>
                    <a:pt x="61481" y="36919"/>
                  </a:lnTo>
                  <a:lnTo>
                    <a:pt x="57437" y="40327"/>
                  </a:lnTo>
                  <a:lnTo>
                    <a:pt x="53502" y="43861"/>
                  </a:lnTo>
                  <a:lnTo>
                    <a:pt x="49681" y="47518"/>
                  </a:lnTo>
                  <a:lnTo>
                    <a:pt x="45978" y="51295"/>
                  </a:lnTo>
                  <a:lnTo>
                    <a:pt x="42396" y="55186"/>
                  </a:lnTo>
                  <a:lnTo>
                    <a:pt x="38939" y="59189"/>
                  </a:lnTo>
                  <a:lnTo>
                    <a:pt x="35610" y="63299"/>
                  </a:lnTo>
                  <a:lnTo>
                    <a:pt x="32413" y="67512"/>
                  </a:lnTo>
                  <a:lnTo>
                    <a:pt x="29351" y="71825"/>
                  </a:lnTo>
                  <a:lnTo>
                    <a:pt x="26427" y="76232"/>
                  </a:lnTo>
                  <a:lnTo>
                    <a:pt x="23644" y="80729"/>
                  </a:lnTo>
                  <a:lnTo>
                    <a:pt x="21004" y="85313"/>
                  </a:lnTo>
                  <a:lnTo>
                    <a:pt x="18511" y="89977"/>
                  </a:lnTo>
                  <a:lnTo>
                    <a:pt x="16167" y="94718"/>
                  </a:lnTo>
                  <a:lnTo>
                    <a:pt x="13973" y="99531"/>
                  </a:lnTo>
                  <a:lnTo>
                    <a:pt x="11933" y="104411"/>
                  </a:lnTo>
                  <a:lnTo>
                    <a:pt x="10049" y="109353"/>
                  </a:lnTo>
                  <a:lnTo>
                    <a:pt x="8321" y="114352"/>
                  </a:lnTo>
                  <a:lnTo>
                    <a:pt x="6753" y="119403"/>
                  </a:lnTo>
                  <a:lnTo>
                    <a:pt x="5346" y="124501"/>
                  </a:lnTo>
                  <a:lnTo>
                    <a:pt x="4100" y="129641"/>
                  </a:lnTo>
                  <a:lnTo>
                    <a:pt x="3017" y="134818"/>
                  </a:lnTo>
                  <a:lnTo>
                    <a:pt x="2099" y="140027"/>
                  </a:lnTo>
                  <a:lnTo>
                    <a:pt x="1346" y="145262"/>
                  </a:lnTo>
                  <a:lnTo>
                    <a:pt x="759" y="150518"/>
                  </a:lnTo>
                  <a:lnTo>
                    <a:pt x="339" y="155791"/>
                  </a:lnTo>
                  <a:lnTo>
                    <a:pt x="86" y="161074"/>
                  </a:lnTo>
                  <a:lnTo>
                    <a:pt x="0" y="166362"/>
                  </a:lnTo>
                  <a:lnTo>
                    <a:pt x="81" y="171650"/>
                  </a:lnTo>
                  <a:lnTo>
                    <a:pt x="329" y="176934"/>
                  </a:lnTo>
                  <a:lnTo>
                    <a:pt x="745" y="182206"/>
                  </a:lnTo>
                  <a:lnTo>
                    <a:pt x="1327" y="187463"/>
                  </a:lnTo>
                  <a:lnTo>
                    <a:pt x="2075" y="192699"/>
                  </a:lnTo>
                  <a:lnTo>
                    <a:pt x="2988" y="197908"/>
                  </a:lnTo>
                  <a:lnTo>
                    <a:pt x="4066" y="203086"/>
                  </a:lnTo>
                  <a:lnTo>
                    <a:pt x="5307" y="208228"/>
                  </a:lnTo>
                  <a:lnTo>
                    <a:pt x="6710" y="213327"/>
                  </a:lnTo>
                  <a:lnTo>
                    <a:pt x="8274" y="218380"/>
                  </a:lnTo>
                  <a:lnTo>
                    <a:pt x="9996" y="223381"/>
                  </a:lnTo>
                  <a:lnTo>
                    <a:pt x="11876" y="228324"/>
                  </a:lnTo>
                  <a:lnTo>
                    <a:pt x="13912" y="233206"/>
                  </a:lnTo>
                  <a:lnTo>
                    <a:pt x="16101" y="238021"/>
                  </a:lnTo>
                  <a:lnTo>
                    <a:pt x="18441" y="242764"/>
                  </a:lnTo>
                  <a:lnTo>
                    <a:pt x="20930" y="247430"/>
                  </a:lnTo>
                  <a:lnTo>
                    <a:pt x="23565" y="252016"/>
                  </a:lnTo>
                  <a:lnTo>
                    <a:pt x="26344" y="256516"/>
                  </a:lnTo>
                  <a:lnTo>
                    <a:pt x="29264" y="260926"/>
                  </a:lnTo>
                  <a:lnTo>
                    <a:pt x="32322" y="265241"/>
                  </a:lnTo>
                  <a:lnTo>
                    <a:pt x="35516" y="269458"/>
                  </a:lnTo>
                  <a:lnTo>
                    <a:pt x="38840" y="273571"/>
                  </a:lnTo>
                  <a:lnTo>
                    <a:pt x="42294" y="277577"/>
                  </a:lnTo>
                  <a:lnTo>
                    <a:pt x="45872" y="281472"/>
                  </a:lnTo>
                  <a:lnTo>
                    <a:pt x="49572" y="285251"/>
                  </a:lnTo>
                  <a:lnTo>
                    <a:pt x="53389" y="288912"/>
                  </a:lnTo>
                  <a:lnTo>
                    <a:pt x="57321" y="292450"/>
                  </a:lnTo>
                  <a:lnTo>
                    <a:pt x="61362" y="295862"/>
                  </a:lnTo>
                  <a:lnTo>
                    <a:pt x="65509" y="299144"/>
                  </a:lnTo>
                  <a:lnTo>
                    <a:pt x="69758" y="302294"/>
                  </a:lnTo>
                  <a:lnTo>
                    <a:pt x="74105" y="305307"/>
                  </a:lnTo>
                  <a:lnTo>
                    <a:pt x="78545" y="308182"/>
                  </a:lnTo>
                  <a:lnTo>
                    <a:pt x="83073" y="310914"/>
                  </a:lnTo>
                  <a:lnTo>
                    <a:pt x="87686" y="313502"/>
                  </a:lnTo>
                  <a:lnTo>
                    <a:pt x="92378" y="315943"/>
                  </a:lnTo>
                  <a:lnTo>
                    <a:pt x="97145" y="318234"/>
                  </a:lnTo>
                  <a:lnTo>
                    <a:pt x="101982" y="320373"/>
                  </a:lnTo>
                  <a:lnTo>
                    <a:pt x="106884" y="322358"/>
                  </a:lnTo>
                  <a:lnTo>
                    <a:pt x="111847" y="324187"/>
                  </a:lnTo>
                  <a:lnTo>
                    <a:pt x="116865" y="325859"/>
                  </a:lnTo>
                  <a:lnTo>
                    <a:pt x="121933" y="327370"/>
                  </a:lnTo>
                  <a:lnTo>
                    <a:pt x="127047" y="328721"/>
                  </a:lnTo>
                  <a:lnTo>
                    <a:pt x="132201" y="329908"/>
                  </a:lnTo>
                  <a:lnTo>
                    <a:pt x="137390" y="330933"/>
                  </a:lnTo>
                  <a:lnTo>
                    <a:pt x="142608" y="331792"/>
                  </a:lnTo>
                  <a:lnTo>
                    <a:pt x="147852" y="332487"/>
                  </a:lnTo>
                  <a:lnTo>
                    <a:pt x="153114" y="333015"/>
                  </a:lnTo>
                  <a:lnTo>
                    <a:pt x="158391" y="333376"/>
                  </a:lnTo>
                  <a:lnTo>
                    <a:pt x="163676" y="333570"/>
                  </a:lnTo>
                  <a:lnTo>
                    <a:pt x="168965" y="333597"/>
                  </a:lnTo>
                  <a:lnTo>
                    <a:pt x="174252" y="333456"/>
                  </a:lnTo>
                  <a:lnTo>
                    <a:pt x="179532" y="333148"/>
                  </a:lnTo>
                  <a:lnTo>
                    <a:pt x="184800" y="332674"/>
                  </a:lnTo>
                  <a:lnTo>
                    <a:pt x="190050" y="332033"/>
                  </a:lnTo>
                  <a:lnTo>
                    <a:pt x="195277" y="331226"/>
                  </a:lnTo>
                  <a:lnTo>
                    <a:pt x="200476" y="330254"/>
                  </a:lnTo>
                  <a:lnTo>
                    <a:pt x="205642" y="329118"/>
                  </a:lnTo>
                  <a:lnTo>
                    <a:pt x="210769" y="327820"/>
                  </a:lnTo>
                  <a:lnTo>
                    <a:pt x="215852" y="326360"/>
                  </a:lnTo>
                  <a:lnTo>
                    <a:pt x="220887" y="324739"/>
                  </a:lnTo>
                  <a:lnTo>
                    <a:pt x="225868" y="322961"/>
                  </a:lnTo>
                  <a:lnTo>
                    <a:pt x="230790" y="321025"/>
                  </a:lnTo>
                  <a:lnTo>
                    <a:pt x="235649" y="318935"/>
                  </a:lnTo>
                  <a:lnTo>
                    <a:pt x="240439" y="316693"/>
                  </a:lnTo>
                  <a:lnTo>
                    <a:pt x="245155" y="314299"/>
                  </a:lnTo>
                  <a:lnTo>
                    <a:pt x="249794" y="311758"/>
                  </a:lnTo>
                  <a:lnTo>
                    <a:pt x="254350" y="309072"/>
                  </a:lnTo>
                  <a:lnTo>
                    <a:pt x="258818" y="306242"/>
                  </a:lnTo>
                  <a:lnTo>
                    <a:pt x="263195" y="303273"/>
                  </a:lnTo>
                  <a:lnTo>
                    <a:pt x="267476" y="300167"/>
                  </a:lnTo>
                  <a:lnTo>
                    <a:pt x="271656" y="296926"/>
                  </a:lnTo>
                  <a:lnTo>
                    <a:pt x="275732" y="293555"/>
                  </a:lnTo>
                  <a:lnTo>
                    <a:pt x="279699" y="290057"/>
                  </a:lnTo>
                  <a:lnTo>
                    <a:pt x="283553" y="286436"/>
                  </a:lnTo>
                  <a:lnTo>
                    <a:pt x="287291" y="282694"/>
                  </a:lnTo>
                  <a:lnTo>
                    <a:pt x="290908" y="278835"/>
                  </a:lnTo>
                  <a:lnTo>
                    <a:pt x="294402" y="274865"/>
                  </a:lnTo>
                  <a:lnTo>
                    <a:pt x="297769" y="270785"/>
                  </a:lnTo>
                  <a:lnTo>
                    <a:pt x="301004" y="266601"/>
                  </a:lnTo>
                  <a:lnTo>
                    <a:pt x="304106" y="262317"/>
                  </a:lnTo>
                  <a:lnTo>
                    <a:pt x="307070" y="257937"/>
                  </a:lnTo>
                  <a:lnTo>
                    <a:pt x="309895" y="253466"/>
                  </a:lnTo>
                  <a:lnTo>
                    <a:pt x="312577" y="248907"/>
                  </a:lnTo>
                  <a:lnTo>
                    <a:pt x="315113" y="244266"/>
                  </a:lnTo>
                  <a:lnTo>
                    <a:pt x="317501" y="239546"/>
                  </a:lnTo>
                  <a:lnTo>
                    <a:pt x="319738" y="234754"/>
                  </a:lnTo>
                  <a:lnTo>
                    <a:pt x="321823" y="229893"/>
                  </a:lnTo>
                  <a:lnTo>
                    <a:pt x="323753" y="224969"/>
                  </a:lnTo>
                  <a:lnTo>
                    <a:pt x="325526" y="219986"/>
                  </a:lnTo>
                  <a:lnTo>
                    <a:pt x="327141" y="214949"/>
                  </a:lnTo>
                  <a:lnTo>
                    <a:pt x="328595" y="209864"/>
                  </a:lnTo>
                  <a:lnTo>
                    <a:pt x="329888" y="204736"/>
                  </a:lnTo>
                  <a:lnTo>
                    <a:pt x="331019" y="199569"/>
                  </a:lnTo>
                  <a:lnTo>
                    <a:pt x="331985" y="194369"/>
                  </a:lnTo>
                  <a:lnTo>
                    <a:pt x="332786" y="189141"/>
                  </a:lnTo>
                  <a:lnTo>
                    <a:pt x="333421" y="183890"/>
                  </a:lnTo>
                  <a:lnTo>
                    <a:pt x="333890" y="178622"/>
                  </a:lnTo>
                  <a:lnTo>
                    <a:pt x="334192" y="173342"/>
                  </a:lnTo>
                  <a:lnTo>
                    <a:pt x="334327" y="168054"/>
                  </a:lnTo>
                  <a:lnTo>
                    <a:pt x="334294" y="162765"/>
                  </a:lnTo>
                  <a:lnTo>
                    <a:pt x="334094" y="157480"/>
                  </a:lnTo>
                  <a:lnTo>
                    <a:pt x="333727" y="152204"/>
                  </a:lnTo>
                  <a:lnTo>
                    <a:pt x="333194" y="146942"/>
                  </a:lnTo>
                  <a:lnTo>
                    <a:pt x="332494" y="141699"/>
                  </a:lnTo>
                  <a:lnTo>
                    <a:pt x="331628" y="136482"/>
                  </a:lnTo>
                  <a:lnTo>
                    <a:pt x="330598" y="131294"/>
                  </a:lnTo>
                  <a:lnTo>
                    <a:pt x="329405" y="126141"/>
                  </a:lnTo>
                  <a:lnTo>
                    <a:pt x="328049" y="121029"/>
                  </a:lnTo>
                  <a:lnTo>
                    <a:pt x="326532" y="115962"/>
                  </a:lnTo>
                  <a:lnTo>
                    <a:pt x="324855" y="110946"/>
                  </a:lnTo>
                  <a:lnTo>
                    <a:pt x="323021" y="105986"/>
                  </a:lnTo>
                  <a:lnTo>
                    <a:pt x="321030" y="101085"/>
                  </a:lnTo>
                  <a:lnTo>
                    <a:pt x="318886" y="96251"/>
                  </a:lnTo>
                  <a:lnTo>
                    <a:pt x="316589" y="91486"/>
                  </a:lnTo>
                  <a:lnTo>
                    <a:pt x="314143" y="86797"/>
                  </a:lnTo>
                  <a:lnTo>
                    <a:pt x="311550" y="82187"/>
                  </a:lnTo>
                  <a:lnTo>
                    <a:pt x="308813" y="77662"/>
                  </a:lnTo>
                  <a:lnTo>
                    <a:pt x="305933" y="73225"/>
                  </a:lnTo>
                  <a:lnTo>
                    <a:pt x="302915" y="68882"/>
                  </a:lnTo>
                  <a:lnTo>
                    <a:pt x="299761" y="64636"/>
                  </a:lnTo>
                  <a:lnTo>
                    <a:pt x="296474" y="60493"/>
                  </a:lnTo>
                  <a:lnTo>
                    <a:pt x="293058" y="56455"/>
                  </a:lnTo>
                  <a:lnTo>
                    <a:pt x="289515" y="52527"/>
                  </a:lnTo>
                  <a:lnTo>
                    <a:pt x="285851" y="48714"/>
                  </a:lnTo>
                  <a:lnTo>
                    <a:pt x="282067" y="45018"/>
                  </a:lnTo>
                  <a:lnTo>
                    <a:pt x="278168" y="41444"/>
                  </a:lnTo>
                  <a:lnTo>
                    <a:pt x="274159" y="37995"/>
                  </a:lnTo>
                  <a:lnTo>
                    <a:pt x="270042" y="34675"/>
                  </a:lnTo>
                  <a:lnTo>
                    <a:pt x="265822" y="31486"/>
                  </a:lnTo>
                  <a:lnTo>
                    <a:pt x="261503" y="28433"/>
                  </a:lnTo>
                  <a:lnTo>
                    <a:pt x="257090" y="25518"/>
                  </a:lnTo>
                  <a:lnTo>
                    <a:pt x="252587" y="22744"/>
                  </a:lnTo>
                  <a:lnTo>
                    <a:pt x="247999" y="20113"/>
                  </a:lnTo>
                  <a:lnTo>
                    <a:pt x="243329" y="17629"/>
                  </a:lnTo>
                  <a:lnTo>
                    <a:pt x="238583" y="15294"/>
                  </a:lnTo>
                  <a:lnTo>
                    <a:pt x="233766" y="13111"/>
                  </a:lnTo>
                  <a:lnTo>
                    <a:pt x="228882" y="11081"/>
                  </a:lnTo>
                  <a:lnTo>
                    <a:pt x="223937" y="9206"/>
                  </a:lnTo>
                  <a:lnTo>
                    <a:pt x="218934" y="7489"/>
                  </a:lnTo>
                  <a:lnTo>
                    <a:pt x="213880" y="5931"/>
                  </a:lnTo>
                  <a:lnTo>
                    <a:pt x="208779" y="4533"/>
                  </a:lnTo>
                  <a:lnTo>
                    <a:pt x="203636" y="3298"/>
                  </a:lnTo>
                  <a:lnTo>
                    <a:pt x="198457" y="2226"/>
                  </a:lnTo>
                  <a:lnTo>
                    <a:pt x="193246" y="1318"/>
                  </a:lnTo>
                  <a:lnTo>
                    <a:pt x="188010" y="576"/>
                  </a:lnTo>
                  <a:lnTo>
                    <a:pt x="182752" y="0"/>
                  </a:lnTo>
                  <a:lnTo>
                    <a:pt x="167167" y="1664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45733" y="2406772"/>
              <a:ext cx="15585" cy="167167"/>
            </a:xfrm>
            <a:custGeom>
              <a:avLst/>
              <a:pathLst>
                <a:path w="15585" h="167167">
                  <a:moveTo>
                    <a:pt x="15585" y="72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22330" y="2911194"/>
              <a:ext cx="3650" cy="167167"/>
            </a:xfrm>
            <a:custGeom>
              <a:avLst/>
              <a:pathLst>
                <a:path w="3650" h="167167">
                  <a:moveTo>
                    <a:pt x="3650" y="0"/>
                  </a:moveTo>
                  <a:lnTo>
                    <a:pt x="0" y="39"/>
                  </a:lnTo>
                  <a:lnTo>
                    <a:pt x="36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2330" y="2911234"/>
              <a:ext cx="3650" cy="167127"/>
            </a:xfrm>
            <a:custGeom>
              <a:avLst/>
              <a:pathLst>
                <a:path w="3650" h="167127">
                  <a:moveTo>
                    <a:pt x="0" y="0"/>
                  </a:moveTo>
                  <a:lnTo>
                    <a:pt x="3650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2330" y="2911234"/>
              <a:ext cx="3650" cy="167127"/>
            </a:xfrm>
            <a:custGeom>
              <a:avLst/>
              <a:pathLst>
                <a:path w="3650" h="167127">
                  <a:moveTo>
                    <a:pt x="0" y="0"/>
                  </a:moveTo>
                  <a:lnTo>
                    <a:pt x="3650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2330" y="2911234"/>
              <a:ext cx="3650" cy="167127"/>
            </a:xfrm>
            <a:custGeom>
              <a:avLst/>
              <a:pathLst>
                <a:path w="3650" h="167127">
                  <a:moveTo>
                    <a:pt x="0" y="0"/>
                  </a:moveTo>
                  <a:lnTo>
                    <a:pt x="3650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2330" y="2911234"/>
              <a:ext cx="3650" cy="167127"/>
            </a:xfrm>
            <a:custGeom>
              <a:avLst/>
              <a:pathLst>
                <a:path w="3650" h="167127">
                  <a:moveTo>
                    <a:pt x="0" y="0"/>
                  </a:moveTo>
                  <a:lnTo>
                    <a:pt x="3650" y="1671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2330" y="2911234"/>
              <a:ext cx="3650" cy="167127"/>
            </a:xfrm>
            <a:custGeom>
              <a:avLst/>
              <a:pathLst>
                <a:path w="3650" h="167127">
                  <a:moveTo>
                    <a:pt x="0" y="0"/>
                  </a:moveTo>
                  <a:lnTo>
                    <a:pt x="3650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22330" y="2911234"/>
              <a:ext cx="3650" cy="167127"/>
            </a:xfrm>
            <a:custGeom>
              <a:avLst/>
              <a:pathLst>
                <a:path w="3650" h="167127">
                  <a:moveTo>
                    <a:pt x="0" y="0"/>
                  </a:moveTo>
                  <a:lnTo>
                    <a:pt x="3650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2330" y="2911234"/>
              <a:ext cx="3650" cy="167127"/>
            </a:xfrm>
            <a:custGeom>
              <a:avLst/>
              <a:pathLst>
                <a:path w="3650" h="167127">
                  <a:moveTo>
                    <a:pt x="0" y="0"/>
                  </a:moveTo>
                  <a:lnTo>
                    <a:pt x="3650" y="1671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2330" y="2911234"/>
              <a:ext cx="3650" cy="167127"/>
            </a:xfrm>
            <a:custGeom>
              <a:avLst/>
              <a:pathLst>
                <a:path w="3650" h="167127">
                  <a:moveTo>
                    <a:pt x="0" y="0"/>
                  </a:moveTo>
                  <a:lnTo>
                    <a:pt x="3650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2330" y="2911234"/>
              <a:ext cx="3650" cy="167127"/>
            </a:xfrm>
            <a:custGeom>
              <a:avLst/>
              <a:pathLst>
                <a:path w="3650" h="167127">
                  <a:moveTo>
                    <a:pt x="0" y="0"/>
                  </a:moveTo>
                  <a:lnTo>
                    <a:pt x="3650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2330" y="2911234"/>
              <a:ext cx="3650" cy="167127"/>
            </a:xfrm>
            <a:custGeom>
              <a:avLst/>
              <a:pathLst>
                <a:path w="3650" h="167127">
                  <a:moveTo>
                    <a:pt x="0" y="0"/>
                  </a:moveTo>
                  <a:lnTo>
                    <a:pt x="3650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2330" y="2911234"/>
              <a:ext cx="3650" cy="167127"/>
            </a:xfrm>
            <a:custGeom>
              <a:avLst/>
              <a:pathLst>
                <a:path w="3650" h="167127">
                  <a:moveTo>
                    <a:pt x="0" y="0"/>
                  </a:moveTo>
                  <a:lnTo>
                    <a:pt x="3650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2330" y="2911234"/>
              <a:ext cx="3650" cy="167127"/>
            </a:xfrm>
            <a:custGeom>
              <a:avLst/>
              <a:pathLst>
                <a:path w="3650" h="167127">
                  <a:moveTo>
                    <a:pt x="0" y="0"/>
                  </a:moveTo>
                  <a:lnTo>
                    <a:pt x="3650" y="1671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2330" y="2911234"/>
              <a:ext cx="3650" cy="167127"/>
            </a:xfrm>
            <a:custGeom>
              <a:avLst/>
              <a:pathLst>
                <a:path w="3650" h="167127">
                  <a:moveTo>
                    <a:pt x="0" y="0"/>
                  </a:moveTo>
                  <a:lnTo>
                    <a:pt x="3650" y="1671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358813" y="2911234"/>
              <a:ext cx="334319" cy="334288"/>
            </a:xfrm>
            <a:custGeom>
              <a:avLst/>
              <a:pathLst>
                <a:path w="334319" h="334288">
                  <a:moveTo>
                    <a:pt x="163516" y="0"/>
                  </a:moveTo>
                  <a:lnTo>
                    <a:pt x="158238" y="198"/>
                  </a:lnTo>
                  <a:lnTo>
                    <a:pt x="152968" y="564"/>
                  </a:lnTo>
                  <a:lnTo>
                    <a:pt x="147712" y="1096"/>
                  </a:lnTo>
                  <a:lnTo>
                    <a:pt x="142476" y="1793"/>
                  </a:lnTo>
                  <a:lnTo>
                    <a:pt x="137265" y="2656"/>
                  </a:lnTo>
                  <a:lnTo>
                    <a:pt x="132083" y="3683"/>
                  </a:lnTo>
                  <a:lnTo>
                    <a:pt x="126937" y="4873"/>
                  </a:lnTo>
                  <a:lnTo>
                    <a:pt x="121830" y="6225"/>
                  </a:lnTo>
                  <a:lnTo>
                    <a:pt x="116769" y="7738"/>
                  </a:lnTo>
                  <a:lnTo>
                    <a:pt x="111758" y="9410"/>
                  </a:lnTo>
                  <a:lnTo>
                    <a:pt x="106803" y="11239"/>
                  </a:lnTo>
                  <a:lnTo>
                    <a:pt x="101907" y="13224"/>
                  </a:lnTo>
                  <a:lnTo>
                    <a:pt x="97077" y="15363"/>
                  </a:lnTo>
                  <a:lnTo>
                    <a:pt x="92317" y="17653"/>
                  </a:lnTo>
                  <a:lnTo>
                    <a:pt x="87632" y="20093"/>
                  </a:lnTo>
                  <a:lnTo>
                    <a:pt x="83026" y="22679"/>
                  </a:lnTo>
                  <a:lnTo>
                    <a:pt x="78504" y="25410"/>
                  </a:lnTo>
                  <a:lnTo>
                    <a:pt x="74071" y="28282"/>
                  </a:lnTo>
                  <a:lnTo>
                    <a:pt x="69730" y="31292"/>
                  </a:lnTo>
                  <a:lnTo>
                    <a:pt x="65487" y="34439"/>
                  </a:lnTo>
                  <a:lnTo>
                    <a:pt x="61345" y="37718"/>
                  </a:lnTo>
                  <a:lnTo>
                    <a:pt x="57310" y="41126"/>
                  </a:lnTo>
                  <a:lnTo>
                    <a:pt x="53383" y="44660"/>
                  </a:lnTo>
                  <a:lnTo>
                    <a:pt x="49571" y="48316"/>
                  </a:lnTo>
                  <a:lnTo>
                    <a:pt x="45876" y="52091"/>
                  </a:lnTo>
                  <a:lnTo>
                    <a:pt x="42301" y="55980"/>
                  </a:lnTo>
                  <a:lnTo>
                    <a:pt x="38852" y="59981"/>
                  </a:lnTo>
                  <a:lnTo>
                    <a:pt x="35531" y="64089"/>
                  </a:lnTo>
                  <a:lnTo>
                    <a:pt x="32341" y="68299"/>
                  </a:lnTo>
                  <a:lnTo>
                    <a:pt x="29286" y="72609"/>
                  </a:lnTo>
                  <a:lnTo>
                    <a:pt x="26368" y="77012"/>
                  </a:lnTo>
                  <a:lnTo>
                    <a:pt x="23591" y="81506"/>
                  </a:lnTo>
                  <a:lnTo>
                    <a:pt x="20958" y="86085"/>
                  </a:lnTo>
                  <a:lnTo>
                    <a:pt x="18470" y="90745"/>
                  </a:lnTo>
                  <a:lnTo>
                    <a:pt x="16131" y="95481"/>
                  </a:lnTo>
                  <a:lnTo>
                    <a:pt x="13943" y="100289"/>
                  </a:lnTo>
                  <a:lnTo>
                    <a:pt x="11907" y="105164"/>
                  </a:lnTo>
                  <a:lnTo>
                    <a:pt x="10027" y="110100"/>
                  </a:lnTo>
                  <a:lnTo>
                    <a:pt x="8304" y="115094"/>
                  </a:lnTo>
                  <a:lnTo>
                    <a:pt x="6739" y="120139"/>
                  </a:lnTo>
                  <a:lnTo>
                    <a:pt x="5335" y="125231"/>
                  </a:lnTo>
                  <a:lnTo>
                    <a:pt x="4092" y="130365"/>
                  </a:lnTo>
                  <a:lnTo>
                    <a:pt x="3012" y="135536"/>
                  </a:lnTo>
                  <a:lnTo>
                    <a:pt x="2095" y="140738"/>
                  </a:lnTo>
                  <a:lnTo>
                    <a:pt x="1344" y="145967"/>
                  </a:lnTo>
                  <a:lnTo>
                    <a:pt x="758" y="151217"/>
                  </a:lnTo>
                  <a:lnTo>
                    <a:pt x="339" y="156483"/>
                  </a:lnTo>
                  <a:lnTo>
                    <a:pt x="86" y="161759"/>
                  </a:lnTo>
                  <a:lnTo>
                    <a:pt x="0" y="167041"/>
                  </a:lnTo>
                  <a:lnTo>
                    <a:pt x="80" y="172323"/>
                  </a:lnTo>
                  <a:lnTo>
                    <a:pt x="328" y="177599"/>
                  </a:lnTo>
                  <a:lnTo>
                    <a:pt x="742" y="182865"/>
                  </a:lnTo>
                  <a:lnTo>
                    <a:pt x="1322" y="188116"/>
                  </a:lnTo>
                  <a:lnTo>
                    <a:pt x="2068" y="193345"/>
                  </a:lnTo>
                  <a:lnTo>
                    <a:pt x="2979" y="198549"/>
                  </a:lnTo>
                  <a:lnTo>
                    <a:pt x="4054" y="203720"/>
                  </a:lnTo>
                  <a:lnTo>
                    <a:pt x="5291" y="208856"/>
                  </a:lnTo>
                  <a:lnTo>
                    <a:pt x="6691" y="213950"/>
                  </a:lnTo>
                  <a:lnTo>
                    <a:pt x="8250" y="218997"/>
                  </a:lnTo>
                  <a:lnTo>
                    <a:pt x="9968" y="223992"/>
                  </a:lnTo>
                  <a:lnTo>
                    <a:pt x="11844" y="228930"/>
                  </a:lnTo>
                  <a:lnTo>
                    <a:pt x="13874" y="233807"/>
                  </a:lnTo>
                  <a:lnTo>
                    <a:pt x="16057" y="238617"/>
                  </a:lnTo>
                  <a:lnTo>
                    <a:pt x="18391" y="243356"/>
                  </a:lnTo>
                  <a:lnTo>
                    <a:pt x="20874" y="248018"/>
                  </a:lnTo>
                  <a:lnTo>
                    <a:pt x="23503" y="252600"/>
                  </a:lnTo>
                  <a:lnTo>
                    <a:pt x="26275" y="257096"/>
                  </a:lnTo>
                  <a:lnTo>
                    <a:pt x="29188" y="261503"/>
                  </a:lnTo>
                  <a:lnTo>
                    <a:pt x="32239" y="265815"/>
                  </a:lnTo>
                  <a:lnTo>
                    <a:pt x="35424" y="270029"/>
                  </a:lnTo>
                  <a:lnTo>
                    <a:pt x="38741" y="274140"/>
                  </a:lnTo>
                  <a:lnTo>
                    <a:pt x="42187" y="278145"/>
                  </a:lnTo>
                  <a:lnTo>
                    <a:pt x="45757" y="282038"/>
                  </a:lnTo>
                  <a:lnTo>
                    <a:pt x="49448" y="285817"/>
                  </a:lnTo>
                  <a:lnTo>
                    <a:pt x="53257" y="289477"/>
                  </a:lnTo>
                  <a:lnTo>
                    <a:pt x="57180" y="293015"/>
                  </a:lnTo>
                  <a:lnTo>
                    <a:pt x="61212" y="296427"/>
                  </a:lnTo>
                  <a:lnTo>
                    <a:pt x="65350" y="299710"/>
                  </a:lnTo>
                  <a:lnTo>
                    <a:pt x="69590" y="302861"/>
                  </a:lnTo>
                  <a:lnTo>
                    <a:pt x="73927" y="305876"/>
                  </a:lnTo>
                  <a:lnTo>
                    <a:pt x="78358" y="308753"/>
                  </a:lnTo>
                  <a:lnTo>
                    <a:pt x="82877" y="311488"/>
                  </a:lnTo>
                  <a:lnTo>
                    <a:pt x="87480" y="314079"/>
                  </a:lnTo>
                  <a:lnTo>
                    <a:pt x="92163" y="316524"/>
                  </a:lnTo>
                  <a:lnTo>
                    <a:pt x="96921" y="318819"/>
                  </a:lnTo>
                  <a:lnTo>
                    <a:pt x="101748" y="320963"/>
                  </a:lnTo>
                  <a:lnTo>
                    <a:pt x="106642" y="322953"/>
                  </a:lnTo>
                  <a:lnTo>
                    <a:pt x="111595" y="324787"/>
                  </a:lnTo>
                  <a:lnTo>
                    <a:pt x="116604" y="326464"/>
                  </a:lnTo>
                  <a:lnTo>
                    <a:pt x="121664" y="327982"/>
                  </a:lnTo>
                  <a:lnTo>
                    <a:pt x="126769" y="329340"/>
                  </a:lnTo>
                  <a:lnTo>
                    <a:pt x="131914" y="330535"/>
                  </a:lnTo>
                  <a:lnTo>
                    <a:pt x="137095" y="331567"/>
                  </a:lnTo>
                  <a:lnTo>
                    <a:pt x="142306" y="332435"/>
                  </a:lnTo>
                  <a:lnTo>
                    <a:pt x="147541" y="333138"/>
                  </a:lnTo>
                  <a:lnTo>
                    <a:pt x="152796" y="333676"/>
                  </a:lnTo>
                  <a:lnTo>
                    <a:pt x="158065" y="334047"/>
                  </a:lnTo>
                  <a:lnTo>
                    <a:pt x="163344" y="334251"/>
                  </a:lnTo>
                  <a:lnTo>
                    <a:pt x="168626" y="334288"/>
                  </a:lnTo>
                  <a:lnTo>
                    <a:pt x="173907" y="334159"/>
                  </a:lnTo>
                  <a:lnTo>
                    <a:pt x="179181" y="333862"/>
                  </a:lnTo>
                  <a:lnTo>
                    <a:pt x="184443" y="333399"/>
                  </a:lnTo>
                  <a:lnTo>
                    <a:pt x="189688" y="332771"/>
                  </a:lnTo>
                  <a:lnTo>
                    <a:pt x="194910" y="331976"/>
                  </a:lnTo>
                  <a:lnTo>
                    <a:pt x="200105" y="331017"/>
                  </a:lnTo>
                  <a:lnTo>
                    <a:pt x="205267" y="329895"/>
                  </a:lnTo>
                  <a:lnTo>
                    <a:pt x="210390" y="328610"/>
                  </a:lnTo>
                  <a:lnTo>
                    <a:pt x="215471" y="327164"/>
                  </a:lnTo>
                  <a:lnTo>
                    <a:pt x="220503" y="325557"/>
                  </a:lnTo>
                  <a:lnTo>
                    <a:pt x="225482" y="323793"/>
                  </a:lnTo>
                  <a:lnTo>
                    <a:pt x="230403" y="321872"/>
                  </a:lnTo>
                  <a:lnTo>
                    <a:pt x="235261" y="319797"/>
                  </a:lnTo>
                  <a:lnTo>
                    <a:pt x="240051" y="317569"/>
                  </a:lnTo>
                  <a:lnTo>
                    <a:pt x="244768" y="315192"/>
                  </a:lnTo>
                  <a:lnTo>
                    <a:pt x="249407" y="312666"/>
                  </a:lnTo>
                  <a:lnTo>
                    <a:pt x="253964" y="309995"/>
                  </a:lnTo>
                  <a:lnTo>
                    <a:pt x="258435" y="307181"/>
                  </a:lnTo>
                  <a:lnTo>
                    <a:pt x="262815" y="304227"/>
                  </a:lnTo>
                  <a:lnTo>
                    <a:pt x="267099" y="301137"/>
                  </a:lnTo>
                  <a:lnTo>
                    <a:pt x="271283" y="297913"/>
                  </a:lnTo>
                  <a:lnTo>
                    <a:pt x="275363" y="294558"/>
                  </a:lnTo>
                  <a:lnTo>
                    <a:pt x="279335" y="291076"/>
                  </a:lnTo>
                  <a:lnTo>
                    <a:pt x="283195" y="287470"/>
                  </a:lnTo>
                  <a:lnTo>
                    <a:pt x="286940" y="283744"/>
                  </a:lnTo>
                  <a:lnTo>
                    <a:pt x="290565" y="279901"/>
                  </a:lnTo>
                  <a:lnTo>
                    <a:pt x="294066" y="275946"/>
                  </a:lnTo>
                  <a:lnTo>
                    <a:pt x="297441" y="271882"/>
                  </a:lnTo>
                  <a:lnTo>
                    <a:pt x="300686" y="267714"/>
                  </a:lnTo>
                  <a:lnTo>
                    <a:pt x="303797" y="263445"/>
                  </a:lnTo>
                  <a:lnTo>
                    <a:pt x="306772" y="259080"/>
                  </a:lnTo>
                  <a:lnTo>
                    <a:pt x="309608" y="254623"/>
                  </a:lnTo>
                  <a:lnTo>
                    <a:pt x="312301" y="250079"/>
                  </a:lnTo>
                  <a:lnTo>
                    <a:pt x="314850" y="245452"/>
                  </a:lnTo>
                  <a:lnTo>
                    <a:pt x="317251" y="240747"/>
                  </a:lnTo>
                  <a:lnTo>
                    <a:pt x="319502" y="235968"/>
                  </a:lnTo>
                  <a:lnTo>
                    <a:pt x="321601" y="231120"/>
                  </a:lnTo>
                  <a:lnTo>
                    <a:pt x="323546" y="226209"/>
                  </a:lnTo>
                  <a:lnTo>
                    <a:pt x="325334" y="221239"/>
                  </a:lnTo>
                  <a:lnTo>
                    <a:pt x="326965" y="216214"/>
                  </a:lnTo>
                  <a:lnTo>
                    <a:pt x="328436" y="211141"/>
                  </a:lnTo>
                  <a:lnTo>
                    <a:pt x="329746" y="206024"/>
                  </a:lnTo>
                  <a:lnTo>
                    <a:pt x="330894" y="200867"/>
                  </a:lnTo>
                  <a:lnTo>
                    <a:pt x="331878" y="195677"/>
                  </a:lnTo>
                  <a:lnTo>
                    <a:pt x="332698" y="190459"/>
                  </a:lnTo>
                  <a:lnTo>
                    <a:pt x="333353" y="185217"/>
                  </a:lnTo>
                  <a:lnTo>
                    <a:pt x="333841" y="179958"/>
                  </a:lnTo>
                  <a:lnTo>
                    <a:pt x="334163" y="174685"/>
                  </a:lnTo>
                  <a:lnTo>
                    <a:pt x="334319" y="169405"/>
                  </a:lnTo>
                  <a:lnTo>
                    <a:pt x="334307" y="164122"/>
                  </a:lnTo>
                  <a:lnTo>
                    <a:pt x="334129" y="158843"/>
                  </a:lnTo>
                  <a:lnTo>
                    <a:pt x="333784" y="153572"/>
                  </a:lnTo>
                  <a:lnTo>
                    <a:pt x="333272" y="148314"/>
                  </a:lnTo>
                  <a:lnTo>
                    <a:pt x="332595" y="143076"/>
                  </a:lnTo>
                  <a:lnTo>
                    <a:pt x="331753" y="137861"/>
                  </a:lnTo>
                  <a:lnTo>
                    <a:pt x="330746" y="132675"/>
                  </a:lnTo>
                  <a:lnTo>
                    <a:pt x="329576" y="127524"/>
                  </a:lnTo>
                  <a:lnTo>
                    <a:pt x="328243" y="122412"/>
                  </a:lnTo>
                  <a:lnTo>
                    <a:pt x="326750" y="117345"/>
                  </a:lnTo>
                  <a:lnTo>
                    <a:pt x="325097" y="112328"/>
                  </a:lnTo>
                  <a:lnTo>
                    <a:pt x="323287" y="107366"/>
                  </a:lnTo>
                  <a:lnTo>
                    <a:pt x="321321" y="102463"/>
                  </a:lnTo>
                  <a:lnTo>
                    <a:pt x="319201" y="97624"/>
                  </a:lnTo>
                  <a:lnTo>
                    <a:pt x="316929" y="92856"/>
                  </a:lnTo>
                  <a:lnTo>
                    <a:pt x="314508" y="88161"/>
                  </a:lnTo>
                  <a:lnTo>
                    <a:pt x="311939" y="83545"/>
                  </a:lnTo>
                  <a:lnTo>
                    <a:pt x="309226" y="79012"/>
                  </a:lnTo>
                  <a:lnTo>
                    <a:pt x="306371" y="74568"/>
                  </a:lnTo>
                  <a:lnTo>
                    <a:pt x="303377" y="70216"/>
                  </a:lnTo>
                  <a:lnTo>
                    <a:pt x="300247" y="65961"/>
                  </a:lnTo>
                  <a:lnTo>
                    <a:pt x="296984" y="61807"/>
                  </a:lnTo>
                  <a:lnTo>
                    <a:pt x="293592" y="57757"/>
                  </a:lnTo>
                  <a:lnTo>
                    <a:pt x="290073" y="53818"/>
                  </a:lnTo>
                  <a:lnTo>
                    <a:pt x="286432" y="49991"/>
                  </a:lnTo>
                  <a:lnTo>
                    <a:pt x="282671" y="46281"/>
                  </a:lnTo>
                  <a:lnTo>
                    <a:pt x="278795" y="42692"/>
                  </a:lnTo>
                  <a:lnTo>
                    <a:pt x="274808" y="39227"/>
                  </a:lnTo>
                  <a:lnTo>
                    <a:pt x="270713" y="35890"/>
                  </a:lnTo>
                  <a:lnTo>
                    <a:pt x="266515" y="32684"/>
                  </a:lnTo>
                  <a:lnTo>
                    <a:pt x="262217" y="29612"/>
                  </a:lnTo>
                  <a:lnTo>
                    <a:pt x="257825" y="26678"/>
                  </a:lnTo>
                  <a:lnTo>
                    <a:pt x="253342" y="23883"/>
                  </a:lnTo>
                  <a:lnTo>
                    <a:pt x="248773" y="21232"/>
                  </a:lnTo>
                  <a:lnTo>
                    <a:pt x="244123" y="18727"/>
                  </a:lnTo>
                  <a:lnTo>
                    <a:pt x="239396" y="16369"/>
                  </a:lnTo>
                  <a:lnTo>
                    <a:pt x="234596" y="14162"/>
                  </a:lnTo>
                  <a:lnTo>
                    <a:pt x="229730" y="12108"/>
                  </a:lnTo>
                  <a:lnTo>
                    <a:pt x="224801" y="10209"/>
                  </a:lnTo>
                  <a:lnTo>
                    <a:pt x="167167" y="1671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2911194"/>
              <a:ext cx="57633" cy="167167"/>
            </a:xfrm>
            <a:custGeom>
              <a:avLst/>
              <a:pathLst>
                <a:path w="57633" h="167167">
                  <a:moveTo>
                    <a:pt x="57633" y="10249"/>
                  </a:moveTo>
                  <a:lnTo>
                    <a:pt x="52075" y="8318"/>
                  </a:lnTo>
                  <a:lnTo>
                    <a:pt x="46453" y="6584"/>
                  </a:lnTo>
                  <a:lnTo>
                    <a:pt x="40773" y="5048"/>
                  </a:lnTo>
                  <a:lnTo>
                    <a:pt x="35042" y="3714"/>
                  </a:lnTo>
                  <a:lnTo>
                    <a:pt x="29268" y="2582"/>
                  </a:lnTo>
                  <a:lnTo>
                    <a:pt x="23458" y="1654"/>
                  </a:lnTo>
                  <a:lnTo>
                    <a:pt x="17619" y="931"/>
                  </a:lnTo>
                  <a:lnTo>
                    <a:pt x="11758" y="414"/>
                  </a:lnTo>
                  <a:lnTo>
                    <a:pt x="5882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08076" y="3429590"/>
              <a:ext cx="17904" cy="167167"/>
            </a:xfrm>
            <a:custGeom>
              <a:avLst/>
              <a:pathLst>
                <a:path w="17904" h="167167">
                  <a:moveTo>
                    <a:pt x="17904" y="0"/>
                  </a:moveTo>
                  <a:lnTo>
                    <a:pt x="8939" y="240"/>
                  </a:lnTo>
                  <a:lnTo>
                    <a:pt x="0" y="961"/>
                  </a:lnTo>
                  <a:lnTo>
                    <a:pt x="1790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08076" y="3430552"/>
              <a:ext cx="17904" cy="166205"/>
            </a:xfrm>
            <a:custGeom>
              <a:avLst/>
              <a:pathLst>
                <a:path w="17904" h="166205">
                  <a:moveTo>
                    <a:pt x="0" y="0"/>
                  </a:moveTo>
                  <a:lnTo>
                    <a:pt x="17904" y="1662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08076" y="3430552"/>
              <a:ext cx="17904" cy="166205"/>
            </a:xfrm>
            <a:custGeom>
              <a:avLst/>
              <a:pathLst>
                <a:path w="17904" h="166205">
                  <a:moveTo>
                    <a:pt x="0" y="0"/>
                  </a:moveTo>
                  <a:lnTo>
                    <a:pt x="17904" y="1662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08076" y="3430552"/>
              <a:ext cx="17904" cy="166205"/>
            </a:xfrm>
            <a:custGeom>
              <a:avLst/>
              <a:pathLst>
                <a:path w="17904" h="166205">
                  <a:moveTo>
                    <a:pt x="0" y="0"/>
                  </a:moveTo>
                  <a:lnTo>
                    <a:pt x="17904" y="1662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08076" y="3430552"/>
              <a:ext cx="17904" cy="166205"/>
            </a:xfrm>
            <a:custGeom>
              <a:avLst/>
              <a:pathLst>
                <a:path w="17904" h="166205">
                  <a:moveTo>
                    <a:pt x="0" y="0"/>
                  </a:moveTo>
                  <a:lnTo>
                    <a:pt x="17904" y="1662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08076" y="3430552"/>
              <a:ext cx="17904" cy="166205"/>
            </a:xfrm>
            <a:custGeom>
              <a:avLst/>
              <a:pathLst>
                <a:path w="17904" h="166205">
                  <a:moveTo>
                    <a:pt x="0" y="0"/>
                  </a:moveTo>
                  <a:lnTo>
                    <a:pt x="17904" y="1662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08076" y="3430552"/>
              <a:ext cx="17904" cy="166205"/>
            </a:xfrm>
            <a:custGeom>
              <a:avLst/>
              <a:pathLst>
                <a:path w="17904" h="166205">
                  <a:moveTo>
                    <a:pt x="0" y="0"/>
                  </a:moveTo>
                  <a:lnTo>
                    <a:pt x="17904" y="1662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08076" y="3430552"/>
              <a:ext cx="17904" cy="166205"/>
            </a:xfrm>
            <a:custGeom>
              <a:avLst/>
              <a:pathLst>
                <a:path w="17904" h="166205">
                  <a:moveTo>
                    <a:pt x="0" y="0"/>
                  </a:moveTo>
                  <a:lnTo>
                    <a:pt x="17904" y="1662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08076" y="3430552"/>
              <a:ext cx="17904" cy="166205"/>
            </a:xfrm>
            <a:custGeom>
              <a:avLst/>
              <a:pathLst>
                <a:path w="17904" h="166205">
                  <a:moveTo>
                    <a:pt x="0" y="0"/>
                  </a:moveTo>
                  <a:lnTo>
                    <a:pt x="17904" y="1662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08076" y="3430552"/>
              <a:ext cx="17904" cy="166205"/>
            </a:xfrm>
            <a:custGeom>
              <a:avLst/>
              <a:pathLst>
                <a:path w="17904" h="166205">
                  <a:moveTo>
                    <a:pt x="0" y="0"/>
                  </a:moveTo>
                  <a:lnTo>
                    <a:pt x="17904" y="1662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08076" y="3430552"/>
              <a:ext cx="17904" cy="166205"/>
            </a:xfrm>
            <a:custGeom>
              <a:avLst/>
              <a:pathLst>
                <a:path w="17904" h="166205">
                  <a:moveTo>
                    <a:pt x="0" y="0"/>
                  </a:moveTo>
                  <a:lnTo>
                    <a:pt x="17904" y="1662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08076" y="3430552"/>
              <a:ext cx="17904" cy="166205"/>
            </a:xfrm>
            <a:custGeom>
              <a:avLst/>
              <a:pathLst>
                <a:path w="17904" h="166205">
                  <a:moveTo>
                    <a:pt x="0" y="0"/>
                  </a:moveTo>
                  <a:lnTo>
                    <a:pt x="17904" y="1662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08076" y="3430552"/>
              <a:ext cx="17904" cy="166205"/>
            </a:xfrm>
            <a:custGeom>
              <a:avLst/>
              <a:pathLst>
                <a:path w="17904" h="166205">
                  <a:moveTo>
                    <a:pt x="0" y="0"/>
                  </a:moveTo>
                  <a:lnTo>
                    <a:pt x="17904" y="1662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358814" y="3430552"/>
              <a:ext cx="334334" cy="333357"/>
            </a:xfrm>
            <a:custGeom>
              <a:avLst/>
              <a:pathLst>
                <a:path w="334334" h="333357">
                  <a:moveTo>
                    <a:pt x="149262" y="0"/>
                  </a:moveTo>
                  <a:lnTo>
                    <a:pt x="143994" y="652"/>
                  </a:lnTo>
                  <a:lnTo>
                    <a:pt x="138751" y="1471"/>
                  </a:lnTo>
                  <a:lnTo>
                    <a:pt x="133535" y="2456"/>
                  </a:lnTo>
                  <a:lnTo>
                    <a:pt x="128354" y="3606"/>
                  </a:lnTo>
                  <a:lnTo>
                    <a:pt x="123212" y="4920"/>
                  </a:lnTo>
                  <a:lnTo>
                    <a:pt x="118114" y="6397"/>
                  </a:lnTo>
                  <a:lnTo>
                    <a:pt x="113065" y="8035"/>
                  </a:lnTo>
                  <a:lnTo>
                    <a:pt x="108071" y="9832"/>
                  </a:lnTo>
                  <a:lnTo>
                    <a:pt x="103137" y="11787"/>
                  </a:lnTo>
                  <a:lnTo>
                    <a:pt x="98267" y="13897"/>
                  </a:lnTo>
                  <a:lnTo>
                    <a:pt x="93466" y="16161"/>
                  </a:lnTo>
                  <a:lnTo>
                    <a:pt x="88740" y="18576"/>
                  </a:lnTo>
                  <a:lnTo>
                    <a:pt x="84093" y="21140"/>
                  </a:lnTo>
                  <a:lnTo>
                    <a:pt x="79530" y="23851"/>
                  </a:lnTo>
                  <a:lnTo>
                    <a:pt x="75055" y="26705"/>
                  </a:lnTo>
                  <a:lnTo>
                    <a:pt x="70673" y="29699"/>
                  </a:lnTo>
                  <a:lnTo>
                    <a:pt x="66388" y="32831"/>
                  </a:lnTo>
                  <a:lnTo>
                    <a:pt x="62205" y="36098"/>
                  </a:lnTo>
                  <a:lnTo>
                    <a:pt x="58127" y="39495"/>
                  </a:lnTo>
                  <a:lnTo>
                    <a:pt x="54160" y="43021"/>
                  </a:lnTo>
                  <a:lnTo>
                    <a:pt x="50306" y="46670"/>
                  </a:lnTo>
                  <a:lnTo>
                    <a:pt x="46570" y="50440"/>
                  </a:lnTo>
                  <a:lnTo>
                    <a:pt x="42956" y="54327"/>
                  </a:lnTo>
                  <a:lnTo>
                    <a:pt x="39467" y="58327"/>
                  </a:lnTo>
                  <a:lnTo>
                    <a:pt x="36106" y="62435"/>
                  </a:lnTo>
                  <a:lnTo>
                    <a:pt x="32878" y="66648"/>
                  </a:lnTo>
                  <a:lnTo>
                    <a:pt x="29785" y="70961"/>
                  </a:lnTo>
                  <a:lnTo>
                    <a:pt x="26831" y="75370"/>
                  </a:lnTo>
                  <a:lnTo>
                    <a:pt x="24018" y="79871"/>
                  </a:lnTo>
                  <a:lnTo>
                    <a:pt x="21350" y="84459"/>
                  </a:lnTo>
                  <a:lnTo>
                    <a:pt x="18828" y="89129"/>
                  </a:lnTo>
                  <a:lnTo>
                    <a:pt x="16456" y="93877"/>
                  </a:lnTo>
                  <a:lnTo>
                    <a:pt x="14236" y="98698"/>
                  </a:lnTo>
                  <a:lnTo>
                    <a:pt x="12170" y="103587"/>
                  </a:lnTo>
                  <a:lnTo>
                    <a:pt x="10260" y="108539"/>
                  </a:lnTo>
                  <a:lnTo>
                    <a:pt x="8508" y="113549"/>
                  </a:lnTo>
                  <a:lnTo>
                    <a:pt x="6917" y="118612"/>
                  </a:lnTo>
                  <a:lnTo>
                    <a:pt x="5487" y="123724"/>
                  </a:lnTo>
                  <a:lnTo>
                    <a:pt x="4220" y="128878"/>
                  </a:lnTo>
                  <a:lnTo>
                    <a:pt x="3117" y="134069"/>
                  </a:lnTo>
                  <a:lnTo>
                    <a:pt x="2179" y="139293"/>
                  </a:lnTo>
                  <a:lnTo>
                    <a:pt x="1408" y="144545"/>
                  </a:lnTo>
                  <a:lnTo>
                    <a:pt x="804" y="149818"/>
                  </a:lnTo>
                  <a:lnTo>
                    <a:pt x="368" y="155107"/>
                  </a:lnTo>
                  <a:lnTo>
                    <a:pt x="99" y="160408"/>
                  </a:lnTo>
                  <a:lnTo>
                    <a:pt x="0" y="165715"/>
                  </a:lnTo>
                  <a:lnTo>
                    <a:pt x="68" y="171022"/>
                  </a:lnTo>
                  <a:lnTo>
                    <a:pt x="305" y="176324"/>
                  </a:lnTo>
                  <a:lnTo>
                    <a:pt x="711" y="181616"/>
                  </a:lnTo>
                  <a:lnTo>
                    <a:pt x="1284" y="186892"/>
                  </a:lnTo>
                  <a:lnTo>
                    <a:pt x="2024" y="192148"/>
                  </a:lnTo>
                  <a:lnTo>
                    <a:pt x="2931" y="197378"/>
                  </a:lnTo>
                  <a:lnTo>
                    <a:pt x="4003" y="202576"/>
                  </a:lnTo>
                  <a:lnTo>
                    <a:pt x="5240" y="207737"/>
                  </a:lnTo>
                  <a:lnTo>
                    <a:pt x="6640" y="212857"/>
                  </a:lnTo>
                  <a:lnTo>
                    <a:pt x="8202" y="217929"/>
                  </a:lnTo>
                  <a:lnTo>
                    <a:pt x="9924" y="222949"/>
                  </a:lnTo>
                  <a:lnTo>
                    <a:pt x="11805" y="227913"/>
                  </a:lnTo>
                  <a:lnTo>
                    <a:pt x="13842" y="232814"/>
                  </a:lnTo>
                  <a:lnTo>
                    <a:pt x="16034" y="237647"/>
                  </a:lnTo>
                  <a:lnTo>
                    <a:pt x="18378" y="242409"/>
                  </a:lnTo>
                  <a:lnTo>
                    <a:pt x="20872" y="247094"/>
                  </a:lnTo>
                  <a:lnTo>
                    <a:pt x="23514" y="251698"/>
                  </a:lnTo>
                  <a:lnTo>
                    <a:pt x="26300" y="256215"/>
                  </a:lnTo>
                  <a:lnTo>
                    <a:pt x="29229" y="260641"/>
                  </a:lnTo>
                  <a:lnTo>
                    <a:pt x="32296" y="264973"/>
                  </a:lnTo>
                  <a:lnTo>
                    <a:pt x="35499" y="269205"/>
                  </a:lnTo>
                  <a:lnTo>
                    <a:pt x="38836" y="273332"/>
                  </a:lnTo>
                  <a:lnTo>
                    <a:pt x="42301" y="277352"/>
                  </a:lnTo>
                  <a:lnTo>
                    <a:pt x="45893" y="281260"/>
                  </a:lnTo>
                  <a:lnTo>
                    <a:pt x="49606" y="285052"/>
                  </a:lnTo>
                  <a:lnTo>
                    <a:pt x="53438" y="288724"/>
                  </a:lnTo>
                  <a:lnTo>
                    <a:pt x="57385" y="292273"/>
                  </a:lnTo>
                  <a:lnTo>
                    <a:pt x="61443" y="295695"/>
                  </a:lnTo>
                  <a:lnTo>
                    <a:pt x="65607" y="298986"/>
                  </a:lnTo>
                  <a:lnTo>
                    <a:pt x="69873" y="302143"/>
                  </a:lnTo>
                  <a:lnTo>
                    <a:pt x="74237" y="305163"/>
                  </a:lnTo>
                  <a:lnTo>
                    <a:pt x="78696" y="308043"/>
                  </a:lnTo>
                  <a:lnTo>
                    <a:pt x="83243" y="310780"/>
                  </a:lnTo>
                  <a:lnTo>
                    <a:pt x="87875" y="313371"/>
                  </a:lnTo>
                  <a:lnTo>
                    <a:pt x="92587" y="315814"/>
                  </a:lnTo>
                  <a:lnTo>
                    <a:pt x="97374" y="318107"/>
                  </a:lnTo>
                  <a:lnTo>
                    <a:pt x="102231" y="320246"/>
                  </a:lnTo>
                  <a:lnTo>
                    <a:pt x="107154" y="322229"/>
                  </a:lnTo>
                  <a:lnTo>
                    <a:pt x="112137" y="324056"/>
                  </a:lnTo>
                  <a:lnTo>
                    <a:pt x="117176" y="325723"/>
                  </a:lnTo>
                  <a:lnTo>
                    <a:pt x="122265" y="327230"/>
                  </a:lnTo>
                  <a:lnTo>
                    <a:pt x="127400" y="328574"/>
                  </a:lnTo>
                  <a:lnTo>
                    <a:pt x="132574" y="329755"/>
                  </a:lnTo>
                  <a:lnTo>
                    <a:pt x="137784" y="330770"/>
                  </a:lnTo>
                  <a:lnTo>
                    <a:pt x="143023" y="331620"/>
                  </a:lnTo>
                  <a:lnTo>
                    <a:pt x="148286" y="332303"/>
                  </a:lnTo>
                  <a:lnTo>
                    <a:pt x="153569" y="332819"/>
                  </a:lnTo>
                  <a:lnTo>
                    <a:pt x="158865" y="333167"/>
                  </a:lnTo>
                  <a:lnTo>
                    <a:pt x="164169" y="333346"/>
                  </a:lnTo>
                  <a:lnTo>
                    <a:pt x="169477" y="333357"/>
                  </a:lnTo>
                  <a:lnTo>
                    <a:pt x="174782" y="333199"/>
                  </a:lnTo>
                  <a:lnTo>
                    <a:pt x="180079" y="332873"/>
                  </a:lnTo>
                  <a:lnTo>
                    <a:pt x="185364" y="332379"/>
                  </a:lnTo>
                  <a:lnTo>
                    <a:pt x="190630" y="331718"/>
                  </a:lnTo>
                  <a:lnTo>
                    <a:pt x="195873" y="330890"/>
                  </a:lnTo>
                  <a:lnTo>
                    <a:pt x="201086" y="329895"/>
                  </a:lnTo>
                  <a:lnTo>
                    <a:pt x="206266" y="328736"/>
                  </a:lnTo>
                  <a:lnTo>
                    <a:pt x="211405" y="327413"/>
                  </a:lnTo>
                  <a:lnTo>
                    <a:pt x="216501" y="325927"/>
                  </a:lnTo>
                  <a:lnTo>
                    <a:pt x="221546" y="324280"/>
                  </a:lnTo>
                  <a:lnTo>
                    <a:pt x="226537" y="322474"/>
                  </a:lnTo>
                  <a:lnTo>
                    <a:pt x="231468" y="320511"/>
                  </a:lnTo>
                  <a:lnTo>
                    <a:pt x="236334" y="318392"/>
                  </a:lnTo>
                  <a:lnTo>
                    <a:pt x="241131" y="316119"/>
                  </a:lnTo>
                  <a:lnTo>
                    <a:pt x="245853" y="313696"/>
                  </a:lnTo>
                  <a:lnTo>
                    <a:pt x="250495" y="311123"/>
                  </a:lnTo>
                  <a:lnTo>
                    <a:pt x="255054" y="308405"/>
                  </a:lnTo>
                  <a:lnTo>
                    <a:pt x="259524" y="305543"/>
                  </a:lnTo>
                  <a:lnTo>
                    <a:pt x="263900" y="302541"/>
                  </a:lnTo>
                  <a:lnTo>
                    <a:pt x="268180" y="299401"/>
                  </a:lnTo>
                  <a:lnTo>
                    <a:pt x="272357" y="296128"/>
                  </a:lnTo>
                  <a:lnTo>
                    <a:pt x="276429" y="292723"/>
                  </a:lnTo>
                  <a:lnTo>
                    <a:pt x="280390" y="289190"/>
                  </a:lnTo>
                  <a:lnTo>
                    <a:pt x="284237" y="285534"/>
                  </a:lnTo>
                  <a:lnTo>
                    <a:pt x="287966" y="281757"/>
                  </a:lnTo>
                  <a:lnTo>
                    <a:pt x="291574" y="277864"/>
                  </a:lnTo>
                  <a:lnTo>
                    <a:pt x="295056" y="273859"/>
                  </a:lnTo>
                  <a:lnTo>
                    <a:pt x="298409" y="269744"/>
                  </a:lnTo>
                  <a:lnTo>
                    <a:pt x="301630" y="265526"/>
                  </a:lnTo>
                  <a:lnTo>
                    <a:pt x="304715" y="261207"/>
                  </a:lnTo>
                  <a:lnTo>
                    <a:pt x="307661" y="256793"/>
                  </a:lnTo>
                  <a:lnTo>
                    <a:pt x="310466" y="252287"/>
                  </a:lnTo>
                  <a:lnTo>
                    <a:pt x="313127" y="247694"/>
                  </a:lnTo>
                  <a:lnTo>
                    <a:pt x="315640" y="243020"/>
                  </a:lnTo>
                  <a:lnTo>
                    <a:pt x="318004" y="238267"/>
                  </a:lnTo>
                  <a:lnTo>
                    <a:pt x="320216" y="233443"/>
                  </a:lnTo>
                  <a:lnTo>
                    <a:pt x="322273" y="228550"/>
                  </a:lnTo>
                  <a:lnTo>
                    <a:pt x="324174" y="223595"/>
                  </a:lnTo>
                  <a:lnTo>
                    <a:pt x="325917" y="218581"/>
                  </a:lnTo>
                  <a:lnTo>
                    <a:pt x="327499" y="213515"/>
                  </a:lnTo>
                  <a:lnTo>
                    <a:pt x="328920" y="208402"/>
                  </a:lnTo>
                  <a:lnTo>
                    <a:pt x="330178" y="203245"/>
                  </a:lnTo>
                  <a:lnTo>
                    <a:pt x="331272" y="198052"/>
                  </a:lnTo>
                  <a:lnTo>
                    <a:pt x="332200" y="192826"/>
                  </a:lnTo>
                  <a:lnTo>
                    <a:pt x="332962" y="187573"/>
                  </a:lnTo>
                  <a:lnTo>
                    <a:pt x="333557" y="182299"/>
                  </a:lnTo>
                  <a:lnTo>
                    <a:pt x="333984" y="177009"/>
                  </a:lnTo>
                  <a:lnTo>
                    <a:pt x="334243" y="171708"/>
                  </a:lnTo>
                  <a:lnTo>
                    <a:pt x="334334" y="166401"/>
                  </a:lnTo>
                  <a:lnTo>
                    <a:pt x="334256" y="161094"/>
                  </a:lnTo>
                  <a:lnTo>
                    <a:pt x="334009" y="155792"/>
                  </a:lnTo>
                  <a:lnTo>
                    <a:pt x="333594" y="150501"/>
                  </a:lnTo>
                  <a:lnTo>
                    <a:pt x="333012" y="145226"/>
                  </a:lnTo>
                  <a:lnTo>
                    <a:pt x="332262" y="139971"/>
                  </a:lnTo>
                  <a:lnTo>
                    <a:pt x="331346" y="134743"/>
                  </a:lnTo>
                  <a:lnTo>
                    <a:pt x="330265" y="129547"/>
                  </a:lnTo>
                  <a:lnTo>
                    <a:pt x="329019" y="124388"/>
                  </a:lnTo>
                  <a:lnTo>
                    <a:pt x="327610" y="119271"/>
                  </a:lnTo>
                  <a:lnTo>
                    <a:pt x="326039" y="114201"/>
                  </a:lnTo>
                  <a:lnTo>
                    <a:pt x="324308" y="109184"/>
                  </a:lnTo>
                  <a:lnTo>
                    <a:pt x="322418" y="104224"/>
                  </a:lnTo>
                  <a:lnTo>
                    <a:pt x="320373" y="99327"/>
                  </a:lnTo>
                  <a:lnTo>
                    <a:pt x="318172" y="94497"/>
                  </a:lnTo>
                  <a:lnTo>
                    <a:pt x="315820" y="89739"/>
                  </a:lnTo>
                  <a:lnTo>
                    <a:pt x="313317" y="85058"/>
                  </a:lnTo>
                  <a:lnTo>
                    <a:pt x="310668" y="80460"/>
                  </a:lnTo>
                  <a:lnTo>
                    <a:pt x="307873" y="75947"/>
                  </a:lnTo>
                  <a:lnTo>
                    <a:pt x="304937" y="71526"/>
                  </a:lnTo>
                  <a:lnTo>
                    <a:pt x="301862" y="67200"/>
                  </a:lnTo>
                  <a:lnTo>
                    <a:pt x="298651" y="62974"/>
                  </a:lnTo>
                  <a:lnTo>
                    <a:pt x="295308" y="58852"/>
                  </a:lnTo>
                  <a:lnTo>
                    <a:pt x="291835" y="54838"/>
                  </a:lnTo>
                  <a:lnTo>
                    <a:pt x="288237" y="50937"/>
                  </a:lnTo>
                  <a:lnTo>
                    <a:pt x="284516" y="47151"/>
                  </a:lnTo>
                  <a:lnTo>
                    <a:pt x="280678" y="43486"/>
                  </a:lnTo>
                  <a:lnTo>
                    <a:pt x="276725" y="39944"/>
                  </a:lnTo>
                  <a:lnTo>
                    <a:pt x="272661" y="36530"/>
                  </a:lnTo>
                  <a:lnTo>
                    <a:pt x="268491" y="33246"/>
                  </a:lnTo>
                  <a:lnTo>
                    <a:pt x="264219" y="30096"/>
                  </a:lnTo>
                  <a:lnTo>
                    <a:pt x="259850" y="27084"/>
                  </a:lnTo>
                  <a:lnTo>
                    <a:pt x="255386" y="24212"/>
                  </a:lnTo>
                  <a:lnTo>
                    <a:pt x="250834" y="21483"/>
                  </a:lnTo>
                  <a:lnTo>
                    <a:pt x="246198" y="18900"/>
                  </a:lnTo>
                  <a:lnTo>
                    <a:pt x="241482" y="16465"/>
                  </a:lnTo>
                  <a:lnTo>
                    <a:pt x="236690" y="14181"/>
                  </a:lnTo>
                  <a:lnTo>
                    <a:pt x="231829" y="12051"/>
                  </a:lnTo>
                  <a:lnTo>
                    <a:pt x="226903" y="10076"/>
                  </a:lnTo>
                  <a:lnTo>
                    <a:pt x="221916" y="8258"/>
                  </a:lnTo>
                  <a:lnTo>
                    <a:pt x="216875" y="6600"/>
                  </a:lnTo>
                  <a:lnTo>
                    <a:pt x="167166" y="1662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429590"/>
              <a:ext cx="49708" cy="167167"/>
            </a:xfrm>
            <a:custGeom>
              <a:avLst/>
              <a:pathLst>
                <a:path w="49708" h="167167">
                  <a:moveTo>
                    <a:pt x="49708" y="7561"/>
                  </a:moveTo>
                  <a:lnTo>
                    <a:pt x="43650" y="5799"/>
                  </a:lnTo>
                  <a:lnTo>
                    <a:pt x="37531" y="4267"/>
                  </a:lnTo>
                  <a:lnTo>
                    <a:pt x="31357" y="2967"/>
                  </a:lnTo>
                  <a:lnTo>
                    <a:pt x="25140" y="1901"/>
                  </a:lnTo>
                  <a:lnTo>
                    <a:pt x="18886" y="1070"/>
                  </a:lnTo>
                  <a:lnTo>
                    <a:pt x="12605" y="475"/>
                  </a:lnTo>
                  <a:lnTo>
                    <a:pt x="6307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641852" y="3934012"/>
              <a:ext cx="3881" cy="167167"/>
            </a:xfrm>
            <a:custGeom>
              <a:avLst/>
              <a:pathLst>
                <a:path w="3881" h="167167">
                  <a:moveTo>
                    <a:pt x="3881" y="0"/>
                  </a:moveTo>
                  <a:lnTo>
                    <a:pt x="0" y="45"/>
                  </a:lnTo>
                  <a:lnTo>
                    <a:pt x="388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641852" y="3934057"/>
              <a:ext cx="3881" cy="167122"/>
            </a:xfrm>
            <a:custGeom>
              <a:avLst/>
              <a:pathLst>
                <a:path w="3881" h="167122">
                  <a:moveTo>
                    <a:pt x="0" y="0"/>
                  </a:moveTo>
                  <a:lnTo>
                    <a:pt x="3881" y="1671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641852" y="3934057"/>
              <a:ext cx="3881" cy="167122"/>
            </a:xfrm>
            <a:custGeom>
              <a:avLst/>
              <a:pathLst>
                <a:path w="3881" h="167122">
                  <a:moveTo>
                    <a:pt x="0" y="0"/>
                  </a:moveTo>
                  <a:lnTo>
                    <a:pt x="3881" y="1671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41852" y="3934057"/>
              <a:ext cx="3881" cy="167122"/>
            </a:xfrm>
            <a:custGeom>
              <a:avLst/>
              <a:pathLst>
                <a:path w="3881" h="167122">
                  <a:moveTo>
                    <a:pt x="0" y="0"/>
                  </a:moveTo>
                  <a:lnTo>
                    <a:pt x="3881" y="167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41852" y="3934057"/>
              <a:ext cx="3881" cy="167122"/>
            </a:xfrm>
            <a:custGeom>
              <a:avLst/>
              <a:pathLst>
                <a:path w="3881" h="167122">
                  <a:moveTo>
                    <a:pt x="0" y="0"/>
                  </a:moveTo>
                  <a:lnTo>
                    <a:pt x="3881" y="167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41852" y="3934057"/>
              <a:ext cx="3881" cy="167122"/>
            </a:xfrm>
            <a:custGeom>
              <a:avLst/>
              <a:pathLst>
                <a:path w="3881" h="167122">
                  <a:moveTo>
                    <a:pt x="0" y="0"/>
                  </a:moveTo>
                  <a:lnTo>
                    <a:pt x="3881" y="1671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41852" y="3934057"/>
              <a:ext cx="3881" cy="167122"/>
            </a:xfrm>
            <a:custGeom>
              <a:avLst/>
              <a:pathLst>
                <a:path w="3881" h="167122">
                  <a:moveTo>
                    <a:pt x="0" y="0"/>
                  </a:moveTo>
                  <a:lnTo>
                    <a:pt x="3881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41852" y="3934057"/>
              <a:ext cx="3881" cy="167122"/>
            </a:xfrm>
            <a:custGeom>
              <a:avLst/>
              <a:pathLst>
                <a:path w="3881" h="167122">
                  <a:moveTo>
                    <a:pt x="0" y="0"/>
                  </a:moveTo>
                  <a:lnTo>
                    <a:pt x="3881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41852" y="3934057"/>
              <a:ext cx="3881" cy="167122"/>
            </a:xfrm>
            <a:custGeom>
              <a:avLst/>
              <a:pathLst>
                <a:path w="3881" h="167122">
                  <a:moveTo>
                    <a:pt x="0" y="0"/>
                  </a:moveTo>
                  <a:lnTo>
                    <a:pt x="3881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41852" y="3934057"/>
              <a:ext cx="3881" cy="167122"/>
            </a:xfrm>
            <a:custGeom>
              <a:avLst/>
              <a:pathLst>
                <a:path w="3881" h="167122">
                  <a:moveTo>
                    <a:pt x="0" y="0"/>
                  </a:moveTo>
                  <a:lnTo>
                    <a:pt x="3881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41852" y="3934057"/>
              <a:ext cx="3881" cy="167122"/>
            </a:xfrm>
            <a:custGeom>
              <a:avLst/>
              <a:pathLst>
                <a:path w="3881" h="167122">
                  <a:moveTo>
                    <a:pt x="0" y="0"/>
                  </a:moveTo>
                  <a:lnTo>
                    <a:pt x="3881" y="1671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41852" y="3934057"/>
              <a:ext cx="3881" cy="167122"/>
            </a:xfrm>
            <a:custGeom>
              <a:avLst/>
              <a:pathLst>
                <a:path w="3881" h="167122">
                  <a:moveTo>
                    <a:pt x="0" y="0"/>
                  </a:moveTo>
                  <a:lnTo>
                    <a:pt x="3881" y="1671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478566" y="3934012"/>
              <a:ext cx="334325" cy="334323"/>
            </a:xfrm>
            <a:custGeom>
              <a:avLst/>
              <a:pathLst>
                <a:path w="334325" h="334323">
                  <a:moveTo>
                    <a:pt x="163285" y="45"/>
                  </a:moveTo>
                  <a:lnTo>
                    <a:pt x="158005" y="251"/>
                  </a:lnTo>
                  <a:lnTo>
                    <a:pt x="152733" y="624"/>
                  </a:lnTo>
                  <a:lnTo>
                    <a:pt x="147476" y="1163"/>
                  </a:lnTo>
                  <a:lnTo>
                    <a:pt x="142239" y="1869"/>
                  </a:lnTo>
                  <a:lnTo>
                    <a:pt x="137026" y="2739"/>
                  </a:lnTo>
                  <a:lnTo>
                    <a:pt x="131844" y="3774"/>
                  </a:lnTo>
                  <a:lnTo>
                    <a:pt x="126697" y="4972"/>
                  </a:lnTo>
                  <a:lnTo>
                    <a:pt x="121590" y="6332"/>
                  </a:lnTo>
                  <a:lnTo>
                    <a:pt x="116529" y="7853"/>
                  </a:lnTo>
                  <a:lnTo>
                    <a:pt x="111519" y="9534"/>
                  </a:lnTo>
                  <a:lnTo>
                    <a:pt x="106564" y="11371"/>
                  </a:lnTo>
                  <a:lnTo>
                    <a:pt x="101670" y="13365"/>
                  </a:lnTo>
                  <a:lnTo>
                    <a:pt x="96841" y="15512"/>
                  </a:lnTo>
                  <a:lnTo>
                    <a:pt x="92082" y="17811"/>
                  </a:lnTo>
                  <a:lnTo>
                    <a:pt x="87399" y="20259"/>
                  </a:lnTo>
                  <a:lnTo>
                    <a:pt x="82795" y="22853"/>
                  </a:lnTo>
                  <a:lnTo>
                    <a:pt x="78276" y="25593"/>
                  </a:lnTo>
                  <a:lnTo>
                    <a:pt x="73845" y="28473"/>
                  </a:lnTo>
                  <a:lnTo>
                    <a:pt x="69508" y="31492"/>
                  </a:lnTo>
                  <a:lnTo>
                    <a:pt x="65268" y="34647"/>
                  </a:lnTo>
                  <a:lnTo>
                    <a:pt x="61130" y="37934"/>
                  </a:lnTo>
                  <a:lnTo>
                    <a:pt x="57098" y="41350"/>
                  </a:lnTo>
                  <a:lnTo>
                    <a:pt x="53176" y="44892"/>
                  </a:lnTo>
                  <a:lnTo>
                    <a:pt x="49368" y="48557"/>
                  </a:lnTo>
                  <a:lnTo>
                    <a:pt x="45678" y="52339"/>
                  </a:lnTo>
                  <a:lnTo>
                    <a:pt x="42109" y="56237"/>
                  </a:lnTo>
                  <a:lnTo>
                    <a:pt x="38665" y="60245"/>
                  </a:lnTo>
                  <a:lnTo>
                    <a:pt x="35349" y="64361"/>
                  </a:lnTo>
                  <a:lnTo>
                    <a:pt x="32166" y="68579"/>
                  </a:lnTo>
                  <a:lnTo>
                    <a:pt x="29117" y="72895"/>
                  </a:lnTo>
                  <a:lnTo>
                    <a:pt x="26206" y="77306"/>
                  </a:lnTo>
                  <a:lnTo>
                    <a:pt x="23436" y="81806"/>
                  </a:lnTo>
                  <a:lnTo>
                    <a:pt x="20810" y="86392"/>
                  </a:lnTo>
                  <a:lnTo>
                    <a:pt x="18330" y="91059"/>
                  </a:lnTo>
                  <a:lnTo>
                    <a:pt x="15998" y="95801"/>
                  </a:lnTo>
                  <a:lnTo>
                    <a:pt x="13818" y="100615"/>
                  </a:lnTo>
                  <a:lnTo>
                    <a:pt x="11791" y="105496"/>
                  </a:lnTo>
                  <a:lnTo>
                    <a:pt x="9919" y="110438"/>
                  </a:lnTo>
                  <a:lnTo>
                    <a:pt x="8205" y="115437"/>
                  </a:lnTo>
                  <a:lnTo>
                    <a:pt x="6649" y="120487"/>
                  </a:lnTo>
                  <a:lnTo>
                    <a:pt x="5254" y="125584"/>
                  </a:lnTo>
                  <a:lnTo>
                    <a:pt x="4020" y="130723"/>
                  </a:lnTo>
                  <a:lnTo>
                    <a:pt x="2950" y="135898"/>
                  </a:lnTo>
                  <a:lnTo>
                    <a:pt x="2043" y="141105"/>
                  </a:lnTo>
                  <a:lnTo>
                    <a:pt x="1302" y="146337"/>
                  </a:lnTo>
                  <a:lnTo>
                    <a:pt x="727" y="151590"/>
                  </a:lnTo>
                  <a:lnTo>
                    <a:pt x="317" y="156859"/>
                  </a:lnTo>
                  <a:lnTo>
                    <a:pt x="75" y="162138"/>
                  </a:lnTo>
                  <a:lnTo>
                    <a:pt x="0" y="167422"/>
                  </a:lnTo>
                  <a:lnTo>
                    <a:pt x="91" y="172706"/>
                  </a:lnTo>
                  <a:lnTo>
                    <a:pt x="350" y="177985"/>
                  </a:lnTo>
                  <a:lnTo>
                    <a:pt x="775" y="183252"/>
                  </a:lnTo>
                  <a:lnTo>
                    <a:pt x="1367" y="188504"/>
                  </a:lnTo>
                  <a:lnTo>
                    <a:pt x="2124" y="193734"/>
                  </a:lnTo>
                  <a:lnTo>
                    <a:pt x="3046" y="198937"/>
                  </a:lnTo>
                  <a:lnTo>
                    <a:pt x="4132" y="204109"/>
                  </a:lnTo>
                  <a:lnTo>
                    <a:pt x="5381" y="209244"/>
                  </a:lnTo>
                  <a:lnTo>
                    <a:pt x="6792" y="214337"/>
                  </a:lnTo>
                  <a:lnTo>
                    <a:pt x="8363" y="219383"/>
                  </a:lnTo>
                  <a:lnTo>
                    <a:pt x="10093" y="224376"/>
                  </a:lnTo>
                  <a:lnTo>
                    <a:pt x="11980" y="229312"/>
                  </a:lnTo>
                  <a:lnTo>
                    <a:pt x="14022" y="234187"/>
                  </a:lnTo>
                  <a:lnTo>
                    <a:pt x="16217" y="238994"/>
                  </a:lnTo>
                  <a:lnTo>
                    <a:pt x="18563" y="243729"/>
                  </a:lnTo>
                  <a:lnTo>
                    <a:pt x="21057" y="248388"/>
                  </a:lnTo>
                  <a:lnTo>
                    <a:pt x="23697" y="252966"/>
                  </a:lnTo>
                  <a:lnTo>
                    <a:pt x="26481" y="257458"/>
                  </a:lnTo>
                  <a:lnTo>
                    <a:pt x="29406" y="261860"/>
                  </a:lnTo>
                  <a:lnTo>
                    <a:pt x="32468" y="266167"/>
                  </a:lnTo>
                  <a:lnTo>
                    <a:pt x="35664" y="270376"/>
                  </a:lnTo>
                  <a:lnTo>
                    <a:pt x="38992" y="274481"/>
                  </a:lnTo>
                  <a:lnTo>
                    <a:pt x="42448" y="278479"/>
                  </a:lnTo>
                  <a:lnTo>
                    <a:pt x="46029" y="282365"/>
                  </a:lnTo>
                  <a:lnTo>
                    <a:pt x="49731" y="286137"/>
                  </a:lnTo>
                  <a:lnTo>
                    <a:pt x="53550" y="289789"/>
                  </a:lnTo>
                  <a:lnTo>
                    <a:pt x="57483" y="293319"/>
                  </a:lnTo>
                  <a:lnTo>
                    <a:pt x="61525" y="296723"/>
                  </a:lnTo>
                  <a:lnTo>
                    <a:pt x="65673" y="299998"/>
                  </a:lnTo>
                  <a:lnTo>
                    <a:pt x="69923" y="303139"/>
                  </a:lnTo>
                  <a:lnTo>
                    <a:pt x="74269" y="306145"/>
                  </a:lnTo>
                  <a:lnTo>
                    <a:pt x="78709" y="309012"/>
                  </a:lnTo>
                  <a:lnTo>
                    <a:pt x="83236" y="311737"/>
                  </a:lnTo>
                  <a:lnTo>
                    <a:pt x="87848" y="314318"/>
                  </a:lnTo>
                  <a:lnTo>
                    <a:pt x="92539" y="316752"/>
                  </a:lnTo>
                  <a:lnTo>
                    <a:pt x="97305" y="319036"/>
                  </a:lnTo>
                  <a:lnTo>
                    <a:pt x="102140" y="321168"/>
                  </a:lnTo>
                  <a:lnTo>
                    <a:pt x="107040" y="323147"/>
                  </a:lnTo>
                  <a:lnTo>
                    <a:pt x="112001" y="324970"/>
                  </a:lnTo>
                  <a:lnTo>
                    <a:pt x="117016" y="326634"/>
                  </a:lnTo>
                  <a:lnTo>
                    <a:pt x="122082" y="328140"/>
                  </a:lnTo>
                  <a:lnTo>
                    <a:pt x="127193" y="329485"/>
                  </a:lnTo>
                  <a:lnTo>
                    <a:pt x="132343" y="330667"/>
                  </a:lnTo>
                  <a:lnTo>
                    <a:pt x="137529" y="331686"/>
                  </a:lnTo>
                  <a:lnTo>
                    <a:pt x="142744" y="332541"/>
                  </a:lnTo>
                  <a:lnTo>
                    <a:pt x="147983" y="333230"/>
                  </a:lnTo>
                  <a:lnTo>
                    <a:pt x="153242" y="333753"/>
                  </a:lnTo>
                  <a:lnTo>
                    <a:pt x="158515" y="334110"/>
                  </a:lnTo>
                  <a:lnTo>
                    <a:pt x="163796" y="334300"/>
                  </a:lnTo>
                  <a:lnTo>
                    <a:pt x="169081" y="334323"/>
                  </a:lnTo>
                  <a:lnTo>
                    <a:pt x="174363" y="334179"/>
                  </a:lnTo>
                  <a:lnTo>
                    <a:pt x="179639" y="333868"/>
                  </a:lnTo>
                  <a:lnTo>
                    <a:pt x="184902" y="333391"/>
                  </a:lnTo>
                  <a:lnTo>
                    <a:pt x="190147" y="332747"/>
                  </a:lnTo>
                  <a:lnTo>
                    <a:pt x="195370" y="331938"/>
                  </a:lnTo>
                  <a:lnTo>
                    <a:pt x="200564" y="330964"/>
                  </a:lnTo>
                  <a:lnTo>
                    <a:pt x="205725" y="329827"/>
                  </a:lnTo>
                  <a:lnTo>
                    <a:pt x="210847" y="328527"/>
                  </a:lnTo>
                  <a:lnTo>
                    <a:pt x="215925" y="327065"/>
                  </a:lnTo>
                  <a:lnTo>
                    <a:pt x="220955" y="325444"/>
                  </a:lnTo>
                  <a:lnTo>
                    <a:pt x="225931" y="323665"/>
                  </a:lnTo>
                  <a:lnTo>
                    <a:pt x="230849" y="321729"/>
                  </a:lnTo>
                  <a:lnTo>
                    <a:pt x="235703" y="319639"/>
                  </a:lnTo>
                  <a:lnTo>
                    <a:pt x="240488" y="317397"/>
                  </a:lnTo>
                  <a:lnTo>
                    <a:pt x="245200" y="315004"/>
                  </a:lnTo>
                  <a:lnTo>
                    <a:pt x="249834" y="312464"/>
                  </a:lnTo>
                  <a:lnTo>
                    <a:pt x="254385" y="309778"/>
                  </a:lnTo>
                  <a:lnTo>
                    <a:pt x="258849" y="306950"/>
                  </a:lnTo>
                  <a:lnTo>
                    <a:pt x="263222" y="303982"/>
                  </a:lnTo>
                  <a:lnTo>
                    <a:pt x="267499" y="300877"/>
                  </a:lnTo>
                  <a:lnTo>
                    <a:pt x="271675" y="297639"/>
                  </a:lnTo>
                  <a:lnTo>
                    <a:pt x="275747" y="294271"/>
                  </a:lnTo>
                  <a:lnTo>
                    <a:pt x="279710" y="290775"/>
                  </a:lnTo>
                  <a:lnTo>
                    <a:pt x="283561" y="287156"/>
                  </a:lnTo>
                  <a:lnTo>
                    <a:pt x="287296" y="283417"/>
                  </a:lnTo>
                  <a:lnTo>
                    <a:pt x="290910" y="279561"/>
                  </a:lnTo>
                  <a:lnTo>
                    <a:pt x="294401" y="275594"/>
                  </a:lnTo>
                  <a:lnTo>
                    <a:pt x="297765" y="271518"/>
                  </a:lnTo>
                  <a:lnTo>
                    <a:pt x="300998" y="267338"/>
                  </a:lnTo>
                  <a:lnTo>
                    <a:pt x="304097" y="263057"/>
                  </a:lnTo>
                  <a:lnTo>
                    <a:pt x="307060" y="258681"/>
                  </a:lnTo>
                  <a:lnTo>
                    <a:pt x="309883" y="254214"/>
                  </a:lnTo>
                  <a:lnTo>
                    <a:pt x="312563" y="249659"/>
                  </a:lnTo>
                  <a:lnTo>
                    <a:pt x="315098" y="245022"/>
                  </a:lnTo>
                  <a:lnTo>
                    <a:pt x="317485" y="240307"/>
                  </a:lnTo>
                  <a:lnTo>
                    <a:pt x="319721" y="235519"/>
                  </a:lnTo>
                  <a:lnTo>
                    <a:pt x="321806" y="230663"/>
                  </a:lnTo>
                  <a:lnTo>
                    <a:pt x="323736" y="225743"/>
                  </a:lnTo>
                  <a:lnTo>
                    <a:pt x="325509" y="220765"/>
                  </a:lnTo>
                  <a:lnTo>
                    <a:pt x="327124" y="215733"/>
                  </a:lnTo>
                  <a:lnTo>
                    <a:pt x="328579" y="210653"/>
                  </a:lnTo>
                  <a:lnTo>
                    <a:pt x="329873" y="205529"/>
                  </a:lnTo>
                  <a:lnTo>
                    <a:pt x="331004" y="200367"/>
                  </a:lnTo>
                  <a:lnTo>
                    <a:pt x="331972" y="195171"/>
                  </a:lnTo>
                  <a:lnTo>
                    <a:pt x="332775" y="189948"/>
                  </a:lnTo>
                  <a:lnTo>
                    <a:pt x="333412" y="184702"/>
                  </a:lnTo>
                  <a:lnTo>
                    <a:pt x="333883" y="179438"/>
                  </a:lnTo>
                  <a:lnTo>
                    <a:pt x="334188" y="174162"/>
                  </a:lnTo>
                  <a:lnTo>
                    <a:pt x="334325" y="168879"/>
                  </a:lnTo>
                  <a:lnTo>
                    <a:pt x="334296" y="163595"/>
                  </a:lnTo>
                  <a:lnTo>
                    <a:pt x="334100" y="158314"/>
                  </a:lnTo>
                  <a:lnTo>
                    <a:pt x="333736" y="153042"/>
                  </a:lnTo>
                  <a:lnTo>
                    <a:pt x="333207" y="147784"/>
                  </a:lnTo>
                  <a:lnTo>
                    <a:pt x="332511" y="142545"/>
                  </a:lnTo>
                  <a:lnTo>
                    <a:pt x="331650" y="137331"/>
                  </a:lnTo>
                  <a:lnTo>
                    <a:pt x="330625" y="132147"/>
                  </a:lnTo>
                  <a:lnTo>
                    <a:pt x="329436" y="126997"/>
                  </a:lnTo>
                  <a:lnTo>
                    <a:pt x="328085" y="121888"/>
                  </a:lnTo>
                  <a:lnTo>
                    <a:pt x="326574" y="116824"/>
                  </a:lnTo>
                  <a:lnTo>
                    <a:pt x="324903" y="111811"/>
                  </a:lnTo>
                  <a:lnTo>
                    <a:pt x="323074" y="106853"/>
                  </a:lnTo>
                  <a:lnTo>
                    <a:pt x="321090" y="101955"/>
                  </a:lnTo>
                  <a:lnTo>
                    <a:pt x="318952" y="97122"/>
                  </a:lnTo>
                  <a:lnTo>
                    <a:pt x="316662" y="92359"/>
                  </a:lnTo>
                  <a:lnTo>
                    <a:pt x="314222" y="87671"/>
                  </a:lnTo>
                  <a:lnTo>
                    <a:pt x="311636" y="83062"/>
                  </a:lnTo>
                  <a:lnTo>
                    <a:pt x="308905" y="78538"/>
                  </a:lnTo>
                  <a:lnTo>
                    <a:pt x="306033" y="74102"/>
                  </a:lnTo>
                  <a:lnTo>
                    <a:pt x="303022" y="69759"/>
                  </a:lnTo>
                  <a:lnTo>
                    <a:pt x="299875" y="65513"/>
                  </a:lnTo>
                  <a:lnTo>
                    <a:pt x="296596" y="61369"/>
                  </a:lnTo>
                  <a:lnTo>
                    <a:pt x="293187" y="57331"/>
                  </a:lnTo>
                  <a:lnTo>
                    <a:pt x="289652" y="53403"/>
                  </a:lnTo>
                  <a:lnTo>
                    <a:pt x="285995" y="49588"/>
                  </a:lnTo>
                  <a:lnTo>
                    <a:pt x="282219" y="45891"/>
                  </a:lnTo>
                  <a:lnTo>
                    <a:pt x="278328" y="42315"/>
                  </a:lnTo>
                  <a:lnTo>
                    <a:pt x="274326" y="38863"/>
                  </a:lnTo>
                  <a:lnTo>
                    <a:pt x="270217" y="35540"/>
                  </a:lnTo>
                  <a:lnTo>
                    <a:pt x="266005" y="32349"/>
                  </a:lnTo>
                  <a:lnTo>
                    <a:pt x="261694" y="29292"/>
                  </a:lnTo>
                  <a:lnTo>
                    <a:pt x="257289" y="26373"/>
                  </a:lnTo>
                  <a:lnTo>
                    <a:pt x="252793" y="23594"/>
                  </a:lnTo>
                  <a:lnTo>
                    <a:pt x="248212" y="20960"/>
                  </a:lnTo>
                  <a:lnTo>
                    <a:pt x="243550" y="18471"/>
                  </a:lnTo>
                  <a:lnTo>
                    <a:pt x="238812" y="16131"/>
                  </a:lnTo>
                  <a:lnTo>
                    <a:pt x="234002" y="13942"/>
                  </a:lnTo>
                  <a:lnTo>
                    <a:pt x="229125" y="11906"/>
                  </a:lnTo>
                  <a:lnTo>
                    <a:pt x="224187" y="10025"/>
                  </a:lnTo>
                  <a:lnTo>
                    <a:pt x="219191" y="8301"/>
                  </a:lnTo>
                  <a:lnTo>
                    <a:pt x="214143" y="6736"/>
                  </a:lnTo>
                  <a:lnTo>
                    <a:pt x="209049" y="5331"/>
                  </a:lnTo>
                  <a:lnTo>
                    <a:pt x="203912" y="4088"/>
                  </a:lnTo>
                  <a:lnTo>
                    <a:pt x="198739" y="3008"/>
                  </a:lnTo>
                  <a:lnTo>
                    <a:pt x="193535" y="2092"/>
                  </a:lnTo>
                  <a:lnTo>
                    <a:pt x="188304" y="1341"/>
                  </a:lnTo>
                  <a:lnTo>
                    <a:pt x="183051" y="756"/>
                  </a:lnTo>
                  <a:lnTo>
                    <a:pt x="177783" y="337"/>
                  </a:lnTo>
                  <a:lnTo>
                    <a:pt x="172505" y="85"/>
                  </a:lnTo>
                  <a:lnTo>
                    <a:pt x="167221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874902" y="4397268"/>
              <a:ext cx="3881" cy="167167"/>
            </a:xfrm>
            <a:custGeom>
              <a:avLst/>
              <a:pathLst>
                <a:path w="3881" h="167167">
                  <a:moveTo>
                    <a:pt x="3881" y="0"/>
                  </a:moveTo>
                  <a:lnTo>
                    <a:pt x="0" y="45"/>
                  </a:lnTo>
                  <a:lnTo>
                    <a:pt x="388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874902" y="4397313"/>
              <a:ext cx="3881" cy="167122"/>
            </a:xfrm>
            <a:custGeom>
              <a:avLst/>
              <a:pathLst>
                <a:path w="3881" h="167122">
                  <a:moveTo>
                    <a:pt x="0" y="0"/>
                  </a:moveTo>
                  <a:lnTo>
                    <a:pt x="3881" y="1671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874902" y="4397313"/>
              <a:ext cx="3881" cy="167122"/>
            </a:xfrm>
            <a:custGeom>
              <a:avLst/>
              <a:pathLst>
                <a:path w="3881" h="167122">
                  <a:moveTo>
                    <a:pt x="0" y="0"/>
                  </a:moveTo>
                  <a:lnTo>
                    <a:pt x="3881" y="167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874902" y="4397313"/>
              <a:ext cx="3881" cy="167122"/>
            </a:xfrm>
            <a:custGeom>
              <a:avLst/>
              <a:pathLst>
                <a:path w="3881" h="167122">
                  <a:moveTo>
                    <a:pt x="0" y="0"/>
                  </a:moveTo>
                  <a:lnTo>
                    <a:pt x="3881" y="167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874902" y="4397313"/>
              <a:ext cx="3881" cy="167122"/>
            </a:xfrm>
            <a:custGeom>
              <a:avLst/>
              <a:pathLst>
                <a:path w="3881" h="167122">
                  <a:moveTo>
                    <a:pt x="0" y="0"/>
                  </a:moveTo>
                  <a:lnTo>
                    <a:pt x="3881" y="1671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874902" y="4397313"/>
              <a:ext cx="3881" cy="167122"/>
            </a:xfrm>
            <a:custGeom>
              <a:avLst/>
              <a:pathLst>
                <a:path w="3881" h="167122">
                  <a:moveTo>
                    <a:pt x="0" y="0"/>
                  </a:moveTo>
                  <a:lnTo>
                    <a:pt x="3881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874902" y="4397313"/>
              <a:ext cx="3881" cy="167122"/>
            </a:xfrm>
            <a:custGeom>
              <a:avLst/>
              <a:pathLst>
                <a:path w="3881" h="167122">
                  <a:moveTo>
                    <a:pt x="0" y="0"/>
                  </a:moveTo>
                  <a:lnTo>
                    <a:pt x="3881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874902" y="4397313"/>
              <a:ext cx="3881" cy="167122"/>
            </a:xfrm>
            <a:custGeom>
              <a:avLst/>
              <a:pathLst>
                <a:path w="3881" h="167122">
                  <a:moveTo>
                    <a:pt x="0" y="0"/>
                  </a:moveTo>
                  <a:lnTo>
                    <a:pt x="3881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874902" y="4397313"/>
              <a:ext cx="3881" cy="167122"/>
            </a:xfrm>
            <a:custGeom>
              <a:avLst/>
              <a:pathLst>
                <a:path w="3881" h="167122">
                  <a:moveTo>
                    <a:pt x="0" y="0"/>
                  </a:moveTo>
                  <a:lnTo>
                    <a:pt x="3881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874902" y="4397313"/>
              <a:ext cx="3881" cy="167122"/>
            </a:xfrm>
            <a:custGeom>
              <a:avLst/>
              <a:pathLst>
                <a:path w="3881" h="167122">
                  <a:moveTo>
                    <a:pt x="0" y="0"/>
                  </a:moveTo>
                  <a:lnTo>
                    <a:pt x="3881" y="1671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874902" y="4397313"/>
              <a:ext cx="3881" cy="167122"/>
            </a:xfrm>
            <a:custGeom>
              <a:avLst/>
              <a:pathLst>
                <a:path w="3881" h="167122">
                  <a:moveTo>
                    <a:pt x="0" y="0"/>
                  </a:moveTo>
                  <a:lnTo>
                    <a:pt x="3881" y="1671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11616" y="4397268"/>
              <a:ext cx="334324" cy="334324"/>
            </a:xfrm>
            <a:custGeom>
              <a:avLst/>
              <a:pathLst>
                <a:path w="334324" h="334324">
                  <a:moveTo>
                    <a:pt x="163285" y="44"/>
                  </a:moveTo>
                  <a:lnTo>
                    <a:pt x="158006" y="251"/>
                  </a:lnTo>
                  <a:lnTo>
                    <a:pt x="152735" y="623"/>
                  </a:lnTo>
                  <a:lnTo>
                    <a:pt x="147479" y="1163"/>
                  </a:lnTo>
                  <a:lnTo>
                    <a:pt x="142243" y="1868"/>
                  </a:lnTo>
                  <a:lnTo>
                    <a:pt x="137031" y="2738"/>
                  </a:lnTo>
                  <a:lnTo>
                    <a:pt x="131850" y="3773"/>
                  </a:lnTo>
                  <a:lnTo>
                    <a:pt x="126703" y="4970"/>
                  </a:lnTo>
                  <a:lnTo>
                    <a:pt x="121598" y="6330"/>
                  </a:lnTo>
                  <a:lnTo>
                    <a:pt x="116537" y="7851"/>
                  </a:lnTo>
                  <a:lnTo>
                    <a:pt x="111528" y="9530"/>
                  </a:lnTo>
                  <a:lnTo>
                    <a:pt x="106574" y="11367"/>
                  </a:lnTo>
                  <a:lnTo>
                    <a:pt x="101680" y="13360"/>
                  </a:lnTo>
                  <a:lnTo>
                    <a:pt x="96852" y="15507"/>
                  </a:lnTo>
                  <a:lnTo>
                    <a:pt x="92094" y="17805"/>
                  </a:lnTo>
                  <a:lnTo>
                    <a:pt x="87411" y="20252"/>
                  </a:lnTo>
                  <a:lnTo>
                    <a:pt x="82808" y="22846"/>
                  </a:lnTo>
                  <a:lnTo>
                    <a:pt x="78289" y="25584"/>
                  </a:lnTo>
                  <a:lnTo>
                    <a:pt x="73859" y="28463"/>
                  </a:lnTo>
                  <a:lnTo>
                    <a:pt x="69522" y="31482"/>
                  </a:lnTo>
                  <a:lnTo>
                    <a:pt x="65283" y="34635"/>
                  </a:lnTo>
                  <a:lnTo>
                    <a:pt x="61145" y="37921"/>
                  </a:lnTo>
                  <a:lnTo>
                    <a:pt x="57114" y="41337"/>
                  </a:lnTo>
                  <a:lnTo>
                    <a:pt x="53192" y="44877"/>
                  </a:lnTo>
                  <a:lnTo>
                    <a:pt x="49384" y="48541"/>
                  </a:lnTo>
                  <a:lnTo>
                    <a:pt x="45694" y="52322"/>
                  </a:lnTo>
                  <a:lnTo>
                    <a:pt x="42125" y="56218"/>
                  </a:lnTo>
                  <a:lnTo>
                    <a:pt x="38681" y="60226"/>
                  </a:lnTo>
                  <a:lnTo>
                    <a:pt x="35366" y="64340"/>
                  </a:lnTo>
                  <a:lnTo>
                    <a:pt x="32182" y="68556"/>
                  </a:lnTo>
                  <a:lnTo>
                    <a:pt x="29133" y="72872"/>
                  </a:lnTo>
                  <a:lnTo>
                    <a:pt x="26222" y="77281"/>
                  </a:lnTo>
                  <a:lnTo>
                    <a:pt x="23451" y="81780"/>
                  </a:lnTo>
                  <a:lnTo>
                    <a:pt x="20825" y="86365"/>
                  </a:lnTo>
                  <a:lnTo>
                    <a:pt x="18344" y="91030"/>
                  </a:lnTo>
                  <a:lnTo>
                    <a:pt x="16012" y="95772"/>
                  </a:lnTo>
                  <a:lnTo>
                    <a:pt x="13832" y="100584"/>
                  </a:lnTo>
                  <a:lnTo>
                    <a:pt x="11804" y="105463"/>
                  </a:lnTo>
                  <a:lnTo>
                    <a:pt x="9931" y="110404"/>
                  </a:lnTo>
                  <a:lnTo>
                    <a:pt x="8216" y="115402"/>
                  </a:lnTo>
                  <a:lnTo>
                    <a:pt x="6660" y="120451"/>
                  </a:lnTo>
                  <a:lnTo>
                    <a:pt x="5263" y="125547"/>
                  </a:lnTo>
                  <a:lnTo>
                    <a:pt x="4029" y="130684"/>
                  </a:lnTo>
                  <a:lnTo>
                    <a:pt x="2957" y="135858"/>
                  </a:lnTo>
                  <a:lnTo>
                    <a:pt x="2050" y="141064"/>
                  </a:lnTo>
                  <a:lnTo>
                    <a:pt x="1307" y="146295"/>
                  </a:lnTo>
                  <a:lnTo>
                    <a:pt x="731" y="151547"/>
                  </a:lnTo>
                  <a:lnTo>
                    <a:pt x="320" y="156815"/>
                  </a:lnTo>
                  <a:lnTo>
                    <a:pt x="76" y="162093"/>
                  </a:lnTo>
                  <a:lnTo>
                    <a:pt x="0" y="167376"/>
                  </a:lnTo>
                  <a:lnTo>
                    <a:pt x="90" y="172659"/>
                  </a:lnTo>
                  <a:lnTo>
                    <a:pt x="347" y="177937"/>
                  </a:lnTo>
                  <a:lnTo>
                    <a:pt x="770" y="183203"/>
                  </a:lnTo>
                  <a:lnTo>
                    <a:pt x="1360" y="188454"/>
                  </a:lnTo>
                  <a:lnTo>
                    <a:pt x="2116" y="193683"/>
                  </a:lnTo>
                  <a:lnTo>
                    <a:pt x="3036" y="198886"/>
                  </a:lnTo>
                  <a:lnTo>
                    <a:pt x="4121" y="204058"/>
                  </a:lnTo>
                  <a:lnTo>
                    <a:pt x="5368" y="209192"/>
                  </a:lnTo>
                  <a:lnTo>
                    <a:pt x="6777" y="214284"/>
                  </a:lnTo>
                  <a:lnTo>
                    <a:pt x="8346" y="219330"/>
                  </a:lnTo>
                  <a:lnTo>
                    <a:pt x="10074" y="224323"/>
                  </a:lnTo>
                  <a:lnTo>
                    <a:pt x="11959" y="229259"/>
                  </a:lnTo>
                  <a:lnTo>
                    <a:pt x="13999" y="234133"/>
                  </a:lnTo>
                  <a:lnTo>
                    <a:pt x="16192" y="238940"/>
                  </a:lnTo>
                  <a:lnTo>
                    <a:pt x="18535" y="243676"/>
                  </a:lnTo>
                  <a:lnTo>
                    <a:pt x="21028" y="248335"/>
                  </a:lnTo>
                  <a:lnTo>
                    <a:pt x="23666" y="252913"/>
                  </a:lnTo>
                  <a:lnTo>
                    <a:pt x="26447" y="257405"/>
                  </a:lnTo>
                  <a:lnTo>
                    <a:pt x="29369" y="261807"/>
                  </a:lnTo>
                  <a:lnTo>
                    <a:pt x="32429" y="266115"/>
                  </a:lnTo>
                  <a:lnTo>
                    <a:pt x="35624" y="270324"/>
                  </a:lnTo>
                  <a:lnTo>
                    <a:pt x="38949" y="274429"/>
                  </a:lnTo>
                  <a:lnTo>
                    <a:pt x="42403" y="278428"/>
                  </a:lnTo>
                  <a:lnTo>
                    <a:pt x="45982" y="282315"/>
                  </a:lnTo>
                  <a:lnTo>
                    <a:pt x="49682" y="286088"/>
                  </a:lnTo>
                  <a:lnTo>
                    <a:pt x="53499" y="289741"/>
                  </a:lnTo>
                  <a:lnTo>
                    <a:pt x="57429" y="293272"/>
                  </a:lnTo>
                  <a:lnTo>
                    <a:pt x="61469" y="296677"/>
                  </a:lnTo>
                  <a:lnTo>
                    <a:pt x="65615" y="299953"/>
                  </a:lnTo>
                  <a:lnTo>
                    <a:pt x="69862" y="303096"/>
                  </a:lnTo>
                  <a:lnTo>
                    <a:pt x="74207" y="306103"/>
                  </a:lnTo>
                  <a:lnTo>
                    <a:pt x="78644" y="308972"/>
                  </a:lnTo>
                  <a:lnTo>
                    <a:pt x="83170" y="311699"/>
                  </a:lnTo>
                  <a:lnTo>
                    <a:pt x="87779" y="314281"/>
                  </a:lnTo>
                  <a:lnTo>
                    <a:pt x="92468" y="316716"/>
                  </a:lnTo>
                  <a:lnTo>
                    <a:pt x="97232" y="319002"/>
                  </a:lnTo>
                  <a:lnTo>
                    <a:pt x="102066" y="321137"/>
                  </a:lnTo>
                  <a:lnTo>
                    <a:pt x="106964" y="323117"/>
                  </a:lnTo>
                  <a:lnTo>
                    <a:pt x="111923" y="324942"/>
                  </a:lnTo>
                  <a:lnTo>
                    <a:pt x="116937" y="326609"/>
                  </a:lnTo>
                  <a:lnTo>
                    <a:pt x="122001" y="328117"/>
                  </a:lnTo>
                  <a:lnTo>
                    <a:pt x="127110" y="329464"/>
                  </a:lnTo>
                  <a:lnTo>
                    <a:pt x="132259" y="330649"/>
                  </a:lnTo>
                  <a:lnTo>
                    <a:pt x="137443" y="331670"/>
                  </a:lnTo>
                  <a:lnTo>
                    <a:pt x="142657" y="332528"/>
                  </a:lnTo>
                  <a:lnTo>
                    <a:pt x="147895" y="333220"/>
                  </a:lnTo>
                  <a:lnTo>
                    <a:pt x="153152" y="333746"/>
                  </a:lnTo>
                  <a:lnTo>
                    <a:pt x="158424" y="334105"/>
                  </a:lnTo>
                  <a:lnTo>
                    <a:pt x="163704" y="334298"/>
                  </a:lnTo>
                  <a:lnTo>
                    <a:pt x="168988" y="334324"/>
                  </a:lnTo>
                  <a:lnTo>
                    <a:pt x="174270" y="334183"/>
                  </a:lnTo>
                  <a:lnTo>
                    <a:pt x="179544" y="333875"/>
                  </a:lnTo>
                  <a:lnTo>
                    <a:pt x="184807" y="333401"/>
                  </a:lnTo>
                  <a:lnTo>
                    <a:pt x="190051" y="332760"/>
                  </a:lnTo>
                  <a:lnTo>
                    <a:pt x="195273" y="331954"/>
                  </a:lnTo>
                  <a:lnTo>
                    <a:pt x="200467" y="330984"/>
                  </a:lnTo>
                  <a:lnTo>
                    <a:pt x="205628" y="329850"/>
                  </a:lnTo>
                  <a:lnTo>
                    <a:pt x="210750" y="328553"/>
                  </a:lnTo>
                  <a:lnTo>
                    <a:pt x="215828" y="327095"/>
                  </a:lnTo>
                  <a:lnTo>
                    <a:pt x="220858" y="325477"/>
                  </a:lnTo>
                  <a:lnTo>
                    <a:pt x="225835" y="323701"/>
                  </a:lnTo>
                  <a:lnTo>
                    <a:pt x="230752" y="321769"/>
                  </a:lnTo>
                  <a:lnTo>
                    <a:pt x="235607" y="319682"/>
                  </a:lnTo>
                  <a:lnTo>
                    <a:pt x="240392" y="317443"/>
                  </a:lnTo>
                  <a:lnTo>
                    <a:pt x="245105" y="315054"/>
                  </a:lnTo>
                  <a:lnTo>
                    <a:pt x="249740" y="312517"/>
                  </a:lnTo>
                  <a:lnTo>
                    <a:pt x="254292" y="309835"/>
                  </a:lnTo>
                  <a:lnTo>
                    <a:pt x="258758" y="307010"/>
                  </a:lnTo>
                  <a:lnTo>
                    <a:pt x="263131" y="304045"/>
                  </a:lnTo>
                  <a:lnTo>
                    <a:pt x="267409" y="300944"/>
                  </a:lnTo>
                  <a:lnTo>
                    <a:pt x="271587" y="297709"/>
                  </a:lnTo>
                  <a:lnTo>
                    <a:pt x="275660" y="294344"/>
                  </a:lnTo>
                  <a:lnTo>
                    <a:pt x="279625" y="290852"/>
                  </a:lnTo>
                  <a:lnTo>
                    <a:pt x="283478" y="287236"/>
                  </a:lnTo>
                  <a:lnTo>
                    <a:pt x="287215" y="283500"/>
                  </a:lnTo>
                  <a:lnTo>
                    <a:pt x="290831" y="279648"/>
                  </a:lnTo>
                  <a:lnTo>
                    <a:pt x="294324" y="275684"/>
                  </a:lnTo>
                  <a:lnTo>
                    <a:pt x="297690" y="271611"/>
                  </a:lnTo>
                  <a:lnTo>
                    <a:pt x="300926" y="267434"/>
                  </a:lnTo>
                  <a:lnTo>
                    <a:pt x="304028" y="263156"/>
                  </a:lnTo>
                  <a:lnTo>
                    <a:pt x="306993" y="258783"/>
                  </a:lnTo>
                  <a:lnTo>
                    <a:pt x="309819" y="254318"/>
                  </a:lnTo>
                  <a:lnTo>
                    <a:pt x="312502" y="249767"/>
                  </a:lnTo>
                  <a:lnTo>
                    <a:pt x="315040" y="245132"/>
                  </a:lnTo>
                  <a:lnTo>
                    <a:pt x="317430" y="240420"/>
                  </a:lnTo>
                  <a:lnTo>
                    <a:pt x="319670" y="235635"/>
                  </a:lnTo>
                  <a:lnTo>
                    <a:pt x="321757" y="230781"/>
                  </a:lnTo>
                  <a:lnTo>
                    <a:pt x="323690" y="225863"/>
                  </a:lnTo>
                  <a:lnTo>
                    <a:pt x="325467" y="220887"/>
                  </a:lnTo>
                  <a:lnTo>
                    <a:pt x="327086" y="215858"/>
                  </a:lnTo>
                  <a:lnTo>
                    <a:pt x="328545" y="210779"/>
                  </a:lnTo>
                  <a:lnTo>
                    <a:pt x="329843" y="205657"/>
                  </a:lnTo>
                  <a:lnTo>
                    <a:pt x="330978" y="200497"/>
                  </a:lnTo>
                  <a:lnTo>
                    <a:pt x="331949" y="195303"/>
                  </a:lnTo>
                  <a:lnTo>
                    <a:pt x="332756" y="190082"/>
                  </a:lnTo>
                  <a:lnTo>
                    <a:pt x="333398" y="184837"/>
                  </a:lnTo>
                  <a:lnTo>
                    <a:pt x="333873" y="179575"/>
                  </a:lnTo>
                  <a:lnTo>
                    <a:pt x="334182" y="174300"/>
                  </a:lnTo>
                  <a:lnTo>
                    <a:pt x="334324" y="169018"/>
                  </a:lnTo>
                  <a:lnTo>
                    <a:pt x="334299" y="163735"/>
                  </a:lnTo>
                  <a:lnTo>
                    <a:pt x="334107" y="158454"/>
                  </a:lnTo>
                  <a:lnTo>
                    <a:pt x="333748" y="153183"/>
                  </a:lnTo>
                  <a:lnTo>
                    <a:pt x="333223" y="147925"/>
                  </a:lnTo>
                  <a:lnTo>
                    <a:pt x="332532" y="142687"/>
                  </a:lnTo>
                  <a:lnTo>
                    <a:pt x="331676" y="137473"/>
                  </a:lnTo>
                  <a:lnTo>
                    <a:pt x="330655" y="132289"/>
                  </a:lnTo>
                  <a:lnTo>
                    <a:pt x="329471" y="127139"/>
                  </a:lnTo>
                  <a:lnTo>
                    <a:pt x="328125" y="122030"/>
                  </a:lnTo>
                  <a:lnTo>
                    <a:pt x="326618" y="116966"/>
                  </a:lnTo>
                  <a:lnTo>
                    <a:pt x="324952" y="111952"/>
                  </a:lnTo>
                  <a:lnTo>
                    <a:pt x="323128" y="106993"/>
                  </a:lnTo>
                  <a:lnTo>
                    <a:pt x="321149" y="102094"/>
                  </a:lnTo>
                  <a:lnTo>
                    <a:pt x="319015" y="97260"/>
                  </a:lnTo>
                  <a:lnTo>
                    <a:pt x="316730" y="92496"/>
                  </a:lnTo>
                  <a:lnTo>
                    <a:pt x="314296" y="87806"/>
                  </a:lnTo>
                  <a:lnTo>
                    <a:pt x="311714" y="83196"/>
                  </a:lnTo>
                  <a:lnTo>
                    <a:pt x="308988" y="78670"/>
                  </a:lnTo>
                  <a:lnTo>
                    <a:pt x="306120" y="74232"/>
                  </a:lnTo>
                  <a:lnTo>
                    <a:pt x="303114" y="69887"/>
                  </a:lnTo>
                  <a:lnTo>
                    <a:pt x="299972" y="65639"/>
                  </a:lnTo>
                  <a:lnTo>
                    <a:pt x="296697" y="61493"/>
                  </a:lnTo>
                  <a:lnTo>
                    <a:pt x="293292" y="57452"/>
                  </a:lnTo>
                  <a:lnTo>
                    <a:pt x="289762" y="53521"/>
                  </a:lnTo>
                  <a:lnTo>
                    <a:pt x="286109" y="49703"/>
                  </a:lnTo>
                  <a:lnTo>
                    <a:pt x="282338" y="46003"/>
                  </a:lnTo>
                  <a:lnTo>
                    <a:pt x="278451" y="42424"/>
                  </a:lnTo>
                  <a:lnTo>
                    <a:pt x="274453" y="38969"/>
                  </a:lnTo>
                  <a:lnTo>
                    <a:pt x="270348" y="35642"/>
                  </a:lnTo>
                  <a:lnTo>
                    <a:pt x="266140" y="32447"/>
                  </a:lnTo>
                  <a:lnTo>
                    <a:pt x="261833" y="29387"/>
                  </a:lnTo>
                  <a:lnTo>
                    <a:pt x="257431" y="26464"/>
                  </a:lnTo>
                  <a:lnTo>
                    <a:pt x="252939" y="23681"/>
                  </a:lnTo>
                  <a:lnTo>
                    <a:pt x="248362" y="21042"/>
                  </a:lnTo>
                  <a:lnTo>
                    <a:pt x="243703" y="18549"/>
                  </a:lnTo>
                  <a:lnTo>
                    <a:pt x="238968" y="16205"/>
                  </a:lnTo>
                  <a:lnTo>
                    <a:pt x="234161" y="14011"/>
                  </a:lnTo>
                  <a:lnTo>
                    <a:pt x="229288" y="11970"/>
                  </a:lnTo>
                  <a:lnTo>
                    <a:pt x="224352" y="10085"/>
                  </a:lnTo>
                  <a:lnTo>
                    <a:pt x="219359" y="8356"/>
                  </a:lnTo>
                  <a:lnTo>
                    <a:pt x="214314" y="6786"/>
                  </a:lnTo>
                  <a:lnTo>
                    <a:pt x="209222" y="5376"/>
                  </a:lnTo>
                  <a:lnTo>
                    <a:pt x="204088" y="4127"/>
                  </a:lnTo>
                  <a:lnTo>
                    <a:pt x="198916" y="3042"/>
                  </a:lnTo>
                  <a:lnTo>
                    <a:pt x="193714" y="2121"/>
                  </a:lnTo>
                  <a:lnTo>
                    <a:pt x="188484" y="1364"/>
                  </a:lnTo>
                  <a:lnTo>
                    <a:pt x="183234" y="773"/>
                  </a:lnTo>
                  <a:lnTo>
                    <a:pt x="177967" y="349"/>
                  </a:lnTo>
                  <a:lnTo>
                    <a:pt x="172690" y="91"/>
                  </a:lnTo>
                  <a:lnTo>
                    <a:pt x="16740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878783" y="4397268"/>
              <a:ext cx="239" cy="167167"/>
            </a:xfrm>
            <a:custGeom>
              <a:avLst/>
              <a:pathLst>
                <a:path w="239" h="167167">
                  <a:moveTo>
                    <a:pt x="239" y="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211864" y="4794382"/>
              <a:ext cx="701" cy="167167"/>
            </a:xfrm>
            <a:custGeom>
              <a:avLst/>
              <a:pathLst>
                <a:path w="701" h="167167">
                  <a:moveTo>
                    <a:pt x="701" y="0"/>
                  </a:moveTo>
                  <a:lnTo>
                    <a:pt x="0" y="1"/>
                  </a:lnTo>
                  <a:lnTo>
                    <a:pt x="701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211864" y="4794384"/>
              <a:ext cx="701" cy="167165"/>
            </a:xfrm>
            <a:custGeom>
              <a:avLst/>
              <a:pathLst>
                <a:path w="701" h="167165">
                  <a:moveTo>
                    <a:pt x="0" y="0"/>
                  </a:moveTo>
                  <a:lnTo>
                    <a:pt x="701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211864" y="4794384"/>
              <a:ext cx="701" cy="167165"/>
            </a:xfrm>
            <a:custGeom>
              <a:avLst/>
              <a:pathLst>
                <a:path w="701" h="167165">
                  <a:moveTo>
                    <a:pt x="0" y="0"/>
                  </a:moveTo>
                  <a:lnTo>
                    <a:pt x="701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211864" y="4794384"/>
              <a:ext cx="701" cy="167165"/>
            </a:xfrm>
            <a:custGeom>
              <a:avLst/>
              <a:pathLst>
                <a:path w="701" h="167165">
                  <a:moveTo>
                    <a:pt x="0" y="0"/>
                  </a:moveTo>
                  <a:lnTo>
                    <a:pt x="701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211864" y="4794384"/>
              <a:ext cx="701" cy="167165"/>
            </a:xfrm>
            <a:custGeom>
              <a:avLst/>
              <a:pathLst>
                <a:path w="701" h="167165">
                  <a:moveTo>
                    <a:pt x="0" y="0"/>
                  </a:moveTo>
                  <a:lnTo>
                    <a:pt x="701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211864" y="4794384"/>
              <a:ext cx="701" cy="167165"/>
            </a:xfrm>
            <a:custGeom>
              <a:avLst/>
              <a:pathLst>
                <a:path w="701" h="167165">
                  <a:moveTo>
                    <a:pt x="0" y="0"/>
                  </a:moveTo>
                  <a:lnTo>
                    <a:pt x="701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211864" y="4794384"/>
              <a:ext cx="701" cy="167165"/>
            </a:xfrm>
            <a:custGeom>
              <a:avLst/>
              <a:pathLst>
                <a:path w="701" h="167165">
                  <a:moveTo>
                    <a:pt x="0" y="0"/>
                  </a:moveTo>
                  <a:lnTo>
                    <a:pt x="701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211864" y="4794384"/>
              <a:ext cx="701" cy="167165"/>
            </a:xfrm>
            <a:custGeom>
              <a:avLst/>
              <a:pathLst>
                <a:path w="701" h="167165">
                  <a:moveTo>
                    <a:pt x="0" y="0"/>
                  </a:moveTo>
                  <a:lnTo>
                    <a:pt x="701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211864" y="4794384"/>
              <a:ext cx="701" cy="167165"/>
            </a:xfrm>
            <a:custGeom>
              <a:avLst/>
              <a:pathLst>
                <a:path w="701" h="167165">
                  <a:moveTo>
                    <a:pt x="0" y="0"/>
                  </a:moveTo>
                  <a:lnTo>
                    <a:pt x="701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211864" y="4794384"/>
              <a:ext cx="701" cy="167165"/>
            </a:xfrm>
            <a:custGeom>
              <a:avLst/>
              <a:pathLst>
                <a:path w="701" h="167165">
                  <a:moveTo>
                    <a:pt x="0" y="0"/>
                  </a:moveTo>
                  <a:lnTo>
                    <a:pt x="701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072455" y="4794384"/>
              <a:ext cx="140111" cy="167165"/>
            </a:xfrm>
            <a:custGeom>
              <a:avLst/>
              <a:pathLst>
                <a:path w="140111" h="167165">
                  <a:moveTo>
                    <a:pt x="139409" y="0"/>
                  </a:moveTo>
                  <a:lnTo>
                    <a:pt x="133895" y="114"/>
                  </a:lnTo>
                  <a:lnTo>
                    <a:pt x="128389" y="410"/>
                  </a:lnTo>
                  <a:lnTo>
                    <a:pt x="122895" y="887"/>
                  </a:lnTo>
                  <a:lnTo>
                    <a:pt x="117420" y="1545"/>
                  </a:lnTo>
                  <a:lnTo>
                    <a:pt x="111970" y="2384"/>
                  </a:lnTo>
                  <a:lnTo>
                    <a:pt x="106550" y="3402"/>
                  </a:lnTo>
                  <a:lnTo>
                    <a:pt x="101167" y="4598"/>
                  </a:lnTo>
                  <a:lnTo>
                    <a:pt x="95826" y="5971"/>
                  </a:lnTo>
                  <a:lnTo>
                    <a:pt x="90533" y="7519"/>
                  </a:lnTo>
                  <a:lnTo>
                    <a:pt x="85294" y="9241"/>
                  </a:lnTo>
                  <a:lnTo>
                    <a:pt x="80115" y="11135"/>
                  </a:lnTo>
                  <a:lnTo>
                    <a:pt x="75002" y="13199"/>
                  </a:lnTo>
                  <a:lnTo>
                    <a:pt x="69959" y="15430"/>
                  </a:lnTo>
                  <a:lnTo>
                    <a:pt x="64992" y="17826"/>
                  </a:lnTo>
                  <a:lnTo>
                    <a:pt x="60107" y="20385"/>
                  </a:lnTo>
                  <a:lnTo>
                    <a:pt x="55309" y="23104"/>
                  </a:lnTo>
                  <a:lnTo>
                    <a:pt x="50604" y="25979"/>
                  </a:lnTo>
                  <a:lnTo>
                    <a:pt x="45996" y="29008"/>
                  </a:lnTo>
                  <a:lnTo>
                    <a:pt x="41490" y="32188"/>
                  </a:lnTo>
                  <a:lnTo>
                    <a:pt x="37092" y="35514"/>
                  </a:lnTo>
                  <a:lnTo>
                    <a:pt x="32806" y="38984"/>
                  </a:lnTo>
                  <a:lnTo>
                    <a:pt x="28636" y="42593"/>
                  </a:lnTo>
                  <a:lnTo>
                    <a:pt x="24588" y="46337"/>
                  </a:lnTo>
                  <a:lnTo>
                    <a:pt x="20665" y="50213"/>
                  </a:lnTo>
                  <a:lnTo>
                    <a:pt x="16873" y="54217"/>
                  </a:lnTo>
                  <a:lnTo>
                    <a:pt x="13215" y="58343"/>
                  </a:lnTo>
                  <a:lnTo>
                    <a:pt x="9694" y="62588"/>
                  </a:lnTo>
                  <a:lnTo>
                    <a:pt x="6316" y="66946"/>
                  </a:lnTo>
                  <a:lnTo>
                    <a:pt x="3083" y="71414"/>
                  </a:lnTo>
                  <a:lnTo>
                    <a:pt x="0" y="75985"/>
                  </a:lnTo>
                  <a:lnTo>
                    <a:pt x="140111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045403" y="4794382"/>
              <a:ext cx="334317" cy="334331"/>
            </a:xfrm>
            <a:custGeom>
              <a:avLst/>
              <a:pathLst>
                <a:path w="334317" h="334331">
                  <a:moveTo>
                    <a:pt x="27052" y="75987"/>
                  </a:moveTo>
                  <a:lnTo>
                    <a:pt x="24235" y="80469"/>
                  </a:lnTo>
                  <a:lnTo>
                    <a:pt x="21561" y="85039"/>
                  </a:lnTo>
                  <a:lnTo>
                    <a:pt x="19033" y="89691"/>
                  </a:lnTo>
                  <a:lnTo>
                    <a:pt x="16654" y="94421"/>
                  </a:lnTo>
                  <a:lnTo>
                    <a:pt x="14426" y="99223"/>
                  </a:lnTo>
                  <a:lnTo>
                    <a:pt x="12351" y="104094"/>
                  </a:lnTo>
                  <a:lnTo>
                    <a:pt x="10431" y="109028"/>
                  </a:lnTo>
                  <a:lnTo>
                    <a:pt x="8669" y="114021"/>
                  </a:lnTo>
                  <a:lnTo>
                    <a:pt x="7065" y="119067"/>
                  </a:lnTo>
                  <a:lnTo>
                    <a:pt x="5622" y="124161"/>
                  </a:lnTo>
                  <a:lnTo>
                    <a:pt x="4341" y="129298"/>
                  </a:lnTo>
                  <a:lnTo>
                    <a:pt x="3224" y="134473"/>
                  </a:lnTo>
                  <a:lnTo>
                    <a:pt x="2271" y="139681"/>
                  </a:lnTo>
                  <a:lnTo>
                    <a:pt x="1483" y="144916"/>
                  </a:lnTo>
                  <a:lnTo>
                    <a:pt x="862" y="150174"/>
                  </a:lnTo>
                  <a:lnTo>
                    <a:pt x="407" y="155449"/>
                  </a:lnTo>
                  <a:lnTo>
                    <a:pt x="119" y="160735"/>
                  </a:lnTo>
                  <a:lnTo>
                    <a:pt x="0" y="166028"/>
                  </a:lnTo>
                  <a:lnTo>
                    <a:pt x="47" y="171322"/>
                  </a:lnTo>
                  <a:lnTo>
                    <a:pt x="263" y="176612"/>
                  </a:lnTo>
                  <a:lnTo>
                    <a:pt x="646" y="181893"/>
                  </a:lnTo>
                  <a:lnTo>
                    <a:pt x="1195" y="187159"/>
                  </a:lnTo>
                  <a:lnTo>
                    <a:pt x="1912" y="192404"/>
                  </a:lnTo>
                  <a:lnTo>
                    <a:pt x="2794" y="197625"/>
                  </a:lnTo>
                  <a:lnTo>
                    <a:pt x="3841" y="202815"/>
                  </a:lnTo>
                  <a:lnTo>
                    <a:pt x="5051" y="207969"/>
                  </a:lnTo>
                  <a:lnTo>
                    <a:pt x="6425" y="213082"/>
                  </a:lnTo>
                  <a:lnTo>
                    <a:pt x="7959" y="218149"/>
                  </a:lnTo>
                  <a:lnTo>
                    <a:pt x="9654" y="223165"/>
                  </a:lnTo>
                  <a:lnTo>
                    <a:pt x="11506" y="228125"/>
                  </a:lnTo>
                  <a:lnTo>
                    <a:pt x="13515" y="233023"/>
                  </a:lnTo>
                  <a:lnTo>
                    <a:pt x="15677" y="237856"/>
                  </a:lnTo>
                  <a:lnTo>
                    <a:pt x="17992" y="242618"/>
                  </a:lnTo>
                  <a:lnTo>
                    <a:pt x="20456" y="247304"/>
                  </a:lnTo>
                  <a:lnTo>
                    <a:pt x="23067" y="251909"/>
                  </a:lnTo>
                  <a:lnTo>
                    <a:pt x="25823" y="256430"/>
                  </a:lnTo>
                  <a:lnTo>
                    <a:pt x="28720" y="260861"/>
                  </a:lnTo>
                  <a:lnTo>
                    <a:pt x="31757" y="265198"/>
                  </a:lnTo>
                  <a:lnTo>
                    <a:pt x="34929" y="269437"/>
                  </a:lnTo>
                  <a:lnTo>
                    <a:pt x="38234" y="273573"/>
                  </a:lnTo>
                  <a:lnTo>
                    <a:pt x="41668" y="277603"/>
                  </a:lnTo>
                  <a:lnTo>
                    <a:pt x="45228" y="281521"/>
                  </a:lnTo>
                  <a:lnTo>
                    <a:pt x="48911" y="285325"/>
                  </a:lnTo>
                  <a:lnTo>
                    <a:pt x="52712" y="289011"/>
                  </a:lnTo>
                  <a:lnTo>
                    <a:pt x="56628" y="292574"/>
                  </a:lnTo>
                  <a:lnTo>
                    <a:pt x="60654" y="296011"/>
                  </a:lnTo>
                  <a:lnTo>
                    <a:pt x="64788" y="299320"/>
                  </a:lnTo>
                  <a:lnTo>
                    <a:pt x="69024" y="302495"/>
                  </a:lnTo>
                  <a:lnTo>
                    <a:pt x="73359" y="305535"/>
                  </a:lnTo>
                  <a:lnTo>
                    <a:pt x="77788" y="308436"/>
                  </a:lnTo>
                  <a:lnTo>
                    <a:pt x="82306" y="311196"/>
                  </a:lnTo>
                  <a:lnTo>
                    <a:pt x="86910" y="313811"/>
                  </a:lnTo>
                  <a:lnTo>
                    <a:pt x="91594" y="316278"/>
                  </a:lnTo>
                  <a:lnTo>
                    <a:pt x="96354" y="318597"/>
                  </a:lnTo>
                  <a:lnTo>
                    <a:pt x="101184" y="320763"/>
                  </a:lnTo>
                  <a:lnTo>
                    <a:pt x="106082" y="322775"/>
                  </a:lnTo>
                  <a:lnTo>
                    <a:pt x="111040" y="324632"/>
                  </a:lnTo>
                  <a:lnTo>
                    <a:pt x="116054" y="326330"/>
                  </a:lnTo>
                  <a:lnTo>
                    <a:pt x="121120" y="327869"/>
                  </a:lnTo>
                  <a:lnTo>
                    <a:pt x="126232" y="329246"/>
                  </a:lnTo>
                  <a:lnTo>
                    <a:pt x="131385" y="330461"/>
                  </a:lnTo>
                  <a:lnTo>
                    <a:pt x="136575" y="331512"/>
                  </a:lnTo>
                  <a:lnTo>
                    <a:pt x="141794" y="332398"/>
                  </a:lnTo>
                  <a:lnTo>
                    <a:pt x="147039" y="333119"/>
                  </a:lnTo>
                  <a:lnTo>
                    <a:pt x="152305" y="333673"/>
                  </a:lnTo>
                  <a:lnTo>
                    <a:pt x="157585" y="334060"/>
                  </a:lnTo>
                  <a:lnTo>
                    <a:pt x="162875" y="334279"/>
                  </a:lnTo>
                  <a:lnTo>
                    <a:pt x="168169" y="334331"/>
                  </a:lnTo>
                  <a:lnTo>
                    <a:pt x="173462" y="334216"/>
                  </a:lnTo>
                  <a:lnTo>
                    <a:pt x="178749" y="333932"/>
                  </a:lnTo>
                  <a:lnTo>
                    <a:pt x="184024" y="333482"/>
                  </a:lnTo>
                  <a:lnTo>
                    <a:pt x="189282" y="332865"/>
                  </a:lnTo>
                  <a:lnTo>
                    <a:pt x="194518" y="332081"/>
                  </a:lnTo>
                  <a:lnTo>
                    <a:pt x="199727" y="331132"/>
                  </a:lnTo>
                  <a:lnTo>
                    <a:pt x="204903" y="330019"/>
                  </a:lnTo>
                  <a:lnTo>
                    <a:pt x="210041" y="328742"/>
                  </a:lnTo>
                  <a:lnTo>
                    <a:pt x="215136" y="327303"/>
                  </a:lnTo>
                  <a:lnTo>
                    <a:pt x="220183" y="325703"/>
                  </a:lnTo>
                  <a:lnTo>
                    <a:pt x="225177" y="323945"/>
                  </a:lnTo>
                  <a:lnTo>
                    <a:pt x="230113" y="322029"/>
                  </a:lnTo>
                  <a:lnTo>
                    <a:pt x="234985" y="319958"/>
                  </a:lnTo>
                  <a:lnTo>
                    <a:pt x="239790" y="317734"/>
                  </a:lnTo>
                  <a:lnTo>
                    <a:pt x="244521" y="315358"/>
                  </a:lnTo>
                  <a:lnTo>
                    <a:pt x="249175" y="312834"/>
                  </a:lnTo>
                  <a:lnTo>
                    <a:pt x="253747" y="310164"/>
                  </a:lnTo>
                  <a:lnTo>
                    <a:pt x="258232" y="307351"/>
                  </a:lnTo>
                  <a:lnTo>
                    <a:pt x="262625" y="304396"/>
                  </a:lnTo>
                  <a:lnTo>
                    <a:pt x="266923" y="301305"/>
                  </a:lnTo>
                  <a:lnTo>
                    <a:pt x="271121" y="298078"/>
                  </a:lnTo>
                  <a:lnTo>
                    <a:pt x="275214" y="294720"/>
                  </a:lnTo>
                  <a:lnTo>
                    <a:pt x="279199" y="291235"/>
                  </a:lnTo>
                  <a:lnTo>
                    <a:pt x="283072" y="287625"/>
                  </a:lnTo>
                  <a:lnTo>
                    <a:pt x="286828" y="283894"/>
                  </a:lnTo>
                  <a:lnTo>
                    <a:pt x="290465" y="280046"/>
                  </a:lnTo>
                  <a:lnTo>
                    <a:pt x="293978" y="276084"/>
                  </a:lnTo>
                  <a:lnTo>
                    <a:pt x="297363" y="272014"/>
                  </a:lnTo>
                  <a:lnTo>
                    <a:pt x="300618" y="267838"/>
                  </a:lnTo>
                  <a:lnTo>
                    <a:pt x="303739" y="263562"/>
                  </a:lnTo>
                  <a:lnTo>
                    <a:pt x="306723" y="259188"/>
                  </a:lnTo>
                  <a:lnTo>
                    <a:pt x="309567" y="254723"/>
                  </a:lnTo>
                  <a:lnTo>
                    <a:pt x="312268" y="250169"/>
                  </a:lnTo>
                  <a:lnTo>
                    <a:pt x="314824" y="245533"/>
                  </a:lnTo>
                  <a:lnTo>
                    <a:pt x="317232" y="240817"/>
                  </a:lnTo>
                  <a:lnTo>
                    <a:pt x="319489" y="236028"/>
                  </a:lnTo>
                  <a:lnTo>
                    <a:pt x="321593" y="231170"/>
                  </a:lnTo>
                  <a:lnTo>
                    <a:pt x="323542" y="226247"/>
                  </a:lnTo>
                  <a:lnTo>
                    <a:pt x="325335" y="221266"/>
                  </a:lnTo>
                  <a:lnTo>
                    <a:pt x="326969" y="216230"/>
                  </a:lnTo>
                  <a:lnTo>
                    <a:pt x="328442" y="211144"/>
                  </a:lnTo>
                  <a:lnTo>
                    <a:pt x="329754" y="206015"/>
                  </a:lnTo>
                  <a:lnTo>
                    <a:pt x="330903" y="200847"/>
                  </a:lnTo>
                  <a:lnTo>
                    <a:pt x="331887" y="195645"/>
                  </a:lnTo>
                  <a:lnTo>
                    <a:pt x="332706" y="190414"/>
                  </a:lnTo>
                  <a:lnTo>
                    <a:pt x="333359" y="185160"/>
                  </a:lnTo>
                  <a:lnTo>
                    <a:pt x="333846" y="179888"/>
                  </a:lnTo>
                  <a:lnTo>
                    <a:pt x="334165" y="174604"/>
                  </a:lnTo>
                  <a:lnTo>
                    <a:pt x="334317" y="169311"/>
                  </a:lnTo>
                  <a:lnTo>
                    <a:pt x="334301" y="164017"/>
                  </a:lnTo>
                  <a:lnTo>
                    <a:pt x="334117" y="158726"/>
                  </a:lnTo>
                  <a:lnTo>
                    <a:pt x="333766" y="153443"/>
                  </a:lnTo>
                  <a:lnTo>
                    <a:pt x="333248" y="148174"/>
                  </a:lnTo>
                  <a:lnTo>
                    <a:pt x="332563" y="142924"/>
                  </a:lnTo>
                  <a:lnTo>
                    <a:pt x="331713" y="137699"/>
                  </a:lnTo>
                  <a:lnTo>
                    <a:pt x="330697" y="132502"/>
                  </a:lnTo>
                  <a:lnTo>
                    <a:pt x="329517" y="127341"/>
                  </a:lnTo>
                  <a:lnTo>
                    <a:pt x="328175" y="122220"/>
                  </a:lnTo>
                  <a:lnTo>
                    <a:pt x="326670" y="117144"/>
                  </a:lnTo>
                  <a:lnTo>
                    <a:pt x="325006" y="112118"/>
                  </a:lnTo>
                  <a:lnTo>
                    <a:pt x="323184" y="107147"/>
                  </a:lnTo>
                  <a:lnTo>
                    <a:pt x="321205" y="102236"/>
                  </a:lnTo>
                  <a:lnTo>
                    <a:pt x="319072" y="97391"/>
                  </a:lnTo>
                  <a:lnTo>
                    <a:pt x="316786" y="92615"/>
                  </a:lnTo>
                  <a:lnTo>
                    <a:pt x="314350" y="87914"/>
                  </a:lnTo>
                  <a:lnTo>
                    <a:pt x="311766" y="83293"/>
                  </a:lnTo>
                  <a:lnTo>
                    <a:pt x="309038" y="78756"/>
                  </a:lnTo>
                  <a:lnTo>
                    <a:pt x="306167" y="74307"/>
                  </a:lnTo>
                  <a:lnTo>
                    <a:pt x="303157" y="69952"/>
                  </a:lnTo>
                  <a:lnTo>
                    <a:pt x="300010" y="65694"/>
                  </a:lnTo>
                  <a:lnTo>
                    <a:pt x="296730" y="61538"/>
                  </a:lnTo>
                  <a:lnTo>
                    <a:pt x="293320" y="57488"/>
                  </a:lnTo>
                  <a:lnTo>
                    <a:pt x="289784" y="53548"/>
                  </a:lnTo>
                  <a:lnTo>
                    <a:pt x="286124" y="49722"/>
                  </a:lnTo>
                  <a:lnTo>
                    <a:pt x="282345" y="46014"/>
                  </a:lnTo>
                  <a:lnTo>
                    <a:pt x="278451" y="42427"/>
                  </a:lnTo>
                  <a:lnTo>
                    <a:pt x="274445" y="38966"/>
                  </a:lnTo>
                  <a:lnTo>
                    <a:pt x="270331" y="35633"/>
                  </a:lnTo>
                  <a:lnTo>
                    <a:pt x="266114" y="32432"/>
                  </a:lnTo>
                  <a:lnTo>
                    <a:pt x="261798" y="29366"/>
                  </a:lnTo>
                  <a:lnTo>
                    <a:pt x="257387" y="26438"/>
                  </a:lnTo>
                  <a:lnTo>
                    <a:pt x="252885" y="23651"/>
                  </a:lnTo>
                  <a:lnTo>
                    <a:pt x="248297" y="21009"/>
                  </a:lnTo>
                  <a:lnTo>
                    <a:pt x="243628" y="18513"/>
                  </a:lnTo>
                  <a:lnTo>
                    <a:pt x="238882" y="16166"/>
                  </a:lnTo>
                  <a:lnTo>
                    <a:pt x="234065" y="13971"/>
                  </a:lnTo>
                  <a:lnTo>
                    <a:pt x="229180" y="11929"/>
                  </a:lnTo>
                  <a:lnTo>
                    <a:pt x="224233" y="10043"/>
                  </a:lnTo>
                  <a:lnTo>
                    <a:pt x="219228" y="8314"/>
                  </a:lnTo>
                  <a:lnTo>
                    <a:pt x="214172" y="6745"/>
                  </a:lnTo>
                  <a:lnTo>
                    <a:pt x="209068" y="5337"/>
                  </a:lnTo>
                  <a:lnTo>
                    <a:pt x="203922" y="4091"/>
                  </a:lnTo>
                  <a:lnTo>
                    <a:pt x="198740" y="3009"/>
                  </a:lnTo>
                  <a:lnTo>
                    <a:pt x="193526" y="2091"/>
                  </a:lnTo>
                  <a:lnTo>
                    <a:pt x="188285" y="1339"/>
                  </a:lnTo>
                  <a:lnTo>
                    <a:pt x="183023" y="754"/>
                  </a:lnTo>
                  <a:lnTo>
                    <a:pt x="177745" y="335"/>
                  </a:lnTo>
                  <a:lnTo>
                    <a:pt x="172457" y="83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629016" y="5103947"/>
              <a:ext cx="71" cy="167167"/>
            </a:xfrm>
            <a:custGeom>
              <a:avLst/>
              <a:pathLst>
                <a:path w="71" h="167167">
                  <a:moveTo>
                    <a:pt x="0" y="0"/>
                  </a:moveTo>
                  <a:lnTo>
                    <a:pt x="7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629016" y="5103947"/>
              <a:ext cx="71" cy="167167"/>
            </a:xfrm>
            <a:custGeom>
              <a:avLst/>
              <a:pathLst>
                <a:path w="71" h="167167">
                  <a:moveTo>
                    <a:pt x="0" y="0"/>
                  </a:moveTo>
                  <a:lnTo>
                    <a:pt x="7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629016" y="5103947"/>
              <a:ext cx="71" cy="167167"/>
            </a:xfrm>
            <a:custGeom>
              <a:avLst/>
              <a:pathLst>
                <a:path w="71" h="167167">
                  <a:moveTo>
                    <a:pt x="0" y="0"/>
                  </a:moveTo>
                  <a:lnTo>
                    <a:pt x="7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629016" y="5103947"/>
              <a:ext cx="71" cy="167167"/>
            </a:xfrm>
            <a:custGeom>
              <a:avLst/>
              <a:pathLst>
                <a:path w="71" h="167167">
                  <a:moveTo>
                    <a:pt x="0" y="0"/>
                  </a:moveTo>
                  <a:lnTo>
                    <a:pt x="7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629016" y="5103947"/>
              <a:ext cx="71" cy="167167"/>
            </a:xfrm>
            <a:custGeom>
              <a:avLst/>
              <a:pathLst>
                <a:path w="71" h="167167">
                  <a:moveTo>
                    <a:pt x="0" y="0"/>
                  </a:moveTo>
                  <a:lnTo>
                    <a:pt x="7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629016" y="5103947"/>
              <a:ext cx="71" cy="167167"/>
            </a:xfrm>
            <a:custGeom>
              <a:avLst/>
              <a:pathLst>
                <a:path w="71" h="167167">
                  <a:moveTo>
                    <a:pt x="0" y="0"/>
                  </a:moveTo>
                  <a:lnTo>
                    <a:pt x="7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629016" y="5103947"/>
              <a:ext cx="71" cy="167167"/>
            </a:xfrm>
            <a:custGeom>
              <a:avLst/>
              <a:pathLst>
                <a:path w="71" h="167167">
                  <a:moveTo>
                    <a:pt x="0" y="0"/>
                  </a:moveTo>
                  <a:lnTo>
                    <a:pt x="7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629016" y="5103947"/>
              <a:ext cx="71" cy="167167"/>
            </a:xfrm>
            <a:custGeom>
              <a:avLst/>
              <a:pathLst>
                <a:path w="71" h="167167">
                  <a:moveTo>
                    <a:pt x="0" y="0"/>
                  </a:moveTo>
                  <a:lnTo>
                    <a:pt x="7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629016" y="5103947"/>
              <a:ext cx="71" cy="167167"/>
            </a:xfrm>
            <a:custGeom>
              <a:avLst/>
              <a:pathLst>
                <a:path w="71" h="167167">
                  <a:moveTo>
                    <a:pt x="0" y="0"/>
                  </a:moveTo>
                  <a:lnTo>
                    <a:pt x="7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61936" y="5103947"/>
              <a:ext cx="334314" cy="334332"/>
            </a:xfrm>
            <a:custGeom>
              <a:avLst/>
              <a:pathLst>
                <a:path w="334314" h="334332">
                  <a:moveTo>
                    <a:pt x="167080" y="0"/>
                  </a:moveTo>
                  <a:lnTo>
                    <a:pt x="161786" y="86"/>
                  </a:lnTo>
                  <a:lnTo>
                    <a:pt x="156497" y="339"/>
                  </a:lnTo>
                  <a:lnTo>
                    <a:pt x="151219" y="761"/>
                  </a:lnTo>
                  <a:lnTo>
                    <a:pt x="145957" y="1349"/>
                  </a:lnTo>
                  <a:lnTo>
                    <a:pt x="140716" y="2103"/>
                  </a:lnTo>
                  <a:lnTo>
                    <a:pt x="135502" y="3023"/>
                  </a:lnTo>
                  <a:lnTo>
                    <a:pt x="130319" y="4108"/>
                  </a:lnTo>
                  <a:lnTo>
                    <a:pt x="125173" y="5356"/>
                  </a:lnTo>
                  <a:lnTo>
                    <a:pt x="120070" y="6767"/>
                  </a:lnTo>
                  <a:lnTo>
                    <a:pt x="115014" y="8338"/>
                  </a:lnTo>
                  <a:lnTo>
                    <a:pt x="110010" y="10069"/>
                  </a:lnTo>
                  <a:lnTo>
                    <a:pt x="105063" y="11958"/>
                  </a:lnTo>
                  <a:lnTo>
                    <a:pt x="100179" y="14002"/>
                  </a:lnTo>
                  <a:lnTo>
                    <a:pt x="95362" y="16200"/>
                  </a:lnTo>
                  <a:lnTo>
                    <a:pt x="90616" y="18549"/>
                  </a:lnTo>
                  <a:lnTo>
                    <a:pt x="85948" y="21047"/>
                  </a:lnTo>
                  <a:lnTo>
                    <a:pt x="81361" y="23692"/>
                  </a:lnTo>
                  <a:lnTo>
                    <a:pt x="76860" y="26481"/>
                  </a:lnTo>
                  <a:lnTo>
                    <a:pt x="72450" y="29412"/>
                  </a:lnTo>
                  <a:lnTo>
                    <a:pt x="68135" y="32480"/>
                  </a:lnTo>
                  <a:lnTo>
                    <a:pt x="63919" y="35683"/>
                  </a:lnTo>
                  <a:lnTo>
                    <a:pt x="59807" y="39019"/>
                  </a:lnTo>
                  <a:lnTo>
                    <a:pt x="55802" y="42483"/>
                  </a:lnTo>
                  <a:lnTo>
                    <a:pt x="51909" y="46072"/>
                  </a:lnTo>
                  <a:lnTo>
                    <a:pt x="48132" y="49782"/>
                  </a:lnTo>
                  <a:lnTo>
                    <a:pt x="44474" y="53610"/>
                  </a:lnTo>
                  <a:lnTo>
                    <a:pt x="40939" y="57552"/>
                  </a:lnTo>
                  <a:lnTo>
                    <a:pt x="37531" y="61605"/>
                  </a:lnTo>
                  <a:lnTo>
                    <a:pt x="34253" y="65763"/>
                  </a:lnTo>
                  <a:lnTo>
                    <a:pt x="31108" y="70022"/>
                  </a:lnTo>
                  <a:lnTo>
                    <a:pt x="28100" y="74380"/>
                  </a:lnTo>
                  <a:lnTo>
                    <a:pt x="25231" y="78830"/>
                  </a:lnTo>
                  <a:lnTo>
                    <a:pt x="22505" y="83369"/>
                  </a:lnTo>
                  <a:lnTo>
                    <a:pt x="19923" y="87992"/>
                  </a:lnTo>
                  <a:lnTo>
                    <a:pt x="17490" y="92694"/>
                  </a:lnTo>
                  <a:lnTo>
                    <a:pt x="15206" y="97472"/>
                  </a:lnTo>
                  <a:lnTo>
                    <a:pt x="13075" y="102319"/>
                  </a:lnTo>
                  <a:lnTo>
                    <a:pt x="11099" y="107231"/>
                  </a:lnTo>
                  <a:lnTo>
                    <a:pt x="9279" y="112203"/>
                  </a:lnTo>
                  <a:lnTo>
                    <a:pt x="7617" y="117231"/>
                  </a:lnTo>
                  <a:lnTo>
                    <a:pt x="6116" y="122308"/>
                  </a:lnTo>
                  <a:lnTo>
                    <a:pt x="4776" y="127431"/>
                  </a:lnTo>
                  <a:lnTo>
                    <a:pt x="3599" y="132593"/>
                  </a:lnTo>
                  <a:lnTo>
                    <a:pt x="2586" y="137790"/>
                  </a:lnTo>
                  <a:lnTo>
                    <a:pt x="1738" y="143017"/>
                  </a:lnTo>
                  <a:lnTo>
                    <a:pt x="1056" y="148267"/>
                  </a:lnTo>
                  <a:lnTo>
                    <a:pt x="541" y="153537"/>
                  </a:lnTo>
                  <a:lnTo>
                    <a:pt x="193" y="158821"/>
                  </a:lnTo>
                  <a:lnTo>
                    <a:pt x="12" y="164112"/>
                  </a:lnTo>
                  <a:lnTo>
                    <a:pt x="0" y="169407"/>
                  </a:lnTo>
                  <a:lnTo>
                    <a:pt x="154" y="174700"/>
                  </a:lnTo>
                  <a:lnTo>
                    <a:pt x="477" y="179985"/>
                  </a:lnTo>
                  <a:lnTo>
                    <a:pt x="966" y="185257"/>
                  </a:lnTo>
                  <a:lnTo>
                    <a:pt x="1622" y="190511"/>
                  </a:lnTo>
                  <a:lnTo>
                    <a:pt x="2445" y="195742"/>
                  </a:lnTo>
                  <a:lnTo>
                    <a:pt x="3432" y="200944"/>
                  </a:lnTo>
                  <a:lnTo>
                    <a:pt x="4584" y="206112"/>
                  </a:lnTo>
                  <a:lnTo>
                    <a:pt x="5899" y="211241"/>
                  </a:lnTo>
                  <a:lnTo>
                    <a:pt x="7376" y="216325"/>
                  </a:lnTo>
                  <a:lnTo>
                    <a:pt x="9013" y="221361"/>
                  </a:lnTo>
                  <a:lnTo>
                    <a:pt x="10809" y="226342"/>
                  </a:lnTo>
                  <a:lnTo>
                    <a:pt x="12761" y="231264"/>
                  </a:lnTo>
                  <a:lnTo>
                    <a:pt x="14868" y="236121"/>
                  </a:lnTo>
                  <a:lnTo>
                    <a:pt x="17129" y="240909"/>
                  </a:lnTo>
                  <a:lnTo>
                    <a:pt x="19539" y="245624"/>
                  </a:lnTo>
                  <a:lnTo>
                    <a:pt x="22098" y="250259"/>
                  </a:lnTo>
                  <a:lnTo>
                    <a:pt x="24802" y="254811"/>
                  </a:lnTo>
                  <a:lnTo>
                    <a:pt x="27649" y="259276"/>
                  </a:lnTo>
                  <a:lnTo>
                    <a:pt x="30636" y="263647"/>
                  </a:lnTo>
                  <a:lnTo>
                    <a:pt x="33761" y="267923"/>
                  </a:lnTo>
                  <a:lnTo>
                    <a:pt x="37018" y="272096"/>
                  </a:lnTo>
                  <a:lnTo>
                    <a:pt x="40407" y="276165"/>
                  </a:lnTo>
                  <a:lnTo>
                    <a:pt x="43922" y="280125"/>
                  </a:lnTo>
                  <a:lnTo>
                    <a:pt x="47562" y="283971"/>
                  </a:lnTo>
                  <a:lnTo>
                    <a:pt x="51321" y="287699"/>
                  </a:lnTo>
                  <a:lnTo>
                    <a:pt x="55196" y="291307"/>
                  </a:lnTo>
                  <a:lnTo>
                    <a:pt x="59184" y="294791"/>
                  </a:lnTo>
                  <a:lnTo>
                    <a:pt x="63280" y="298146"/>
                  </a:lnTo>
                  <a:lnTo>
                    <a:pt x="67480" y="301370"/>
                  </a:lnTo>
                  <a:lnTo>
                    <a:pt x="71780" y="304459"/>
                  </a:lnTo>
                  <a:lnTo>
                    <a:pt x="76176" y="307411"/>
                  </a:lnTo>
                  <a:lnTo>
                    <a:pt x="80663" y="310222"/>
                  </a:lnTo>
                  <a:lnTo>
                    <a:pt x="85237" y="312889"/>
                  </a:lnTo>
                  <a:lnTo>
                    <a:pt x="89893" y="315410"/>
                  </a:lnTo>
                  <a:lnTo>
                    <a:pt x="94627" y="317783"/>
                  </a:lnTo>
                  <a:lnTo>
                    <a:pt x="99433" y="320004"/>
                  </a:lnTo>
                  <a:lnTo>
                    <a:pt x="104308" y="322072"/>
                  </a:lnTo>
                  <a:lnTo>
                    <a:pt x="109245" y="323984"/>
                  </a:lnTo>
                  <a:lnTo>
                    <a:pt x="114240" y="325740"/>
                  </a:lnTo>
                  <a:lnTo>
                    <a:pt x="119289" y="327336"/>
                  </a:lnTo>
                  <a:lnTo>
                    <a:pt x="124386" y="328771"/>
                  </a:lnTo>
                  <a:lnTo>
                    <a:pt x="129525" y="330045"/>
                  </a:lnTo>
                  <a:lnTo>
                    <a:pt x="134702" y="331155"/>
                  </a:lnTo>
                  <a:lnTo>
                    <a:pt x="139912" y="332100"/>
                  </a:lnTo>
                  <a:lnTo>
                    <a:pt x="145149" y="332880"/>
                  </a:lnTo>
                  <a:lnTo>
                    <a:pt x="150408" y="333494"/>
                  </a:lnTo>
                  <a:lnTo>
                    <a:pt x="155684" y="333941"/>
                  </a:lnTo>
                  <a:lnTo>
                    <a:pt x="160972" y="334220"/>
                  </a:lnTo>
                  <a:lnTo>
                    <a:pt x="166265" y="334332"/>
                  </a:lnTo>
                  <a:lnTo>
                    <a:pt x="171560" y="334276"/>
                  </a:lnTo>
                  <a:lnTo>
                    <a:pt x="176850" y="334053"/>
                  </a:lnTo>
                  <a:lnTo>
                    <a:pt x="182131" y="333662"/>
                  </a:lnTo>
                  <a:lnTo>
                    <a:pt x="187396" y="333104"/>
                  </a:lnTo>
                  <a:lnTo>
                    <a:pt x="192641" y="332380"/>
                  </a:lnTo>
                  <a:lnTo>
                    <a:pt x="197861" y="331490"/>
                  </a:lnTo>
                  <a:lnTo>
                    <a:pt x="203049" y="330435"/>
                  </a:lnTo>
                  <a:lnTo>
                    <a:pt x="208202" y="329216"/>
                  </a:lnTo>
                  <a:lnTo>
                    <a:pt x="213314" y="327834"/>
                  </a:lnTo>
                  <a:lnTo>
                    <a:pt x="218379" y="326292"/>
                  </a:lnTo>
                  <a:lnTo>
                    <a:pt x="223393" y="324590"/>
                  </a:lnTo>
                  <a:lnTo>
                    <a:pt x="228350" y="322730"/>
                  </a:lnTo>
                  <a:lnTo>
                    <a:pt x="233246" y="320713"/>
                  </a:lnTo>
                  <a:lnTo>
                    <a:pt x="238076" y="318543"/>
                  </a:lnTo>
                  <a:lnTo>
                    <a:pt x="242834" y="316221"/>
                  </a:lnTo>
                  <a:lnTo>
                    <a:pt x="247517" y="313750"/>
                  </a:lnTo>
                  <a:lnTo>
                    <a:pt x="252119" y="311131"/>
                  </a:lnTo>
                  <a:lnTo>
                    <a:pt x="256635" y="308368"/>
                  </a:lnTo>
                  <a:lnTo>
                    <a:pt x="261062" y="305463"/>
                  </a:lnTo>
                  <a:lnTo>
                    <a:pt x="265395" y="302419"/>
                  </a:lnTo>
                  <a:lnTo>
                    <a:pt x="269629" y="299240"/>
                  </a:lnTo>
                  <a:lnTo>
                    <a:pt x="273761" y="295929"/>
                  </a:lnTo>
                  <a:lnTo>
                    <a:pt x="277785" y="292488"/>
                  </a:lnTo>
                  <a:lnTo>
                    <a:pt x="281698" y="288921"/>
                  </a:lnTo>
                  <a:lnTo>
                    <a:pt x="285497" y="285232"/>
                  </a:lnTo>
                  <a:lnTo>
                    <a:pt x="289177" y="281425"/>
                  </a:lnTo>
                  <a:lnTo>
                    <a:pt x="292734" y="277503"/>
                  </a:lnTo>
                  <a:lnTo>
                    <a:pt x="296165" y="273471"/>
                  </a:lnTo>
                  <a:lnTo>
                    <a:pt x="299467" y="269331"/>
                  </a:lnTo>
                  <a:lnTo>
                    <a:pt x="302636" y="265090"/>
                  </a:lnTo>
                  <a:lnTo>
                    <a:pt x="305670" y="260750"/>
                  </a:lnTo>
                  <a:lnTo>
                    <a:pt x="308564" y="256316"/>
                  </a:lnTo>
                  <a:lnTo>
                    <a:pt x="311316" y="251793"/>
                  </a:lnTo>
                  <a:lnTo>
                    <a:pt x="313924" y="247185"/>
                  </a:lnTo>
                  <a:lnTo>
                    <a:pt x="316385" y="242496"/>
                  </a:lnTo>
                  <a:lnTo>
                    <a:pt x="318696" y="237732"/>
                  </a:lnTo>
                  <a:lnTo>
                    <a:pt x="320854" y="232897"/>
                  </a:lnTo>
                  <a:lnTo>
                    <a:pt x="322859" y="227997"/>
                  </a:lnTo>
                  <a:lnTo>
                    <a:pt x="324707" y="223035"/>
                  </a:lnTo>
                  <a:lnTo>
                    <a:pt x="326398" y="218017"/>
                  </a:lnTo>
                  <a:lnTo>
                    <a:pt x="327928" y="212948"/>
                  </a:lnTo>
                  <a:lnTo>
                    <a:pt x="329297" y="207834"/>
                  </a:lnTo>
                  <a:lnTo>
                    <a:pt x="330504" y="202678"/>
                  </a:lnTo>
                  <a:lnTo>
                    <a:pt x="331547" y="197487"/>
                  </a:lnTo>
                  <a:lnTo>
                    <a:pt x="332425" y="192265"/>
                  </a:lnTo>
                  <a:lnTo>
                    <a:pt x="333136" y="187018"/>
                  </a:lnTo>
                  <a:lnTo>
                    <a:pt x="333682" y="181752"/>
                  </a:lnTo>
                  <a:lnTo>
                    <a:pt x="334060" y="176470"/>
                  </a:lnTo>
                  <a:lnTo>
                    <a:pt x="334271" y="171180"/>
                  </a:lnTo>
                  <a:lnTo>
                    <a:pt x="334314" y="165885"/>
                  </a:lnTo>
                  <a:lnTo>
                    <a:pt x="334190" y="160592"/>
                  </a:lnTo>
                  <a:lnTo>
                    <a:pt x="333898" y="155305"/>
                  </a:lnTo>
                  <a:lnTo>
                    <a:pt x="333439" y="150030"/>
                  </a:lnTo>
                  <a:lnTo>
                    <a:pt x="332813" y="144772"/>
                  </a:lnTo>
                  <a:lnTo>
                    <a:pt x="332020" y="139537"/>
                  </a:lnTo>
                  <a:lnTo>
                    <a:pt x="331062" y="134329"/>
                  </a:lnTo>
                  <a:lnTo>
                    <a:pt x="329940" y="129155"/>
                  </a:lnTo>
                  <a:lnTo>
                    <a:pt x="328655" y="124018"/>
                  </a:lnTo>
                  <a:lnTo>
                    <a:pt x="327207" y="118925"/>
                  </a:lnTo>
                  <a:lnTo>
                    <a:pt x="325599" y="113881"/>
                  </a:lnTo>
                  <a:lnTo>
                    <a:pt x="323832" y="108889"/>
                  </a:lnTo>
                  <a:lnTo>
                    <a:pt x="321908" y="103956"/>
                  </a:lnTo>
                  <a:lnTo>
                    <a:pt x="319828" y="99087"/>
                  </a:lnTo>
                  <a:lnTo>
                    <a:pt x="317596" y="94286"/>
                  </a:lnTo>
                  <a:lnTo>
                    <a:pt x="315212" y="89558"/>
                  </a:lnTo>
                  <a:lnTo>
                    <a:pt x="312680" y="84908"/>
                  </a:lnTo>
                  <a:lnTo>
                    <a:pt x="310002" y="80340"/>
                  </a:lnTo>
                  <a:lnTo>
                    <a:pt x="307180" y="75860"/>
                  </a:lnTo>
                  <a:lnTo>
                    <a:pt x="304218" y="71471"/>
                  </a:lnTo>
                  <a:lnTo>
                    <a:pt x="301119" y="67178"/>
                  </a:lnTo>
                  <a:lnTo>
                    <a:pt x="297885" y="62985"/>
                  </a:lnTo>
                  <a:lnTo>
                    <a:pt x="294520" y="58897"/>
                  </a:lnTo>
                  <a:lnTo>
                    <a:pt x="291027" y="54918"/>
                  </a:lnTo>
                  <a:lnTo>
                    <a:pt x="287410" y="51051"/>
                  </a:lnTo>
                  <a:lnTo>
                    <a:pt x="283672" y="47301"/>
                  </a:lnTo>
                  <a:lnTo>
                    <a:pt x="279818" y="43670"/>
                  </a:lnTo>
                  <a:lnTo>
                    <a:pt x="275850" y="40164"/>
                  </a:lnTo>
                  <a:lnTo>
                    <a:pt x="271773" y="36786"/>
                  </a:lnTo>
                  <a:lnTo>
                    <a:pt x="267592" y="33538"/>
                  </a:lnTo>
                  <a:lnTo>
                    <a:pt x="263309" y="30424"/>
                  </a:lnTo>
                  <a:lnTo>
                    <a:pt x="258930" y="27447"/>
                  </a:lnTo>
                  <a:lnTo>
                    <a:pt x="254459" y="24610"/>
                  </a:lnTo>
                  <a:lnTo>
                    <a:pt x="249901" y="21917"/>
                  </a:lnTo>
                  <a:lnTo>
                    <a:pt x="245259" y="19369"/>
                  </a:lnTo>
                  <a:lnTo>
                    <a:pt x="240539" y="16970"/>
                  </a:lnTo>
                  <a:lnTo>
                    <a:pt x="235746" y="14721"/>
                  </a:lnTo>
                  <a:lnTo>
                    <a:pt x="230883" y="12625"/>
                  </a:lnTo>
                  <a:lnTo>
                    <a:pt x="225957" y="10684"/>
                  </a:lnTo>
                  <a:lnTo>
                    <a:pt x="220972" y="8900"/>
                  </a:lnTo>
                  <a:lnTo>
                    <a:pt x="215932" y="7275"/>
                  </a:lnTo>
                  <a:lnTo>
                    <a:pt x="210844" y="5810"/>
                  </a:lnTo>
                  <a:lnTo>
                    <a:pt x="205712" y="4508"/>
                  </a:lnTo>
                  <a:lnTo>
                    <a:pt x="200541" y="3368"/>
                  </a:lnTo>
                  <a:lnTo>
                    <a:pt x="195337" y="2393"/>
                  </a:lnTo>
                  <a:lnTo>
                    <a:pt x="190104" y="1583"/>
                  </a:lnTo>
                  <a:lnTo>
                    <a:pt x="184849" y="939"/>
                  </a:lnTo>
                  <a:lnTo>
                    <a:pt x="179576" y="462"/>
                  </a:lnTo>
                  <a:lnTo>
                    <a:pt x="174290" y="152"/>
                  </a:lnTo>
                  <a:lnTo>
                    <a:pt x="168997" y="1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629088" y="5103947"/>
              <a:ext cx="1844" cy="167167"/>
            </a:xfrm>
            <a:custGeom>
              <a:avLst/>
              <a:pathLst>
                <a:path w="1844" h="167167">
                  <a:moveTo>
                    <a:pt x="1844" y="1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0609" y="5309273"/>
              <a:ext cx="145285" cy="167167"/>
            </a:xfrm>
            <a:custGeom>
              <a:avLst/>
              <a:pathLst>
                <a:path w="145285" h="167167">
                  <a:moveTo>
                    <a:pt x="145282" y="0"/>
                  </a:moveTo>
                  <a:lnTo>
                    <a:pt x="139780" y="90"/>
                  </a:lnTo>
                  <a:lnTo>
                    <a:pt x="134285" y="362"/>
                  </a:lnTo>
                  <a:lnTo>
                    <a:pt x="128801" y="814"/>
                  </a:lnTo>
                  <a:lnTo>
                    <a:pt x="123335" y="1447"/>
                  </a:lnTo>
                  <a:lnTo>
                    <a:pt x="117892" y="2259"/>
                  </a:lnTo>
                  <a:lnTo>
                    <a:pt x="112480" y="3250"/>
                  </a:lnTo>
                  <a:lnTo>
                    <a:pt x="107103" y="4418"/>
                  </a:lnTo>
                  <a:lnTo>
                    <a:pt x="101767" y="5763"/>
                  </a:lnTo>
                  <a:lnTo>
                    <a:pt x="96479" y="7283"/>
                  </a:lnTo>
                  <a:lnTo>
                    <a:pt x="91243" y="8976"/>
                  </a:lnTo>
                  <a:lnTo>
                    <a:pt x="86066" y="10840"/>
                  </a:lnTo>
                  <a:lnTo>
                    <a:pt x="80953" y="12874"/>
                  </a:lnTo>
                  <a:lnTo>
                    <a:pt x="75910" y="15075"/>
                  </a:lnTo>
                  <a:lnTo>
                    <a:pt x="70942" y="17440"/>
                  </a:lnTo>
                  <a:lnTo>
                    <a:pt x="66054" y="19968"/>
                  </a:lnTo>
                  <a:lnTo>
                    <a:pt x="61253" y="22656"/>
                  </a:lnTo>
                  <a:lnTo>
                    <a:pt x="56542" y="25500"/>
                  </a:lnTo>
                  <a:lnTo>
                    <a:pt x="51928" y="28497"/>
                  </a:lnTo>
                  <a:lnTo>
                    <a:pt x="47414" y="31645"/>
                  </a:lnTo>
                  <a:lnTo>
                    <a:pt x="43007" y="34939"/>
                  </a:lnTo>
                  <a:lnTo>
                    <a:pt x="38711" y="38377"/>
                  </a:lnTo>
                  <a:lnTo>
                    <a:pt x="34530" y="41954"/>
                  </a:lnTo>
                  <a:lnTo>
                    <a:pt x="30469" y="45667"/>
                  </a:lnTo>
                  <a:lnTo>
                    <a:pt x="26532" y="49512"/>
                  </a:lnTo>
                  <a:lnTo>
                    <a:pt x="22724" y="53484"/>
                  </a:lnTo>
                  <a:lnTo>
                    <a:pt x="19049" y="57580"/>
                  </a:lnTo>
                  <a:lnTo>
                    <a:pt x="15511" y="61794"/>
                  </a:lnTo>
                  <a:lnTo>
                    <a:pt x="12113" y="66122"/>
                  </a:lnTo>
                  <a:lnTo>
                    <a:pt x="8860" y="70559"/>
                  </a:lnTo>
                  <a:lnTo>
                    <a:pt x="5754" y="75102"/>
                  </a:lnTo>
                  <a:lnTo>
                    <a:pt x="2800" y="79744"/>
                  </a:lnTo>
                  <a:lnTo>
                    <a:pt x="0" y="84481"/>
                  </a:lnTo>
                  <a:lnTo>
                    <a:pt x="14528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938736" y="5309273"/>
              <a:ext cx="334309" cy="334333"/>
            </a:xfrm>
            <a:custGeom>
              <a:avLst/>
              <a:pathLst>
                <a:path w="334309" h="334333">
                  <a:moveTo>
                    <a:pt x="21872" y="84481"/>
                  </a:moveTo>
                  <a:lnTo>
                    <a:pt x="19325" y="89126"/>
                  </a:lnTo>
                  <a:lnTo>
                    <a:pt x="16926" y="93850"/>
                  </a:lnTo>
                  <a:lnTo>
                    <a:pt x="14678" y="98648"/>
                  </a:lnTo>
                  <a:lnTo>
                    <a:pt x="12583" y="103515"/>
                  </a:lnTo>
                  <a:lnTo>
                    <a:pt x="10644" y="108445"/>
                  </a:lnTo>
                  <a:lnTo>
                    <a:pt x="8862" y="113435"/>
                  </a:lnTo>
                  <a:lnTo>
                    <a:pt x="7238" y="118478"/>
                  </a:lnTo>
                  <a:lnTo>
                    <a:pt x="5776" y="123571"/>
                  </a:lnTo>
                  <a:lnTo>
                    <a:pt x="4475" y="128707"/>
                  </a:lnTo>
                  <a:lnTo>
                    <a:pt x="3338" y="133882"/>
                  </a:lnTo>
                  <a:lnTo>
                    <a:pt x="2365" y="139090"/>
                  </a:lnTo>
                  <a:lnTo>
                    <a:pt x="1558" y="144326"/>
                  </a:lnTo>
                  <a:lnTo>
                    <a:pt x="918" y="149586"/>
                  </a:lnTo>
                  <a:lnTo>
                    <a:pt x="444" y="154863"/>
                  </a:lnTo>
                  <a:lnTo>
                    <a:pt x="138" y="160152"/>
                  </a:lnTo>
                  <a:lnTo>
                    <a:pt x="0" y="165449"/>
                  </a:lnTo>
                  <a:lnTo>
                    <a:pt x="29" y="170747"/>
                  </a:lnTo>
                  <a:lnTo>
                    <a:pt x="226" y="176042"/>
                  </a:lnTo>
                  <a:lnTo>
                    <a:pt x="591" y="181327"/>
                  </a:lnTo>
                  <a:lnTo>
                    <a:pt x="1124" y="186599"/>
                  </a:lnTo>
                  <a:lnTo>
                    <a:pt x="1823" y="191851"/>
                  </a:lnTo>
                  <a:lnTo>
                    <a:pt x="2688" y="197078"/>
                  </a:lnTo>
                  <a:lnTo>
                    <a:pt x="3719" y="202275"/>
                  </a:lnTo>
                  <a:lnTo>
                    <a:pt x="4914" y="207437"/>
                  </a:lnTo>
                  <a:lnTo>
                    <a:pt x="6271" y="212558"/>
                  </a:lnTo>
                  <a:lnTo>
                    <a:pt x="7790" y="217634"/>
                  </a:lnTo>
                  <a:lnTo>
                    <a:pt x="9470" y="222659"/>
                  </a:lnTo>
                  <a:lnTo>
                    <a:pt x="11308" y="227628"/>
                  </a:lnTo>
                  <a:lnTo>
                    <a:pt x="13302" y="232537"/>
                  </a:lnTo>
                  <a:lnTo>
                    <a:pt x="15451" y="237380"/>
                  </a:lnTo>
                  <a:lnTo>
                    <a:pt x="17752" y="242152"/>
                  </a:lnTo>
                  <a:lnTo>
                    <a:pt x="20203" y="246849"/>
                  </a:lnTo>
                  <a:lnTo>
                    <a:pt x="22802" y="251466"/>
                  </a:lnTo>
                  <a:lnTo>
                    <a:pt x="25546" y="255999"/>
                  </a:lnTo>
                  <a:lnTo>
                    <a:pt x="28433" y="260442"/>
                  </a:lnTo>
                  <a:lnTo>
                    <a:pt x="31458" y="264791"/>
                  </a:lnTo>
                  <a:lnTo>
                    <a:pt x="34620" y="269043"/>
                  </a:lnTo>
                  <a:lnTo>
                    <a:pt x="37915" y="273192"/>
                  </a:lnTo>
                  <a:lnTo>
                    <a:pt x="41340" y="277234"/>
                  </a:lnTo>
                  <a:lnTo>
                    <a:pt x="44891" y="281166"/>
                  </a:lnTo>
                  <a:lnTo>
                    <a:pt x="48565" y="284983"/>
                  </a:lnTo>
                  <a:lnTo>
                    <a:pt x="52359" y="288683"/>
                  </a:lnTo>
                  <a:lnTo>
                    <a:pt x="56267" y="292260"/>
                  </a:lnTo>
                  <a:lnTo>
                    <a:pt x="60287" y="295711"/>
                  </a:lnTo>
                  <a:lnTo>
                    <a:pt x="64414" y="299033"/>
                  </a:lnTo>
                  <a:lnTo>
                    <a:pt x="68645" y="302223"/>
                  </a:lnTo>
                  <a:lnTo>
                    <a:pt x="72974" y="305277"/>
                  </a:lnTo>
                  <a:lnTo>
                    <a:pt x="77399" y="308192"/>
                  </a:lnTo>
                  <a:lnTo>
                    <a:pt x="81913" y="310966"/>
                  </a:lnTo>
                  <a:lnTo>
                    <a:pt x="86513" y="313595"/>
                  </a:lnTo>
                  <a:lnTo>
                    <a:pt x="91194" y="316077"/>
                  </a:lnTo>
                  <a:lnTo>
                    <a:pt x="95951" y="318410"/>
                  </a:lnTo>
                  <a:lnTo>
                    <a:pt x="100779" y="320591"/>
                  </a:lnTo>
                  <a:lnTo>
                    <a:pt x="105675" y="322617"/>
                  </a:lnTo>
                  <a:lnTo>
                    <a:pt x="110632" y="324487"/>
                  </a:lnTo>
                  <a:lnTo>
                    <a:pt x="115646" y="326200"/>
                  </a:lnTo>
                  <a:lnTo>
                    <a:pt x="120712" y="327752"/>
                  </a:lnTo>
                  <a:lnTo>
                    <a:pt x="125824" y="329144"/>
                  </a:lnTo>
                  <a:lnTo>
                    <a:pt x="130978" y="330372"/>
                  </a:lnTo>
                  <a:lnTo>
                    <a:pt x="136168" y="331437"/>
                  </a:lnTo>
                  <a:lnTo>
                    <a:pt x="141389" y="332336"/>
                  </a:lnTo>
                  <a:lnTo>
                    <a:pt x="146637" y="333070"/>
                  </a:lnTo>
                  <a:lnTo>
                    <a:pt x="151905" y="333637"/>
                  </a:lnTo>
                  <a:lnTo>
                    <a:pt x="157188" y="334037"/>
                  </a:lnTo>
                  <a:lnTo>
                    <a:pt x="162481" y="334269"/>
                  </a:lnTo>
                  <a:lnTo>
                    <a:pt x="167779" y="334333"/>
                  </a:lnTo>
                  <a:lnTo>
                    <a:pt x="173076" y="334230"/>
                  </a:lnTo>
                  <a:lnTo>
                    <a:pt x="178367" y="333958"/>
                  </a:lnTo>
                  <a:lnTo>
                    <a:pt x="183647" y="333519"/>
                  </a:lnTo>
                  <a:lnTo>
                    <a:pt x="188911" y="332913"/>
                  </a:lnTo>
                  <a:lnTo>
                    <a:pt x="194153" y="332140"/>
                  </a:lnTo>
                  <a:lnTo>
                    <a:pt x="199367" y="331202"/>
                  </a:lnTo>
                  <a:lnTo>
                    <a:pt x="204549" y="330099"/>
                  </a:lnTo>
                  <a:lnTo>
                    <a:pt x="209694" y="328832"/>
                  </a:lnTo>
                  <a:lnTo>
                    <a:pt x="214796" y="327403"/>
                  </a:lnTo>
                  <a:lnTo>
                    <a:pt x="219850" y="325813"/>
                  </a:lnTo>
                  <a:lnTo>
                    <a:pt x="224851" y="324063"/>
                  </a:lnTo>
                  <a:lnTo>
                    <a:pt x="229794" y="322156"/>
                  </a:lnTo>
                  <a:lnTo>
                    <a:pt x="234674" y="320093"/>
                  </a:lnTo>
                  <a:lnTo>
                    <a:pt x="239487" y="317877"/>
                  </a:lnTo>
                  <a:lnTo>
                    <a:pt x="244226" y="315509"/>
                  </a:lnTo>
                  <a:lnTo>
                    <a:pt x="248889" y="312992"/>
                  </a:lnTo>
                  <a:lnTo>
                    <a:pt x="253469" y="310329"/>
                  </a:lnTo>
                  <a:lnTo>
                    <a:pt x="257962" y="307522"/>
                  </a:lnTo>
                  <a:lnTo>
                    <a:pt x="262365" y="304574"/>
                  </a:lnTo>
                  <a:lnTo>
                    <a:pt x="266671" y="301488"/>
                  </a:lnTo>
                  <a:lnTo>
                    <a:pt x="270878" y="298267"/>
                  </a:lnTo>
                  <a:lnTo>
                    <a:pt x="274981" y="294914"/>
                  </a:lnTo>
                  <a:lnTo>
                    <a:pt x="278975" y="291433"/>
                  </a:lnTo>
                  <a:lnTo>
                    <a:pt x="282857" y="287827"/>
                  </a:lnTo>
                  <a:lnTo>
                    <a:pt x="286622" y="284100"/>
                  </a:lnTo>
                  <a:lnTo>
                    <a:pt x="290268" y="280255"/>
                  </a:lnTo>
                  <a:lnTo>
                    <a:pt x="293790" y="276297"/>
                  </a:lnTo>
                  <a:lnTo>
                    <a:pt x="297185" y="272229"/>
                  </a:lnTo>
                  <a:lnTo>
                    <a:pt x="300449" y="268056"/>
                  </a:lnTo>
                  <a:lnTo>
                    <a:pt x="303579" y="263781"/>
                  </a:lnTo>
                  <a:lnTo>
                    <a:pt x="306572" y="259409"/>
                  </a:lnTo>
                  <a:lnTo>
                    <a:pt x="309426" y="254945"/>
                  </a:lnTo>
                  <a:lnTo>
                    <a:pt x="312136" y="250392"/>
                  </a:lnTo>
                  <a:lnTo>
                    <a:pt x="314700" y="245756"/>
                  </a:lnTo>
                  <a:lnTo>
                    <a:pt x="317117" y="241041"/>
                  </a:lnTo>
                  <a:lnTo>
                    <a:pt x="319383" y="236251"/>
                  </a:lnTo>
                  <a:lnTo>
                    <a:pt x="321495" y="231393"/>
                  </a:lnTo>
                  <a:lnTo>
                    <a:pt x="323453" y="226469"/>
                  </a:lnTo>
                  <a:lnTo>
                    <a:pt x="325254" y="221486"/>
                  </a:lnTo>
                  <a:lnTo>
                    <a:pt x="326896" y="216449"/>
                  </a:lnTo>
                  <a:lnTo>
                    <a:pt x="328378" y="211362"/>
                  </a:lnTo>
                  <a:lnTo>
                    <a:pt x="329697" y="206231"/>
                  </a:lnTo>
                  <a:lnTo>
                    <a:pt x="330854" y="201060"/>
                  </a:lnTo>
                  <a:lnTo>
                    <a:pt x="331845" y="195856"/>
                  </a:lnTo>
                  <a:lnTo>
                    <a:pt x="332672" y="190622"/>
                  </a:lnTo>
                  <a:lnTo>
                    <a:pt x="333332" y="185365"/>
                  </a:lnTo>
                  <a:lnTo>
                    <a:pt x="333825" y="180090"/>
                  </a:lnTo>
                  <a:lnTo>
                    <a:pt x="334151" y="174802"/>
                  </a:lnTo>
                  <a:lnTo>
                    <a:pt x="334309" y="169506"/>
                  </a:lnTo>
                  <a:lnTo>
                    <a:pt x="334299" y="164208"/>
                  </a:lnTo>
                  <a:lnTo>
                    <a:pt x="334122" y="158912"/>
                  </a:lnTo>
                  <a:lnTo>
                    <a:pt x="333776" y="153625"/>
                  </a:lnTo>
                  <a:lnTo>
                    <a:pt x="333263" y="148352"/>
                  </a:lnTo>
                  <a:lnTo>
                    <a:pt x="332584" y="143097"/>
                  </a:lnTo>
                  <a:lnTo>
                    <a:pt x="331738" y="137867"/>
                  </a:lnTo>
                  <a:lnTo>
                    <a:pt x="330727" y="132666"/>
                  </a:lnTo>
                  <a:lnTo>
                    <a:pt x="329551" y="127500"/>
                  </a:lnTo>
                  <a:lnTo>
                    <a:pt x="328212" y="122374"/>
                  </a:lnTo>
                  <a:lnTo>
                    <a:pt x="326712" y="117292"/>
                  </a:lnTo>
                  <a:lnTo>
                    <a:pt x="325051" y="112261"/>
                  </a:lnTo>
                  <a:lnTo>
                    <a:pt x="323232" y="107285"/>
                  </a:lnTo>
                  <a:lnTo>
                    <a:pt x="321256" y="102369"/>
                  </a:lnTo>
                  <a:lnTo>
                    <a:pt x="319125" y="97518"/>
                  </a:lnTo>
                  <a:lnTo>
                    <a:pt x="316842" y="92737"/>
                  </a:lnTo>
                  <a:lnTo>
                    <a:pt x="314408" y="88031"/>
                  </a:lnTo>
                  <a:lnTo>
                    <a:pt x="311826" y="83404"/>
                  </a:lnTo>
                  <a:lnTo>
                    <a:pt x="309099" y="78862"/>
                  </a:lnTo>
                  <a:lnTo>
                    <a:pt x="306229" y="74408"/>
                  </a:lnTo>
                  <a:lnTo>
                    <a:pt x="303220" y="70047"/>
                  </a:lnTo>
                  <a:lnTo>
                    <a:pt x="300073" y="65784"/>
                  </a:lnTo>
                  <a:lnTo>
                    <a:pt x="296794" y="61623"/>
                  </a:lnTo>
                  <a:lnTo>
                    <a:pt x="293384" y="57568"/>
                  </a:lnTo>
                  <a:lnTo>
                    <a:pt x="289847" y="53623"/>
                  </a:lnTo>
                  <a:lnTo>
                    <a:pt x="286187" y="49792"/>
                  </a:lnTo>
                  <a:lnTo>
                    <a:pt x="282408" y="46078"/>
                  </a:lnTo>
                  <a:lnTo>
                    <a:pt x="278513" y="42487"/>
                  </a:lnTo>
                  <a:lnTo>
                    <a:pt x="274506" y="39021"/>
                  </a:lnTo>
                  <a:lnTo>
                    <a:pt x="270391" y="35683"/>
                  </a:lnTo>
                  <a:lnTo>
                    <a:pt x="266172" y="32478"/>
                  </a:lnTo>
                  <a:lnTo>
                    <a:pt x="261854" y="29408"/>
                  </a:lnTo>
                  <a:lnTo>
                    <a:pt x="257441" y="26476"/>
                  </a:lnTo>
                  <a:lnTo>
                    <a:pt x="252937" y="23685"/>
                  </a:lnTo>
                  <a:lnTo>
                    <a:pt x="248347" y="21039"/>
                  </a:lnTo>
                  <a:lnTo>
                    <a:pt x="243675" y="18540"/>
                  </a:lnTo>
                  <a:lnTo>
                    <a:pt x="238927" y="16189"/>
                  </a:lnTo>
                  <a:lnTo>
                    <a:pt x="234106" y="13991"/>
                  </a:lnTo>
                  <a:lnTo>
                    <a:pt x="229218" y="11946"/>
                  </a:lnTo>
                  <a:lnTo>
                    <a:pt x="224268" y="10057"/>
                  </a:lnTo>
                  <a:lnTo>
                    <a:pt x="219260" y="8326"/>
                  </a:lnTo>
                  <a:lnTo>
                    <a:pt x="214200" y="6755"/>
                  </a:lnTo>
                  <a:lnTo>
                    <a:pt x="209093" y="5345"/>
                  </a:lnTo>
                  <a:lnTo>
                    <a:pt x="203944" y="4097"/>
                  </a:lnTo>
                  <a:lnTo>
                    <a:pt x="198758" y="3013"/>
                  </a:lnTo>
                  <a:lnTo>
                    <a:pt x="193540" y="2094"/>
                  </a:lnTo>
                  <a:lnTo>
                    <a:pt x="188295" y="1341"/>
                  </a:lnTo>
                  <a:lnTo>
                    <a:pt x="183030" y="755"/>
                  </a:lnTo>
                  <a:lnTo>
                    <a:pt x="177748" y="335"/>
                  </a:lnTo>
                  <a:lnTo>
                    <a:pt x="172456" y="83"/>
                  </a:lnTo>
                  <a:lnTo>
                    <a:pt x="167158" y="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612193" y="5399291"/>
              <a:ext cx="5086" cy="167167"/>
            </a:xfrm>
            <a:custGeom>
              <a:avLst/>
              <a:pathLst>
                <a:path w="5086" h="167167">
                  <a:moveTo>
                    <a:pt x="5086" y="0"/>
                  </a:moveTo>
                  <a:lnTo>
                    <a:pt x="0" y="77"/>
                  </a:lnTo>
                  <a:lnTo>
                    <a:pt x="5086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612193" y="5399369"/>
              <a:ext cx="5086" cy="167090"/>
            </a:xfrm>
            <a:custGeom>
              <a:avLst/>
              <a:pathLst>
                <a:path w="5086" h="167090">
                  <a:moveTo>
                    <a:pt x="0" y="0"/>
                  </a:moveTo>
                  <a:lnTo>
                    <a:pt x="5086" y="167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612193" y="5399369"/>
              <a:ext cx="5086" cy="167090"/>
            </a:xfrm>
            <a:custGeom>
              <a:avLst/>
              <a:pathLst>
                <a:path w="5086" h="167090">
                  <a:moveTo>
                    <a:pt x="0" y="0"/>
                  </a:moveTo>
                  <a:lnTo>
                    <a:pt x="5086" y="167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612193" y="5399369"/>
              <a:ext cx="5086" cy="167090"/>
            </a:xfrm>
            <a:custGeom>
              <a:avLst/>
              <a:pathLst>
                <a:path w="5086" h="167090">
                  <a:moveTo>
                    <a:pt x="0" y="0"/>
                  </a:moveTo>
                  <a:lnTo>
                    <a:pt x="5086" y="167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612193" y="5399369"/>
              <a:ext cx="5086" cy="167090"/>
            </a:xfrm>
            <a:custGeom>
              <a:avLst/>
              <a:pathLst>
                <a:path w="5086" h="167090">
                  <a:moveTo>
                    <a:pt x="0" y="0"/>
                  </a:moveTo>
                  <a:lnTo>
                    <a:pt x="5086" y="167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612193" y="5399369"/>
              <a:ext cx="5086" cy="167090"/>
            </a:xfrm>
            <a:custGeom>
              <a:avLst/>
              <a:pathLst>
                <a:path w="5086" h="167090">
                  <a:moveTo>
                    <a:pt x="0" y="0"/>
                  </a:moveTo>
                  <a:lnTo>
                    <a:pt x="5086" y="1670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612193" y="5399369"/>
              <a:ext cx="5086" cy="167090"/>
            </a:xfrm>
            <a:custGeom>
              <a:avLst/>
              <a:pathLst>
                <a:path w="5086" h="167090">
                  <a:moveTo>
                    <a:pt x="0" y="0"/>
                  </a:moveTo>
                  <a:lnTo>
                    <a:pt x="5086" y="1670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50127" y="5399369"/>
              <a:ext cx="334312" cy="334255"/>
            </a:xfrm>
            <a:custGeom>
              <a:avLst/>
              <a:pathLst>
                <a:path w="334312" h="334255">
                  <a:moveTo>
                    <a:pt x="162066" y="0"/>
                  </a:moveTo>
                  <a:lnTo>
                    <a:pt x="156772" y="245"/>
                  </a:lnTo>
                  <a:lnTo>
                    <a:pt x="151489" y="658"/>
                  </a:lnTo>
                  <a:lnTo>
                    <a:pt x="146221" y="1238"/>
                  </a:lnTo>
                  <a:lnTo>
                    <a:pt x="140975" y="1985"/>
                  </a:lnTo>
                  <a:lnTo>
                    <a:pt x="135754" y="2897"/>
                  </a:lnTo>
                  <a:lnTo>
                    <a:pt x="130566" y="3975"/>
                  </a:lnTo>
                  <a:lnTo>
                    <a:pt x="125414" y="5217"/>
                  </a:lnTo>
                  <a:lnTo>
                    <a:pt x="120304" y="6621"/>
                  </a:lnTo>
                  <a:lnTo>
                    <a:pt x="115241" y="8187"/>
                  </a:lnTo>
                  <a:lnTo>
                    <a:pt x="110230" y="9912"/>
                  </a:lnTo>
                  <a:lnTo>
                    <a:pt x="105277" y="11795"/>
                  </a:lnTo>
                  <a:lnTo>
                    <a:pt x="100385" y="13835"/>
                  </a:lnTo>
                  <a:lnTo>
                    <a:pt x="95561" y="16028"/>
                  </a:lnTo>
                  <a:lnTo>
                    <a:pt x="90809" y="18373"/>
                  </a:lnTo>
                  <a:lnTo>
                    <a:pt x="86133" y="20868"/>
                  </a:lnTo>
                  <a:lnTo>
                    <a:pt x="81539" y="23509"/>
                  </a:lnTo>
                  <a:lnTo>
                    <a:pt x="77031" y="26295"/>
                  </a:lnTo>
                  <a:lnTo>
                    <a:pt x="72614" y="29222"/>
                  </a:lnTo>
                  <a:lnTo>
                    <a:pt x="68291" y="32288"/>
                  </a:lnTo>
                  <a:lnTo>
                    <a:pt x="64068" y="35490"/>
                  </a:lnTo>
                  <a:lnTo>
                    <a:pt x="59948" y="38823"/>
                  </a:lnTo>
                  <a:lnTo>
                    <a:pt x="55937" y="42286"/>
                  </a:lnTo>
                  <a:lnTo>
                    <a:pt x="52037" y="45874"/>
                  </a:lnTo>
                  <a:lnTo>
                    <a:pt x="48252" y="49584"/>
                  </a:lnTo>
                  <a:lnTo>
                    <a:pt x="44587" y="53411"/>
                  </a:lnTo>
                  <a:lnTo>
                    <a:pt x="41046" y="57354"/>
                  </a:lnTo>
                  <a:lnTo>
                    <a:pt x="37631" y="61406"/>
                  </a:lnTo>
                  <a:lnTo>
                    <a:pt x="34346" y="65565"/>
                  </a:lnTo>
                  <a:lnTo>
                    <a:pt x="31195" y="69825"/>
                  </a:lnTo>
                  <a:lnTo>
                    <a:pt x="28180" y="74184"/>
                  </a:lnTo>
                  <a:lnTo>
                    <a:pt x="25305" y="78635"/>
                  </a:lnTo>
                  <a:lnTo>
                    <a:pt x="22572" y="83176"/>
                  </a:lnTo>
                  <a:lnTo>
                    <a:pt x="19985" y="87801"/>
                  </a:lnTo>
                  <a:lnTo>
                    <a:pt x="17546" y="92506"/>
                  </a:lnTo>
                  <a:lnTo>
                    <a:pt x="15257" y="97285"/>
                  </a:lnTo>
                  <a:lnTo>
                    <a:pt x="13121" y="102135"/>
                  </a:lnTo>
                  <a:lnTo>
                    <a:pt x="11139" y="107050"/>
                  </a:lnTo>
                  <a:lnTo>
                    <a:pt x="9315" y="112025"/>
                  </a:lnTo>
                  <a:lnTo>
                    <a:pt x="7648" y="117056"/>
                  </a:lnTo>
                  <a:lnTo>
                    <a:pt x="6143" y="122137"/>
                  </a:lnTo>
                  <a:lnTo>
                    <a:pt x="4799" y="127263"/>
                  </a:lnTo>
                  <a:lnTo>
                    <a:pt x="3618" y="132429"/>
                  </a:lnTo>
                  <a:lnTo>
                    <a:pt x="2601" y="137630"/>
                  </a:lnTo>
                  <a:lnTo>
                    <a:pt x="1750" y="142861"/>
                  </a:lnTo>
                  <a:lnTo>
                    <a:pt x="1065" y="148116"/>
                  </a:lnTo>
                  <a:lnTo>
                    <a:pt x="548" y="153390"/>
                  </a:lnTo>
                  <a:lnTo>
                    <a:pt x="197" y="158678"/>
                  </a:lnTo>
                  <a:lnTo>
                    <a:pt x="14" y="163974"/>
                  </a:lnTo>
                  <a:lnTo>
                    <a:pt x="0" y="169274"/>
                  </a:lnTo>
                  <a:lnTo>
                    <a:pt x="153" y="174571"/>
                  </a:lnTo>
                  <a:lnTo>
                    <a:pt x="474" y="179860"/>
                  </a:lnTo>
                  <a:lnTo>
                    <a:pt x="962" y="185137"/>
                  </a:lnTo>
                  <a:lnTo>
                    <a:pt x="1618" y="190396"/>
                  </a:lnTo>
                  <a:lnTo>
                    <a:pt x="2440" y="195631"/>
                  </a:lnTo>
                  <a:lnTo>
                    <a:pt x="3427" y="200838"/>
                  </a:lnTo>
                  <a:lnTo>
                    <a:pt x="4579" y="206011"/>
                  </a:lnTo>
                  <a:lnTo>
                    <a:pt x="5895" y="211144"/>
                  </a:lnTo>
                  <a:lnTo>
                    <a:pt x="7372" y="216233"/>
                  </a:lnTo>
                  <a:lnTo>
                    <a:pt x="9010" y="221273"/>
                  </a:lnTo>
                  <a:lnTo>
                    <a:pt x="10807" y="226259"/>
                  </a:lnTo>
                  <a:lnTo>
                    <a:pt x="12761" y="231185"/>
                  </a:lnTo>
                  <a:lnTo>
                    <a:pt x="14870" y="236046"/>
                  </a:lnTo>
                  <a:lnTo>
                    <a:pt x="17133" y="240839"/>
                  </a:lnTo>
                  <a:lnTo>
                    <a:pt x="19546" y="245557"/>
                  </a:lnTo>
                  <a:lnTo>
                    <a:pt x="22107" y="250196"/>
                  </a:lnTo>
                  <a:lnTo>
                    <a:pt x="24814" y="254752"/>
                  </a:lnTo>
                  <a:lnTo>
                    <a:pt x="27664" y="259220"/>
                  </a:lnTo>
                  <a:lnTo>
                    <a:pt x="30655" y="263595"/>
                  </a:lnTo>
                  <a:lnTo>
                    <a:pt x="33782" y="267873"/>
                  </a:lnTo>
                  <a:lnTo>
                    <a:pt x="37044" y="272050"/>
                  </a:lnTo>
                  <a:lnTo>
                    <a:pt x="40436" y="276121"/>
                  </a:lnTo>
                  <a:lnTo>
                    <a:pt x="43956" y="280083"/>
                  </a:lnTo>
                  <a:lnTo>
                    <a:pt x="47599" y="283931"/>
                  </a:lnTo>
                  <a:lnTo>
                    <a:pt x="51363" y="287662"/>
                  </a:lnTo>
                  <a:lnTo>
                    <a:pt x="55243" y="291272"/>
                  </a:lnTo>
                  <a:lnTo>
                    <a:pt x="59235" y="294756"/>
                  </a:lnTo>
                  <a:lnTo>
                    <a:pt x="63336" y="298113"/>
                  </a:lnTo>
                  <a:lnTo>
                    <a:pt x="67542" y="301338"/>
                  </a:lnTo>
                  <a:lnTo>
                    <a:pt x="71847" y="304428"/>
                  </a:lnTo>
                  <a:lnTo>
                    <a:pt x="76248" y="307380"/>
                  </a:lnTo>
                  <a:lnTo>
                    <a:pt x="80741" y="310191"/>
                  </a:lnTo>
                  <a:lnTo>
                    <a:pt x="85320" y="312858"/>
                  </a:lnTo>
                  <a:lnTo>
                    <a:pt x="89982" y="315378"/>
                  </a:lnTo>
                  <a:lnTo>
                    <a:pt x="94721" y="317750"/>
                  </a:lnTo>
                  <a:lnTo>
                    <a:pt x="99533" y="319970"/>
                  </a:lnTo>
                  <a:lnTo>
                    <a:pt x="104412" y="322037"/>
                  </a:lnTo>
                  <a:lnTo>
                    <a:pt x="109355" y="323948"/>
                  </a:lnTo>
                  <a:lnTo>
                    <a:pt x="114356" y="325701"/>
                  </a:lnTo>
                  <a:lnTo>
                    <a:pt x="119410" y="327295"/>
                  </a:lnTo>
                  <a:lnTo>
                    <a:pt x="124513" y="328727"/>
                  </a:lnTo>
                  <a:lnTo>
                    <a:pt x="129657" y="329998"/>
                  </a:lnTo>
                  <a:lnTo>
                    <a:pt x="134840" y="331104"/>
                  </a:lnTo>
                  <a:lnTo>
                    <a:pt x="140055" y="332046"/>
                  </a:lnTo>
                  <a:lnTo>
                    <a:pt x="145297" y="332822"/>
                  </a:lnTo>
                  <a:lnTo>
                    <a:pt x="150562" y="333432"/>
                  </a:lnTo>
                  <a:lnTo>
                    <a:pt x="155843" y="333874"/>
                  </a:lnTo>
                  <a:lnTo>
                    <a:pt x="161135" y="334149"/>
                  </a:lnTo>
                  <a:lnTo>
                    <a:pt x="166433" y="334255"/>
                  </a:lnTo>
                  <a:lnTo>
                    <a:pt x="171732" y="334194"/>
                  </a:lnTo>
                  <a:lnTo>
                    <a:pt x="177027" y="333965"/>
                  </a:lnTo>
                  <a:lnTo>
                    <a:pt x="182311" y="333568"/>
                  </a:lnTo>
                  <a:lnTo>
                    <a:pt x="187581" y="333004"/>
                  </a:lnTo>
                  <a:lnTo>
                    <a:pt x="192829" y="332273"/>
                  </a:lnTo>
                  <a:lnTo>
                    <a:pt x="198052" y="331376"/>
                  </a:lnTo>
                  <a:lnTo>
                    <a:pt x="203244" y="330314"/>
                  </a:lnTo>
                  <a:lnTo>
                    <a:pt x="208400" y="329088"/>
                  </a:lnTo>
                  <a:lnTo>
                    <a:pt x="213514" y="327700"/>
                  </a:lnTo>
                  <a:lnTo>
                    <a:pt x="218582" y="326149"/>
                  </a:lnTo>
                  <a:lnTo>
                    <a:pt x="223598" y="324439"/>
                  </a:lnTo>
                  <a:lnTo>
                    <a:pt x="228557" y="322571"/>
                  </a:lnTo>
                  <a:lnTo>
                    <a:pt x="233454" y="320547"/>
                  </a:lnTo>
                  <a:lnTo>
                    <a:pt x="238285" y="318368"/>
                  </a:lnTo>
                  <a:lnTo>
                    <a:pt x="243044" y="316037"/>
                  </a:lnTo>
                  <a:lnTo>
                    <a:pt x="247728" y="313557"/>
                  </a:lnTo>
                  <a:lnTo>
                    <a:pt x="252330" y="310929"/>
                  </a:lnTo>
                  <a:lnTo>
                    <a:pt x="256846" y="308157"/>
                  </a:lnTo>
                  <a:lnTo>
                    <a:pt x="261273" y="305243"/>
                  </a:lnTo>
                  <a:lnTo>
                    <a:pt x="265604" y="302190"/>
                  </a:lnTo>
                  <a:lnTo>
                    <a:pt x="269837" y="299002"/>
                  </a:lnTo>
                  <a:lnTo>
                    <a:pt x="273967" y="295681"/>
                  </a:lnTo>
                  <a:lnTo>
                    <a:pt x="277989" y="292230"/>
                  </a:lnTo>
                  <a:lnTo>
                    <a:pt x="281900" y="288654"/>
                  </a:lnTo>
                  <a:lnTo>
                    <a:pt x="285696" y="284956"/>
                  </a:lnTo>
                  <a:lnTo>
                    <a:pt x="289372" y="281139"/>
                  </a:lnTo>
                  <a:lnTo>
                    <a:pt x="292926" y="277208"/>
                  </a:lnTo>
                  <a:lnTo>
                    <a:pt x="296353" y="273166"/>
                  </a:lnTo>
                  <a:lnTo>
                    <a:pt x="299651" y="269017"/>
                  </a:lnTo>
                  <a:lnTo>
                    <a:pt x="302815" y="264766"/>
                  </a:lnTo>
                  <a:lnTo>
                    <a:pt x="305843" y="260417"/>
                  </a:lnTo>
                  <a:lnTo>
                    <a:pt x="308731" y="255974"/>
                  </a:lnTo>
                  <a:lnTo>
                    <a:pt x="311478" y="251442"/>
                  </a:lnTo>
                  <a:lnTo>
                    <a:pt x="314079" y="246825"/>
                  </a:lnTo>
                  <a:lnTo>
                    <a:pt x="316532" y="242127"/>
                  </a:lnTo>
                  <a:lnTo>
                    <a:pt x="318836" y="237355"/>
                  </a:lnTo>
                  <a:lnTo>
                    <a:pt x="320987" y="232511"/>
                  </a:lnTo>
                  <a:lnTo>
                    <a:pt x="322983" y="227602"/>
                  </a:lnTo>
                  <a:lnTo>
                    <a:pt x="324823" y="222633"/>
                  </a:lnTo>
                  <a:lnTo>
                    <a:pt x="326504" y="217607"/>
                  </a:lnTo>
                  <a:lnTo>
                    <a:pt x="328025" y="212531"/>
                  </a:lnTo>
                  <a:lnTo>
                    <a:pt x="329385" y="207409"/>
                  </a:lnTo>
                  <a:lnTo>
                    <a:pt x="330581" y="202246"/>
                  </a:lnTo>
                  <a:lnTo>
                    <a:pt x="331614" y="197048"/>
                  </a:lnTo>
                  <a:lnTo>
                    <a:pt x="332481" y="191820"/>
                  </a:lnTo>
                  <a:lnTo>
                    <a:pt x="333182" y="186567"/>
                  </a:lnTo>
                  <a:lnTo>
                    <a:pt x="333715" y="181295"/>
                  </a:lnTo>
                  <a:lnTo>
                    <a:pt x="334082" y="176008"/>
                  </a:lnTo>
                  <a:lnTo>
                    <a:pt x="334281" y="170712"/>
                  </a:lnTo>
                  <a:lnTo>
                    <a:pt x="334312" y="165413"/>
                  </a:lnTo>
                  <a:lnTo>
                    <a:pt x="334175" y="160115"/>
                  </a:lnTo>
                  <a:lnTo>
                    <a:pt x="333870" y="154825"/>
                  </a:lnTo>
                  <a:lnTo>
                    <a:pt x="333397" y="149546"/>
                  </a:lnTo>
                  <a:lnTo>
                    <a:pt x="332757" y="144286"/>
                  </a:lnTo>
                  <a:lnTo>
                    <a:pt x="331951" y="139048"/>
                  </a:lnTo>
                  <a:lnTo>
                    <a:pt x="330980" y="133838"/>
                  </a:lnTo>
                  <a:lnTo>
                    <a:pt x="329843" y="128662"/>
                  </a:lnTo>
                  <a:lnTo>
                    <a:pt x="328544" y="123525"/>
                  </a:lnTo>
                  <a:lnTo>
                    <a:pt x="327082" y="118431"/>
                  </a:lnTo>
                  <a:lnTo>
                    <a:pt x="325459" y="113386"/>
                  </a:lnTo>
                  <a:lnTo>
                    <a:pt x="323677" y="108395"/>
                  </a:lnTo>
                  <a:lnTo>
                    <a:pt x="321738" y="103463"/>
                  </a:lnTo>
                  <a:lnTo>
                    <a:pt x="319644" y="98595"/>
                  </a:lnTo>
                  <a:lnTo>
                    <a:pt x="317396" y="93796"/>
                  </a:lnTo>
                  <a:lnTo>
                    <a:pt x="314997" y="89071"/>
                  </a:lnTo>
                  <a:lnTo>
                    <a:pt x="312450" y="84424"/>
                  </a:lnTo>
                  <a:lnTo>
                    <a:pt x="309757" y="79860"/>
                  </a:lnTo>
                  <a:lnTo>
                    <a:pt x="306920" y="75383"/>
                  </a:lnTo>
                  <a:lnTo>
                    <a:pt x="303943" y="70999"/>
                  </a:lnTo>
                  <a:lnTo>
                    <a:pt x="300828" y="66712"/>
                  </a:lnTo>
                  <a:lnTo>
                    <a:pt x="297580" y="62525"/>
                  </a:lnTo>
                  <a:lnTo>
                    <a:pt x="294200" y="58443"/>
                  </a:lnTo>
                  <a:lnTo>
                    <a:pt x="290692" y="54471"/>
                  </a:lnTo>
                  <a:lnTo>
                    <a:pt x="287060" y="50611"/>
                  </a:lnTo>
                  <a:lnTo>
                    <a:pt x="283308" y="46869"/>
                  </a:lnTo>
                  <a:lnTo>
                    <a:pt x="279439" y="43248"/>
                  </a:lnTo>
                  <a:lnTo>
                    <a:pt x="275457" y="39751"/>
                  </a:lnTo>
                  <a:lnTo>
                    <a:pt x="271366" y="36382"/>
                  </a:lnTo>
                  <a:lnTo>
                    <a:pt x="267171" y="33144"/>
                  </a:lnTo>
                  <a:lnTo>
                    <a:pt x="262875" y="30041"/>
                  </a:lnTo>
                  <a:lnTo>
                    <a:pt x="258483" y="27076"/>
                  </a:lnTo>
                  <a:lnTo>
                    <a:pt x="253999" y="24252"/>
                  </a:lnTo>
                  <a:lnTo>
                    <a:pt x="249428" y="21570"/>
                  </a:lnTo>
                  <a:lnTo>
                    <a:pt x="244774" y="19036"/>
                  </a:lnTo>
                  <a:lnTo>
                    <a:pt x="240042" y="16650"/>
                  </a:lnTo>
                  <a:lnTo>
                    <a:pt x="235237" y="14415"/>
                  </a:lnTo>
                  <a:lnTo>
                    <a:pt x="230363" y="12334"/>
                  </a:lnTo>
                  <a:lnTo>
                    <a:pt x="225426" y="10408"/>
                  </a:lnTo>
                  <a:lnTo>
                    <a:pt x="220430" y="8639"/>
                  </a:lnTo>
                  <a:lnTo>
                    <a:pt x="215381" y="7030"/>
                  </a:lnTo>
                  <a:lnTo>
                    <a:pt x="210283" y="5582"/>
                  </a:lnTo>
                  <a:lnTo>
                    <a:pt x="205142" y="4296"/>
                  </a:lnTo>
                  <a:lnTo>
                    <a:pt x="199963" y="3174"/>
                  </a:lnTo>
                  <a:lnTo>
                    <a:pt x="167153" y="1670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617280" y="5399291"/>
              <a:ext cx="32810" cy="167167"/>
            </a:xfrm>
            <a:custGeom>
              <a:avLst/>
              <a:pathLst>
                <a:path w="32810" h="167167">
                  <a:moveTo>
                    <a:pt x="32810" y="3251"/>
                  </a:moveTo>
                  <a:lnTo>
                    <a:pt x="26310" y="2083"/>
                  </a:lnTo>
                  <a:lnTo>
                    <a:pt x="19768" y="1172"/>
                  </a:lnTo>
                  <a:lnTo>
                    <a:pt x="13196" y="521"/>
                  </a:lnTo>
                  <a:lnTo>
                    <a:pt x="6603" y="13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92137" y="5369149"/>
              <a:ext cx="43538" cy="167167"/>
            </a:xfrm>
            <a:custGeom>
              <a:avLst/>
              <a:pathLst>
                <a:path w="43538" h="167167">
                  <a:moveTo>
                    <a:pt x="43538" y="0"/>
                  </a:moveTo>
                  <a:lnTo>
                    <a:pt x="37247" y="118"/>
                  </a:lnTo>
                  <a:lnTo>
                    <a:pt x="30965" y="473"/>
                  </a:lnTo>
                  <a:lnTo>
                    <a:pt x="24701" y="1064"/>
                  </a:lnTo>
                  <a:lnTo>
                    <a:pt x="18464" y="1891"/>
                  </a:lnTo>
                  <a:lnTo>
                    <a:pt x="12262" y="2951"/>
                  </a:lnTo>
                  <a:lnTo>
                    <a:pt x="6104" y="4245"/>
                  </a:lnTo>
                  <a:lnTo>
                    <a:pt x="0" y="5769"/>
                  </a:lnTo>
                  <a:lnTo>
                    <a:pt x="4353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92137" y="5374919"/>
              <a:ext cx="43538" cy="161398"/>
            </a:xfrm>
            <a:custGeom>
              <a:avLst/>
              <a:pathLst>
                <a:path w="43538" h="161398">
                  <a:moveTo>
                    <a:pt x="0" y="0"/>
                  </a:moveTo>
                  <a:lnTo>
                    <a:pt x="43538" y="1613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92137" y="5374919"/>
              <a:ext cx="43538" cy="161398"/>
            </a:xfrm>
            <a:custGeom>
              <a:avLst/>
              <a:pathLst>
                <a:path w="43538" h="161398">
                  <a:moveTo>
                    <a:pt x="0" y="0"/>
                  </a:moveTo>
                  <a:lnTo>
                    <a:pt x="43538" y="1613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092137" y="5374919"/>
              <a:ext cx="43538" cy="161398"/>
            </a:xfrm>
            <a:custGeom>
              <a:avLst/>
              <a:pathLst>
                <a:path w="43538" h="161398">
                  <a:moveTo>
                    <a:pt x="0" y="0"/>
                  </a:moveTo>
                  <a:lnTo>
                    <a:pt x="43538" y="1613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092137" y="5374919"/>
              <a:ext cx="43538" cy="161398"/>
            </a:xfrm>
            <a:custGeom>
              <a:avLst/>
              <a:pathLst>
                <a:path w="43538" h="161398">
                  <a:moveTo>
                    <a:pt x="0" y="0"/>
                  </a:moveTo>
                  <a:lnTo>
                    <a:pt x="43538" y="1613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092137" y="5374919"/>
              <a:ext cx="43538" cy="161398"/>
            </a:xfrm>
            <a:custGeom>
              <a:avLst/>
              <a:pathLst>
                <a:path w="43538" h="161398">
                  <a:moveTo>
                    <a:pt x="0" y="0"/>
                  </a:moveTo>
                  <a:lnTo>
                    <a:pt x="43538" y="1613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4968516" y="5374919"/>
              <a:ext cx="167159" cy="317119"/>
            </a:xfrm>
            <a:custGeom>
              <a:avLst/>
              <a:pathLst>
                <a:path w="167159" h="317119">
                  <a:moveTo>
                    <a:pt x="123620" y="0"/>
                  </a:moveTo>
                  <a:lnTo>
                    <a:pt x="118459" y="1481"/>
                  </a:lnTo>
                  <a:lnTo>
                    <a:pt x="113347" y="3128"/>
                  </a:lnTo>
                  <a:lnTo>
                    <a:pt x="108291" y="4938"/>
                  </a:lnTo>
                  <a:lnTo>
                    <a:pt x="103296" y="6910"/>
                  </a:lnTo>
                  <a:lnTo>
                    <a:pt x="98366" y="9041"/>
                  </a:lnTo>
                  <a:lnTo>
                    <a:pt x="93508" y="11329"/>
                  </a:lnTo>
                  <a:lnTo>
                    <a:pt x="88725" y="13773"/>
                  </a:lnTo>
                  <a:lnTo>
                    <a:pt x="84024" y="16368"/>
                  </a:lnTo>
                  <a:lnTo>
                    <a:pt x="79408" y="19113"/>
                  </a:lnTo>
                  <a:lnTo>
                    <a:pt x="74883" y="22006"/>
                  </a:lnTo>
                  <a:lnTo>
                    <a:pt x="70453" y="25041"/>
                  </a:lnTo>
                  <a:lnTo>
                    <a:pt x="66123" y="28218"/>
                  </a:lnTo>
                  <a:lnTo>
                    <a:pt x="61897" y="31532"/>
                  </a:lnTo>
                  <a:lnTo>
                    <a:pt x="57780" y="34980"/>
                  </a:lnTo>
                  <a:lnTo>
                    <a:pt x="53776" y="38559"/>
                  </a:lnTo>
                  <a:lnTo>
                    <a:pt x="49889" y="42264"/>
                  </a:lnTo>
                  <a:lnTo>
                    <a:pt x="46123" y="46093"/>
                  </a:lnTo>
                  <a:lnTo>
                    <a:pt x="42481" y="50040"/>
                  </a:lnTo>
                  <a:lnTo>
                    <a:pt x="38969" y="54102"/>
                  </a:lnTo>
                  <a:lnTo>
                    <a:pt x="35588" y="58275"/>
                  </a:lnTo>
                  <a:lnTo>
                    <a:pt x="32344" y="62555"/>
                  </a:lnTo>
                  <a:lnTo>
                    <a:pt x="29238" y="66936"/>
                  </a:lnTo>
                  <a:lnTo>
                    <a:pt x="26275" y="71415"/>
                  </a:lnTo>
                  <a:lnTo>
                    <a:pt x="23458" y="75987"/>
                  </a:lnTo>
                  <a:lnTo>
                    <a:pt x="20788" y="80647"/>
                  </a:lnTo>
                  <a:lnTo>
                    <a:pt x="18270" y="85390"/>
                  </a:lnTo>
                  <a:lnTo>
                    <a:pt x="15905" y="90212"/>
                  </a:lnTo>
                  <a:lnTo>
                    <a:pt x="13697" y="95107"/>
                  </a:lnTo>
                  <a:lnTo>
                    <a:pt x="11647" y="100071"/>
                  </a:lnTo>
                  <a:lnTo>
                    <a:pt x="9757" y="105098"/>
                  </a:lnTo>
                  <a:lnTo>
                    <a:pt x="8030" y="110183"/>
                  </a:lnTo>
                  <a:lnTo>
                    <a:pt x="6467" y="115321"/>
                  </a:lnTo>
                  <a:lnTo>
                    <a:pt x="5070" y="120506"/>
                  </a:lnTo>
                  <a:lnTo>
                    <a:pt x="3840" y="125734"/>
                  </a:lnTo>
                  <a:lnTo>
                    <a:pt x="2779" y="130998"/>
                  </a:lnTo>
                  <a:lnTo>
                    <a:pt x="1887" y="136294"/>
                  </a:lnTo>
                  <a:lnTo>
                    <a:pt x="1166" y="141616"/>
                  </a:lnTo>
                  <a:lnTo>
                    <a:pt x="616" y="146958"/>
                  </a:lnTo>
                  <a:lnTo>
                    <a:pt x="238" y="152315"/>
                  </a:lnTo>
                  <a:lnTo>
                    <a:pt x="33" y="157681"/>
                  </a:lnTo>
                  <a:lnTo>
                    <a:pt x="0" y="163052"/>
                  </a:lnTo>
                  <a:lnTo>
                    <a:pt x="139" y="168420"/>
                  </a:lnTo>
                  <a:lnTo>
                    <a:pt x="451" y="173781"/>
                  </a:lnTo>
                  <a:lnTo>
                    <a:pt x="934" y="179130"/>
                  </a:lnTo>
                  <a:lnTo>
                    <a:pt x="1590" y="184460"/>
                  </a:lnTo>
                  <a:lnTo>
                    <a:pt x="2416" y="189767"/>
                  </a:lnTo>
                  <a:lnTo>
                    <a:pt x="3412" y="195044"/>
                  </a:lnTo>
                  <a:lnTo>
                    <a:pt x="4578" y="200286"/>
                  </a:lnTo>
                  <a:lnTo>
                    <a:pt x="5911" y="205488"/>
                  </a:lnTo>
                  <a:lnTo>
                    <a:pt x="7410" y="210645"/>
                  </a:lnTo>
                  <a:lnTo>
                    <a:pt x="9074" y="215751"/>
                  </a:lnTo>
                  <a:lnTo>
                    <a:pt x="10902" y="220801"/>
                  </a:lnTo>
                  <a:lnTo>
                    <a:pt x="12891" y="225790"/>
                  </a:lnTo>
                  <a:lnTo>
                    <a:pt x="15039" y="230712"/>
                  </a:lnTo>
                  <a:lnTo>
                    <a:pt x="17344" y="235562"/>
                  </a:lnTo>
                  <a:lnTo>
                    <a:pt x="19803" y="240336"/>
                  </a:lnTo>
                  <a:lnTo>
                    <a:pt x="22415" y="245029"/>
                  </a:lnTo>
                  <a:lnTo>
                    <a:pt x="25176" y="249635"/>
                  </a:lnTo>
                  <a:lnTo>
                    <a:pt x="28083" y="254150"/>
                  </a:lnTo>
                  <a:lnTo>
                    <a:pt x="31135" y="258570"/>
                  </a:lnTo>
                  <a:lnTo>
                    <a:pt x="34326" y="262889"/>
                  </a:lnTo>
                  <a:lnTo>
                    <a:pt x="37655" y="267103"/>
                  </a:lnTo>
                  <a:lnTo>
                    <a:pt x="41117" y="271208"/>
                  </a:lnTo>
                  <a:lnTo>
                    <a:pt x="44709" y="275200"/>
                  </a:lnTo>
                  <a:lnTo>
                    <a:pt x="48428" y="279075"/>
                  </a:lnTo>
                  <a:lnTo>
                    <a:pt x="52269" y="282828"/>
                  </a:lnTo>
                  <a:lnTo>
                    <a:pt x="56229" y="286456"/>
                  </a:lnTo>
                  <a:lnTo>
                    <a:pt x="60303" y="289954"/>
                  </a:lnTo>
                  <a:lnTo>
                    <a:pt x="64488" y="293320"/>
                  </a:lnTo>
                  <a:lnTo>
                    <a:pt x="68778" y="296550"/>
                  </a:lnTo>
                  <a:lnTo>
                    <a:pt x="73170" y="299641"/>
                  </a:lnTo>
                  <a:lnTo>
                    <a:pt x="77659" y="302588"/>
                  </a:lnTo>
                  <a:lnTo>
                    <a:pt x="82241" y="305390"/>
                  </a:lnTo>
                  <a:lnTo>
                    <a:pt x="86910" y="308044"/>
                  </a:lnTo>
                  <a:lnTo>
                    <a:pt x="91662" y="310546"/>
                  </a:lnTo>
                  <a:lnTo>
                    <a:pt x="96492" y="312894"/>
                  </a:lnTo>
                  <a:lnTo>
                    <a:pt x="101394" y="315086"/>
                  </a:lnTo>
                  <a:lnTo>
                    <a:pt x="106365" y="317119"/>
                  </a:lnTo>
                  <a:lnTo>
                    <a:pt x="167159" y="1613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074882" y="5369149"/>
              <a:ext cx="227958" cy="334324"/>
            </a:xfrm>
            <a:custGeom>
              <a:avLst/>
              <a:pathLst>
                <a:path w="227958" h="334324">
                  <a:moveTo>
                    <a:pt x="0" y="322888"/>
                  </a:moveTo>
                  <a:lnTo>
                    <a:pt x="5004" y="324750"/>
                  </a:lnTo>
                  <a:lnTo>
                    <a:pt x="10065" y="326452"/>
                  </a:lnTo>
                  <a:lnTo>
                    <a:pt x="15178" y="327991"/>
                  </a:lnTo>
                  <a:lnTo>
                    <a:pt x="20338" y="329365"/>
                  </a:lnTo>
                  <a:lnTo>
                    <a:pt x="25539" y="330575"/>
                  </a:lnTo>
                  <a:lnTo>
                    <a:pt x="30776" y="331617"/>
                  </a:lnTo>
                  <a:lnTo>
                    <a:pt x="36044" y="332492"/>
                  </a:lnTo>
                  <a:lnTo>
                    <a:pt x="41336" y="333198"/>
                  </a:lnTo>
                  <a:lnTo>
                    <a:pt x="46649" y="333735"/>
                  </a:lnTo>
                  <a:lnTo>
                    <a:pt x="51976" y="334102"/>
                  </a:lnTo>
                  <a:lnTo>
                    <a:pt x="57312" y="334298"/>
                  </a:lnTo>
                  <a:lnTo>
                    <a:pt x="62652" y="334324"/>
                  </a:lnTo>
                  <a:lnTo>
                    <a:pt x="67990" y="334179"/>
                  </a:lnTo>
                  <a:lnTo>
                    <a:pt x="73320" y="333864"/>
                  </a:lnTo>
                  <a:lnTo>
                    <a:pt x="78638" y="333379"/>
                  </a:lnTo>
                  <a:lnTo>
                    <a:pt x="83937" y="332725"/>
                  </a:lnTo>
                  <a:lnTo>
                    <a:pt x="89213" y="331901"/>
                  </a:lnTo>
                  <a:lnTo>
                    <a:pt x="94460" y="330909"/>
                  </a:lnTo>
                  <a:lnTo>
                    <a:pt x="99672" y="329750"/>
                  </a:lnTo>
                  <a:lnTo>
                    <a:pt x="104845" y="328426"/>
                  </a:lnTo>
                  <a:lnTo>
                    <a:pt x="109973" y="326937"/>
                  </a:lnTo>
                  <a:lnTo>
                    <a:pt x="115050" y="325284"/>
                  </a:lnTo>
                  <a:lnTo>
                    <a:pt x="120073" y="323471"/>
                  </a:lnTo>
                  <a:lnTo>
                    <a:pt x="125035" y="321498"/>
                  </a:lnTo>
                  <a:lnTo>
                    <a:pt x="129931" y="319367"/>
                  </a:lnTo>
                  <a:lnTo>
                    <a:pt x="134757" y="317082"/>
                  </a:lnTo>
                  <a:lnTo>
                    <a:pt x="139507" y="314643"/>
                  </a:lnTo>
                  <a:lnTo>
                    <a:pt x="144177" y="312054"/>
                  </a:lnTo>
                  <a:lnTo>
                    <a:pt x="148762" y="309317"/>
                  </a:lnTo>
                  <a:lnTo>
                    <a:pt x="153257" y="306435"/>
                  </a:lnTo>
                  <a:lnTo>
                    <a:pt x="157658" y="303410"/>
                  </a:lnTo>
                  <a:lnTo>
                    <a:pt x="161960" y="300247"/>
                  </a:lnTo>
                  <a:lnTo>
                    <a:pt x="166158" y="296948"/>
                  </a:lnTo>
                  <a:lnTo>
                    <a:pt x="170250" y="293517"/>
                  </a:lnTo>
                  <a:lnTo>
                    <a:pt x="174229" y="289957"/>
                  </a:lnTo>
                  <a:lnTo>
                    <a:pt x="178093" y="286271"/>
                  </a:lnTo>
                  <a:lnTo>
                    <a:pt x="181837" y="282464"/>
                  </a:lnTo>
                  <a:lnTo>
                    <a:pt x="185458" y="278539"/>
                  </a:lnTo>
                  <a:lnTo>
                    <a:pt x="188951" y="274501"/>
                  </a:lnTo>
                  <a:lnTo>
                    <a:pt x="192314" y="270353"/>
                  </a:lnTo>
                  <a:lnTo>
                    <a:pt x="195542" y="266100"/>
                  </a:lnTo>
                  <a:lnTo>
                    <a:pt x="198633" y="261746"/>
                  </a:lnTo>
                  <a:lnTo>
                    <a:pt x="201584" y="257295"/>
                  </a:lnTo>
                  <a:lnTo>
                    <a:pt x="204390" y="252752"/>
                  </a:lnTo>
                  <a:lnTo>
                    <a:pt x="207050" y="248123"/>
                  </a:lnTo>
                  <a:lnTo>
                    <a:pt x="209561" y="243410"/>
                  </a:lnTo>
                  <a:lnTo>
                    <a:pt x="211921" y="238620"/>
                  </a:lnTo>
                  <a:lnTo>
                    <a:pt x="214126" y="233757"/>
                  </a:lnTo>
                  <a:lnTo>
                    <a:pt x="216174" y="228826"/>
                  </a:lnTo>
                  <a:lnTo>
                    <a:pt x="218064" y="223831"/>
                  </a:lnTo>
                  <a:lnTo>
                    <a:pt x="219794" y="218780"/>
                  </a:lnTo>
                  <a:lnTo>
                    <a:pt x="221361" y="213675"/>
                  </a:lnTo>
                  <a:lnTo>
                    <a:pt x="222764" y="208523"/>
                  </a:lnTo>
                  <a:lnTo>
                    <a:pt x="224003" y="203329"/>
                  </a:lnTo>
                  <a:lnTo>
                    <a:pt x="225074" y="198098"/>
                  </a:lnTo>
                  <a:lnTo>
                    <a:pt x="225978" y="192835"/>
                  </a:lnTo>
                  <a:lnTo>
                    <a:pt x="226714" y="187547"/>
                  </a:lnTo>
                  <a:lnTo>
                    <a:pt x="227280" y="182237"/>
                  </a:lnTo>
                  <a:lnTo>
                    <a:pt x="227676" y="176912"/>
                  </a:lnTo>
                  <a:lnTo>
                    <a:pt x="227903" y="171577"/>
                  </a:lnTo>
                  <a:lnTo>
                    <a:pt x="227958" y="166238"/>
                  </a:lnTo>
                  <a:lnTo>
                    <a:pt x="227843" y="160899"/>
                  </a:lnTo>
                  <a:lnTo>
                    <a:pt x="227558" y="155567"/>
                  </a:lnTo>
                  <a:lnTo>
                    <a:pt x="227102" y="150247"/>
                  </a:lnTo>
                  <a:lnTo>
                    <a:pt x="226477" y="144944"/>
                  </a:lnTo>
                  <a:lnTo>
                    <a:pt x="225683" y="139664"/>
                  </a:lnTo>
                  <a:lnTo>
                    <a:pt x="224720" y="134411"/>
                  </a:lnTo>
                  <a:lnTo>
                    <a:pt x="223590" y="129193"/>
                  </a:lnTo>
                  <a:lnTo>
                    <a:pt x="222295" y="124012"/>
                  </a:lnTo>
                  <a:lnTo>
                    <a:pt x="220834" y="118876"/>
                  </a:lnTo>
                  <a:lnTo>
                    <a:pt x="219210" y="113790"/>
                  </a:lnTo>
                  <a:lnTo>
                    <a:pt x="217424" y="108757"/>
                  </a:lnTo>
                  <a:lnTo>
                    <a:pt x="215479" y="103785"/>
                  </a:lnTo>
                  <a:lnTo>
                    <a:pt x="213376" y="98877"/>
                  </a:lnTo>
                  <a:lnTo>
                    <a:pt x="211117" y="94038"/>
                  </a:lnTo>
                  <a:lnTo>
                    <a:pt x="208704" y="89274"/>
                  </a:lnTo>
                  <a:lnTo>
                    <a:pt x="206141" y="84590"/>
                  </a:lnTo>
                  <a:lnTo>
                    <a:pt x="203430" y="79990"/>
                  </a:lnTo>
                  <a:lnTo>
                    <a:pt x="200573" y="75479"/>
                  </a:lnTo>
                  <a:lnTo>
                    <a:pt x="197573" y="71062"/>
                  </a:lnTo>
                  <a:lnTo>
                    <a:pt x="194434" y="66742"/>
                  </a:lnTo>
                  <a:lnTo>
                    <a:pt x="191158" y="62525"/>
                  </a:lnTo>
                  <a:lnTo>
                    <a:pt x="187750" y="58415"/>
                  </a:lnTo>
                  <a:lnTo>
                    <a:pt x="184212" y="54416"/>
                  </a:lnTo>
                  <a:lnTo>
                    <a:pt x="180548" y="50531"/>
                  </a:lnTo>
                  <a:lnTo>
                    <a:pt x="176761" y="46766"/>
                  </a:lnTo>
                  <a:lnTo>
                    <a:pt x="172857" y="43124"/>
                  </a:lnTo>
                  <a:lnTo>
                    <a:pt x="168838" y="39608"/>
                  </a:lnTo>
                  <a:lnTo>
                    <a:pt x="164709" y="36222"/>
                  </a:lnTo>
                  <a:lnTo>
                    <a:pt x="160474" y="32970"/>
                  </a:lnTo>
                  <a:lnTo>
                    <a:pt x="156137" y="29855"/>
                  </a:lnTo>
                  <a:lnTo>
                    <a:pt x="151703" y="26880"/>
                  </a:lnTo>
                  <a:lnTo>
                    <a:pt x="147176" y="24048"/>
                  </a:lnTo>
                  <a:lnTo>
                    <a:pt x="142561" y="21362"/>
                  </a:lnTo>
                  <a:lnTo>
                    <a:pt x="137862" y="18825"/>
                  </a:lnTo>
                  <a:lnTo>
                    <a:pt x="133085" y="16439"/>
                  </a:lnTo>
                  <a:lnTo>
                    <a:pt x="128234" y="14207"/>
                  </a:lnTo>
                  <a:lnTo>
                    <a:pt x="123315" y="12131"/>
                  </a:lnTo>
                  <a:lnTo>
                    <a:pt x="118331" y="10214"/>
                  </a:lnTo>
                  <a:lnTo>
                    <a:pt x="113289" y="8456"/>
                  </a:lnTo>
                  <a:lnTo>
                    <a:pt x="108193" y="6860"/>
                  </a:lnTo>
                  <a:lnTo>
                    <a:pt x="103049" y="5428"/>
                  </a:lnTo>
                  <a:lnTo>
                    <a:pt x="97862" y="4161"/>
                  </a:lnTo>
                  <a:lnTo>
                    <a:pt x="92637" y="3060"/>
                  </a:lnTo>
                  <a:lnTo>
                    <a:pt x="87380" y="2127"/>
                  </a:lnTo>
                  <a:lnTo>
                    <a:pt x="82095" y="1362"/>
                  </a:lnTo>
                  <a:lnTo>
                    <a:pt x="76789" y="767"/>
                  </a:lnTo>
                  <a:lnTo>
                    <a:pt x="71466" y="341"/>
                  </a:lnTo>
                  <a:lnTo>
                    <a:pt x="66132" y="85"/>
                  </a:lnTo>
                  <a:lnTo>
                    <a:pt x="60793" y="0"/>
                  </a:lnTo>
                  <a:lnTo>
                    <a:pt x="6079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620811" y="5220472"/>
              <a:ext cx="12324" cy="167167"/>
            </a:xfrm>
            <a:custGeom>
              <a:avLst/>
              <a:pathLst>
                <a:path w="12324" h="167167">
                  <a:moveTo>
                    <a:pt x="12324" y="0"/>
                  </a:moveTo>
                  <a:lnTo>
                    <a:pt x="0" y="454"/>
                  </a:lnTo>
                  <a:lnTo>
                    <a:pt x="1232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620811" y="5220927"/>
              <a:ext cx="12324" cy="166712"/>
            </a:xfrm>
            <a:custGeom>
              <a:avLst/>
              <a:pathLst>
                <a:path w="12324" h="166712">
                  <a:moveTo>
                    <a:pt x="0" y="0"/>
                  </a:moveTo>
                  <a:lnTo>
                    <a:pt x="12324" y="1667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620811" y="5220927"/>
              <a:ext cx="12324" cy="166712"/>
            </a:xfrm>
            <a:custGeom>
              <a:avLst/>
              <a:pathLst>
                <a:path w="12324" h="166712">
                  <a:moveTo>
                    <a:pt x="0" y="0"/>
                  </a:moveTo>
                  <a:lnTo>
                    <a:pt x="12324" y="1667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620811" y="5220927"/>
              <a:ext cx="12324" cy="166712"/>
            </a:xfrm>
            <a:custGeom>
              <a:avLst/>
              <a:pathLst>
                <a:path w="12324" h="166712">
                  <a:moveTo>
                    <a:pt x="0" y="0"/>
                  </a:moveTo>
                  <a:lnTo>
                    <a:pt x="12324" y="1667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620811" y="5220927"/>
              <a:ext cx="12324" cy="166712"/>
            </a:xfrm>
            <a:custGeom>
              <a:avLst/>
              <a:pathLst>
                <a:path w="12324" h="166712">
                  <a:moveTo>
                    <a:pt x="0" y="0"/>
                  </a:moveTo>
                  <a:lnTo>
                    <a:pt x="12324" y="1667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485569" y="5220927"/>
              <a:ext cx="147565" cy="166712"/>
            </a:xfrm>
            <a:custGeom>
              <a:avLst/>
              <a:pathLst>
                <a:path w="147565" h="166712">
                  <a:moveTo>
                    <a:pt x="135241" y="0"/>
                  </a:moveTo>
                  <a:lnTo>
                    <a:pt x="129829" y="488"/>
                  </a:lnTo>
                  <a:lnTo>
                    <a:pt x="124435" y="1153"/>
                  </a:lnTo>
                  <a:lnTo>
                    <a:pt x="119065" y="1992"/>
                  </a:lnTo>
                  <a:lnTo>
                    <a:pt x="113726" y="3005"/>
                  </a:lnTo>
                  <a:lnTo>
                    <a:pt x="108422" y="4192"/>
                  </a:lnTo>
                  <a:lnTo>
                    <a:pt x="103160" y="5550"/>
                  </a:lnTo>
                  <a:lnTo>
                    <a:pt x="97944" y="7079"/>
                  </a:lnTo>
                  <a:lnTo>
                    <a:pt x="92782" y="8776"/>
                  </a:lnTo>
                  <a:lnTo>
                    <a:pt x="87677" y="10641"/>
                  </a:lnTo>
                  <a:lnTo>
                    <a:pt x="82635" y="12670"/>
                  </a:lnTo>
                  <a:lnTo>
                    <a:pt x="77662" y="14862"/>
                  </a:lnTo>
                  <a:lnTo>
                    <a:pt x="72763" y="17214"/>
                  </a:lnTo>
                  <a:lnTo>
                    <a:pt x="67943" y="19725"/>
                  </a:lnTo>
                  <a:lnTo>
                    <a:pt x="63207" y="22391"/>
                  </a:lnTo>
                  <a:lnTo>
                    <a:pt x="58560" y="25209"/>
                  </a:lnTo>
                  <a:lnTo>
                    <a:pt x="54007" y="28177"/>
                  </a:lnTo>
                  <a:lnTo>
                    <a:pt x="49553" y="31292"/>
                  </a:lnTo>
                  <a:lnTo>
                    <a:pt x="45203" y="34550"/>
                  </a:lnTo>
                  <a:lnTo>
                    <a:pt x="40961" y="37947"/>
                  </a:lnTo>
                  <a:lnTo>
                    <a:pt x="36832" y="41480"/>
                  </a:lnTo>
                  <a:lnTo>
                    <a:pt x="32819" y="45146"/>
                  </a:lnTo>
                  <a:lnTo>
                    <a:pt x="28928" y="48940"/>
                  </a:lnTo>
                  <a:lnTo>
                    <a:pt x="25163" y="52859"/>
                  </a:lnTo>
                  <a:lnTo>
                    <a:pt x="21526" y="56898"/>
                  </a:lnTo>
                  <a:lnTo>
                    <a:pt x="18023" y="61053"/>
                  </a:lnTo>
                  <a:lnTo>
                    <a:pt x="14657" y="65320"/>
                  </a:lnTo>
                  <a:lnTo>
                    <a:pt x="11431" y="69694"/>
                  </a:lnTo>
                  <a:lnTo>
                    <a:pt x="8350" y="74170"/>
                  </a:lnTo>
                  <a:lnTo>
                    <a:pt x="5415" y="78745"/>
                  </a:lnTo>
                  <a:lnTo>
                    <a:pt x="2631" y="83412"/>
                  </a:lnTo>
                  <a:lnTo>
                    <a:pt x="0" y="88167"/>
                  </a:lnTo>
                  <a:lnTo>
                    <a:pt x="147565" y="1667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465983" y="5220472"/>
              <a:ext cx="334301" cy="334334"/>
            </a:xfrm>
            <a:custGeom>
              <a:avLst/>
              <a:pathLst>
                <a:path w="334301" h="334334">
                  <a:moveTo>
                    <a:pt x="19586" y="88622"/>
                  </a:moveTo>
                  <a:lnTo>
                    <a:pt x="17170" y="93341"/>
                  </a:lnTo>
                  <a:lnTo>
                    <a:pt x="14904" y="98134"/>
                  </a:lnTo>
                  <a:lnTo>
                    <a:pt x="12791" y="102997"/>
                  </a:lnTo>
                  <a:lnTo>
                    <a:pt x="10834" y="107924"/>
                  </a:lnTo>
                  <a:lnTo>
                    <a:pt x="9034" y="112911"/>
                  </a:lnTo>
                  <a:lnTo>
                    <a:pt x="7393" y="117952"/>
                  </a:lnTo>
                  <a:lnTo>
                    <a:pt x="5913" y="123043"/>
                  </a:lnTo>
                  <a:lnTo>
                    <a:pt x="4595" y="128179"/>
                  </a:lnTo>
                  <a:lnTo>
                    <a:pt x="3440" y="133353"/>
                  </a:lnTo>
                  <a:lnTo>
                    <a:pt x="2450" y="138562"/>
                  </a:lnTo>
                  <a:lnTo>
                    <a:pt x="1626" y="143799"/>
                  </a:lnTo>
                  <a:lnTo>
                    <a:pt x="968" y="149060"/>
                  </a:lnTo>
                  <a:lnTo>
                    <a:pt x="477" y="154339"/>
                  </a:lnTo>
                  <a:lnTo>
                    <a:pt x="154" y="159631"/>
                  </a:lnTo>
                  <a:lnTo>
                    <a:pt x="0" y="164930"/>
                  </a:lnTo>
                  <a:lnTo>
                    <a:pt x="13" y="170232"/>
                  </a:lnTo>
                  <a:lnTo>
                    <a:pt x="194" y="175531"/>
                  </a:lnTo>
                  <a:lnTo>
                    <a:pt x="543" y="180821"/>
                  </a:lnTo>
                  <a:lnTo>
                    <a:pt x="1060" y="186097"/>
                  </a:lnTo>
                  <a:lnTo>
                    <a:pt x="1744" y="191355"/>
                  </a:lnTo>
                  <a:lnTo>
                    <a:pt x="2594" y="196588"/>
                  </a:lnTo>
                  <a:lnTo>
                    <a:pt x="3610" y="201791"/>
                  </a:lnTo>
                  <a:lnTo>
                    <a:pt x="4790" y="206960"/>
                  </a:lnTo>
                  <a:lnTo>
                    <a:pt x="6133" y="212089"/>
                  </a:lnTo>
                  <a:lnTo>
                    <a:pt x="7639" y="217172"/>
                  </a:lnTo>
                  <a:lnTo>
                    <a:pt x="9305" y="222206"/>
                  </a:lnTo>
                  <a:lnTo>
                    <a:pt x="11130" y="227183"/>
                  </a:lnTo>
                  <a:lnTo>
                    <a:pt x="13111" y="232101"/>
                  </a:lnTo>
                  <a:lnTo>
                    <a:pt x="15248" y="236953"/>
                  </a:lnTo>
                  <a:lnTo>
                    <a:pt x="17537" y="241735"/>
                  </a:lnTo>
                  <a:lnTo>
                    <a:pt x="19977" y="246442"/>
                  </a:lnTo>
                  <a:lnTo>
                    <a:pt x="22565" y="251069"/>
                  </a:lnTo>
                  <a:lnTo>
                    <a:pt x="25299" y="255612"/>
                  </a:lnTo>
                  <a:lnTo>
                    <a:pt x="28175" y="260066"/>
                  </a:lnTo>
                  <a:lnTo>
                    <a:pt x="31190" y="264426"/>
                  </a:lnTo>
                  <a:lnTo>
                    <a:pt x="34343" y="268689"/>
                  </a:lnTo>
                  <a:lnTo>
                    <a:pt x="37629" y="272849"/>
                  </a:lnTo>
                  <a:lnTo>
                    <a:pt x="41046" y="276904"/>
                  </a:lnTo>
                  <a:lnTo>
                    <a:pt x="44589" y="280847"/>
                  </a:lnTo>
                  <a:lnTo>
                    <a:pt x="48256" y="284677"/>
                  </a:lnTo>
                  <a:lnTo>
                    <a:pt x="52042" y="288388"/>
                  </a:lnTo>
                  <a:lnTo>
                    <a:pt x="55944" y="291977"/>
                  </a:lnTo>
                  <a:lnTo>
                    <a:pt x="59958" y="295441"/>
                  </a:lnTo>
                  <a:lnTo>
                    <a:pt x="64079" y="298776"/>
                  </a:lnTo>
                  <a:lnTo>
                    <a:pt x="68305" y="301978"/>
                  </a:lnTo>
                  <a:lnTo>
                    <a:pt x="72629" y="305045"/>
                  </a:lnTo>
                  <a:lnTo>
                    <a:pt x="77049" y="307973"/>
                  </a:lnTo>
                  <a:lnTo>
                    <a:pt x="81560" y="310760"/>
                  </a:lnTo>
                  <a:lnTo>
                    <a:pt x="86156" y="313402"/>
                  </a:lnTo>
                  <a:lnTo>
                    <a:pt x="90834" y="315897"/>
                  </a:lnTo>
                  <a:lnTo>
                    <a:pt x="95589" y="318242"/>
                  </a:lnTo>
                  <a:lnTo>
                    <a:pt x="100416" y="320435"/>
                  </a:lnTo>
                  <a:lnTo>
                    <a:pt x="105310" y="322475"/>
                  </a:lnTo>
                  <a:lnTo>
                    <a:pt x="110266" y="324358"/>
                  </a:lnTo>
                  <a:lnTo>
                    <a:pt x="115279" y="326082"/>
                  </a:lnTo>
                  <a:lnTo>
                    <a:pt x="120345" y="327648"/>
                  </a:lnTo>
                  <a:lnTo>
                    <a:pt x="125457" y="329051"/>
                  </a:lnTo>
                  <a:lnTo>
                    <a:pt x="130612" y="330292"/>
                  </a:lnTo>
                  <a:lnTo>
                    <a:pt x="135803" y="331369"/>
                  </a:lnTo>
                  <a:lnTo>
                    <a:pt x="141026" y="332280"/>
                  </a:lnTo>
                  <a:lnTo>
                    <a:pt x="146275" y="333026"/>
                  </a:lnTo>
                  <a:lnTo>
                    <a:pt x="151545" y="333604"/>
                  </a:lnTo>
                  <a:lnTo>
                    <a:pt x="156831" y="334015"/>
                  </a:lnTo>
                  <a:lnTo>
                    <a:pt x="162127" y="334259"/>
                  </a:lnTo>
                  <a:lnTo>
                    <a:pt x="167428" y="334334"/>
                  </a:lnTo>
                  <a:lnTo>
                    <a:pt x="172729" y="334241"/>
                  </a:lnTo>
                  <a:lnTo>
                    <a:pt x="178024" y="333980"/>
                  </a:lnTo>
                  <a:lnTo>
                    <a:pt x="183309" y="333552"/>
                  </a:lnTo>
                  <a:lnTo>
                    <a:pt x="188577" y="332956"/>
                  </a:lnTo>
                  <a:lnTo>
                    <a:pt x="193823" y="332193"/>
                  </a:lnTo>
                  <a:lnTo>
                    <a:pt x="199043" y="331264"/>
                  </a:lnTo>
                  <a:lnTo>
                    <a:pt x="204231" y="330170"/>
                  </a:lnTo>
                  <a:lnTo>
                    <a:pt x="209381" y="328913"/>
                  </a:lnTo>
                  <a:lnTo>
                    <a:pt x="214489" y="327492"/>
                  </a:lnTo>
                  <a:lnTo>
                    <a:pt x="219550" y="325910"/>
                  </a:lnTo>
                  <a:lnTo>
                    <a:pt x="224557" y="324169"/>
                  </a:lnTo>
                  <a:lnTo>
                    <a:pt x="229507" y="322269"/>
                  </a:lnTo>
                  <a:lnTo>
                    <a:pt x="234394" y="320214"/>
                  </a:lnTo>
                  <a:lnTo>
                    <a:pt x="239214" y="318005"/>
                  </a:lnTo>
                  <a:lnTo>
                    <a:pt x="243961" y="315644"/>
                  </a:lnTo>
                  <a:lnTo>
                    <a:pt x="248630" y="313133"/>
                  </a:lnTo>
                  <a:lnTo>
                    <a:pt x="253218" y="310476"/>
                  </a:lnTo>
                  <a:lnTo>
                    <a:pt x="257719" y="307675"/>
                  </a:lnTo>
                  <a:lnTo>
                    <a:pt x="262130" y="304732"/>
                  </a:lnTo>
                  <a:lnTo>
                    <a:pt x="266444" y="301651"/>
                  </a:lnTo>
                  <a:lnTo>
                    <a:pt x="270659" y="298435"/>
                  </a:lnTo>
                  <a:lnTo>
                    <a:pt x="274770" y="295086"/>
                  </a:lnTo>
                  <a:lnTo>
                    <a:pt x="278772" y="291609"/>
                  </a:lnTo>
                  <a:lnTo>
                    <a:pt x="282662" y="288007"/>
                  </a:lnTo>
                  <a:lnTo>
                    <a:pt x="286436" y="284284"/>
                  </a:lnTo>
                  <a:lnTo>
                    <a:pt x="290090" y="280442"/>
                  </a:lnTo>
                  <a:lnTo>
                    <a:pt x="293620" y="276487"/>
                  </a:lnTo>
                  <a:lnTo>
                    <a:pt x="297023" y="272421"/>
                  </a:lnTo>
                  <a:lnTo>
                    <a:pt x="300296" y="268250"/>
                  </a:lnTo>
                  <a:lnTo>
                    <a:pt x="303434" y="263977"/>
                  </a:lnTo>
                  <a:lnTo>
                    <a:pt x="306436" y="259606"/>
                  </a:lnTo>
                  <a:lnTo>
                    <a:pt x="309297" y="255143"/>
                  </a:lnTo>
                  <a:lnTo>
                    <a:pt x="312015" y="250591"/>
                  </a:lnTo>
                  <a:lnTo>
                    <a:pt x="314588" y="245955"/>
                  </a:lnTo>
                  <a:lnTo>
                    <a:pt x="317012" y="241240"/>
                  </a:lnTo>
                  <a:lnTo>
                    <a:pt x="319286" y="236451"/>
                  </a:lnTo>
                  <a:lnTo>
                    <a:pt x="321406" y="231592"/>
                  </a:lnTo>
                  <a:lnTo>
                    <a:pt x="323372" y="226668"/>
                  </a:lnTo>
                  <a:lnTo>
                    <a:pt x="325180" y="221684"/>
                  </a:lnTo>
                  <a:lnTo>
                    <a:pt x="326829" y="216645"/>
                  </a:lnTo>
                  <a:lnTo>
                    <a:pt x="328318" y="211557"/>
                  </a:lnTo>
                  <a:lnTo>
                    <a:pt x="329645" y="206424"/>
                  </a:lnTo>
                  <a:lnTo>
                    <a:pt x="330808" y="201251"/>
                  </a:lnTo>
                  <a:lnTo>
                    <a:pt x="331806" y="196044"/>
                  </a:lnTo>
                  <a:lnTo>
                    <a:pt x="332639" y="190808"/>
                  </a:lnTo>
                  <a:lnTo>
                    <a:pt x="333306" y="185549"/>
                  </a:lnTo>
                  <a:lnTo>
                    <a:pt x="333805" y="180270"/>
                  </a:lnTo>
                  <a:lnTo>
                    <a:pt x="334137" y="174979"/>
                  </a:lnTo>
                  <a:lnTo>
                    <a:pt x="334301" y="169680"/>
                  </a:lnTo>
                  <a:lnTo>
                    <a:pt x="334296" y="164378"/>
                  </a:lnTo>
                  <a:lnTo>
                    <a:pt x="334124" y="159079"/>
                  </a:lnTo>
                  <a:lnTo>
                    <a:pt x="333783" y="153788"/>
                  </a:lnTo>
                  <a:lnTo>
                    <a:pt x="333275" y="148511"/>
                  </a:lnTo>
                  <a:lnTo>
                    <a:pt x="332600" y="143252"/>
                  </a:lnTo>
                  <a:lnTo>
                    <a:pt x="331758" y="138018"/>
                  </a:lnTo>
                  <a:lnTo>
                    <a:pt x="330751" y="132813"/>
                  </a:lnTo>
                  <a:lnTo>
                    <a:pt x="329580" y="127642"/>
                  </a:lnTo>
                  <a:lnTo>
                    <a:pt x="328244" y="122511"/>
                  </a:lnTo>
                  <a:lnTo>
                    <a:pt x="326747" y="117425"/>
                  </a:lnTo>
                  <a:lnTo>
                    <a:pt x="325090" y="112389"/>
                  </a:lnTo>
                  <a:lnTo>
                    <a:pt x="323273" y="107408"/>
                  </a:lnTo>
                  <a:lnTo>
                    <a:pt x="321300" y="102487"/>
                  </a:lnTo>
                  <a:lnTo>
                    <a:pt x="319171" y="97632"/>
                  </a:lnTo>
                  <a:lnTo>
                    <a:pt x="316890" y="92846"/>
                  </a:lnTo>
                  <a:lnTo>
                    <a:pt x="314457" y="88135"/>
                  </a:lnTo>
                  <a:lnTo>
                    <a:pt x="311877" y="83504"/>
                  </a:lnTo>
                  <a:lnTo>
                    <a:pt x="309151" y="78956"/>
                  </a:lnTo>
                  <a:lnTo>
                    <a:pt x="306283" y="74498"/>
                  </a:lnTo>
                  <a:lnTo>
                    <a:pt x="303274" y="70132"/>
                  </a:lnTo>
                  <a:lnTo>
                    <a:pt x="300128" y="65864"/>
                  </a:lnTo>
                  <a:lnTo>
                    <a:pt x="296849" y="61698"/>
                  </a:lnTo>
                  <a:lnTo>
                    <a:pt x="293439" y="57639"/>
                  </a:lnTo>
                  <a:lnTo>
                    <a:pt x="289903" y="53689"/>
                  </a:lnTo>
                  <a:lnTo>
                    <a:pt x="286242" y="49854"/>
                  </a:lnTo>
                  <a:lnTo>
                    <a:pt x="282462" y="46136"/>
                  </a:lnTo>
                  <a:lnTo>
                    <a:pt x="278566" y="42540"/>
                  </a:lnTo>
                  <a:lnTo>
                    <a:pt x="274558" y="39070"/>
                  </a:lnTo>
                  <a:lnTo>
                    <a:pt x="270442" y="35728"/>
                  </a:lnTo>
                  <a:lnTo>
                    <a:pt x="266222" y="32519"/>
                  </a:lnTo>
                  <a:lnTo>
                    <a:pt x="261902" y="29445"/>
                  </a:lnTo>
                  <a:lnTo>
                    <a:pt x="257487" y="26510"/>
                  </a:lnTo>
                  <a:lnTo>
                    <a:pt x="252981" y="23716"/>
                  </a:lnTo>
                  <a:lnTo>
                    <a:pt x="248389" y="21066"/>
                  </a:lnTo>
                  <a:lnTo>
                    <a:pt x="243715" y="18563"/>
                  </a:lnTo>
                  <a:lnTo>
                    <a:pt x="238964" y="16210"/>
                  </a:lnTo>
                  <a:lnTo>
                    <a:pt x="234141" y="14009"/>
                  </a:lnTo>
                  <a:lnTo>
                    <a:pt x="229251" y="11962"/>
                  </a:lnTo>
                  <a:lnTo>
                    <a:pt x="224298" y="10070"/>
                  </a:lnTo>
                  <a:lnTo>
                    <a:pt x="219287" y="8337"/>
                  </a:lnTo>
                  <a:lnTo>
                    <a:pt x="214224" y="6764"/>
                  </a:lnTo>
                  <a:lnTo>
                    <a:pt x="209114" y="5352"/>
                  </a:lnTo>
                  <a:lnTo>
                    <a:pt x="203962" y="4103"/>
                  </a:lnTo>
                  <a:lnTo>
                    <a:pt x="198772" y="3017"/>
                  </a:lnTo>
                  <a:lnTo>
                    <a:pt x="193551" y="2097"/>
                  </a:lnTo>
                  <a:lnTo>
                    <a:pt x="188303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3" y="84"/>
                  </a:lnTo>
                  <a:lnTo>
                    <a:pt x="167152" y="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54592" y="4961274"/>
              <a:ext cx="28247" cy="167167"/>
            </a:xfrm>
            <a:custGeom>
              <a:avLst/>
              <a:pathLst>
                <a:path w="28247" h="167167">
                  <a:moveTo>
                    <a:pt x="28247" y="0"/>
                  </a:moveTo>
                  <a:lnTo>
                    <a:pt x="21154" y="150"/>
                  </a:lnTo>
                  <a:lnTo>
                    <a:pt x="14072" y="602"/>
                  </a:lnTo>
                  <a:lnTo>
                    <a:pt x="7017" y="1353"/>
                  </a:lnTo>
                  <a:lnTo>
                    <a:pt x="0" y="2403"/>
                  </a:lnTo>
                  <a:lnTo>
                    <a:pt x="2824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054592" y="4963678"/>
              <a:ext cx="28247" cy="164763"/>
            </a:xfrm>
            <a:custGeom>
              <a:avLst/>
              <a:pathLst>
                <a:path w="28247" h="164763">
                  <a:moveTo>
                    <a:pt x="0" y="0"/>
                  </a:moveTo>
                  <a:lnTo>
                    <a:pt x="28247" y="1647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054592" y="4963678"/>
              <a:ext cx="28247" cy="164763"/>
            </a:xfrm>
            <a:custGeom>
              <a:avLst/>
              <a:pathLst>
                <a:path w="28247" h="164763">
                  <a:moveTo>
                    <a:pt x="0" y="0"/>
                  </a:moveTo>
                  <a:lnTo>
                    <a:pt x="28247" y="1647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054592" y="4963678"/>
              <a:ext cx="28247" cy="164763"/>
            </a:xfrm>
            <a:custGeom>
              <a:avLst/>
              <a:pathLst>
                <a:path w="28247" h="164763">
                  <a:moveTo>
                    <a:pt x="0" y="0"/>
                  </a:moveTo>
                  <a:lnTo>
                    <a:pt x="28247" y="1647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915681" y="4963678"/>
              <a:ext cx="167158" cy="179233"/>
            </a:xfrm>
            <a:custGeom>
              <a:avLst/>
              <a:pathLst>
                <a:path w="167158" h="179233">
                  <a:moveTo>
                    <a:pt x="138910" y="0"/>
                  </a:moveTo>
                  <a:lnTo>
                    <a:pt x="133597" y="999"/>
                  </a:lnTo>
                  <a:lnTo>
                    <a:pt x="128319" y="2170"/>
                  </a:lnTo>
                  <a:lnTo>
                    <a:pt x="123082" y="3511"/>
                  </a:lnTo>
                  <a:lnTo>
                    <a:pt x="117891" y="5020"/>
                  </a:lnTo>
                  <a:lnTo>
                    <a:pt x="112752" y="6697"/>
                  </a:lnTo>
                  <a:lnTo>
                    <a:pt x="107669" y="8539"/>
                  </a:lnTo>
                  <a:lnTo>
                    <a:pt x="102649" y="10544"/>
                  </a:lnTo>
                  <a:lnTo>
                    <a:pt x="97696" y="12711"/>
                  </a:lnTo>
                  <a:lnTo>
                    <a:pt x="92815" y="15036"/>
                  </a:lnTo>
                  <a:lnTo>
                    <a:pt x="88013" y="17518"/>
                  </a:lnTo>
                  <a:lnTo>
                    <a:pt x="83293" y="20154"/>
                  </a:lnTo>
                  <a:lnTo>
                    <a:pt x="78661" y="22942"/>
                  </a:lnTo>
                  <a:lnTo>
                    <a:pt x="74121" y="25878"/>
                  </a:lnTo>
                  <a:lnTo>
                    <a:pt x="69679" y="28959"/>
                  </a:lnTo>
                  <a:lnTo>
                    <a:pt x="65339" y="32182"/>
                  </a:lnTo>
                  <a:lnTo>
                    <a:pt x="61105" y="35543"/>
                  </a:lnTo>
                  <a:lnTo>
                    <a:pt x="56982" y="39040"/>
                  </a:lnTo>
                  <a:lnTo>
                    <a:pt x="52975" y="42668"/>
                  </a:lnTo>
                  <a:lnTo>
                    <a:pt x="49086" y="46424"/>
                  </a:lnTo>
                  <a:lnTo>
                    <a:pt x="45322" y="50304"/>
                  </a:lnTo>
                  <a:lnTo>
                    <a:pt x="41684" y="54303"/>
                  </a:lnTo>
                  <a:lnTo>
                    <a:pt x="38178" y="58418"/>
                  </a:lnTo>
                  <a:lnTo>
                    <a:pt x="34807" y="62644"/>
                  </a:lnTo>
                  <a:lnTo>
                    <a:pt x="31574" y="66977"/>
                  </a:lnTo>
                  <a:lnTo>
                    <a:pt x="28483" y="71413"/>
                  </a:lnTo>
                  <a:lnTo>
                    <a:pt x="25537" y="75946"/>
                  </a:lnTo>
                  <a:lnTo>
                    <a:pt x="22739" y="80571"/>
                  </a:lnTo>
                  <a:lnTo>
                    <a:pt x="20093" y="85285"/>
                  </a:lnTo>
                  <a:lnTo>
                    <a:pt x="17600" y="90082"/>
                  </a:lnTo>
                  <a:lnTo>
                    <a:pt x="15263" y="94957"/>
                  </a:lnTo>
                  <a:lnTo>
                    <a:pt x="13085" y="99905"/>
                  </a:lnTo>
                  <a:lnTo>
                    <a:pt x="11069" y="104921"/>
                  </a:lnTo>
                  <a:lnTo>
                    <a:pt x="9215" y="109999"/>
                  </a:lnTo>
                  <a:lnTo>
                    <a:pt x="7527" y="115135"/>
                  </a:lnTo>
                  <a:lnTo>
                    <a:pt x="6006" y="120323"/>
                  </a:lnTo>
                  <a:lnTo>
                    <a:pt x="4653" y="125557"/>
                  </a:lnTo>
                  <a:lnTo>
                    <a:pt x="3470" y="130832"/>
                  </a:lnTo>
                  <a:lnTo>
                    <a:pt x="2459" y="136143"/>
                  </a:lnTo>
                  <a:lnTo>
                    <a:pt x="1619" y="141483"/>
                  </a:lnTo>
                  <a:lnTo>
                    <a:pt x="953" y="146848"/>
                  </a:lnTo>
                  <a:lnTo>
                    <a:pt x="461" y="152232"/>
                  </a:lnTo>
                  <a:lnTo>
                    <a:pt x="143" y="157628"/>
                  </a:lnTo>
                  <a:lnTo>
                    <a:pt x="0" y="163032"/>
                  </a:lnTo>
                  <a:lnTo>
                    <a:pt x="31" y="168438"/>
                  </a:lnTo>
                  <a:lnTo>
                    <a:pt x="237" y="173841"/>
                  </a:lnTo>
                  <a:lnTo>
                    <a:pt x="618" y="179233"/>
                  </a:lnTo>
                  <a:lnTo>
                    <a:pt x="167158" y="1647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916300" y="4961274"/>
              <a:ext cx="333692" cy="334332"/>
            </a:xfrm>
            <a:custGeom>
              <a:avLst/>
              <a:pathLst>
                <a:path w="333692" h="334332">
                  <a:moveTo>
                    <a:pt x="0" y="181637"/>
                  </a:moveTo>
                  <a:lnTo>
                    <a:pt x="541" y="186905"/>
                  </a:lnTo>
                  <a:lnTo>
                    <a:pt x="1250" y="192154"/>
                  </a:lnTo>
                  <a:lnTo>
                    <a:pt x="2125" y="197377"/>
                  </a:lnTo>
                  <a:lnTo>
                    <a:pt x="3164" y="202571"/>
                  </a:lnTo>
                  <a:lnTo>
                    <a:pt x="4368" y="207728"/>
                  </a:lnTo>
                  <a:lnTo>
                    <a:pt x="5734" y="212845"/>
                  </a:lnTo>
                  <a:lnTo>
                    <a:pt x="7261" y="217916"/>
                  </a:lnTo>
                  <a:lnTo>
                    <a:pt x="8949" y="222936"/>
                  </a:lnTo>
                  <a:lnTo>
                    <a:pt x="10795" y="227900"/>
                  </a:lnTo>
                  <a:lnTo>
                    <a:pt x="12797" y="232803"/>
                  </a:lnTo>
                  <a:lnTo>
                    <a:pt x="14953" y="237641"/>
                  </a:lnTo>
                  <a:lnTo>
                    <a:pt x="17262" y="242407"/>
                  </a:lnTo>
                  <a:lnTo>
                    <a:pt x="19720" y="247098"/>
                  </a:lnTo>
                  <a:lnTo>
                    <a:pt x="22326" y="251709"/>
                  </a:lnTo>
                  <a:lnTo>
                    <a:pt x="25076" y="256235"/>
                  </a:lnTo>
                  <a:lnTo>
                    <a:pt x="27969" y="260672"/>
                  </a:lnTo>
                  <a:lnTo>
                    <a:pt x="31000" y="265014"/>
                  </a:lnTo>
                  <a:lnTo>
                    <a:pt x="34168" y="269259"/>
                  </a:lnTo>
                  <a:lnTo>
                    <a:pt x="37468" y="273401"/>
                  </a:lnTo>
                  <a:lnTo>
                    <a:pt x="40898" y="277436"/>
                  </a:lnTo>
                  <a:lnTo>
                    <a:pt x="44455" y="281361"/>
                  </a:lnTo>
                  <a:lnTo>
                    <a:pt x="48133" y="285171"/>
                  </a:lnTo>
                  <a:lnTo>
                    <a:pt x="51931" y="288862"/>
                  </a:lnTo>
                  <a:lnTo>
                    <a:pt x="55843" y="292432"/>
                  </a:lnTo>
                  <a:lnTo>
                    <a:pt x="59867" y="295876"/>
                  </a:lnTo>
                  <a:lnTo>
                    <a:pt x="63998" y="299190"/>
                  </a:lnTo>
                  <a:lnTo>
                    <a:pt x="68231" y="302372"/>
                  </a:lnTo>
                  <a:lnTo>
                    <a:pt x="72564" y="305418"/>
                  </a:lnTo>
                  <a:lnTo>
                    <a:pt x="76990" y="308326"/>
                  </a:lnTo>
                  <a:lnTo>
                    <a:pt x="81507" y="311092"/>
                  </a:lnTo>
                  <a:lnTo>
                    <a:pt x="86109" y="313713"/>
                  </a:lnTo>
                  <a:lnTo>
                    <a:pt x="90791" y="316188"/>
                  </a:lnTo>
                  <a:lnTo>
                    <a:pt x="95550" y="318512"/>
                  </a:lnTo>
                  <a:lnTo>
                    <a:pt x="100380" y="320685"/>
                  </a:lnTo>
                  <a:lnTo>
                    <a:pt x="105276" y="322704"/>
                  </a:lnTo>
                  <a:lnTo>
                    <a:pt x="110234" y="324567"/>
                  </a:lnTo>
                  <a:lnTo>
                    <a:pt x="115248" y="326271"/>
                  </a:lnTo>
                  <a:lnTo>
                    <a:pt x="120314" y="327816"/>
                  </a:lnTo>
                  <a:lnTo>
                    <a:pt x="125426" y="329200"/>
                  </a:lnTo>
                  <a:lnTo>
                    <a:pt x="130580" y="330421"/>
                  </a:lnTo>
                  <a:lnTo>
                    <a:pt x="135769" y="331478"/>
                  </a:lnTo>
                  <a:lnTo>
                    <a:pt x="140990" y="332370"/>
                  </a:lnTo>
                  <a:lnTo>
                    <a:pt x="146236" y="333097"/>
                  </a:lnTo>
                  <a:lnTo>
                    <a:pt x="151502" y="333657"/>
                  </a:lnTo>
                  <a:lnTo>
                    <a:pt x="156784" y="334049"/>
                  </a:lnTo>
                  <a:lnTo>
                    <a:pt x="162075" y="334275"/>
                  </a:lnTo>
                  <a:lnTo>
                    <a:pt x="167371" y="334332"/>
                  </a:lnTo>
                  <a:lnTo>
                    <a:pt x="172666" y="334222"/>
                  </a:lnTo>
                  <a:lnTo>
                    <a:pt x="177955" y="333944"/>
                  </a:lnTo>
                  <a:lnTo>
                    <a:pt x="183232" y="333499"/>
                  </a:lnTo>
                  <a:lnTo>
                    <a:pt x="188493" y="332887"/>
                  </a:lnTo>
                  <a:lnTo>
                    <a:pt x="193732" y="332108"/>
                  </a:lnTo>
                  <a:lnTo>
                    <a:pt x="198943" y="331164"/>
                  </a:lnTo>
                  <a:lnTo>
                    <a:pt x="204122" y="330055"/>
                  </a:lnTo>
                  <a:lnTo>
                    <a:pt x="209263" y="328783"/>
                  </a:lnTo>
                  <a:lnTo>
                    <a:pt x="214361" y="327348"/>
                  </a:lnTo>
                  <a:lnTo>
                    <a:pt x="219411" y="325753"/>
                  </a:lnTo>
                  <a:lnTo>
                    <a:pt x="224408" y="323999"/>
                  </a:lnTo>
                  <a:lnTo>
                    <a:pt x="229347" y="322087"/>
                  </a:lnTo>
                  <a:lnTo>
                    <a:pt x="234223" y="320019"/>
                  </a:lnTo>
                  <a:lnTo>
                    <a:pt x="239031" y="317799"/>
                  </a:lnTo>
                  <a:lnTo>
                    <a:pt x="243767" y="315427"/>
                  </a:lnTo>
                  <a:lnTo>
                    <a:pt x="248424" y="312906"/>
                  </a:lnTo>
                  <a:lnTo>
                    <a:pt x="253000" y="310239"/>
                  </a:lnTo>
                  <a:lnTo>
                    <a:pt x="257489" y="307428"/>
                  </a:lnTo>
                  <a:lnTo>
                    <a:pt x="261886" y="304477"/>
                  </a:lnTo>
                  <a:lnTo>
                    <a:pt x="266188" y="301387"/>
                  </a:lnTo>
                  <a:lnTo>
                    <a:pt x="270390" y="298163"/>
                  </a:lnTo>
                  <a:lnTo>
                    <a:pt x="274487" y="294808"/>
                  </a:lnTo>
                  <a:lnTo>
                    <a:pt x="278477" y="291324"/>
                  </a:lnTo>
                  <a:lnTo>
                    <a:pt x="282353" y="287716"/>
                  </a:lnTo>
                  <a:lnTo>
                    <a:pt x="286114" y="283987"/>
                  </a:lnTo>
                  <a:lnTo>
                    <a:pt x="289755" y="280140"/>
                  </a:lnTo>
                  <a:lnTo>
                    <a:pt x="293271" y="276181"/>
                  </a:lnTo>
                  <a:lnTo>
                    <a:pt x="296661" y="272111"/>
                  </a:lnTo>
                  <a:lnTo>
                    <a:pt x="299920" y="267937"/>
                  </a:lnTo>
                  <a:lnTo>
                    <a:pt x="303045" y="263661"/>
                  </a:lnTo>
                  <a:lnTo>
                    <a:pt x="306034" y="259288"/>
                  </a:lnTo>
                  <a:lnTo>
                    <a:pt x="308882" y="254823"/>
                  </a:lnTo>
                  <a:lnTo>
                    <a:pt x="311587" y="250270"/>
                  </a:lnTo>
                  <a:lnTo>
                    <a:pt x="314147" y="245634"/>
                  </a:lnTo>
                  <a:lnTo>
                    <a:pt x="316558" y="240918"/>
                  </a:lnTo>
                  <a:lnTo>
                    <a:pt x="318819" y="236129"/>
                  </a:lnTo>
                  <a:lnTo>
                    <a:pt x="320928" y="231271"/>
                  </a:lnTo>
                  <a:lnTo>
                    <a:pt x="322881" y="226348"/>
                  </a:lnTo>
                  <a:lnTo>
                    <a:pt x="324677" y="221366"/>
                  </a:lnTo>
                  <a:lnTo>
                    <a:pt x="326315" y="216329"/>
                  </a:lnTo>
                  <a:lnTo>
                    <a:pt x="327792" y="211243"/>
                  </a:lnTo>
                  <a:lnTo>
                    <a:pt x="329107" y="206113"/>
                  </a:lnTo>
                  <a:lnTo>
                    <a:pt x="330259" y="200943"/>
                  </a:lnTo>
                  <a:lnTo>
                    <a:pt x="331247" y="195740"/>
                  </a:lnTo>
                  <a:lnTo>
                    <a:pt x="332069" y="190508"/>
                  </a:lnTo>
                  <a:lnTo>
                    <a:pt x="332726" y="185253"/>
                  </a:lnTo>
                  <a:lnTo>
                    <a:pt x="333215" y="179979"/>
                  </a:lnTo>
                  <a:lnTo>
                    <a:pt x="333537" y="174693"/>
                  </a:lnTo>
                  <a:lnTo>
                    <a:pt x="333692" y="169399"/>
                  </a:lnTo>
                  <a:lnTo>
                    <a:pt x="333679" y="164103"/>
                  </a:lnTo>
                  <a:lnTo>
                    <a:pt x="333498" y="158810"/>
                  </a:lnTo>
                  <a:lnTo>
                    <a:pt x="333149" y="153525"/>
                  </a:lnTo>
                  <a:lnTo>
                    <a:pt x="332634" y="148254"/>
                  </a:lnTo>
                  <a:lnTo>
                    <a:pt x="331951" y="143002"/>
                  </a:lnTo>
                  <a:lnTo>
                    <a:pt x="331103" y="137775"/>
                  </a:lnTo>
                  <a:lnTo>
                    <a:pt x="330089" y="132576"/>
                  </a:lnTo>
                  <a:lnTo>
                    <a:pt x="328911" y="127413"/>
                  </a:lnTo>
                  <a:lnTo>
                    <a:pt x="327570" y="122289"/>
                  </a:lnTo>
                  <a:lnTo>
                    <a:pt x="326068" y="117211"/>
                  </a:lnTo>
                  <a:lnTo>
                    <a:pt x="324405" y="112182"/>
                  </a:lnTo>
                  <a:lnTo>
                    <a:pt x="322584" y="107209"/>
                  </a:lnTo>
                  <a:lnTo>
                    <a:pt x="320607" y="102296"/>
                  </a:lnTo>
                  <a:lnTo>
                    <a:pt x="318474" y="97448"/>
                  </a:lnTo>
                  <a:lnTo>
                    <a:pt x="316190" y="92670"/>
                  </a:lnTo>
                  <a:lnTo>
                    <a:pt x="313755" y="87967"/>
                  </a:lnTo>
                  <a:lnTo>
                    <a:pt x="311172" y="83343"/>
                  </a:lnTo>
                  <a:lnTo>
                    <a:pt x="308444" y="78804"/>
                  </a:lnTo>
                  <a:lnTo>
                    <a:pt x="305574" y="74353"/>
                  </a:lnTo>
                  <a:lnTo>
                    <a:pt x="302564" y="69995"/>
                  </a:lnTo>
                  <a:lnTo>
                    <a:pt x="299417" y="65735"/>
                  </a:lnTo>
                  <a:lnTo>
                    <a:pt x="296137" y="61577"/>
                  </a:lnTo>
                  <a:lnTo>
                    <a:pt x="292728" y="57524"/>
                  </a:lnTo>
                  <a:lnTo>
                    <a:pt x="289191" y="53582"/>
                  </a:lnTo>
                  <a:lnTo>
                    <a:pt x="285531" y="49754"/>
                  </a:lnTo>
                  <a:lnTo>
                    <a:pt x="281752" y="46043"/>
                  </a:lnTo>
                  <a:lnTo>
                    <a:pt x="277857" y="42454"/>
                  </a:lnTo>
                  <a:lnTo>
                    <a:pt x="273851" y="38991"/>
                  </a:lnTo>
                  <a:lnTo>
                    <a:pt x="269737" y="35655"/>
                  </a:lnTo>
                  <a:lnTo>
                    <a:pt x="265519" y="32452"/>
                  </a:lnTo>
                  <a:lnTo>
                    <a:pt x="261202" y="29385"/>
                  </a:lnTo>
                  <a:lnTo>
                    <a:pt x="256790" y="26455"/>
                  </a:lnTo>
                  <a:lnTo>
                    <a:pt x="252287" y="23667"/>
                  </a:lnTo>
                  <a:lnTo>
                    <a:pt x="247698" y="21022"/>
                  </a:lnTo>
                  <a:lnTo>
                    <a:pt x="243028" y="18525"/>
                  </a:lnTo>
                  <a:lnTo>
                    <a:pt x="238281" y="16177"/>
                  </a:lnTo>
                  <a:lnTo>
                    <a:pt x="233462" y="13980"/>
                  </a:lnTo>
                  <a:lnTo>
                    <a:pt x="228576" y="11937"/>
                  </a:lnTo>
                  <a:lnTo>
                    <a:pt x="223627" y="10049"/>
                  </a:lnTo>
                  <a:lnTo>
                    <a:pt x="218622" y="8320"/>
                  </a:lnTo>
                  <a:lnTo>
                    <a:pt x="213563" y="6750"/>
                  </a:lnTo>
                  <a:lnTo>
                    <a:pt x="208458" y="5341"/>
                  </a:lnTo>
                  <a:lnTo>
                    <a:pt x="203311" y="4094"/>
                  </a:lnTo>
                  <a:lnTo>
                    <a:pt x="198127" y="3011"/>
                  </a:lnTo>
                  <a:lnTo>
                    <a:pt x="192911" y="2093"/>
                  </a:lnTo>
                  <a:lnTo>
                    <a:pt x="187668" y="1340"/>
                  </a:lnTo>
                  <a:lnTo>
                    <a:pt x="182405" y="754"/>
                  </a:lnTo>
                  <a:lnTo>
                    <a:pt x="177125" y="335"/>
                  </a:lnTo>
                  <a:lnTo>
                    <a:pt x="171835" y="83"/>
                  </a:lnTo>
                  <a:lnTo>
                    <a:pt x="166539" y="0"/>
                  </a:lnTo>
                  <a:lnTo>
                    <a:pt x="16653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359267" y="4605529"/>
              <a:ext cx="101279" cy="167167"/>
            </a:xfrm>
            <a:custGeom>
              <a:avLst/>
              <a:pathLst>
                <a:path w="101279" h="167167">
                  <a:moveTo>
                    <a:pt x="101279" y="0"/>
                  </a:moveTo>
                  <a:lnTo>
                    <a:pt x="95554" y="98"/>
                  </a:lnTo>
                  <a:lnTo>
                    <a:pt x="89836" y="392"/>
                  </a:lnTo>
                  <a:lnTo>
                    <a:pt x="84131" y="881"/>
                  </a:lnTo>
                  <a:lnTo>
                    <a:pt x="78446" y="1566"/>
                  </a:lnTo>
                  <a:lnTo>
                    <a:pt x="72788" y="2445"/>
                  </a:lnTo>
                  <a:lnTo>
                    <a:pt x="67163" y="3518"/>
                  </a:lnTo>
                  <a:lnTo>
                    <a:pt x="61578" y="4782"/>
                  </a:lnTo>
                  <a:lnTo>
                    <a:pt x="56040" y="6237"/>
                  </a:lnTo>
                  <a:lnTo>
                    <a:pt x="50555" y="7881"/>
                  </a:lnTo>
                  <a:lnTo>
                    <a:pt x="45129" y="9712"/>
                  </a:lnTo>
                  <a:lnTo>
                    <a:pt x="39770" y="11727"/>
                  </a:lnTo>
                  <a:lnTo>
                    <a:pt x="34482" y="13925"/>
                  </a:lnTo>
                  <a:lnTo>
                    <a:pt x="29273" y="16302"/>
                  </a:lnTo>
                  <a:lnTo>
                    <a:pt x="24149" y="18857"/>
                  </a:lnTo>
                  <a:lnTo>
                    <a:pt x="19115" y="21586"/>
                  </a:lnTo>
                  <a:lnTo>
                    <a:pt x="14177" y="24485"/>
                  </a:lnTo>
                  <a:lnTo>
                    <a:pt x="9341" y="27552"/>
                  </a:lnTo>
                  <a:lnTo>
                    <a:pt x="4614" y="30783"/>
                  </a:lnTo>
                  <a:lnTo>
                    <a:pt x="0" y="34173"/>
                  </a:lnTo>
                  <a:lnTo>
                    <a:pt x="10127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359267" y="4639703"/>
              <a:ext cx="101279" cy="132993"/>
            </a:xfrm>
            <a:custGeom>
              <a:avLst/>
              <a:pathLst>
                <a:path w="101279" h="132993">
                  <a:moveTo>
                    <a:pt x="0" y="0"/>
                  </a:moveTo>
                  <a:lnTo>
                    <a:pt x="101279" y="1329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359267" y="4639703"/>
              <a:ext cx="101279" cy="132993"/>
            </a:xfrm>
            <a:custGeom>
              <a:avLst/>
              <a:pathLst>
                <a:path w="101279" h="132993">
                  <a:moveTo>
                    <a:pt x="0" y="0"/>
                  </a:moveTo>
                  <a:lnTo>
                    <a:pt x="101279" y="1329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293380" y="4639703"/>
              <a:ext cx="334314" cy="300157"/>
            </a:xfrm>
            <a:custGeom>
              <a:avLst/>
              <a:pathLst>
                <a:path w="334314" h="300157">
                  <a:moveTo>
                    <a:pt x="65886" y="0"/>
                  </a:moveTo>
                  <a:lnTo>
                    <a:pt x="61702" y="3292"/>
                  </a:lnTo>
                  <a:lnTo>
                    <a:pt x="57625" y="6716"/>
                  </a:lnTo>
                  <a:lnTo>
                    <a:pt x="53660" y="10269"/>
                  </a:lnTo>
                  <a:lnTo>
                    <a:pt x="49809" y="13945"/>
                  </a:lnTo>
                  <a:lnTo>
                    <a:pt x="46078" y="17743"/>
                  </a:lnTo>
                  <a:lnTo>
                    <a:pt x="42469" y="21657"/>
                  </a:lnTo>
                  <a:lnTo>
                    <a:pt x="38987" y="25685"/>
                  </a:lnTo>
                  <a:lnTo>
                    <a:pt x="35635" y="29821"/>
                  </a:lnTo>
                  <a:lnTo>
                    <a:pt x="32416" y="34062"/>
                  </a:lnTo>
                  <a:lnTo>
                    <a:pt x="29334" y="38403"/>
                  </a:lnTo>
                  <a:lnTo>
                    <a:pt x="26392" y="42840"/>
                  </a:lnTo>
                  <a:lnTo>
                    <a:pt x="23592" y="47369"/>
                  </a:lnTo>
                  <a:lnTo>
                    <a:pt x="20938" y="51984"/>
                  </a:lnTo>
                  <a:lnTo>
                    <a:pt x="18433" y="56682"/>
                  </a:lnTo>
                  <a:lnTo>
                    <a:pt x="16078" y="61457"/>
                  </a:lnTo>
                  <a:lnTo>
                    <a:pt x="13877" y="66305"/>
                  </a:lnTo>
                  <a:lnTo>
                    <a:pt x="11831" y="71220"/>
                  </a:lnTo>
                  <a:lnTo>
                    <a:pt x="9942" y="76198"/>
                  </a:lnTo>
                  <a:lnTo>
                    <a:pt x="8213" y="81233"/>
                  </a:lnTo>
                  <a:lnTo>
                    <a:pt x="6646" y="86321"/>
                  </a:lnTo>
                  <a:lnTo>
                    <a:pt x="5241" y="91457"/>
                  </a:lnTo>
                  <a:lnTo>
                    <a:pt x="4000" y="96634"/>
                  </a:lnTo>
                  <a:lnTo>
                    <a:pt x="2925" y="101848"/>
                  </a:lnTo>
                  <a:lnTo>
                    <a:pt x="2017" y="107094"/>
                  </a:lnTo>
                  <a:lnTo>
                    <a:pt x="1276" y="112367"/>
                  </a:lnTo>
                  <a:lnTo>
                    <a:pt x="703" y="117660"/>
                  </a:lnTo>
                  <a:lnTo>
                    <a:pt x="299" y="122968"/>
                  </a:lnTo>
                  <a:lnTo>
                    <a:pt x="65" y="128287"/>
                  </a:lnTo>
                  <a:lnTo>
                    <a:pt x="0" y="133611"/>
                  </a:lnTo>
                  <a:lnTo>
                    <a:pt x="104" y="138934"/>
                  </a:lnTo>
                  <a:lnTo>
                    <a:pt x="378" y="144251"/>
                  </a:lnTo>
                  <a:lnTo>
                    <a:pt x="821" y="149556"/>
                  </a:lnTo>
                  <a:lnTo>
                    <a:pt x="1433" y="154845"/>
                  </a:lnTo>
                  <a:lnTo>
                    <a:pt x="2213" y="160112"/>
                  </a:lnTo>
                  <a:lnTo>
                    <a:pt x="3160" y="165351"/>
                  </a:lnTo>
                  <a:lnTo>
                    <a:pt x="4273" y="170557"/>
                  </a:lnTo>
                  <a:lnTo>
                    <a:pt x="5552" y="175725"/>
                  </a:lnTo>
                  <a:lnTo>
                    <a:pt x="6995" y="180850"/>
                  </a:lnTo>
                  <a:lnTo>
                    <a:pt x="8600" y="185927"/>
                  </a:lnTo>
                  <a:lnTo>
                    <a:pt x="10366" y="190949"/>
                  </a:lnTo>
                  <a:lnTo>
                    <a:pt x="12291" y="195913"/>
                  </a:lnTo>
                  <a:lnTo>
                    <a:pt x="14374" y="200813"/>
                  </a:lnTo>
                  <a:lnTo>
                    <a:pt x="16611" y="205644"/>
                  </a:lnTo>
                  <a:lnTo>
                    <a:pt x="19001" y="210402"/>
                  </a:lnTo>
                  <a:lnTo>
                    <a:pt x="21541" y="215081"/>
                  </a:lnTo>
                  <a:lnTo>
                    <a:pt x="24229" y="219676"/>
                  </a:lnTo>
                  <a:lnTo>
                    <a:pt x="27062" y="224184"/>
                  </a:lnTo>
                  <a:lnTo>
                    <a:pt x="30037" y="228599"/>
                  </a:lnTo>
                  <a:lnTo>
                    <a:pt x="33151" y="232918"/>
                  </a:lnTo>
                  <a:lnTo>
                    <a:pt x="36401" y="237135"/>
                  </a:lnTo>
                  <a:lnTo>
                    <a:pt x="39783" y="241246"/>
                  </a:lnTo>
                  <a:lnTo>
                    <a:pt x="43295" y="245248"/>
                  </a:lnTo>
                  <a:lnTo>
                    <a:pt x="46933" y="249135"/>
                  </a:lnTo>
                  <a:lnTo>
                    <a:pt x="50692" y="252905"/>
                  </a:lnTo>
                  <a:lnTo>
                    <a:pt x="54570" y="256553"/>
                  </a:lnTo>
                  <a:lnTo>
                    <a:pt x="58562" y="260076"/>
                  </a:lnTo>
                  <a:lnTo>
                    <a:pt x="62664" y="263470"/>
                  </a:lnTo>
                  <a:lnTo>
                    <a:pt x="66871" y="266732"/>
                  </a:lnTo>
                  <a:lnTo>
                    <a:pt x="71181" y="269858"/>
                  </a:lnTo>
                  <a:lnTo>
                    <a:pt x="75588" y="272845"/>
                  </a:lnTo>
                  <a:lnTo>
                    <a:pt x="80088" y="275690"/>
                  </a:lnTo>
                  <a:lnTo>
                    <a:pt x="84676" y="278391"/>
                  </a:lnTo>
                  <a:lnTo>
                    <a:pt x="89348" y="280944"/>
                  </a:lnTo>
                  <a:lnTo>
                    <a:pt x="94099" y="283347"/>
                  </a:lnTo>
                  <a:lnTo>
                    <a:pt x="98924" y="285598"/>
                  </a:lnTo>
                  <a:lnTo>
                    <a:pt x="103819" y="287693"/>
                  </a:lnTo>
                  <a:lnTo>
                    <a:pt x="108777" y="289632"/>
                  </a:lnTo>
                  <a:lnTo>
                    <a:pt x="113795" y="291412"/>
                  </a:lnTo>
                  <a:lnTo>
                    <a:pt x="118866" y="293031"/>
                  </a:lnTo>
                  <a:lnTo>
                    <a:pt x="123987" y="294488"/>
                  </a:lnTo>
                  <a:lnTo>
                    <a:pt x="129152" y="295781"/>
                  </a:lnTo>
                  <a:lnTo>
                    <a:pt x="134355" y="296909"/>
                  </a:lnTo>
                  <a:lnTo>
                    <a:pt x="139592" y="297871"/>
                  </a:lnTo>
                  <a:lnTo>
                    <a:pt x="144856" y="298665"/>
                  </a:lnTo>
                  <a:lnTo>
                    <a:pt x="150143" y="299292"/>
                  </a:lnTo>
                  <a:lnTo>
                    <a:pt x="155447" y="299749"/>
                  </a:lnTo>
                  <a:lnTo>
                    <a:pt x="160764" y="300038"/>
                  </a:lnTo>
                  <a:lnTo>
                    <a:pt x="166086" y="300157"/>
                  </a:lnTo>
                  <a:lnTo>
                    <a:pt x="171410" y="300107"/>
                  </a:lnTo>
                  <a:lnTo>
                    <a:pt x="176730" y="299887"/>
                  </a:lnTo>
                  <a:lnTo>
                    <a:pt x="182039" y="299498"/>
                  </a:lnTo>
                  <a:lnTo>
                    <a:pt x="187334" y="298940"/>
                  </a:lnTo>
                  <a:lnTo>
                    <a:pt x="192608" y="298213"/>
                  </a:lnTo>
                  <a:lnTo>
                    <a:pt x="197857" y="297319"/>
                  </a:lnTo>
                  <a:lnTo>
                    <a:pt x="203074" y="296259"/>
                  </a:lnTo>
                  <a:lnTo>
                    <a:pt x="208255" y="295032"/>
                  </a:lnTo>
                  <a:lnTo>
                    <a:pt x="213394" y="293642"/>
                  </a:lnTo>
                  <a:lnTo>
                    <a:pt x="218486" y="292088"/>
                  </a:lnTo>
                  <a:lnTo>
                    <a:pt x="223527" y="290373"/>
                  </a:lnTo>
                  <a:lnTo>
                    <a:pt x="228510" y="288498"/>
                  </a:lnTo>
                  <a:lnTo>
                    <a:pt x="233431" y="286466"/>
                  </a:lnTo>
                  <a:lnTo>
                    <a:pt x="238284" y="284278"/>
                  </a:lnTo>
                  <a:lnTo>
                    <a:pt x="243066" y="281937"/>
                  </a:lnTo>
                  <a:lnTo>
                    <a:pt x="247770" y="279444"/>
                  </a:lnTo>
                  <a:lnTo>
                    <a:pt x="252393" y="276803"/>
                  </a:lnTo>
                  <a:lnTo>
                    <a:pt x="256930" y="274016"/>
                  </a:lnTo>
                  <a:lnTo>
                    <a:pt x="261375" y="271086"/>
                  </a:lnTo>
                  <a:lnTo>
                    <a:pt x="265725" y="268016"/>
                  </a:lnTo>
                  <a:lnTo>
                    <a:pt x="269974" y="264809"/>
                  </a:lnTo>
                  <a:lnTo>
                    <a:pt x="274120" y="261468"/>
                  </a:lnTo>
                  <a:lnTo>
                    <a:pt x="278157" y="257997"/>
                  </a:lnTo>
                  <a:lnTo>
                    <a:pt x="282081" y="254399"/>
                  </a:lnTo>
                  <a:lnTo>
                    <a:pt x="285889" y="250678"/>
                  </a:lnTo>
                  <a:lnTo>
                    <a:pt x="289576" y="246838"/>
                  </a:lnTo>
                  <a:lnTo>
                    <a:pt x="293140" y="242882"/>
                  </a:lnTo>
                  <a:lnTo>
                    <a:pt x="296575" y="238815"/>
                  </a:lnTo>
                  <a:lnTo>
                    <a:pt x="299879" y="234640"/>
                  </a:lnTo>
                  <a:lnTo>
                    <a:pt x="303049" y="230362"/>
                  </a:lnTo>
                  <a:lnTo>
                    <a:pt x="306081" y="225986"/>
                  </a:lnTo>
                  <a:lnTo>
                    <a:pt x="308971" y="221515"/>
                  </a:lnTo>
                  <a:lnTo>
                    <a:pt x="311718" y="216954"/>
                  </a:lnTo>
                  <a:lnTo>
                    <a:pt x="314319" y="212309"/>
                  </a:lnTo>
                  <a:lnTo>
                    <a:pt x="316770" y="207582"/>
                  </a:lnTo>
                  <a:lnTo>
                    <a:pt x="319069" y="202781"/>
                  </a:lnTo>
                  <a:lnTo>
                    <a:pt x="321215" y="197908"/>
                  </a:lnTo>
                  <a:lnTo>
                    <a:pt x="323204" y="192969"/>
                  </a:lnTo>
                  <a:lnTo>
                    <a:pt x="325034" y="187970"/>
                  </a:lnTo>
                  <a:lnTo>
                    <a:pt x="326705" y="182915"/>
                  </a:lnTo>
                  <a:lnTo>
                    <a:pt x="328214" y="177809"/>
                  </a:lnTo>
                  <a:lnTo>
                    <a:pt x="329559" y="172658"/>
                  </a:lnTo>
                  <a:lnTo>
                    <a:pt x="330740" y="167466"/>
                  </a:lnTo>
                  <a:lnTo>
                    <a:pt x="331755" y="162240"/>
                  </a:lnTo>
                  <a:lnTo>
                    <a:pt x="332603" y="156984"/>
                  </a:lnTo>
                  <a:lnTo>
                    <a:pt x="333283" y="151703"/>
                  </a:lnTo>
                  <a:lnTo>
                    <a:pt x="333794" y="146404"/>
                  </a:lnTo>
                  <a:lnTo>
                    <a:pt x="334137" y="141091"/>
                  </a:lnTo>
                  <a:lnTo>
                    <a:pt x="334310" y="135770"/>
                  </a:lnTo>
                  <a:lnTo>
                    <a:pt x="334314" y="130446"/>
                  </a:lnTo>
                  <a:lnTo>
                    <a:pt x="334148" y="125124"/>
                  </a:lnTo>
                  <a:lnTo>
                    <a:pt x="333813" y="119811"/>
                  </a:lnTo>
                  <a:lnTo>
                    <a:pt x="333308" y="114511"/>
                  </a:lnTo>
                  <a:lnTo>
                    <a:pt x="332636" y="109229"/>
                  </a:lnTo>
                  <a:lnTo>
                    <a:pt x="331795" y="103972"/>
                  </a:lnTo>
                  <a:lnTo>
                    <a:pt x="330787" y="98744"/>
                  </a:lnTo>
                  <a:lnTo>
                    <a:pt x="329614" y="93551"/>
                  </a:lnTo>
                  <a:lnTo>
                    <a:pt x="328275" y="88398"/>
                  </a:lnTo>
                  <a:lnTo>
                    <a:pt x="326773" y="83290"/>
                  </a:lnTo>
                  <a:lnTo>
                    <a:pt x="325110" y="78233"/>
                  </a:lnTo>
                  <a:lnTo>
                    <a:pt x="323286" y="73231"/>
                  </a:lnTo>
                  <a:lnTo>
                    <a:pt x="321303" y="68290"/>
                  </a:lnTo>
                  <a:lnTo>
                    <a:pt x="319165" y="63414"/>
                  </a:lnTo>
                  <a:lnTo>
                    <a:pt x="316872" y="58609"/>
                  </a:lnTo>
                  <a:lnTo>
                    <a:pt x="314427" y="53880"/>
                  </a:lnTo>
                  <a:lnTo>
                    <a:pt x="167166" y="1329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460546" y="4605529"/>
              <a:ext cx="147261" cy="167167"/>
            </a:xfrm>
            <a:custGeom>
              <a:avLst/>
              <a:pathLst>
                <a:path w="147261" h="167167">
                  <a:moveTo>
                    <a:pt x="147261" y="88053"/>
                  </a:moveTo>
                  <a:lnTo>
                    <a:pt x="144599" y="83287"/>
                  </a:lnTo>
                  <a:lnTo>
                    <a:pt x="141783" y="78609"/>
                  </a:lnTo>
                  <a:lnTo>
                    <a:pt x="138815" y="74027"/>
                  </a:lnTo>
                  <a:lnTo>
                    <a:pt x="135700" y="69543"/>
                  </a:lnTo>
                  <a:lnTo>
                    <a:pt x="132440" y="65164"/>
                  </a:lnTo>
                  <a:lnTo>
                    <a:pt x="129038" y="60894"/>
                  </a:lnTo>
                  <a:lnTo>
                    <a:pt x="125499" y="56737"/>
                  </a:lnTo>
                  <a:lnTo>
                    <a:pt x="121826" y="52697"/>
                  </a:lnTo>
                  <a:lnTo>
                    <a:pt x="118023" y="48780"/>
                  </a:lnTo>
                  <a:lnTo>
                    <a:pt x="114094" y="44989"/>
                  </a:lnTo>
                  <a:lnTo>
                    <a:pt x="110043" y="41329"/>
                  </a:lnTo>
                  <a:lnTo>
                    <a:pt x="105875" y="37802"/>
                  </a:lnTo>
                  <a:lnTo>
                    <a:pt x="101595" y="34414"/>
                  </a:lnTo>
                  <a:lnTo>
                    <a:pt x="97205" y="31167"/>
                  </a:lnTo>
                  <a:lnTo>
                    <a:pt x="92712" y="28065"/>
                  </a:lnTo>
                  <a:lnTo>
                    <a:pt x="88121" y="25112"/>
                  </a:lnTo>
                  <a:lnTo>
                    <a:pt x="83435" y="22310"/>
                  </a:lnTo>
                  <a:lnTo>
                    <a:pt x="78660" y="19663"/>
                  </a:lnTo>
                  <a:lnTo>
                    <a:pt x="73801" y="17173"/>
                  </a:lnTo>
                  <a:lnTo>
                    <a:pt x="68864" y="14843"/>
                  </a:lnTo>
                  <a:lnTo>
                    <a:pt x="63853" y="12675"/>
                  </a:lnTo>
                  <a:lnTo>
                    <a:pt x="58774" y="10672"/>
                  </a:lnTo>
                  <a:lnTo>
                    <a:pt x="53632" y="8837"/>
                  </a:lnTo>
                  <a:lnTo>
                    <a:pt x="48433" y="7170"/>
                  </a:lnTo>
                  <a:lnTo>
                    <a:pt x="43183" y="5673"/>
                  </a:lnTo>
                  <a:lnTo>
                    <a:pt x="37886" y="4349"/>
                  </a:lnTo>
                  <a:lnTo>
                    <a:pt x="32549" y="3199"/>
                  </a:lnTo>
                  <a:lnTo>
                    <a:pt x="27177" y="2224"/>
                  </a:lnTo>
                  <a:lnTo>
                    <a:pt x="21777" y="1424"/>
                  </a:lnTo>
                  <a:lnTo>
                    <a:pt x="16353" y="801"/>
                  </a:lnTo>
                  <a:lnTo>
                    <a:pt x="10911" y="356"/>
                  </a:lnTo>
                  <a:lnTo>
                    <a:pt x="5458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641000" y="4172415"/>
              <a:ext cx="104892" cy="167167"/>
            </a:xfrm>
            <a:custGeom>
              <a:avLst/>
              <a:pathLst>
                <a:path w="104892" h="167167">
                  <a:moveTo>
                    <a:pt x="104892" y="0"/>
                  </a:moveTo>
                  <a:lnTo>
                    <a:pt x="99224" y="96"/>
                  </a:lnTo>
                  <a:lnTo>
                    <a:pt x="93562" y="384"/>
                  </a:lnTo>
                  <a:lnTo>
                    <a:pt x="87913" y="864"/>
                  </a:lnTo>
                  <a:lnTo>
                    <a:pt x="82284" y="1535"/>
                  </a:lnTo>
                  <a:lnTo>
                    <a:pt x="76680" y="2397"/>
                  </a:lnTo>
                  <a:lnTo>
                    <a:pt x="71110" y="3449"/>
                  </a:lnTo>
                  <a:lnTo>
                    <a:pt x="65577" y="4688"/>
                  </a:lnTo>
                  <a:lnTo>
                    <a:pt x="60091" y="6115"/>
                  </a:lnTo>
                  <a:lnTo>
                    <a:pt x="54655" y="7727"/>
                  </a:lnTo>
                  <a:lnTo>
                    <a:pt x="49278" y="9522"/>
                  </a:lnTo>
                  <a:lnTo>
                    <a:pt x="43964" y="11498"/>
                  </a:lnTo>
                  <a:lnTo>
                    <a:pt x="38721" y="13654"/>
                  </a:lnTo>
                  <a:lnTo>
                    <a:pt x="33554" y="15986"/>
                  </a:lnTo>
                  <a:lnTo>
                    <a:pt x="28468" y="18492"/>
                  </a:lnTo>
                  <a:lnTo>
                    <a:pt x="23471" y="21169"/>
                  </a:lnTo>
                  <a:lnTo>
                    <a:pt x="18567" y="24013"/>
                  </a:lnTo>
                  <a:lnTo>
                    <a:pt x="13763" y="27023"/>
                  </a:lnTo>
                  <a:lnTo>
                    <a:pt x="9063" y="30194"/>
                  </a:lnTo>
                  <a:lnTo>
                    <a:pt x="4473" y="33522"/>
                  </a:lnTo>
                  <a:lnTo>
                    <a:pt x="0" y="37004"/>
                  </a:lnTo>
                  <a:lnTo>
                    <a:pt x="10489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641000" y="4209420"/>
              <a:ext cx="104892" cy="130163"/>
            </a:xfrm>
            <a:custGeom>
              <a:avLst/>
              <a:pathLst>
                <a:path w="104892" h="130163">
                  <a:moveTo>
                    <a:pt x="0" y="0"/>
                  </a:moveTo>
                  <a:lnTo>
                    <a:pt x="104892" y="1301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578728" y="4209420"/>
              <a:ext cx="334315" cy="297327"/>
            </a:xfrm>
            <a:custGeom>
              <a:avLst/>
              <a:pathLst>
                <a:path w="334315" h="297327">
                  <a:moveTo>
                    <a:pt x="62271" y="0"/>
                  </a:moveTo>
                  <a:lnTo>
                    <a:pt x="58204" y="3385"/>
                  </a:lnTo>
                  <a:lnTo>
                    <a:pt x="54246" y="6897"/>
                  </a:lnTo>
                  <a:lnTo>
                    <a:pt x="50401" y="10533"/>
                  </a:lnTo>
                  <a:lnTo>
                    <a:pt x="46673" y="14288"/>
                  </a:lnTo>
                  <a:lnTo>
                    <a:pt x="43066" y="18160"/>
                  </a:lnTo>
                  <a:lnTo>
                    <a:pt x="39583" y="22144"/>
                  </a:lnTo>
                  <a:lnTo>
                    <a:pt x="36228" y="26236"/>
                  </a:lnTo>
                  <a:lnTo>
                    <a:pt x="33004" y="30432"/>
                  </a:lnTo>
                  <a:lnTo>
                    <a:pt x="29915" y="34728"/>
                  </a:lnTo>
                  <a:lnTo>
                    <a:pt x="26963" y="39120"/>
                  </a:lnTo>
                  <a:lnTo>
                    <a:pt x="24152" y="43603"/>
                  </a:lnTo>
                  <a:lnTo>
                    <a:pt x="21484" y="48173"/>
                  </a:lnTo>
                  <a:lnTo>
                    <a:pt x="18962" y="52825"/>
                  </a:lnTo>
                  <a:lnTo>
                    <a:pt x="16588" y="57555"/>
                  </a:lnTo>
                  <a:lnTo>
                    <a:pt x="14366" y="62357"/>
                  </a:lnTo>
                  <a:lnTo>
                    <a:pt x="12296" y="67227"/>
                  </a:lnTo>
                  <a:lnTo>
                    <a:pt x="10382" y="72160"/>
                  </a:lnTo>
                  <a:lnTo>
                    <a:pt x="8624" y="77152"/>
                  </a:lnTo>
                  <a:lnTo>
                    <a:pt x="7026" y="82196"/>
                  </a:lnTo>
                  <a:lnTo>
                    <a:pt x="5588" y="87289"/>
                  </a:lnTo>
                  <a:lnTo>
                    <a:pt x="4312" y="92424"/>
                  </a:lnTo>
                  <a:lnTo>
                    <a:pt x="3199" y="97597"/>
                  </a:lnTo>
                  <a:lnTo>
                    <a:pt x="2250" y="102803"/>
                  </a:lnTo>
                  <a:lnTo>
                    <a:pt x="1467" y="108037"/>
                  </a:lnTo>
                  <a:lnTo>
                    <a:pt x="850" y="113292"/>
                  </a:lnTo>
                  <a:lnTo>
                    <a:pt x="399" y="118565"/>
                  </a:lnTo>
                  <a:lnTo>
                    <a:pt x="116" y="123849"/>
                  </a:lnTo>
                  <a:lnTo>
                    <a:pt x="0" y="129139"/>
                  </a:lnTo>
                  <a:lnTo>
                    <a:pt x="51" y="134431"/>
                  </a:lnTo>
                  <a:lnTo>
                    <a:pt x="270" y="139718"/>
                  </a:lnTo>
                  <a:lnTo>
                    <a:pt x="656" y="144995"/>
                  </a:lnTo>
                  <a:lnTo>
                    <a:pt x="1209" y="150258"/>
                  </a:lnTo>
                  <a:lnTo>
                    <a:pt x="1928" y="155501"/>
                  </a:lnTo>
                  <a:lnTo>
                    <a:pt x="2812" y="160718"/>
                  </a:lnTo>
                  <a:lnTo>
                    <a:pt x="3862" y="165904"/>
                  </a:lnTo>
                  <a:lnTo>
                    <a:pt x="5075" y="171055"/>
                  </a:lnTo>
                  <a:lnTo>
                    <a:pt x="6450" y="176165"/>
                  </a:lnTo>
                  <a:lnTo>
                    <a:pt x="7987" y="181228"/>
                  </a:lnTo>
                  <a:lnTo>
                    <a:pt x="9683" y="186241"/>
                  </a:lnTo>
                  <a:lnTo>
                    <a:pt x="11537" y="191197"/>
                  </a:lnTo>
                  <a:lnTo>
                    <a:pt x="13547" y="196092"/>
                  </a:lnTo>
                  <a:lnTo>
                    <a:pt x="15710" y="200921"/>
                  </a:lnTo>
                  <a:lnTo>
                    <a:pt x="18026" y="205680"/>
                  </a:lnTo>
                  <a:lnTo>
                    <a:pt x="20491" y="210362"/>
                  </a:lnTo>
                  <a:lnTo>
                    <a:pt x="23103" y="214964"/>
                  </a:lnTo>
                  <a:lnTo>
                    <a:pt x="25859" y="219481"/>
                  </a:lnTo>
                  <a:lnTo>
                    <a:pt x="28757" y="223909"/>
                  </a:lnTo>
                  <a:lnTo>
                    <a:pt x="31793" y="228243"/>
                  </a:lnTo>
                  <a:lnTo>
                    <a:pt x="34965" y="232478"/>
                  </a:lnTo>
                  <a:lnTo>
                    <a:pt x="38270" y="236611"/>
                  </a:lnTo>
                  <a:lnTo>
                    <a:pt x="41704" y="240638"/>
                  </a:lnTo>
                  <a:lnTo>
                    <a:pt x="45263" y="244553"/>
                  </a:lnTo>
                  <a:lnTo>
                    <a:pt x="48945" y="248354"/>
                  </a:lnTo>
                  <a:lnTo>
                    <a:pt x="52745" y="252037"/>
                  </a:lnTo>
                  <a:lnTo>
                    <a:pt x="56659" y="255597"/>
                  </a:lnTo>
                  <a:lnTo>
                    <a:pt x="60685" y="259032"/>
                  </a:lnTo>
                  <a:lnTo>
                    <a:pt x="64817" y="262337"/>
                  </a:lnTo>
                  <a:lnTo>
                    <a:pt x="69052" y="265510"/>
                  </a:lnTo>
                  <a:lnTo>
                    <a:pt x="73385" y="268548"/>
                  </a:lnTo>
                  <a:lnTo>
                    <a:pt x="77812" y="271447"/>
                  </a:lnTo>
                  <a:lnTo>
                    <a:pt x="82328" y="274204"/>
                  </a:lnTo>
                  <a:lnTo>
                    <a:pt x="86930" y="276817"/>
                  </a:lnTo>
                  <a:lnTo>
                    <a:pt x="91612" y="279283"/>
                  </a:lnTo>
                  <a:lnTo>
                    <a:pt x="96369" y="281600"/>
                  </a:lnTo>
                  <a:lnTo>
                    <a:pt x="101198" y="283764"/>
                  </a:lnTo>
                  <a:lnTo>
                    <a:pt x="106093" y="285775"/>
                  </a:lnTo>
                  <a:lnTo>
                    <a:pt x="111049" y="287630"/>
                  </a:lnTo>
                  <a:lnTo>
                    <a:pt x="116061" y="289328"/>
                  </a:lnTo>
                  <a:lnTo>
                    <a:pt x="121124" y="290865"/>
                  </a:lnTo>
                  <a:lnTo>
                    <a:pt x="126233" y="292242"/>
                  </a:lnTo>
                  <a:lnTo>
                    <a:pt x="131384" y="293456"/>
                  </a:lnTo>
                  <a:lnTo>
                    <a:pt x="136570" y="294507"/>
                  </a:lnTo>
                  <a:lnTo>
                    <a:pt x="141787" y="295393"/>
                  </a:lnTo>
                  <a:lnTo>
                    <a:pt x="147030" y="296113"/>
                  </a:lnTo>
                  <a:lnTo>
                    <a:pt x="152292" y="296667"/>
                  </a:lnTo>
                  <a:lnTo>
                    <a:pt x="157570" y="297055"/>
                  </a:lnTo>
                  <a:lnTo>
                    <a:pt x="162857" y="297275"/>
                  </a:lnTo>
                  <a:lnTo>
                    <a:pt x="168148" y="297327"/>
                  </a:lnTo>
                  <a:lnTo>
                    <a:pt x="173438" y="297212"/>
                  </a:lnTo>
                  <a:lnTo>
                    <a:pt x="178723" y="296930"/>
                  </a:lnTo>
                  <a:lnTo>
                    <a:pt x="183995" y="296481"/>
                  </a:lnTo>
                  <a:lnTo>
                    <a:pt x="189251" y="295865"/>
                  </a:lnTo>
                  <a:lnTo>
                    <a:pt x="194484" y="295083"/>
                  </a:lnTo>
                  <a:lnTo>
                    <a:pt x="199691" y="294135"/>
                  </a:lnTo>
                  <a:lnTo>
                    <a:pt x="204864" y="293024"/>
                  </a:lnTo>
                  <a:lnTo>
                    <a:pt x="210000" y="291749"/>
                  </a:lnTo>
                  <a:lnTo>
                    <a:pt x="215093" y="290312"/>
                  </a:lnTo>
                  <a:lnTo>
                    <a:pt x="220138" y="288715"/>
                  </a:lnTo>
                  <a:lnTo>
                    <a:pt x="225129" y="286959"/>
                  </a:lnTo>
                  <a:lnTo>
                    <a:pt x="230063" y="285045"/>
                  </a:lnTo>
                  <a:lnTo>
                    <a:pt x="234934" y="282977"/>
                  </a:lnTo>
                  <a:lnTo>
                    <a:pt x="239736" y="280755"/>
                  </a:lnTo>
                  <a:lnTo>
                    <a:pt x="244466" y="278383"/>
                  </a:lnTo>
                  <a:lnTo>
                    <a:pt x="249119" y="275862"/>
                  </a:lnTo>
                  <a:lnTo>
                    <a:pt x="253690" y="273195"/>
                  </a:lnTo>
                  <a:lnTo>
                    <a:pt x="258173" y="270385"/>
                  </a:lnTo>
                  <a:lnTo>
                    <a:pt x="262566" y="267434"/>
                  </a:lnTo>
                  <a:lnTo>
                    <a:pt x="266863" y="264346"/>
                  </a:lnTo>
                  <a:lnTo>
                    <a:pt x="271060" y="261123"/>
                  </a:lnTo>
                  <a:lnTo>
                    <a:pt x="275153" y="257769"/>
                  </a:lnTo>
                  <a:lnTo>
                    <a:pt x="279138" y="254287"/>
                  </a:lnTo>
                  <a:lnTo>
                    <a:pt x="283010" y="250681"/>
                  </a:lnTo>
                  <a:lnTo>
                    <a:pt x="286767" y="246954"/>
                  </a:lnTo>
                  <a:lnTo>
                    <a:pt x="290403" y="243110"/>
                  </a:lnTo>
                  <a:lnTo>
                    <a:pt x="293916" y="239153"/>
                  </a:lnTo>
                  <a:lnTo>
                    <a:pt x="297302" y="235086"/>
                  </a:lnTo>
                  <a:lnTo>
                    <a:pt x="300558" y="230915"/>
                  </a:lnTo>
                  <a:lnTo>
                    <a:pt x="303680" y="226642"/>
                  </a:lnTo>
                  <a:lnTo>
                    <a:pt x="306665" y="222273"/>
                  </a:lnTo>
                  <a:lnTo>
                    <a:pt x="309511" y="217811"/>
                  </a:lnTo>
                  <a:lnTo>
                    <a:pt x="312214" y="213262"/>
                  </a:lnTo>
                  <a:lnTo>
                    <a:pt x="314771" y="208629"/>
                  </a:lnTo>
                  <a:lnTo>
                    <a:pt x="317181" y="203918"/>
                  </a:lnTo>
                  <a:lnTo>
                    <a:pt x="319440" y="199133"/>
                  </a:lnTo>
                  <a:lnTo>
                    <a:pt x="321547" y="194279"/>
                  </a:lnTo>
                  <a:lnTo>
                    <a:pt x="323499" y="189360"/>
                  </a:lnTo>
                  <a:lnTo>
                    <a:pt x="325294" y="184383"/>
                  </a:lnTo>
                  <a:lnTo>
                    <a:pt x="326931" y="179350"/>
                  </a:lnTo>
                  <a:lnTo>
                    <a:pt x="328408" y="174269"/>
                  </a:lnTo>
                  <a:lnTo>
                    <a:pt x="329723" y="169143"/>
                  </a:lnTo>
                  <a:lnTo>
                    <a:pt x="330875" y="163979"/>
                  </a:lnTo>
                  <a:lnTo>
                    <a:pt x="331864" y="158780"/>
                  </a:lnTo>
                  <a:lnTo>
                    <a:pt x="332687" y="153553"/>
                  </a:lnTo>
                  <a:lnTo>
                    <a:pt x="333344" y="148302"/>
                  </a:lnTo>
                  <a:lnTo>
                    <a:pt x="333835" y="143034"/>
                  </a:lnTo>
                  <a:lnTo>
                    <a:pt x="334159" y="137752"/>
                  </a:lnTo>
                  <a:lnTo>
                    <a:pt x="334315" y="132462"/>
                  </a:lnTo>
                  <a:lnTo>
                    <a:pt x="334304" y="127171"/>
                  </a:lnTo>
                  <a:lnTo>
                    <a:pt x="334126" y="121882"/>
                  </a:lnTo>
                  <a:lnTo>
                    <a:pt x="333780" y="116602"/>
                  </a:lnTo>
                  <a:lnTo>
                    <a:pt x="333268" y="111335"/>
                  </a:lnTo>
                  <a:lnTo>
                    <a:pt x="332588" y="106087"/>
                  </a:lnTo>
                  <a:lnTo>
                    <a:pt x="331744" y="100863"/>
                  </a:lnTo>
                  <a:lnTo>
                    <a:pt x="330734" y="95669"/>
                  </a:lnTo>
                  <a:lnTo>
                    <a:pt x="329560" y="90509"/>
                  </a:lnTo>
                  <a:lnTo>
                    <a:pt x="328224" y="85389"/>
                  </a:lnTo>
                  <a:lnTo>
                    <a:pt x="326726" y="80314"/>
                  </a:lnTo>
                  <a:lnTo>
                    <a:pt x="325068" y="75288"/>
                  </a:lnTo>
                  <a:lnTo>
                    <a:pt x="323252" y="70318"/>
                  </a:lnTo>
                  <a:lnTo>
                    <a:pt x="321280" y="65408"/>
                  </a:lnTo>
                  <a:lnTo>
                    <a:pt x="319153" y="60562"/>
                  </a:lnTo>
                  <a:lnTo>
                    <a:pt x="316874" y="55787"/>
                  </a:lnTo>
                  <a:lnTo>
                    <a:pt x="314445" y="51085"/>
                  </a:lnTo>
                  <a:lnTo>
                    <a:pt x="311868" y="46463"/>
                  </a:lnTo>
                  <a:lnTo>
                    <a:pt x="309147" y="41925"/>
                  </a:lnTo>
                  <a:lnTo>
                    <a:pt x="306283" y="37476"/>
                  </a:lnTo>
                  <a:lnTo>
                    <a:pt x="303279" y="33119"/>
                  </a:lnTo>
                  <a:lnTo>
                    <a:pt x="300140" y="28859"/>
                  </a:lnTo>
                  <a:lnTo>
                    <a:pt x="296867" y="24701"/>
                  </a:lnTo>
                  <a:lnTo>
                    <a:pt x="293464" y="20649"/>
                  </a:lnTo>
                  <a:lnTo>
                    <a:pt x="289934" y="16706"/>
                  </a:lnTo>
                  <a:lnTo>
                    <a:pt x="286282" y="12877"/>
                  </a:lnTo>
                  <a:lnTo>
                    <a:pt x="282510" y="9166"/>
                  </a:lnTo>
                  <a:lnTo>
                    <a:pt x="167164" y="1301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745892" y="4172415"/>
              <a:ext cx="115346" cy="167167"/>
            </a:xfrm>
            <a:custGeom>
              <a:avLst/>
              <a:pathLst>
                <a:path w="115346" h="167167">
                  <a:moveTo>
                    <a:pt x="115346" y="46170"/>
                  </a:moveTo>
                  <a:lnTo>
                    <a:pt x="111277" y="42418"/>
                  </a:lnTo>
                  <a:lnTo>
                    <a:pt x="107087" y="38803"/>
                  </a:lnTo>
                  <a:lnTo>
                    <a:pt x="102779" y="35328"/>
                  </a:lnTo>
                  <a:lnTo>
                    <a:pt x="98358" y="31998"/>
                  </a:lnTo>
                  <a:lnTo>
                    <a:pt x="93830" y="28817"/>
                  </a:lnTo>
                  <a:lnTo>
                    <a:pt x="89199" y="25786"/>
                  </a:lnTo>
                  <a:lnTo>
                    <a:pt x="84470" y="22911"/>
                  </a:lnTo>
                  <a:lnTo>
                    <a:pt x="79648" y="20194"/>
                  </a:lnTo>
                  <a:lnTo>
                    <a:pt x="74740" y="17638"/>
                  </a:lnTo>
                  <a:lnTo>
                    <a:pt x="69749" y="15246"/>
                  </a:lnTo>
                  <a:lnTo>
                    <a:pt x="64682" y="13020"/>
                  </a:lnTo>
                  <a:lnTo>
                    <a:pt x="59544" y="10964"/>
                  </a:lnTo>
                  <a:lnTo>
                    <a:pt x="54340" y="9078"/>
                  </a:lnTo>
                  <a:lnTo>
                    <a:pt x="49077" y="7366"/>
                  </a:lnTo>
                  <a:lnTo>
                    <a:pt x="43761" y="5829"/>
                  </a:lnTo>
                  <a:lnTo>
                    <a:pt x="38396" y="4469"/>
                  </a:lnTo>
                  <a:lnTo>
                    <a:pt x="32989" y="3287"/>
                  </a:lnTo>
                  <a:lnTo>
                    <a:pt x="27547" y="2285"/>
                  </a:lnTo>
                  <a:lnTo>
                    <a:pt x="22073" y="1463"/>
                  </a:lnTo>
                  <a:lnTo>
                    <a:pt x="16576" y="823"/>
                  </a:lnTo>
                  <a:lnTo>
                    <a:pt x="11061" y="366"/>
                  </a:lnTo>
                  <a:lnTo>
                    <a:pt x="5533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766899" y="3685283"/>
              <a:ext cx="156595" cy="167167"/>
            </a:xfrm>
            <a:custGeom>
              <a:avLst/>
              <a:pathLst>
                <a:path w="156595" h="167167">
                  <a:moveTo>
                    <a:pt x="156595" y="0"/>
                  </a:moveTo>
                  <a:lnTo>
                    <a:pt x="151115" y="89"/>
                  </a:lnTo>
                  <a:lnTo>
                    <a:pt x="145640" y="359"/>
                  </a:lnTo>
                  <a:lnTo>
                    <a:pt x="140177" y="808"/>
                  </a:lnTo>
                  <a:lnTo>
                    <a:pt x="134732" y="1435"/>
                  </a:lnTo>
                  <a:lnTo>
                    <a:pt x="129310" y="2241"/>
                  </a:lnTo>
                  <a:lnTo>
                    <a:pt x="123918" y="3224"/>
                  </a:lnTo>
                  <a:lnTo>
                    <a:pt x="118561" y="4384"/>
                  </a:lnTo>
                  <a:lnTo>
                    <a:pt x="113244" y="5718"/>
                  </a:lnTo>
                  <a:lnTo>
                    <a:pt x="107975" y="7226"/>
                  </a:lnTo>
                  <a:lnTo>
                    <a:pt x="102757" y="8906"/>
                  </a:lnTo>
                  <a:lnTo>
                    <a:pt x="97597" y="10757"/>
                  </a:lnTo>
                  <a:lnTo>
                    <a:pt x="92501" y="12775"/>
                  </a:lnTo>
                  <a:lnTo>
                    <a:pt x="87474" y="14959"/>
                  </a:lnTo>
                  <a:lnTo>
                    <a:pt x="82521" y="17307"/>
                  </a:lnTo>
                  <a:lnTo>
                    <a:pt x="77648" y="19816"/>
                  </a:lnTo>
                  <a:lnTo>
                    <a:pt x="72859" y="22484"/>
                  </a:lnTo>
                  <a:lnTo>
                    <a:pt x="68161" y="25307"/>
                  </a:lnTo>
                  <a:lnTo>
                    <a:pt x="63558" y="28282"/>
                  </a:lnTo>
                  <a:lnTo>
                    <a:pt x="59054" y="31407"/>
                  </a:lnTo>
                  <a:lnTo>
                    <a:pt x="54656" y="34678"/>
                  </a:lnTo>
                  <a:lnTo>
                    <a:pt x="50367" y="38091"/>
                  </a:lnTo>
                  <a:lnTo>
                    <a:pt x="46192" y="41644"/>
                  </a:lnTo>
                  <a:lnTo>
                    <a:pt x="42136" y="45331"/>
                  </a:lnTo>
                  <a:lnTo>
                    <a:pt x="38204" y="49149"/>
                  </a:lnTo>
                  <a:lnTo>
                    <a:pt x="34398" y="53093"/>
                  </a:lnTo>
                  <a:lnTo>
                    <a:pt x="30724" y="57161"/>
                  </a:lnTo>
                  <a:lnTo>
                    <a:pt x="27185" y="61347"/>
                  </a:lnTo>
                  <a:lnTo>
                    <a:pt x="23785" y="65646"/>
                  </a:lnTo>
                  <a:lnTo>
                    <a:pt x="20528" y="70055"/>
                  </a:lnTo>
                  <a:lnTo>
                    <a:pt x="17418" y="74568"/>
                  </a:lnTo>
                  <a:lnTo>
                    <a:pt x="14457" y="79181"/>
                  </a:lnTo>
                  <a:lnTo>
                    <a:pt x="11648" y="83888"/>
                  </a:lnTo>
                  <a:lnTo>
                    <a:pt x="8996" y="88685"/>
                  </a:lnTo>
                  <a:lnTo>
                    <a:pt x="6502" y="93566"/>
                  </a:lnTo>
                  <a:lnTo>
                    <a:pt x="4170" y="98527"/>
                  </a:lnTo>
                  <a:lnTo>
                    <a:pt x="2002" y="103561"/>
                  </a:lnTo>
                  <a:lnTo>
                    <a:pt x="0" y="108663"/>
                  </a:lnTo>
                  <a:lnTo>
                    <a:pt x="15659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756332" y="3685477"/>
              <a:ext cx="334328" cy="334131"/>
            </a:xfrm>
            <a:custGeom>
              <a:avLst/>
              <a:pathLst>
                <a:path w="334328" h="334131">
                  <a:moveTo>
                    <a:pt x="10566" y="108469"/>
                  </a:moveTo>
                  <a:lnTo>
                    <a:pt x="8786" y="113475"/>
                  </a:lnTo>
                  <a:lnTo>
                    <a:pt x="7166" y="118534"/>
                  </a:lnTo>
                  <a:lnTo>
                    <a:pt x="5707" y="123643"/>
                  </a:lnTo>
                  <a:lnTo>
                    <a:pt x="4412" y="128796"/>
                  </a:lnTo>
                  <a:lnTo>
                    <a:pt x="3281" y="133987"/>
                  </a:lnTo>
                  <a:lnTo>
                    <a:pt x="2316" y="139211"/>
                  </a:lnTo>
                  <a:lnTo>
                    <a:pt x="1517" y="144464"/>
                  </a:lnTo>
                  <a:lnTo>
                    <a:pt x="885" y="149739"/>
                  </a:lnTo>
                  <a:lnTo>
                    <a:pt x="421" y="155031"/>
                  </a:lnTo>
                  <a:lnTo>
                    <a:pt x="126" y="160336"/>
                  </a:lnTo>
                  <a:lnTo>
                    <a:pt x="0" y="165647"/>
                  </a:lnTo>
                  <a:lnTo>
                    <a:pt x="42" y="170960"/>
                  </a:lnTo>
                  <a:lnTo>
                    <a:pt x="253" y="176269"/>
                  </a:lnTo>
                  <a:lnTo>
                    <a:pt x="633" y="181568"/>
                  </a:lnTo>
                  <a:lnTo>
                    <a:pt x="1181" y="186852"/>
                  </a:lnTo>
                  <a:lnTo>
                    <a:pt x="1896" y="192117"/>
                  </a:lnTo>
                  <a:lnTo>
                    <a:pt x="2779" y="197356"/>
                  </a:lnTo>
                  <a:lnTo>
                    <a:pt x="3827" y="202564"/>
                  </a:lnTo>
                  <a:lnTo>
                    <a:pt x="5041" y="207737"/>
                  </a:lnTo>
                  <a:lnTo>
                    <a:pt x="6418" y="212868"/>
                  </a:lnTo>
                  <a:lnTo>
                    <a:pt x="7957" y="217953"/>
                  </a:lnTo>
                  <a:lnTo>
                    <a:pt x="9658" y="222986"/>
                  </a:lnTo>
                  <a:lnTo>
                    <a:pt x="11517" y="227963"/>
                  </a:lnTo>
                  <a:lnTo>
                    <a:pt x="13534" y="232878"/>
                  </a:lnTo>
                  <a:lnTo>
                    <a:pt x="15706" y="237727"/>
                  </a:lnTo>
                  <a:lnTo>
                    <a:pt x="18031" y="242504"/>
                  </a:lnTo>
                  <a:lnTo>
                    <a:pt x="20506" y="247205"/>
                  </a:lnTo>
                  <a:lnTo>
                    <a:pt x="23130" y="251824"/>
                  </a:lnTo>
                  <a:lnTo>
                    <a:pt x="25899" y="256358"/>
                  </a:lnTo>
                  <a:lnTo>
                    <a:pt x="28811" y="260802"/>
                  </a:lnTo>
                  <a:lnTo>
                    <a:pt x="31863" y="265151"/>
                  </a:lnTo>
                  <a:lnTo>
                    <a:pt x="35051" y="269401"/>
                  </a:lnTo>
                  <a:lnTo>
                    <a:pt x="38372" y="273548"/>
                  </a:lnTo>
                  <a:lnTo>
                    <a:pt x="41824" y="277586"/>
                  </a:lnTo>
                  <a:lnTo>
                    <a:pt x="45402" y="281514"/>
                  </a:lnTo>
                  <a:lnTo>
                    <a:pt x="49104" y="285325"/>
                  </a:lnTo>
                  <a:lnTo>
                    <a:pt x="52924" y="289017"/>
                  </a:lnTo>
                  <a:lnTo>
                    <a:pt x="56860" y="292585"/>
                  </a:lnTo>
                  <a:lnTo>
                    <a:pt x="60908" y="296027"/>
                  </a:lnTo>
                  <a:lnTo>
                    <a:pt x="65062" y="299338"/>
                  </a:lnTo>
                  <a:lnTo>
                    <a:pt x="69320" y="302516"/>
                  </a:lnTo>
                  <a:lnTo>
                    <a:pt x="73677" y="305557"/>
                  </a:lnTo>
                  <a:lnTo>
                    <a:pt x="78128" y="308457"/>
                  </a:lnTo>
                  <a:lnTo>
                    <a:pt x="82669" y="311215"/>
                  </a:lnTo>
                  <a:lnTo>
                    <a:pt x="87295" y="313827"/>
                  </a:lnTo>
                  <a:lnTo>
                    <a:pt x="92002" y="316291"/>
                  </a:lnTo>
                  <a:lnTo>
                    <a:pt x="96785" y="318604"/>
                  </a:lnTo>
                  <a:lnTo>
                    <a:pt x="101639" y="320764"/>
                  </a:lnTo>
                  <a:lnTo>
                    <a:pt x="106559" y="322768"/>
                  </a:lnTo>
                  <a:lnTo>
                    <a:pt x="111541" y="324615"/>
                  </a:lnTo>
                  <a:lnTo>
                    <a:pt x="116578" y="326303"/>
                  </a:lnTo>
                  <a:lnTo>
                    <a:pt x="121667" y="327830"/>
                  </a:lnTo>
                  <a:lnTo>
                    <a:pt x="126802" y="329195"/>
                  </a:lnTo>
                  <a:lnTo>
                    <a:pt x="131977" y="330395"/>
                  </a:lnTo>
                  <a:lnTo>
                    <a:pt x="137188" y="331431"/>
                  </a:lnTo>
                  <a:lnTo>
                    <a:pt x="142429" y="332300"/>
                  </a:lnTo>
                  <a:lnTo>
                    <a:pt x="147695" y="333003"/>
                  </a:lnTo>
                  <a:lnTo>
                    <a:pt x="152981" y="333537"/>
                  </a:lnTo>
                  <a:lnTo>
                    <a:pt x="158281" y="333904"/>
                  </a:lnTo>
                  <a:lnTo>
                    <a:pt x="163591" y="334102"/>
                  </a:lnTo>
                  <a:lnTo>
                    <a:pt x="168903" y="334131"/>
                  </a:lnTo>
                  <a:lnTo>
                    <a:pt x="174214" y="333991"/>
                  </a:lnTo>
                  <a:lnTo>
                    <a:pt x="179518" y="333683"/>
                  </a:lnTo>
                  <a:lnTo>
                    <a:pt x="184810" y="333206"/>
                  </a:lnTo>
                  <a:lnTo>
                    <a:pt x="190083" y="332561"/>
                  </a:lnTo>
                  <a:lnTo>
                    <a:pt x="195334" y="331749"/>
                  </a:lnTo>
                  <a:lnTo>
                    <a:pt x="200556" y="330771"/>
                  </a:lnTo>
                  <a:lnTo>
                    <a:pt x="205744" y="329627"/>
                  </a:lnTo>
                  <a:lnTo>
                    <a:pt x="210893" y="328318"/>
                  </a:lnTo>
                  <a:lnTo>
                    <a:pt x="215998" y="326847"/>
                  </a:lnTo>
                  <a:lnTo>
                    <a:pt x="221054" y="325215"/>
                  </a:lnTo>
                  <a:lnTo>
                    <a:pt x="226055" y="323422"/>
                  </a:lnTo>
                  <a:lnTo>
                    <a:pt x="230997" y="321472"/>
                  </a:lnTo>
                  <a:lnTo>
                    <a:pt x="235874" y="319365"/>
                  </a:lnTo>
                  <a:lnTo>
                    <a:pt x="240682" y="317105"/>
                  </a:lnTo>
                  <a:lnTo>
                    <a:pt x="245416" y="314693"/>
                  </a:lnTo>
                  <a:lnTo>
                    <a:pt x="250071" y="312131"/>
                  </a:lnTo>
                  <a:lnTo>
                    <a:pt x="254642" y="309423"/>
                  </a:lnTo>
                  <a:lnTo>
                    <a:pt x="259124" y="306571"/>
                  </a:lnTo>
                  <a:lnTo>
                    <a:pt x="263514" y="303579"/>
                  </a:lnTo>
                  <a:lnTo>
                    <a:pt x="267806" y="300448"/>
                  </a:lnTo>
                  <a:lnTo>
                    <a:pt x="271997" y="297182"/>
                  </a:lnTo>
                  <a:lnTo>
                    <a:pt x="276082" y="293785"/>
                  </a:lnTo>
                  <a:lnTo>
                    <a:pt x="280056" y="290260"/>
                  </a:lnTo>
                  <a:lnTo>
                    <a:pt x="283917" y="286610"/>
                  </a:lnTo>
                  <a:lnTo>
                    <a:pt x="287660" y="282839"/>
                  </a:lnTo>
                  <a:lnTo>
                    <a:pt x="291281" y="278952"/>
                  </a:lnTo>
                  <a:lnTo>
                    <a:pt x="294777" y="274951"/>
                  </a:lnTo>
                  <a:lnTo>
                    <a:pt x="298144" y="270841"/>
                  </a:lnTo>
                  <a:lnTo>
                    <a:pt x="301378" y="266626"/>
                  </a:lnTo>
                  <a:lnTo>
                    <a:pt x="304477" y="262311"/>
                  </a:lnTo>
                  <a:lnTo>
                    <a:pt x="307437" y="257899"/>
                  </a:lnTo>
                  <a:lnTo>
                    <a:pt x="310256" y="253396"/>
                  </a:lnTo>
                  <a:lnTo>
                    <a:pt x="312930" y="248805"/>
                  </a:lnTo>
                  <a:lnTo>
                    <a:pt x="315457" y="244131"/>
                  </a:lnTo>
                  <a:lnTo>
                    <a:pt x="317834" y="239380"/>
                  </a:lnTo>
                  <a:lnTo>
                    <a:pt x="320059" y="234555"/>
                  </a:lnTo>
                  <a:lnTo>
                    <a:pt x="322129" y="229663"/>
                  </a:lnTo>
                  <a:lnTo>
                    <a:pt x="324043" y="224706"/>
                  </a:lnTo>
                  <a:lnTo>
                    <a:pt x="325798" y="219692"/>
                  </a:lnTo>
                  <a:lnTo>
                    <a:pt x="327394" y="214624"/>
                  </a:lnTo>
                  <a:lnTo>
                    <a:pt x="328827" y="209508"/>
                  </a:lnTo>
                  <a:lnTo>
                    <a:pt x="330097" y="204350"/>
                  </a:lnTo>
                  <a:lnTo>
                    <a:pt x="331202" y="199153"/>
                  </a:lnTo>
                  <a:lnTo>
                    <a:pt x="332142" y="193924"/>
                  </a:lnTo>
                  <a:lnTo>
                    <a:pt x="332915" y="188668"/>
                  </a:lnTo>
                  <a:lnTo>
                    <a:pt x="333521" y="183390"/>
                  </a:lnTo>
                  <a:lnTo>
                    <a:pt x="333959" y="178095"/>
                  </a:lnTo>
                  <a:lnTo>
                    <a:pt x="334228" y="172789"/>
                  </a:lnTo>
                  <a:lnTo>
                    <a:pt x="334328" y="167477"/>
                  </a:lnTo>
                  <a:lnTo>
                    <a:pt x="334260" y="162164"/>
                  </a:lnTo>
                  <a:lnTo>
                    <a:pt x="334023" y="156857"/>
                  </a:lnTo>
                  <a:lnTo>
                    <a:pt x="333617" y="151560"/>
                  </a:lnTo>
                  <a:lnTo>
                    <a:pt x="333043" y="146278"/>
                  </a:lnTo>
                  <a:lnTo>
                    <a:pt x="332302" y="141017"/>
                  </a:lnTo>
                  <a:lnTo>
                    <a:pt x="331394" y="135782"/>
                  </a:lnTo>
                  <a:lnTo>
                    <a:pt x="330320" y="130579"/>
                  </a:lnTo>
                  <a:lnTo>
                    <a:pt x="329081" y="125413"/>
                  </a:lnTo>
                  <a:lnTo>
                    <a:pt x="327678" y="120288"/>
                  </a:lnTo>
                  <a:lnTo>
                    <a:pt x="326114" y="115211"/>
                  </a:lnTo>
                  <a:lnTo>
                    <a:pt x="324389" y="110186"/>
                  </a:lnTo>
                  <a:lnTo>
                    <a:pt x="322505" y="105219"/>
                  </a:lnTo>
                  <a:lnTo>
                    <a:pt x="320464" y="100313"/>
                  </a:lnTo>
                  <a:lnTo>
                    <a:pt x="318268" y="95476"/>
                  </a:lnTo>
                  <a:lnTo>
                    <a:pt x="315920" y="90710"/>
                  </a:lnTo>
                  <a:lnTo>
                    <a:pt x="313421" y="86021"/>
                  </a:lnTo>
                  <a:lnTo>
                    <a:pt x="310775" y="81414"/>
                  </a:lnTo>
                  <a:lnTo>
                    <a:pt x="307984" y="76894"/>
                  </a:lnTo>
                  <a:lnTo>
                    <a:pt x="305050" y="72464"/>
                  </a:lnTo>
                  <a:lnTo>
                    <a:pt x="301977" y="68130"/>
                  </a:lnTo>
                  <a:lnTo>
                    <a:pt x="298768" y="63896"/>
                  </a:lnTo>
                  <a:lnTo>
                    <a:pt x="295426" y="59766"/>
                  </a:lnTo>
                  <a:lnTo>
                    <a:pt x="291955" y="55744"/>
                  </a:lnTo>
                  <a:lnTo>
                    <a:pt x="288357" y="51835"/>
                  </a:lnTo>
                  <a:lnTo>
                    <a:pt x="284637" y="48042"/>
                  </a:lnTo>
                  <a:lnTo>
                    <a:pt x="280798" y="44369"/>
                  </a:lnTo>
                  <a:lnTo>
                    <a:pt x="276845" y="40820"/>
                  </a:lnTo>
                  <a:lnTo>
                    <a:pt x="272781" y="37398"/>
                  </a:lnTo>
                  <a:lnTo>
                    <a:pt x="268610" y="34107"/>
                  </a:lnTo>
                  <a:lnTo>
                    <a:pt x="264336" y="30950"/>
                  </a:lnTo>
                  <a:lnTo>
                    <a:pt x="259965" y="27931"/>
                  </a:lnTo>
                  <a:lnTo>
                    <a:pt x="255500" y="25052"/>
                  </a:lnTo>
                  <a:lnTo>
                    <a:pt x="250945" y="22317"/>
                  </a:lnTo>
                  <a:lnTo>
                    <a:pt x="246306" y="19727"/>
                  </a:lnTo>
                  <a:lnTo>
                    <a:pt x="241587" y="17287"/>
                  </a:lnTo>
                  <a:lnTo>
                    <a:pt x="236793" y="14997"/>
                  </a:lnTo>
                  <a:lnTo>
                    <a:pt x="231928" y="12861"/>
                  </a:lnTo>
                  <a:lnTo>
                    <a:pt x="226998" y="10881"/>
                  </a:lnTo>
                  <a:lnTo>
                    <a:pt x="222008" y="9058"/>
                  </a:lnTo>
                  <a:lnTo>
                    <a:pt x="216962" y="7395"/>
                  </a:lnTo>
                  <a:lnTo>
                    <a:pt x="211866" y="5893"/>
                  </a:lnTo>
                  <a:lnTo>
                    <a:pt x="206725" y="4554"/>
                  </a:lnTo>
                  <a:lnTo>
                    <a:pt x="201543" y="3379"/>
                  </a:lnTo>
                  <a:lnTo>
                    <a:pt x="196327" y="2369"/>
                  </a:lnTo>
                  <a:lnTo>
                    <a:pt x="191082" y="1525"/>
                  </a:lnTo>
                  <a:lnTo>
                    <a:pt x="185812" y="849"/>
                  </a:lnTo>
                  <a:lnTo>
                    <a:pt x="180524" y="340"/>
                  </a:lnTo>
                  <a:lnTo>
                    <a:pt x="175222" y="0"/>
                  </a:lnTo>
                  <a:lnTo>
                    <a:pt x="167162" y="1669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923495" y="3685283"/>
              <a:ext cx="8060" cy="167167"/>
            </a:xfrm>
            <a:custGeom>
              <a:avLst/>
              <a:pathLst>
                <a:path w="8060" h="167167">
                  <a:moveTo>
                    <a:pt x="8060" y="19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tx822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7" name="tx847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8" name="tx848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2025-06-26T12:13:45Z</dcterms:modified>
  <cp:category/>
</cp:coreProperties>
</file>