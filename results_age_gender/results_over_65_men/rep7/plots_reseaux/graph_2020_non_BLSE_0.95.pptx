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478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2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4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24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59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71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036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888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64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0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48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3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74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3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13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66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53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07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71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467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069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67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36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66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34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975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38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384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26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430" y="3170392"/>
              <a:ext cx="2348" cy="167167"/>
            </a:xfrm>
            <a:custGeom>
              <a:avLst/>
              <a:pathLst>
                <a:path w="2348" h="167167">
                  <a:moveTo>
                    <a:pt x="2348" y="0"/>
                  </a:moveTo>
                  <a:lnTo>
                    <a:pt x="0" y="16"/>
                  </a:lnTo>
                  <a:lnTo>
                    <a:pt x="234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430" y="3170409"/>
              <a:ext cx="2348" cy="167150"/>
            </a:xfrm>
            <a:custGeom>
              <a:avLst/>
              <a:pathLst>
                <a:path w="2348" h="167150">
                  <a:moveTo>
                    <a:pt x="0" y="0"/>
                  </a:moveTo>
                  <a:lnTo>
                    <a:pt x="2348" y="16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8" y="3170409"/>
              <a:ext cx="334321" cy="334318"/>
            </a:xfrm>
            <a:custGeom>
              <a:avLst/>
              <a:pathLst>
                <a:path w="334321" h="334318">
                  <a:moveTo>
                    <a:pt x="164812" y="0"/>
                  </a:moveTo>
                  <a:lnTo>
                    <a:pt x="159533" y="157"/>
                  </a:lnTo>
                  <a:lnTo>
                    <a:pt x="154262" y="481"/>
                  </a:lnTo>
                  <a:lnTo>
                    <a:pt x="149004" y="972"/>
                  </a:lnTo>
                  <a:lnTo>
                    <a:pt x="143763" y="1628"/>
                  </a:lnTo>
                  <a:lnTo>
                    <a:pt x="138547" y="2450"/>
                  </a:lnTo>
                  <a:lnTo>
                    <a:pt x="133358" y="3436"/>
                  </a:lnTo>
                  <a:lnTo>
                    <a:pt x="128204" y="4586"/>
                  </a:lnTo>
                  <a:lnTo>
                    <a:pt x="123088" y="5897"/>
                  </a:lnTo>
                  <a:lnTo>
                    <a:pt x="118017" y="7370"/>
                  </a:lnTo>
                  <a:lnTo>
                    <a:pt x="112994" y="9002"/>
                  </a:lnTo>
                  <a:lnTo>
                    <a:pt x="108026" y="10792"/>
                  </a:lnTo>
                  <a:lnTo>
                    <a:pt x="103116" y="12738"/>
                  </a:lnTo>
                  <a:lnTo>
                    <a:pt x="98270" y="14838"/>
                  </a:lnTo>
                  <a:lnTo>
                    <a:pt x="93494" y="17090"/>
                  </a:lnTo>
                  <a:lnTo>
                    <a:pt x="88790" y="19492"/>
                  </a:lnTo>
                  <a:lnTo>
                    <a:pt x="84165" y="22041"/>
                  </a:lnTo>
                  <a:lnTo>
                    <a:pt x="79623" y="24735"/>
                  </a:lnTo>
                  <a:lnTo>
                    <a:pt x="75168" y="27571"/>
                  </a:lnTo>
                  <a:lnTo>
                    <a:pt x="70805" y="30547"/>
                  </a:lnTo>
                  <a:lnTo>
                    <a:pt x="66538" y="33659"/>
                  </a:lnTo>
                  <a:lnTo>
                    <a:pt x="62371" y="36904"/>
                  </a:lnTo>
                  <a:lnTo>
                    <a:pt x="58310" y="40279"/>
                  </a:lnTo>
                  <a:lnTo>
                    <a:pt x="54356" y="43781"/>
                  </a:lnTo>
                  <a:lnTo>
                    <a:pt x="50516" y="47405"/>
                  </a:lnTo>
                  <a:lnTo>
                    <a:pt x="46791" y="51150"/>
                  </a:lnTo>
                  <a:lnTo>
                    <a:pt x="43187" y="55010"/>
                  </a:lnTo>
                  <a:lnTo>
                    <a:pt x="39707" y="58982"/>
                  </a:lnTo>
                  <a:lnTo>
                    <a:pt x="36354" y="63062"/>
                  </a:lnTo>
                  <a:lnTo>
                    <a:pt x="33131" y="67246"/>
                  </a:lnTo>
                  <a:lnTo>
                    <a:pt x="30042" y="71529"/>
                  </a:lnTo>
                  <a:lnTo>
                    <a:pt x="27090" y="75908"/>
                  </a:lnTo>
                  <a:lnTo>
                    <a:pt x="24278" y="80378"/>
                  </a:lnTo>
                  <a:lnTo>
                    <a:pt x="21608" y="84935"/>
                  </a:lnTo>
                  <a:lnTo>
                    <a:pt x="19084" y="89574"/>
                  </a:lnTo>
                  <a:lnTo>
                    <a:pt x="16707" y="94290"/>
                  </a:lnTo>
                  <a:lnTo>
                    <a:pt x="14481" y="99078"/>
                  </a:lnTo>
                  <a:lnTo>
                    <a:pt x="12407" y="103935"/>
                  </a:lnTo>
                  <a:lnTo>
                    <a:pt x="10487" y="108855"/>
                  </a:lnTo>
                  <a:lnTo>
                    <a:pt x="8724" y="113833"/>
                  </a:lnTo>
                  <a:lnTo>
                    <a:pt x="7119" y="118865"/>
                  </a:lnTo>
                  <a:lnTo>
                    <a:pt x="5673" y="123944"/>
                  </a:lnTo>
                  <a:lnTo>
                    <a:pt x="4389" y="129067"/>
                  </a:lnTo>
                  <a:lnTo>
                    <a:pt x="3267" y="134227"/>
                  </a:lnTo>
                  <a:lnTo>
                    <a:pt x="2309" y="139421"/>
                  </a:lnTo>
                  <a:lnTo>
                    <a:pt x="1515" y="144642"/>
                  </a:lnTo>
                  <a:lnTo>
                    <a:pt x="887" y="149885"/>
                  </a:lnTo>
                  <a:lnTo>
                    <a:pt x="425" y="155146"/>
                  </a:lnTo>
                  <a:lnTo>
                    <a:pt x="129" y="160419"/>
                  </a:lnTo>
                  <a:lnTo>
                    <a:pt x="0" y="165699"/>
                  </a:lnTo>
                  <a:lnTo>
                    <a:pt x="37" y="170979"/>
                  </a:lnTo>
                  <a:lnTo>
                    <a:pt x="241" y="176257"/>
                  </a:lnTo>
                  <a:lnTo>
                    <a:pt x="612" y="181525"/>
                  </a:lnTo>
                  <a:lnTo>
                    <a:pt x="1150" y="186778"/>
                  </a:lnTo>
                  <a:lnTo>
                    <a:pt x="1852" y="192013"/>
                  </a:lnTo>
                  <a:lnTo>
                    <a:pt x="2720" y="197222"/>
                  </a:lnTo>
                  <a:lnTo>
                    <a:pt x="3752" y="202401"/>
                  </a:lnTo>
                  <a:lnTo>
                    <a:pt x="4947" y="207545"/>
                  </a:lnTo>
                  <a:lnTo>
                    <a:pt x="6304" y="212649"/>
                  </a:lnTo>
                  <a:lnTo>
                    <a:pt x="7822" y="217707"/>
                  </a:lnTo>
                  <a:lnTo>
                    <a:pt x="9498" y="222715"/>
                  </a:lnTo>
                  <a:lnTo>
                    <a:pt x="11332" y="227668"/>
                  </a:lnTo>
                  <a:lnTo>
                    <a:pt x="13321" y="232560"/>
                  </a:lnTo>
                  <a:lnTo>
                    <a:pt x="15464" y="237387"/>
                  </a:lnTo>
                  <a:lnTo>
                    <a:pt x="17759" y="242144"/>
                  </a:lnTo>
                  <a:lnTo>
                    <a:pt x="20202" y="246825"/>
                  </a:lnTo>
                  <a:lnTo>
                    <a:pt x="22792" y="251428"/>
                  </a:lnTo>
                  <a:lnTo>
                    <a:pt x="25526" y="255946"/>
                  </a:lnTo>
                  <a:lnTo>
                    <a:pt x="28402" y="260376"/>
                  </a:lnTo>
                  <a:lnTo>
                    <a:pt x="31416" y="264712"/>
                  </a:lnTo>
                  <a:lnTo>
                    <a:pt x="34565" y="268951"/>
                  </a:lnTo>
                  <a:lnTo>
                    <a:pt x="37847" y="273089"/>
                  </a:lnTo>
                  <a:lnTo>
                    <a:pt x="41258" y="277121"/>
                  </a:lnTo>
                  <a:lnTo>
                    <a:pt x="44795" y="281043"/>
                  </a:lnTo>
                  <a:lnTo>
                    <a:pt x="48453" y="284851"/>
                  </a:lnTo>
                  <a:lnTo>
                    <a:pt x="52230" y="288542"/>
                  </a:lnTo>
                  <a:lnTo>
                    <a:pt x="56122" y="292112"/>
                  </a:lnTo>
                  <a:lnTo>
                    <a:pt x="60125" y="295557"/>
                  </a:lnTo>
                  <a:lnTo>
                    <a:pt x="64234" y="298874"/>
                  </a:lnTo>
                  <a:lnTo>
                    <a:pt x="68447" y="302060"/>
                  </a:lnTo>
                  <a:lnTo>
                    <a:pt x="72757" y="305110"/>
                  </a:lnTo>
                  <a:lnTo>
                    <a:pt x="77162" y="308024"/>
                  </a:lnTo>
                  <a:lnTo>
                    <a:pt x="81657" y="310796"/>
                  </a:lnTo>
                  <a:lnTo>
                    <a:pt x="86237" y="313425"/>
                  </a:lnTo>
                  <a:lnTo>
                    <a:pt x="90898" y="315909"/>
                  </a:lnTo>
                  <a:lnTo>
                    <a:pt x="95635" y="318243"/>
                  </a:lnTo>
                  <a:lnTo>
                    <a:pt x="100443" y="320427"/>
                  </a:lnTo>
                  <a:lnTo>
                    <a:pt x="105318" y="322458"/>
                  </a:lnTo>
                  <a:lnTo>
                    <a:pt x="110255" y="324334"/>
                  </a:lnTo>
                  <a:lnTo>
                    <a:pt x="115249" y="326053"/>
                  </a:lnTo>
                  <a:lnTo>
                    <a:pt x="120294" y="327614"/>
                  </a:lnTo>
                  <a:lnTo>
                    <a:pt x="125386" y="329014"/>
                  </a:lnTo>
                  <a:lnTo>
                    <a:pt x="130520" y="330253"/>
                  </a:lnTo>
                  <a:lnTo>
                    <a:pt x="135690" y="331329"/>
                  </a:lnTo>
                  <a:lnTo>
                    <a:pt x="140892" y="332241"/>
                  </a:lnTo>
                  <a:lnTo>
                    <a:pt x="146120" y="332988"/>
                  </a:lnTo>
                  <a:lnTo>
                    <a:pt x="151369" y="333570"/>
                  </a:lnTo>
                  <a:lnTo>
                    <a:pt x="156633" y="333986"/>
                  </a:lnTo>
                  <a:lnTo>
                    <a:pt x="161909" y="334235"/>
                  </a:lnTo>
                  <a:lnTo>
                    <a:pt x="167189" y="334318"/>
                  </a:lnTo>
                  <a:lnTo>
                    <a:pt x="172470" y="334234"/>
                  </a:lnTo>
                  <a:lnTo>
                    <a:pt x="177745" y="333982"/>
                  </a:lnTo>
                  <a:lnTo>
                    <a:pt x="183009" y="333565"/>
                  </a:lnTo>
                  <a:lnTo>
                    <a:pt x="188258" y="332981"/>
                  </a:lnTo>
                  <a:lnTo>
                    <a:pt x="193486" y="332232"/>
                  </a:lnTo>
                  <a:lnTo>
                    <a:pt x="198687" y="331318"/>
                  </a:lnTo>
                  <a:lnTo>
                    <a:pt x="203857" y="330240"/>
                  </a:lnTo>
                  <a:lnTo>
                    <a:pt x="208990" y="329000"/>
                  </a:lnTo>
                  <a:lnTo>
                    <a:pt x="214082" y="327598"/>
                  </a:lnTo>
                  <a:lnTo>
                    <a:pt x="219127" y="326036"/>
                  </a:lnTo>
                  <a:lnTo>
                    <a:pt x="224120" y="324315"/>
                  </a:lnTo>
                  <a:lnTo>
                    <a:pt x="229056" y="322437"/>
                  </a:lnTo>
                  <a:lnTo>
                    <a:pt x="233930" y="320404"/>
                  </a:lnTo>
                  <a:lnTo>
                    <a:pt x="238738" y="318219"/>
                  </a:lnTo>
                  <a:lnTo>
                    <a:pt x="243474" y="315883"/>
                  </a:lnTo>
                  <a:lnTo>
                    <a:pt x="248134" y="313398"/>
                  </a:lnTo>
                  <a:lnTo>
                    <a:pt x="252713" y="310767"/>
                  </a:lnTo>
                  <a:lnTo>
                    <a:pt x="257207" y="307993"/>
                  </a:lnTo>
                  <a:lnTo>
                    <a:pt x="261611" y="305078"/>
                  </a:lnTo>
                  <a:lnTo>
                    <a:pt x="265921" y="302026"/>
                  </a:lnTo>
                  <a:lnTo>
                    <a:pt x="270132" y="298839"/>
                  </a:lnTo>
                  <a:lnTo>
                    <a:pt x="274240" y="295521"/>
                  </a:lnTo>
                  <a:lnTo>
                    <a:pt x="278242" y="292074"/>
                  </a:lnTo>
                  <a:lnTo>
                    <a:pt x="282132" y="288503"/>
                  </a:lnTo>
                  <a:lnTo>
                    <a:pt x="285908" y="284811"/>
                  </a:lnTo>
                  <a:lnTo>
                    <a:pt x="289566" y="281001"/>
                  </a:lnTo>
                  <a:lnTo>
                    <a:pt x="293101" y="277078"/>
                  </a:lnTo>
                  <a:lnTo>
                    <a:pt x="296510" y="273045"/>
                  </a:lnTo>
                  <a:lnTo>
                    <a:pt x="299791" y="268906"/>
                  </a:lnTo>
                  <a:lnTo>
                    <a:pt x="302939" y="264666"/>
                  </a:lnTo>
                  <a:lnTo>
                    <a:pt x="305951" y="260328"/>
                  </a:lnTo>
                  <a:lnTo>
                    <a:pt x="308825" y="255898"/>
                  </a:lnTo>
                  <a:lnTo>
                    <a:pt x="311558" y="251379"/>
                  </a:lnTo>
                  <a:lnTo>
                    <a:pt x="314146" y="246775"/>
                  </a:lnTo>
                  <a:lnTo>
                    <a:pt x="316588" y="242093"/>
                  </a:lnTo>
                  <a:lnTo>
                    <a:pt x="318881" y="237335"/>
                  </a:lnTo>
                  <a:lnTo>
                    <a:pt x="321022" y="232508"/>
                  </a:lnTo>
                  <a:lnTo>
                    <a:pt x="323010" y="227615"/>
                  </a:lnTo>
                  <a:lnTo>
                    <a:pt x="324842" y="222662"/>
                  </a:lnTo>
                  <a:lnTo>
                    <a:pt x="326517" y="217653"/>
                  </a:lnTo>
                  <a:lnTo>
                    <a:pt x="328033" y="212594"/>
                  </a:lnTo>
                  <a:lnTo>
                    <a:pt x="329388" y="207490"/>
                  </a:lnTo>
                  <a:lnTo>
                    <a:pt x="330581" y="202346"/>
                  </a:lnTo>
                  <a:lnTo>
                    <a:pt x="331611" y="197166"/>
                  </a:lnTo>
                  <a:lnTo>
                    <a:pt x="332477" y="191956"/>
                  </a:lnTo>
                  <a:lnTo>
                    <a:pt x="333178" y="186722"/>
                  </a:lnTo>
                  <a:lnTo>
                    <a:pt x="333714" y="181468"/>
                  </a:lnTo>
                  <a:lnTo>
                    <a:pt x="334083" y="176200"/>
                  </a:lnTo>
                  <a:lnTo>
                    <a:pt x="334286" y="170923"/>
                  </a:lnTo>
                  <a:lnTo>
                    <a:pt x="334321" y="165642"/>
                  </a:lnTo>
                  <a:lnTo>
                    <a:pt x="334190" y="160362"/>
                  </a:lnTo>
                  <a:lnTo>
                    <a:pt x="333892" y="155089"/>
                  </a:lnTo>
                  <a:lnTo>
                    <a:pt x="333428" y="149829"/>
                  </a:lnTo>
                  <a:lnTo>
                    <a:pt x="332798" y="144585"/>
                  </a:lnTo>
                  <a:lnTo>
                    <a:pt x="332003" y="139364"/>
                  </a:lnTo>
                  <a:lnTo>
                    <a:pt x="331043" y="134171"/>
                  </a:lnTo>
                  <a:lnTo>
                    <a:pt x="329919" y="129011"/>
                  </a:lnTo>
                  <a:lnTo>
                    <a:pt x="328633" y="123889"/>
                  </a:lnTo>
                  <a:lnTo>
                    <a:pt x="327186" y="118810"/>
                  </a:lnTo>
                  <a:lnTo>
                    <a:pt x="325579" y="113779"/>
                  </a:lnTo>
                  <a:lnTo>
                    <a:pt x="323814" y="108802"/>
                  </a:lnTo>
                  <a:lnTo>
                    <a:pt x="321893" y="103883"/>
                  </a:lnTo>
                  <a:lnTo>
                    <a:pt x="319817" y="99026"/>
                  </a:lnTo>
                  <a:lnTo>
                    <a:pt x="317589" y="94238"/>
                  </a:lnTo>
                  <a:lnTo>
                    <a:pt x="315211" y="89523"/>
                  </a:lnTo>
                  <a:lnTo>
                    <a:pt x="312685" y="84885"/>
                  </a:lnTo>
                  <a:lnTo>
                    <a:pt x="310014" y="80329"/>
                  </a:lnTo>
                  <a:lnTo>
                    <a:pt x="307200" y="75860"/>
                  </a:lnTo>
                  <a:lnTo>
                    <a:pt x="304247" y="71482"/>
                  </a:lnTo>
                  <a:lnTo>
                    <a:pt x="301156" y="67200"/>
                  </a:lnTo>
                  <a:lnTo>
                    <a:pt x="297932" y="63017"/>
                  </a:lnTo>
                  <a:lnTo>
                    <a:pt x="294578" y="58938"/>
                  </a:lnTo>
                  <a:lnTo>
                    <a:pt x="291096" y="54967"/>
                  </a:lnTo>
                  <a:lnTo>
                    <a:pt x="287490" y="51109"/>
                  </a:lnTo>
                  <a:lnTo>
                    <a:pt x="283765" y="47366"/>
                  </a:lnTo>
                  <a:lnTo>
                    <a:pt x="279923" y="43742"/>
                  </a:lnTo>
                  <a:lnTo>
                    <a:pt x="275968" y="40242"/>
                  </a:lnTo>
                  <a:lnTo>
                    <a:pt x="271905" y="36868"/>
                  </a:lnTo>
                  <a:lnTo>
                    <a:pt x="267738" y="33624"/>
                  </a:lnTo>
                  <a:lnTo>
                    <a:pt x="263470" y="30514"/>
                  </a:lnTo>
                  <a:lnTo>
                    <a:pt x="259106" y="27540"/>
                  </a:lnTo>
                  <a:lnTo>
                    <a:pt x="254650" y="24705"/>
                  </a:lnTo>
                  <a:lnTo>
                    <a:pt x="250107" y="22013"/>
                  </a:lnTo>
                  <a:lnTo>
                    <a:pt x="245481" y="19465"/>
                  </a:lnTo>
                  <a:lnTo>
                    <a:pt x="240777" y="17065"/>
                  </a:lnTo>
                  <a:lnTo>
                    <a:pt x="235999" y="14815"/>
                  </a:lnTo>
                  <a:lnTo>
                    <a:pt x="231153" y="12716"/>
                  </a:lnTo>
                  <a:lnTo>
                    <a:pt x="226242" y="10772"/>
                  </a:lnTo>
                  <a:lnTo>
                    <a:pt x="221273" y="8984"/>
                  </a:lnTo>
                  <a:lnTo>
                    <a:pt x="216250" y="7353"/>
                  </a:lnTo>
                  <a:lnTo>
                    <a:pt x="211178" y="5882"/>
                  </a:lnTo>
                  <a:lnTo>
                    <a:pt x="206062" y="4572"/>
                  </a:lnTo>
                  <a:lnTo>
                    <a:pt x="200907" y="3425"/>
                  </a:lnTo>
                  <a:lnTo>
                    <a:pt x="195719" y="2440"/>
                  </a:lnTo>
                  <a:lnTo>
                    <a:pt x="190501" y="1621"/>
                  </a:lnTo>
                  <a:lnTo>
                    <a:pt x="185261" y="966"/>
                  </a:lnTo>
                  <a:lnTo>
                    <a:pt x="180003" y="477"/>
                  </a:lnTo>
                  <a:lnTo>
                    <a:pt x="174731" y="155"/>
                  </a:lnTo>
                  <a:lnTo>
                    <a:pt x="167161" y="16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7570" cy="167167"/>
            </a:xfrm>
            <a:custGeom>
              <a:avLst/>
              <a:pathLst>
                <a:path w="7570" h="167167">
                  <a:moveTo>
                    <a:pt x="7570" y="17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4790" y="2633064"/>
              <a:ext cx="34221" cy="167167"/>
            </a:xfrm>
            <a:custGeom>
              <a:avLst/>
              <a:pathLst>
                <a:path w="34221" h="167167">
                  <a:moveTo>
                    <a:pt x="34221" y="0"/>
                  </a:moveTo>
                  <a:lnTo>
                    <a:pt x="27330" y="142"/>
                  </a:lnTo>
                  <a:lnTo>
                    <a:pt x="20450" y="568"/>
                  </a:lnTo>
                  <a:lnTo>
                    <a:pt x="13594" y="1277"/>
                  </a:lnTo>
                  <a:lnTo>
                    <a:pt x="6774" y="2268"/>
                  </a:lnTo>
                  <a:lnTo>
                    <a:pt x="0" y="3540"/>
                  </a:lnTo>
                  <a:lnTo>
                    <a:pt x="3422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4790" y="2636604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44" y="2636604"/>
              <a:ext cx="334334" cy="330773"/>
            </a:xfrm>
            <a:custGeom>
              <a:avLst/>
              <a:pathLst>
                <a:path w="334334" h="330773">
                  <a:moveTo>
                    <a:pt x="132946" y="0"/>
                  </a:moveTo>
                  <a:lnTo>
                    <a:pt x="127771" y="1168"/>
                  </a:lnTo>
                  <a:lnTo>
                    <a:pt x="122636" y="2500"/>
                  </a:lnTo>
                  <a:lnTo>
                    <a:pt x="117546" y="3994"/>
                  </a:lnTo>
                  <a:lnTo>
                    <a:pt x="112506" y="5649"/>
                  </a:lnTo>
                  <a:lnTo>
                    <a:pt x="107521" y="7462"/>
                  </a:lnTo>
                  <a:lnTo>
                    <a:pt x="102596" y="9434"/>
                  </a:lnTo>
                  <a:lnTo>
                    <a:pt x="97735" y="11560"/>
                  </a:lnTo>
                  <a:lnTo>
                    <a:pt x="92945" y="13840"/>
                  </a:lnTo>
                  <a:lnTo>
                    <a:pt x="88230" y="16270"/>
                  </a:lnTo>
                  <a:lnTo>
                    <a:pt x="83594" y="18849"/>
                  </a:lnTo>
                  <a:lnTo>
                    <a:pt x="79042" y="21574"/>
                  </a:lnTo>
                  <a:lnTo>
                    <a:pt x="74579" y="24442"/>
                  </a:lnTo>
                  <a:lnTo>
                    <a:pt x="70210" y="27450"/>
                  </a:lnTo>
                  <a:lnTo>
                    <a:pt x="65937" y="30595"/>
                  </a:lnTo>
                  <a:lnTo>
                    <a:pt x="61767" y="33874"/>
                  </a:lnTo>
                  <a:lnTo>
                    <a:pt x="57703" y="37283"/>
                  </a:lnTo>
                  <a:lnTo>
                    <a:pt x="53749" y="40820"/>
                  </a:lnTo>
                  <a:lnTo>
                    <a:pt x="49910" y="44481"/>
                  </a:lnTo>
                  <a:lnTo>
                    <a:pt x="46188" y="48261"/>
                  </a:lnTo>
                  <a:lnTo>
                    <a:pt x="42589" y="52158"/>
                  </a:lnTo>
                  <a:lnTo>
                    <a:pt x="39115" y="56167"/>
                  </a:lnTo>
                  <a:lnTo>
                    <a:pt x="35769" y="60284"/>
                  </a:lnTo>
                  <a:lnTo>
                    <a:pt x="32556" y="64506"/>
                  </a:lnTo>
                  <a:lnTo>
                    <a:pt x="29479" y="68827"/>
                  </a:lnTo>
                  <a:lnTo>
                    <a:pt x="26540" y="73243"/>
                  </a:lnTo>
                  <a:lnTo>
                    <a:pt x="23743" y="77751"/>
                  </a:lnTo>
                  <a:lnTo>
                    <a:pt x="21091" y="82345"/>
                  </a:lnTo>
                  <a:lnTo>
                    <a:pt x="18585" y="87021"/>
                  </a:lnTo>
                  <a:lnTo>
                    <a:pt x="16229" y="91774"/>
                  </a:lnTo>
                  <a:lnTo>
                    <a:pt x="14025" y="96600"/>
                  </a:lnTo>
                  <a:lnTo>
                    <a:pt x="11976" y="101493"/>
                  </a:lnTo>
                  <a:lnTo>
                    <a:pt x="10082" y="106448"/>
                  </a:lnTo>
                  <a:lnTo>
                    <a:pt x="8347" y="111461"/>
                  </a:lnTo>
                  <a:lnTo>
                    <a:pt x="6772" y="116527"/>
                  </a:lnTo>
                  <a:lnTo>
                    <a:pt x="5358" y="121640"/>
                  </a:lnTo>
                  <a:lnTo>
                    <a:pt x="4107" y="126795"/>
                  </a:lnTo>
                  <a:lnTo>
                    <a:pt x="3021" y="131988"/>
                  </a:lnTo>
                  <a:lnTo>
                    <a:pt x="2100" y="137212"/>
                  </a:lnTo>
                  <a:lnTo>
                    <a:pt x="1345" y="142463"/>
                  </a:lnTo>
                  <a:lnTo>
                    <a:pt x="757" y="147735"/>
                  </a:lnTo>
                  <a:lnTo>
                    <a:pt x="336" y="153024"/>
                  </a:lnTo>
                  <a:lnTo>
                    <a:pt x="84" y="158322"/>
                  </a:lnTo>
                  <a:lnTo>
                    <a:pt x="0" y="163627"/>
                  </a:lnTo>
                  <a:lnTo>
                    <a:pt x="84" y="168931"/>
                  </a:lnTo>
                  <a:lnTo>
                    <a:pt x="336" y="174230"/>
                  </a:lnTo>
                  <a:lnTo>
                    <a:pt x="757" y="179518"/>
                  </a:lnTo>
                  <a:lnTo>
                    <a:pt x="1345" y="184790"/>
                  </a:lnTo>
                  <a:lnTo>
                    <a:pt x="2100" y="190041"/>
                  </a:lnTo>
                  <a:lnTo>
                    <a:pt x="3021" y="195266"/>
                  </a:lnTo>
                  <a:lnTo>
                    <a:pt x="4107" y="200458"/>
                  </a:lnTo>
                  <a:lnTo>
                    <a:pt x="5358" y="205613"/>
                  </a:lnTo>
                  <a:lnTo>
                    <a:pt x="6772" y="210726"/>
                  </a:lnTo>
                  <a:lnTo>
                    <a:pt x="8347" y="215792"/>
                  </a:lnTo>
                  <a:lnTo>
                    <a:pt x="10082" y="220805"/>
                  </a:lnTo>
                  <a:lnTo>
                    <a:pt x="11976" y="225761"/>
                  </a:lnTo>
                  <a:lnTo>
                    <a:pt x="14025" y="230654"/>
                  </a:lnTo>
                  <a:lnTo>
                    <a:pt x="16229" y="235479"/>
                  </a:lnTo>
                  <a:lnTo>
                    <a:pt x="18585" y="240232"/>
                  </a:lnTo>
                  <a:lnTo>
                    <a:pt x="21091" y="244908"/>
                  </a:lnTo>
                  <a:lnTo>
                    <a:pt x="23743" y="249502"/>
                  </a:lnTo>
                  <a:lnTo>
                    <a:pt x="26540" y="254010"/>
                  </a:lnTo>
                  <a:lnTo>
                    <a:pt x="29479" y="258427"/>
                  </a:lnTo>
                  <a:lnTo>
                    <a:pt x="32556" y="262748"/>
                  </a:lnTo>
                  <a:lnTo>
                    <a:pt x="35769" y="266969"/>
                  </a:lnTo>
                  <a:lnTo>
                    <a:pt x="39115" y="271086"/>
                  </a:lnTo>
                  <a:lnTo>
                    <a:pt x="42589" y="275095"/>
                  </a:lnTo>
                  <a:lnTo>
                    <a:pt x="46188" y="278992"/>
                  </a:lnTo>
                  <a:lnTo>
                    <a:pt x="49910" y="282773"/>
                  </a:lnTo>
                  <a:lnTo>
                    <a:pt x="53749" y="286433"/>
                  </a:lnTo>
                  <a:lnTo>
                    <a:pt x="57703" y="289970"/>
                  </a:lnTo>
                  <a:lnTo>
                    <a:pt x="61767" y="293380"/>
                  </a:lnTo>
                  <a:lnTo>
                    <a:pt x="65937" y="296659"/>
                  </a:lnTo>
                  <a:lnTo>
                    <a:pt x="70209" y="299804"/>
                  </a:lnTo>
                  <a:lnTo>
                    <a:pt x="74579" y="302812"/>
                  </a:lnTo>
                  <a:lnTo>
                    <a:pt x="79042" y="305679"/>
                  </a:lnTo>
                  <a:lnTo>
                    <a:pt x="83594" y="308404"/>
                  </a:lnTo>
                  <a:lnTo>
                    <a:pt x="88230" y="310983"/>
                  </a:lnTo>
                  <a:lnTo>
                    <a:pt x="92945" y="313414"/>
                  </a:lnTo>
                  <a:lnTo>
                    <a:pt x="97735" y="315693"/>
                  </a:lnTo>
                  <a:lnTo>
                    <a:pt x="102595" y="317820"/>
                  </a:lnTo>
                  <a:lnTo>
                    <a:pt x="107521" y="319791"/>
                  </a:lnTo>
                  <a:lnTo>
                    <a:pt x="112506" y="321605"/>
                  </a:lnTo>
                  <a:lnTo>
                    <a:pt x="117546" y="323260"/>
                  </a:lnTo>
                  <a:lnTo>
                    <a:pt x="122636" y="324754"/>
                  </a:lnTo>
                  <a:lnTo>
                    <a:pt x="127771" y="326086"/>
                  </a:lnTo>
                  <a:lnTo>
                    <a:pt x="132946" y="327254"/>
                  </a:lnTo>
                  <a:lnTo>
                    <a:pt x="138155" y="328257"/>
                  </a:lnTo>
                  <a:lnTo>
                    <a:pt x="143393" y="329095"/>
                  </a:lnTo>
                  <a:lnTo>
                    <a:pt x="148656" y="329766"/>
                  </a:lnTo>
                  <a:lnTo>
                    <a:pt x="153937" y="330270"/>
                  </a:lnTo>
                  <a:lnTo>
                    <a:pt x="159231" y="330606"/>
                  </a:lnTo>
                  <a:lnTo>
                    <a:pt x="164533" y="330773"/>
                  </a:lnTo>
                  <a:lnTo>
                    <a:pt x="169838" y="330773"/>
                  </a:lnTo>
                  <a:lnTo>
                    <a:pt x="175140" y="330604"/>
                  </a:lnTo>
                  <a:lnTo>
                    <a:pt x="180434" y="330267"/>
                  </a:lnTo>
                  <a:lnTo>
                    <a:pt x="185715" y="329762"/>
                  </a:lnTo>
                  <a:lnTo>
                    <a:pt x="190977" y="329090"/>
                  </a:lnTo>
                  <a:lnTo>
                    <a:pt x="196216" y="328251"/>
                  </a:lnTo>
                  <a:lnTo>
                    <a:pt x="201425" y="327246"/>
                  </a:lnTo>
                  <a:lnTo>
                    <a:pt x="206599" y="326077"/>
                  </a:lnTo>
                  <a:lnTo>
                    <a:pt x="211734" y="324744"/>
                  </a:lnTo>
                  <a:lnTo>
                    <a:pt x="216824" y="323249"/>
                  </a:lnTo>
                  <a:lnTo>
                    <a:pt x="221863" y="321593"/>
                  </a:lnTo>
                  <a:lnTo>
                    <a:pt x="226848" y="319778"/>
                  </a:lnTo>
                  <a:lnTo>
                    <a:pt x="231773" y="317805"/>
                  </a:lnTo>
                  <a:lnTo>
                    <a:pt x="236632" y="315678"/>
                  </a:lnTo>
                  <a:lnTo>
                    <a:pt x="241422" y="313397"/>
                  </a:lnTo>
                  <a:lnTo>
                    <a:pt x="246137" y="310965"/>
                  </a:lnTo>
                  <a:lnTo>
                    <a:pt x="250772" y="308386"/>
                  </a:lnTo>
                  <a:lnTo>
                    <a:pt x="255323" y="305660"/>
                  </a:lnTo>
                  <a:lnTo>
                    <a:pt x="259786" y="302791"/>
                  </a:lnTo>
                  <a:lnTo>
                    <a:pt x="264155" y="299782"/>
                  </a:lnTo>
                  <a:lnTo>
                    <a:pt x="268426" y="296636"/>
                  </a:lnTo>
                  <a:lnTo>
                    <a:pt x="272596" y="293356"/>
                  </a:lnTo>
                  <a:lnTo>
                    <a:pt x="276659" y="289946"/>
                  </a:lnTo>
                  <a:lnTo>
                    <a:pt x="280612" y="286408"/>
                  </a:lnTo>
                  <a:lnTo>
                    <a:pt x="284451" y="282746"/>
                  </a:lnTo>
                  <a:lnTo>
                    <a:pt x="288171" y="278965"/>
                  </a:lnTo>
                  <a:lnTo>
                    <a:pt x="291770" y="275068"/>
                  </a:lnTo>
                  <a:lnTo>
                    <a:pt x="295243" y="271058"/>
                  </a:lnTo>
                  <a:lnTo>
                    <a:pt x="298588" y="266940"/>
                  </a:lnTo>
                  <a:lnTo>
                    <a:pt x="301800" y="262718"/>
                  </a:lnTo>
                  <a:lnTo>
                    <a:pt x="304876" y="258396"/>
                  </a:lnTo>
                  <a:lnTo>
                    <a:pt x="307814" y="253979"/>
                  </a:lnTo>
                  <a:lnTo>
                    <a:pt x="310610" y="249470"/>
                  </a:lnTo>
                  <a:lnTo>
                    <a:pt x="313261" y="244876"/>
                  </a:lnTo>
                  <a:lnTo>
                    <a:pt x="315766" y="240199"/>
                  </a:lnTo>
                  <a:lnTo>
                    <a:pt x="318121" y="235446"/>
                  </a:lnTo>
                  <a:lnTo>
                    <a:pt x="320323" y="230620"/>
                  </a:lnTo>
                  <a:lnTo>
                    <a:pt x="322372" y="225726"/>
                  </a:lnTo>
                  <a:lnTo>
                    <a:pt x="324264" y="220770"/>
                  </a:lnTo>
                  <a:lnTo>
                    <a:pt x="325998" y="215757"/>
                  </a:lnTo>
                  <a:lnTo>
                    <a:pt x="327572" y="210691"/>
                  </a:lnTo>
                  <a:lnTo>
                    <a:pt x="328985" y="205577"/>
                  </a:lnTo>
                  <a:lnTo>
                    <a:pt x="330235" y="200422"/>
                  </a:lnTo>
                  <a:lnTo>
                    <a:pt x="331320" y="195229"/>
                  </a:lnTo>
                  <a:lnTo>
                    <a:pt x="332240" y="190005"/>
                  </a:lnTo>
                  <a:lnTo>
                    <a:pt x="332994" y="184753"/>
                  </a:lnTo>
                  <a:lnTo>
                    <a:pt x="333581" y="179481"/>
                  </a:lnTo>
                  <a:lnTo>
                    <a:pt x="334000" y="174193"/>
                  </a:lnTo>
                  <a:lnTo>
                    <a:pt x="334251" y="168894"/>
                  </a:lnTo>
                  <a:lnTo>
                    <a:pt x="334334" y="163589"/>
                  </a:lnTo>
                  <a:lnTo>
                    <a:pt x="334249" y="158285"/>
                  </a:lnTo>
                  <a:lnTo>
                    <a:pt x="333995" y="152986"/>
                  </a:lnTo>
                  <a:lnTo>
                    <a:pt x="333574" y="147698"/>
                  </a:lnTo>
                  <a:lnTo>
                    <a:pt x="332985" y="142426"/>
                  </a:lnTo>
                  <a:lnTo>
                    <a:pt x="332228" y="137175"/>
                  </a:lnTo>
                  <a:lnTo>
                    <a:pt x="331306" y="131951"/>
                  </a:lnTo>
                  <a:lnTo>
                    <a:pt x="330218" y="126759"/>
                  </a:lnTo>
                  <a:lnTo>
                    <a:pt x="328966" y="121604"/>
                  </a:lnTo>
                  <a:lnTo>
                    <a:pt x="327551" y="116491"/>
                  </a:lnTo>
                  <a:lnTo>
                    <a:pt x="325975" y="111426"/>
                  </a:lnTo>
                  <a:lnTo>
                    <a:pt x="324239" y="106413"/>
                  </a:lnTo>
                  <a:lnTo>
                    <a:pt x="322344" y="101458"/>
                  </a:lnTo>
                  <a:lnTo>
                    <a:pt x="320294" y="96566"/>
                  </a:lnTo>
                  <a:lnTo>
                    <a:pt x="318089" y="91741"/>
                  </a:lnTo>
                  <a:lnTo>
                    <a:pt x="315732" y="86988"/>
                  </a:lnTo>
                  <a:lnTo>
                    <a:pt x="313225" y="82313"/>
                  </a:lnTo>
                  <a:lnTo>
                    <a:pt x="310571" y="77719"/>
                  </a:lnTo>
                  <a:lnTo>
                    <a:pt x="307773" y="73212"/>
                  </a:lnTo>
                  <a:lnTo>
                    <a:pt x="304834" y="68796"/>
                  </a:lnTo>
                  <a:lnTo>
                    <a:pt x="301755" y="64476"/>
                  </a:lnTo>
                  <a:lnTo>
                    <a:pt x="298542" y="60255"/>
                  </a:lnTo>
                  <a:lnTo>
                    <a:pt x="295195" y="56139"/>
                  </a:lnTo>
                  <a:lnTo>
                    <a:pt x="291720" y="52130"/>
                  </a:lnTo>
                  <a:lnTo>
                    <a:pt x="288120" y="48234"/>
                  </a:lnTo>
                  <a:lnTo>
                    <a:pt x="284397" y="44455"/>
                  </a:lnTo>
                  <a:lnTo>
                    <a:pt x="280557" y="40795"/>
                  </a:lnTo>
                  <a:lnTo>
                    <a:pt x="276602" y="37259"/>
                  </a:lnTo>
                  <a:lnTo>
                    <a:pt x="272538" y="33850"/>
                  </a:lnTo>
                  <a:lnTo>
                    <a:pt x="268367" y="30572"/>
                  </a:lnTo>
                  <a:lnTo>
                    <a:pt x="167167" y="1636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101199" cy="167167"/>
            </a:xfrm>
            <a:custGeom>
              <a:avLst/>
              <a:pathLst>
                <a:path w="101199" h="167167">
                  <a:moveTo>
                    <a:pt x="101199" y="34112"/>
                  </a:moveTo>
                  <a:lnTo>
                    <a:pt x="96587" y="30727"/>
                  </a:lnTo>
                  <a:lnTo>
                    <a:pt x="91862" y="27502"/>
                  </a:lnTo>
                  <a:lnTo>
                    <a:pt x="87030" y="24441"/>
                  </a:lnTo>
                  <a:lnTo>
                    <a:pt x="82095" y="21547"/>
                  </a:lnTo>
                  <a:lnTo>
                    <a:pt x="77064" y="18823"/>
                  </a:lnTo>
                  <a:lnTo>
                    <a:pt x="71943" y="16273"/>
                  </a:lnTo>
                  <a:lnTo>
                    <a:pt x="66738" y="13900"/>
                  </a:lnTo>
                  <a:lnTo>
                    <a:pt x="61455" y="11706"/>
                  </a:lnTo>
                  <a:lnTo>
                    <a:pt x="56100" y="9694"/>
                  </a:lnTo>
                  <a:lnTo>
                    <a:pt x="50678" y="7867"/>
                  </a:lnTo>
                  <a:lnTo>
                    <a:pt x="45198" y="6226"/>
                  </a:lnTo>
                  <a:lnTo>
                    <a:pt x="39665" y="4774"/>
                  </a:lnTo>
                  <a:lnTo>
                    <a:pt x="34085" y="3511"/>
                  </a:lnTo>
                  <a:lnTo>
                    <a:pt x="28465" y="2441"/>
                  </a:lnTo>
                  <a:lnTo>
                    <a:pt x="22812" y="1563"/>
                  </a:lnTo>
                  <a:lnTo>
                    <a:pt x="17132" y="880"/>
                  </a:lnTo>
                  <a:lnTo>
                    <a:pt x="11433" y="391"/>
                  </a:lnTo>
                  <a:lnTo>
                    <a:pt x="571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496" y="2126963"/>
              <a:ext cx="7975" cy="167167"/>
            </a:xfrm>
            <a:custGeom>
              <a:avLst/>
              <a:pathLst>
                <a:path w="7975" h="167167">
                  <a:moveTo>
                    <a:pt x="7975" y="0"/>
                  </a:moveTo>
                  <a:lnTo>
                    <a:pt x="0" y="190"/>
                  </a:lnTo>
                  <a:lnTo>
                    <a:pt x="797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0496" y="2127154"/>
              <a:ext cx="7975" cy="166977"/>
            </a:xfrm>
            <a:custGeom>
              <a:avLst/>
              <a:pathLst>
                <a:path w="7975" h="166977">
                  <a:moveTo>
                    <a:pt x="0" y="0"/>
                  </a:moveTo>
                  <a:lnTo>
                    <a:pt x="7975" y="1669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4" y="2127154"/>
              <a:ext cx="313158" cy="334125"/>
            </a:xfrm>
            <a:custGeom>
              <a:avLst/>
              <a:pathLst>
                <a:path w="313158" h="334125">
                  <a:moveTo>
                    <a:pt x="159192" y="0"/>
                  </a:moveTo>
                  <a:lnTo>
                    <a:pt x="153899" y="336"/>
                  </a:lnTo>
                  <a:lnTo>
                    <a:pt x="148620" y="841"/>
                  </a:lnTo>
                  <a:lnTo>
                    <a:pt x="143360" y="1513"/>
                  </a:lnTo>
                  <a:lnTo>
                    <a:pt x="138124" y="2351"/>
                  </a:lnTo>
                  <a:lnTo>
                    <a:pt x="132917" y="3355"/>
                  </a:lnTo>
                  <a:lnTo>
                    <a:pt x="127744" y="4524"/>
                  </a:lnTo>
                  <a:lnTo>
                    <a:pt x="122611" y="5856"/>
                  </a:lnTo>
                  <a:lnTo>
                    <a:pt x="117523" y="7351"/>
                  </a:lnTo>
                  <a:lnTo>
                    <a:pt x="112485" y="9006"/>
                  </a:lnTo>
                  <a:lnTo>
                    <a:pt x="107502" y="10820"/>
                  </a:lnTo>
                  <a:lnTo>
                    <a:pt x="102579" y="12791"/>
                  </a:lnTo>
                  <a:lnTo>
                    <a:pt x="97721" y="14917"/>
                  </a:lnTo>
                  <a:lnTo>
                    <a:pt x="92933" y="17196"/>
                  </a:lnTo>
                  <a:lnTo>
                    <a:pt x="88219" y="19626"/>
                  </a:lnTo>
                  <a:lnTo>
                    <a:pt x="83585" y="22204"/>
                  </a:lnTo>
                  <a:lnTo>
                    <a:pt x="79035" y="24928"/>
                  </a:lnTo>
                  <a:lnTo>
                    <a:pt x="74574" y="27795"/>
                  </a:lnTo>
                  <a:lnTo>
                    <a:pt x="70206" y="30802"/>
                  </a:lnTo>
                  <a:lnTo>
                    <a:pt x="65935" y="33946"/>
                  </a:lnTo>
                  <a:lnTo>
                    <a:pt x="61767" y="37224"/>
                  </a:lnTo>
                  <a:lnTo>
                    <a:pt x="57704" y="40632"/>
                  </a:lnTo>
                  <a:lnTo>
                    <a:pt x="53752" y="44168"/>
                  </a:lnTo>
                  <a:lnTo>
                    <a:pt x="49913" y="47827"/>
                  </a:lnTo>
                  <a:lnTo>
                    <a:pt x="46193" y="51606"/>
                  </a:lnTo>
                  <a:lnTo>
                    <a:pt x="42595" y="55501"/>
                  </a:lnTo>
                  <a:lnTo>
                    <a:pt x="39122" y="59509"/>
                  </a:lnTo>
                  <a:lnTo>
                    <a:pt x="35777" y="63624"/>
                  </a:lnTo>
                  <a:lnTo>
                    <a:pt x="32565" y="67844"/>
                  </a:lnTo>
                  <a:lnTo>
                    <a:pt x="29489" y="72163"/>
                  </a:lnTo>
                  <a:lnTo>
                    <a:pt x="26550" y="76578"/>
                  </a:lnTo>
                  <a:lnTo>
                    <a:pt x="23754" y="81083"/>
                  </a:lnTo>
                  <a:lnTo>
                    <a:pt x="21102" y="85675"/>
                  </a:lnTo>
                  <a:lnTo>
                    <a:pt x="18596" y="90349"/>
                  </a:lnTo>
                  <a:lnTo>
                    <a:pt x="16241" y="95100"/>
                  </a:lnTo>
                  <a:lnTo>
                    <a:pt x="14037" y="99924"/>
                  </a:lnTo>
                  <a:lnTo>
                    <a:pt x="11987" y="104815"/>
                  </a:lnTo>
                  <a:lnTo>
                    <a:pt x="10093" y="109768"/>
                  </a:lnTo>
                  <a:lnTo>
                    <a:pt x="8358" y="114779"/>
                  </a:lnTo>
                  <a:lnTo>
                    <a:pt x="6782" y="119842"/>
                  </a:lnTo>
                  <a:lnTo>
                    <a:pt x="5368" y="124953"/>
                  </a:lnTo>
                  <a:lnTo>
                    <a:pt x="4116" y="130106"/>
                  </a:lnTo>
                  <a:lnTo>
                    <a:pt x="3029" y="135297"/>
                  </a:lnTo>
                  <a:lnTo>
                    <a:pt x="2106" y="140519"/>
                  </a:lnTo>
                  <a:lnTo>
                    <a:pt x="1350" y="145768"/>
                  </a:lnTo>
                  <a:lnTo>
                    <a:pt x="761" y="151038"/>
                  </a:lnTo>
                  <a:lnTo>
                    <a:pt x="339" y="156324"/>
                  </a:lnTo>
                  <a:lnTo>
                    <a:pt x="85" y="161621"/>
                  </a:lnTo>
                  <a:lnTo>
                    <a:pt x="0" y="166923"/>
                  </a:lnTo>
                  <a:lnTo>
                    <a:pt x="82" y="172226"/>
                  </a:lnTo>
                  <a:lnTo>
                    <a:pt x="332" y="177523"/>
                  </a:lnTo>
                  <a:lnTo>
                    <a:pt x="751" y="182809"/>
                  </a:lnTo>
                  <a:lnTo>
                    <a:pt x="1337" y="188080"/>
                  </a:lnTo>
                  <a:lnTo>
                    <a:pt x="2090" y="193329"/>
                  </a:lnTo>
                  <a:lnTo>
                    <a:pt x="3009" y="198552"/>
                  </a:lnTo>
                  <a:lnTo>
                    <a:pt x="4093" y="203743"/>
                  </a:lnTo>
                  <a:lnTo>
                    <a:pt x="5341" y="208897"/>
                  </a:lnTo>
                  <a:lnTo>
                    <a:pt x="6752" y="214009"/>
                  </a:lnTo>
                  <a:lnTo>
                    <a:pt x="8325" y="219073"/>
                  </a:lnTo>
                  <a:lnTo>
                    <a:pt x="10057" y="224085"/>
                  </a:lnTo>
                  <a:lnTo>
                    <a:pt x="11947" y="229040"/>
                  </a:lnTo>
                  <a:lnTo>
                    <a:pt x="13994" y="233932"/>
                  </a:lnTo>
                  <a:lnTo>
                    <a:pt x="16195" y="238757"/>
                  </a:lnTo>
                  <a:lnTo>
                    <a:pt x="18548" y="243509"/>
                  </a:lnTo>
                  <a:lnTo>
                    <a:pt x="21050" y="248185"/>
                  </a:lnTo>
                  <a:lnTo>
                    <a:pt x="23699" y="252778"/>
                  </a:lnTo>
                  <a:lnTo>
                    <a:pt x="26493" y="257286"/>
                  </a:lnTo>
                  <a:lnTo>
                    <a:pt x="29428" y="261702"/>
                  </a:lnTo>
                  <a:lnTo>
                    <a:pt x="32502" y="266024"/>
                  </a:lnTo>
                  <a:lnTo>
                    <a:pt x="35711" y="270245"/>
                  </a:lnTo>
                  <a:lnTo>
                    <a:pt x="39053" y="274363"/>
                  </a:lnTo>
                  <a:lnTo>
                    <a:pt x="42524" y="278372"/>
                  </a:lnTo>
                  <a:lnTo>
                    <a:pt x="46120" y="282270"/>
                  </a:lnTo>
                  <a:lnTo>
                    <a:pt x="49838" y="286051"/>
                  </a:lnTo>
                  <a:lnTo>
                    <a:pt x="53674" y="289713"/>
                  </a:lnTo>
                  <a:lnTo>
                    <a:pt x="57624" y="293251"/>
                  </a:lnTo>
                  <a:lnTo>
                    <a:pt x="61684" y="296662"/>
                  </a:lnTo>
                  <a:lnTo>
                    <a:pt x="65851" y="299943"/>
                  </a:lnTo>
                  <a:lnTo>
                    <a:pt x="70119" y="303089"/>
                  </a:lnTo>
                  <a:lnTo>
                    <a:pt x="74485" y="306099"/>
                  </a:lnTo>
                  <a:lnTo>
                    <a:pt x="78945" y="308969"/>
                  </a:lnTo>
                  <a:lnTo>
                    <a:pt x="83493" y="311696"/>
                  </a:lnTo>
                  <a:lnTo>
                    <a:pt x="88125" y="314277"/>
                  </a:lnTo>
                  <a:lnTo>
                    <a:pt x="92837" y="316710"/>
                  </a:lnTo>
                  <a:lnTo>
                    <a:pt x="97624" y="318992"/>
                  </a:lnTo>
                  <a:lnTo>
                    <a:pt x="102481" y="321121"/>
                  </a:lnTo>
                  <a:lnTo>
                    <a:pt x="107402" y="323096"/>
                  </a:lnTo>
                  <a:lnTo>
                    <a:pt x="112384" y="324913"/>
                  </a:lnTo>
                  <a:lnTo>
                    <a:pt x="117421" y="326571"/>
                  </a:lnTo>
                  <a:lnTo>
                    <a:pt x="122509" y="328068"/>
                  </a:lnTo>
                  <a:lnTo>
                    <a:pt x="127641" y="329404"/>
                  </a:lnTo>
                  <a:lnTo>
                    <a:pt x="132813" y="330576"/>
                  </a:lnTo>
                  <a:lnTo>
                    <a:pt x="138019" y="331583"/>
                  </a:lnTo>
                  <a:lnTo>
                    <a:pt x="143255" y="332425"/>
                  </a:lnTo>
                  <a:lnTo>
                    <a:pt x="148515" y="333100"/>
                  </a:lnTo>
                  <a:lnTo>
                    <a:pt x="153793" y="333608"/>
                  </a:lnTo>
                  <a:lnTo>
                    <a:pt x="159085" y="333949"/>
                  </a:lnTo>
                  <a:lnTo>
                    <a:pt x="164385" y="334121"/>
                  </a:lnTo>
                  <a:lnTo>
                    <a:pt x="169688" y="334125"/>
                  </a:lnTo>
                  <a:lnTo>
                    <a:pt x="174989" y="333961"/>
                  </a:lnTo>
                  <a:lnTo>
                    <a:pt x="180281" y="333629"/>
                  </a:lnTo>
                  <a:lnTo>
                    <a:pt x="185561" y="333129"/>
                  </a:lnTo>
                  <a:lnTo>
                    <a:pt x="190822" y="332462"/>
                  </a:lnTo>
                  <a:lnTo>
                    <a:pt x="196059" y="331628"/>
                  </a:lnTo>
                  <a:lnTo>
                    <a:pt x="201267" y="330629"/>
                  </a:lnTo>
                  <a:lnTo>
                    <a:pt x="206441" y="329465"/>
                  </a:lnTo>
                  <a:lnTo>
                    <a:pt x="211575" y="328138"/>
                  </a:lnTo>
                  <a:lnTo>
                    <a:pt x="216664" y="326648"/>
                  </a:lnTo>
                  <a:lnTo>
                    <a:pt x="221704" y="324998"/>
                  </a:lnTo>
                  <a:lnTo>
                    <a:pt x="226689" y="323188"/>
                  </a:lnTo>
                  <a:lnTo>
                    <a:pt x="231613" y="321222"/>
                  </a:lnTo>
                  <a:lnTo>
                    <a:pt x="236473" y="319100"/>
                  </a:lnTo>
                  <a:lnTo>
                    <a:pt x="241264" y="316825"/>
                  </a:lnTo>
                  <a:lnTo>
                    <a:pt x="245979" y="314400"/>
                  </a:lnTo>
                  <a:lnTo>
                    <a:pt x="250616" y="311826"/>
                  </a:lnTo>
                  <a:lnTo>
                    <a:pt x="255168" y="309106"/>
                  </a:lnTo>
                  <a:lnTo>
                    <a:pt x="259632" y="306243"/>
                  </a:lnTo>
                  <a:lnTo>
                    <a:pt x="264003" y="303240"/>
                  </a:lnTo>
                  <a:lnTo>
                    <a:pt x="268276" y="300100"/>
                  </a:lnTo>
                  <a:lnTo>
                    <a:pt x="272448" y="296826"/>
                  </a:lnTo>
                  <a:lnTo>
                    <a:pt x="276514" y="293421"/>
                  </a:lnTo>
                  <a:lnTo>
                    <a:pt x="280469" y="289889"/>
                  </a:lnTo>
                  <a:lnTo>
                    <a:pt x="284311" y="286234"/>
                  </a:lnTo>
                  <a:lnTo>
                    <a:pt x="288035" y="282458"/>
                  </a:lnTo>
                  <a:lnTo>
                    <a:pt x="291637" y="278566"/>
                  </a:lnTo>
                  <a:lnTo>
                    <a:pt x="295114" y="274562"/>
                  </a:lnTo>
                  <a:lnTo>
                    <a:pt x="298462" y="270450"/>
                  </a:lnTo>
                  <a:lnTo>
                    <a:pt x="301678" y="266233"/>
                  </a:lnTo>
                  <a:lnTo>
                    <a:pt x="304758" y="261917"/>
                  </a:lnTo>
                  <a:lnTo>
                    <a:pt x="307700" y="257505"/>
                  </a:lnTo>
                  <a:lnTo>
                    <a:pt x="310501" y="253001"/>
                  </a:lnTo>
                  <a:lnTo>
                    <a:pt x="313158" y="248412"/>
                  </a:lnTo>
                  <a:lnTo>
                    <a:pt x="167167" y="1669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66" cy="248602"/>
            </a:xfrm>
            <a:custGeom>
              <a:avLst/>
              <a:pathLst>
                <a:path w="167166" h="248602">
                  <a:moveTo>
                    <a:pt x="145990" y="248602"/>
                  </a:moveTo>
                  <a:lnTo>
                    <a:pt x="148520" y="243890"/>
                  </a:lnTo>
                  <a:lnTo>
                    <a:pt x="150899" y="239100"/>
                  </a:lnTo>
                  <a:lnTo>
                    <a:pt x="153123" y="234236"/>
                  </a:lnTo>
                  <a:lnTo>
                    <a:pt x="155190" y="229304"/>
                  </a:lnTo>
                  <a:lnTo>
                    <a:pt x="157098" y="224308"/>
                  </a:lnTo>
                  <a:lnTo>
                    <a:pt x="158845" y="219253"/>
                  </a:lnTo>
                  <a:lnTo>
                    <a:pt x="160430" y="214145"/>
                  </a:lnTo>
                  <a:lnTo>
                    <a:pt x="161851" y="208989"/>
                  </a:lnTo>
                  <a:lnTo>
                    <a:pt x="163106" y="203790"/>
                  </a:lnTo>
                  <a:lnTo>
                    <a:pt x="164194" y="198554"/>
                  </a:lnTo>
                  <a:lnTo>
                    <a:pt x="165114" y="193286"/>
                  </a:lnTo>
                  <a:lnTo>
                    <a:pt x="165865" y="187990"/>
                  </a:lnTo>
                  <a:lnTo>
                    <a:pt x="166446" y="182674"/>
                  </a:lnTo>
                  <a:lnTo>
                    <a:pt x="166857" y="177342"/>
                  </a:lnTo>
                  <a:lnTo>
                    <a:pt x="167097" y="171999"/>
                  </a:lnTo>
                  <a:lnTo>
                    <a:pt x="167166" y="166651"/>
                  </a:lnTo>
                  <a:lnTo>
                    <a:pt x="167064" y="161304"/>
                  </a:lnTo>
                  <a:lnTo>
                    <a:pt x="166791" y="155963"/>
                  </a:lnTo>
                  <a:lnTo>
                    <a:pt x="166347" y="150633"/>
                  </a:lnTo>
                  <a:lnTo>
                    <a:pt x="165733" y="145320"/>
                  </a:lnTo>
                  <a:lnTo>
                    <a:pt x="164950" y="140030"/>
                  </a:lnTo>
                  <a:lnTo>
                    <a:pt x="163997" y="134767"/>
                  </a:lnTo>
                  <a:lnTo>
                    <a:pt x="162877" y="129538"/>
                  </a:lnTo>
                  <a:lnTo>
                    <a:pt x="161590" y="124347"/>
                  </a:lnTo>
                  <a:lnTo>
                    <a:pt x="160137" y="119200"/>
                  </a:lnTo>
                  <a:lnTo>
                    <a:pt x="158521" y="114102"/>
                  </a:lnTo>
                  <a:lnTo>
                    <a:pt x="156742" y="109058"/>
                  </a:lnTo>
                  <a:lnTo>
                    <a:pt x="154803" y="104074"/>
                  </a:lnTo>
                  <a:lnTo>
                    <a:pt x="152706" y="99154"/>
                  </a:lnTo>
                  <a:lnTo>
                    <a:pt x="150452" y="94304"/>
                  </a:lnTo>
                  <a:lnTo>
                    <a:pt x="148044" y="89528"/>
                  </a:lnTo>
                  <a:lnTo>
                    <a:pt x="145485" y="84832"/>
                  </a:lnTo>
                  <a:lnTo>
                    <a:pt x="142777" y="80221"/>
                  </a:lnTo>
                  <a:lnTo>
                    <a:pt x="139922" y="75698"/>
                  </a:lnTo>
                  <a:lnTo>
                    <a:pt x="136925" y="71269"/>
                  </a:lnTo>
                  <a:lnTo>
                    <a:pt x="133787" y="66938"/>
                  </a:lnTo>
                  <a:lnTo>
                    <a:pt x="130512" y="62709"/>
                  </a:lnTo>
                  <a:lnTo>
                    <a:pt x="127104" y="58588"/>
                  </a:lnTo>
                  <a:lnTo>
                    <a:pt x="123566" y="54578"/>
                  </a:lnTo>
                  <a:lnTo>
                    <a:pt x="119901" y="50683"/>
                  </a:lnTo>
                  <a:lnTo>
                    <a:pt x="116113" y="46907"/>
                  </a:lnTo>
                  <a:lnTo>
                    <a:pt x="112207" y="43254"/>
                  </a:lnTo>
                  <a:lnTo>
                    <a:pt x="108186" y="39728"/>
                  </a:lnTo>
                  <a:lnTo>
                    <a:pt x="104054" y="36332"/>
                  </a:lnTo>
                  <a:lnTo>
                    <a:pt x="99815" y="33071"/>
                  </a:lnTo>
                  <a:lnTo>
                    <a:pt x="95475" y="29947"/>
                  </a:lnTo>
                  <a:lnTo>
                    <a:pt x="91036" y="26963"/>
                  </a:lnTo>
                  <a:lnTo>
                    <a:pt x="86505" y="24122"/>
                  </a:lnTo>
                  <a:lnTo>
                    <a:pt x="81885" y="21428"/>
                  </a:lnTo>
                  <a:lnTo>
                    <a:pt x="77181" y="18883"/>
                  </a:lnTo>
                  <a:lnTo>
                    <a:pt x="72398" y="16490"/>
                  </a:lnTo>
                  <a:lnTo>
                    <a:pt x="67541" y="14252"/>
                  </a:lnTo>
                  <a:lnTo>
                    <a:pt x="62615" y="12169"/>
                  </a:lnTo>
                  <a:lnTo>
                    <a:pt x="57625" y="10246"/>
                  </a:lnTo>
                  <a:lnTo>
                    <a:pt x="52575" y="8483"/>
                  </a:lnTo>
                  <a:lnTo>
                    <a:pt x="47472" y="6882"/>
                  </a:lnTo>
                  <a:lnTo>
                    <a:pt x="42321" y="5445"/>
                  </a:lnTo>
                  <a:lnTo>
                    <a:pt x="37126" y="4174"/>
                  </a:lnTo>
                  <a:lnTo>
                    <a:pt x="31893" y="3070"/>
                  </a:lnTo>
                  <a:lnTo>
                    <a:pt x="26627" y="2134"/>
                  </a:lnTo>
                  <a:lnTo>
                    <a:pt x="21335" y="1367"/>
                  </a:lnTo>
                  <a:lnTo>
                    <a:pt x="16020" y="769"/>
                  </a:lnTo>
                  <a:lnTo>
                    <a:pt x="10689" y="342"/>
                  </a:lnTo>
                  <a:lnTo>
                    <a:pt x="534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9158" y="1681503"/>
              <a:ext cx="14076" cy="167167"/>
            </a:xfrm>
            <a:custGeom>
              <a:avLst/>
              <a:pathLst>
                <a:path w="14076" h="167167">
                  <a:moveTo>
                    <a:pt x="14076" y="0"/>
                  </a:moveTo>
                  <a:lnTo>
                    <a:pt x="0" y="593"/>
                  </a:lnTo>
                  <a:lnTo>
                    <a:pt x="1407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9158" y="1682097"/>
              <a:ext cx="14076" cy="166573"/>
            </a:xfrm>
            <a:custGeom>
              <a:avLst/>
              <a:pathLst>
                <a:path w="14076" h="166573">
                  <a:moveTo>
                    <a:pt x="0" y="0"/>
                  </a:moveTo>
                  <a:lnTo>
                    <a:pt x="14076" y="1665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7" y="1682097"/>
              <a:ext cx="334328" cy="333729"/>
            </a:xfrm>
            <a:custGeom>
              <a:avLst/>
              <a:pathLst>
                <a:path w="334328" h="333729">
                  <a:moveTo>
                    <a:pt x="153090" y="0"/>
                  </a:moveTo>
                  <a:lnTo>
                    <a:pt x="147828" y="528"/>
                  </a:lnTo>
                  <a:lnTo>
                    <a:pt x="142585" y="1223"/>
                  </a:lnTo>
                  <a:lnTo>
                    <a:pt x="137367" y="2083"/>
                  </a:lnTo>
                  <a:lnTo>
                    <a:pt x="132178" y="3108"/>
                  </a:lnTo>
                  <a:lnTo>
                    <a:pt x="127025" y="4297"/>
                  </a:lnTo>
                  <a:lnTo>
                    <a:pt x="121912" y="5648"/>
                  </a:lnTo>
                  <a:lnTo>
                    <a:pt x="116844" y="7160"/>
                  </a:lnTo>
                  <a:lnTo>
                    <a:pt x="111827" y="8832"/>
                  </a:lnTo>
                  <a:lnTo>
                    <a:pt x="106865" y="10661"/>
                  </a:lnTo>
                  <a:lnTo>
                    <a:pt x="101963" y="12647"/>
                  </a:lnTo>
                  <a:lnTo>
                    <a:pt x="97126" y="14786"/>
                  </a:lnTo>
                  <a:lnTo>
                    <a:pt x="92360" y="17078"/>
                  </a:lnTo>
                  <a:lnTo>
                    <a:pt x="87668" y="19519"/>
                  </a:lnTo>
                  <a:lnTo>
                    <a:pt x="83057" y="22107"/>
                  </a:lnTo>
                  <a:lnTo>
                    <a:pt x="78529" y="24840"/>
                  </a:lnTo>
                  <a:lnTo>
                    <a:pt x="74090" y="27715"/>
                  </a:lnTo>
                  <a:lnTo>
                    <a:pt x="69744" y="30729"/>
                  </a:lnTo>
                  <a:lnTo>
                    <a:pt x="65495" y="33879"/>
                  </a:lnTo>
                  <a:lnTo>
                    <a:pt x="61349" y="37161"/>
                  </a:lnTo>
                  <a:lnTo>
                    <a:pt x="57308" y="40573"/>
                  </a:lnTo>
                  <a:lnTo>
                    <a:pt x="53377" y="44111"/>
                  </a:lnTo>
                  <a:lnTo>
                    <a:pt x="49561" y="47772"/>
                  </a:lnTo>
                  <a:lnTo>
                    <a:pt x="45861" y="51552"/>
                  </a:lnTo>
                  <a:lnTo>
                    <a:pt x="42284" y="55447"/>
                  </a:lnTo>
                  <a:lnTo>
                    <a:pt x="38831" y="59453"/>
                  </a:lnTo>
                  <a:lnTo>
                    <a:pt x="35507" y="63566"/>
                  </a:lnTo>
                  <a:lnTo>
                    <a:pt x="32314" y="67782"/>
                  </a:lnTo>
                  <a:lnTo>
                    <a:pt x="29257" y="72097"/>
                  </a:lnTo>
                  <a:lnTo>
                    <a:pt x="26337" y="76507"/>
                  </a:lnTo>
                  <a:lnTo>
                    <a:pt x="23559" y="81007"/>
                  </a:lnTo>
                  <a:lnTo>
                    <a:pt x="20924" y="85593"/>
                  </a:lnTo>
                  <a:lnTo>
                    <a:pt x="18435" y="90259"/>
                  </a:lnTo>
                  <a:lnTo>
                    <a:pt x="16096" y="95002"/>
                  </a:lnTo>
                  <a:lnTo>
                    <a:pt x="13907" y="99817"/>
                  </a:lnTo>
                  <a:lnTo>
                    <a:pt x="11872" y="104698"/>
                  </a:lnTo>
                  <a:lnTo>
                    <a:pt x="9993" y="109641"/>
                  </a:lnTo>
                  <a:lnTo>
                    <a:pt x="8270" y="114642"/>
                  </a:lnTo>
                  <a:lnTo>
                    <a:pt x="6707" y="119694"/>
                  </a:lnTo>
                  <a:lnTo>
                    <a:pt x="5305" y="124793"/>
                  </a:lnTo>
                  <a:lnTo>
                    <a:pt x="4064" y="129934"/>
                  </a:lnTo>
                  <a:lnTo>
                    <a:pt x="2987" y="135112"/>
                  </a:lnTo>
                  <a:lnTo>
                    <a:pt x="2074" y="140321"/>
                  </a:lnTo>
                  <a:lnTo>
                    <a:pt x="1326" y="145557"/>
                  </a:lnTo>
                  <a:lnTo>
                    <a:pt x="744" y="150813"/>
                  </a:lnTo>
                  <a:lnTo>
                    <a:pt x="329" y="156086"/>
                  </a:lnTo>
                  <a:lnTo>
                    <a:pt x="81" y="161368"/>
                  </a:lnTo>
                  <a:lnTo>
                    <a:pt x="0" y="166656"/>
                  </a:lnTo>
                  <a:lnTo>
                    <a:pt x="86" y="171944"/>
                  </a:lnTo>
                  <a:lnTo>
                    <a:pt x="339" y="177227"/>
                  </a:lnTo>
                  <a:lnTo>
                    <a:pt x="760" y="182499"/>
                  </a:lnTo>
                  <a:lnTo>
                    <a:pt x="1347" y="187755"/>
                  </a:lnTo>
                  <a:lnTo>
                    <a:pt x="2100" y="192989"/>
                  </a:lnTo>
                  <a:lnTo>
                    <a:pt x="3018" y="198198"/>
                  </a:lnTo>
                  <a:lnTo>
                    <a:pt x="4101" y="203374"/>
                  </a:lnTo>
                  <a:lnTo>
                    <a:pt x="5346" y="208514"/>
                  </a:lnTo>
                  <a:lnTo>
                    <a:pt x="6754" y="213612"/>
                  </a:lnTo>
                  <a:lnTo>
                    <a:pt x="8322" y="218663"/>
                  </a:lnTo>
                  <a:lnTo>
                    <a:pt x="10050" y="223661"/>
                  </a:lnTo>
                  <a:lnTo>
                    <a:pt x="11934" y="228603"/>
                  </a:lnTo>
                  <a:lnTo>
                    <a:pt x="13974" y="233482"/>
                  </a:lnTo>
                  <a:lnTo>
                    <a:pt x="16167" y="238295"/>
                  </a:lnTo>
                  <a:lnTo>
                    <a:pt x="18511" y="243035"/>
                  </a:lnTo>
                  <a:lnTo>
                    <a:pt x="21004" y="247700"/>
                  </a:lnTo>
                  <a:lnTo>
                    <a:pt x="23644" y="252282"/>
                  </a:lnTo>
                  <a:lnTo>
                    <a:pt x="26427" y="256780"/>
                  </a:lnTo>
                  <a:lnTo>
                    <a:pt x="29351" y="261186"/>
                  </a:lnTo>
                  <a:lnTo>
                    <a:pt x="32413" y="265499"/>
                  </a:lnTo>
                  <a:lnTo>
                    <a:pt x="35609" y="269712"/>
                  </a:lnTo>
                  <a:lnTo>
                    <a:pt x="38938" y="273822"/>
                  </a:lnTo>
                  <a:lnTo>
                    <a:pt x="42394" y="277824"/>
                  </a:lnTo>
                  <a:lnTo>
                    <a:pt x="45976" y="281715"/>
                  </a:lnTo>
                  <a:lnTo>
                    <a:pt x="49679" y="285491"/>
                  </a:lnTo>
                  <a:lnTo>
                    <a:pt x="53499" y="289148"/>
                  </a:lnTo>
                  <a:lnTo>
                    <a:pt x="57434" y="292683"/>
                  </a:lnTo>
                  <a:lnTo>
                    <a:pt x="61478" y="296091"/>
                  </a:lnTo>
                  <a:lnTo>
                    <a:pt x="65628" y="299369"/>
                  </a:lnTo>
                  <a:lnTo>
                    <a:pt x="69879" y="302515"/>
                  </a:lnTo>
                  <a:lnTo>
                    <a:pt x="74228" y="305524"/>
                  </a:lnTo>
                  <a:lnTo>
                    <a:pt x="78670" y="308394"/>
                  </a:lnTo>
                  <a:lnTo>
                    <a:pt x="83200" y="311123"/>
                  </a:lnTo>
                  <a:lnTo>
                    <a:pt x="87815" y="313707"/>
                  </a:lnTo>
                  <a:lnTo>
                    <a:pt x="92509" y="316143"/>
                  </a:lnTo>
                  <a:lnTo>
                    <a:pt x="97278" y="318430"/>
                  </a:lnTo>
                  <a:lnTo>
                    <a:pt x="102116" y="320565"/>
                  </a:lnTo>
                  <a:lnTo>
                    <a:pt x="107020" y="322545"/>
                  </a:lnTo>
                  <a:lnTo>
                    <a:pt x="111984" y="324370"/>
                  </a:lnTo>
                  <a:lnTo>
                    <a:pt x="117003" y="326036"/>
                  </a:lnTo>
                  <a:lnTo>
                    <a:pt x="122072" y="327543"/>
                  </a:lnTo>
                  <a:lnTo>
                    <a:pt x="127187" y="328889"/>
                  </a:lnTo>
                  <a:lnTo>
                    <a:pt x="132341" y="330073"/>
                  </a:lnTo>
                  <a:lnTo>
                    <a:pt x="137531" y="331093"/>
                  </a:lnTo>
                  <a:lnTo>
                    <a:pt x="142750" y="331948"/>
                  </a:lnTo>
                  <a:lnTo>
                    <a:pt x="147993" y="332637"/>
                  </a:lnTo>
                  <a:lnTo>
                    <a:pt x="153256" y="333161"/>
                  </a:lnTo>
                  <a:lnTo>
                    <a:pt x="158532" y="333517"/>
                  </a:lnTo>
                  <a:lnTo>
                    <a:pt x="163818" y="333707"/>
                  </a:lnTo>
                  <a:lnTo>
                    <a:pt x="169106" y="333729"/>
                  </a:lnTo>
                  <a:lnTo>
                    <a:pt x="174393" y="333584"/>
                  </a:lnTo>
                  <a:lnTo>
                    <a:pt x="179672" y="333272"/>
                  </a:lnTo>
                  <a:lnTo>
                    <a:pt x="184939" y="332793"/>
                  </a:lnTo>
                  <a:lnTo>
                    <a:pt x="190188" y="332148"/>
                  </a:lnTo>
                  <a:lnTo>
                    <a:pt x="195414" y="331337"/>
                  </a:lnTo>
                  <a:lnTo>
                    <a:pt x="200612" y="330361"/>
                  </a:lnTo>
                  <a:lnTo>
                    <a:pt x="205776" y="329221"/>
                  </a:lnTo>
                  <a:lnTo>
                    <a:pt x="210902" y="327918"/>
                  </a:lnTo>
                  <a:lnTo>
                    <a:pt x="215984" y="326454"/>
                  </a:lnTo>
                  <a:lnTo>
                    <a:pt x="221017" y="324830"/>
                  </a:lnTo>
                  <a:lnTo>
                    <a:pt x="225996" y="323047"/>
                  </a:lnTo>
                  <a:lnTo>
                    <a:pt x="230916" y="321108"/>
                  </a:lnTo>
                  <a:lnTo>
                    <a:pt x="235773" y="319014"/>
                  </a:lnTo>
                  <a:lnTo>
                    <a:pt x="240561" y="316767"/>
                  </a:lnTo>
                  <a:lnTo>
                    <a:pt x="245275" y="314371"/>
                  </a:lnTo>
                  <a:lnTo>
                    <a:pt x="249911" y="311826"/>
                  </a:lnTo>
                  <a:lnTo>
                    <a:pt x="254464" y="309136"/>
                  </a:lnTo>
                  <a:lnTo>
                    <a:pt x="258930" y="306303"/>
                  </a:lnTo>
                  <a:lnTo>
                    <a:pt x="263305" y="303330"/>
                  </a:lnTo>
                  <a:lnTo>
                    <a:pt x="267582" y="300221"/>
                  </a:lnTo>
                  <a:lnTo>
                    <a:pt x="271760" y="296978"/>
                  </a:lnTo>
                  <a:lnTo>
                    <a:pt x="275832" y="293604"/>
                  </a:lnTo>
                  <a:lnTo>
                    <a:pt x="279796" y="290103"/>
                  </a:lnTo>
                  <a:lnTo>
                    <a:pt x="283648" y="286478"/>
                  </a:lnTo>
                  <a:lnTo>
                    <a:pt x="287382" y="282734"/>
                  </a:lnTo>
                  <a:lnTo>
                    <a:pt x="290997" y="278873"/>
                  </a:lnTo>
                  <a:lnTo>
                    <a:pt x="294487" y="274899"/>
                  </a:lnTo>
                  <a:lnTo>
                    <a:pt x="297850" y="270818"/>
                  </a:lnTo>
                  <a:lnTo>
                    <a:pt x="301082" y="266632"/>
                  </a:lnTo>
                  <a:lnTo>
                    <a:pt x="304180" y="262346"/>
                  </a:lnTo>
                  <a:lnTo>
                    <a:pt x="307141" y="257963"/>
                  </a:lnTo>
                  <a:lnTo>
                    <a:pt x="309962" y="253490"/>
                  </a:lnTo>
                  <a:lnTo>
                    <a:pt x="312640" y="248929"/>
                  </a:lnTo>
                  <a:lnTo>
                    <a:pt x="315172" y="244287"/>
                  </a:lnTo>
                  <a:lnTo>
                    <a:pt x="317556" y="239566"/>
                  </a:lnTo>
                  <a:lnTo>
                    <a:pt x="319790" y="234772"/>
                  </a:lnTo>
                  <a:lnTo>
                    <a:pt x="321871" y="229910"/>
                  </a:lnTo>
                  <a:lnTo>
                    <a:pt x="323797" y="224985"/>
                  </a:lnTo>
                  <a:lnTo>
                    <a:pt x="325567" y="220001"/>
                  </a:lnTo>
                  <a:lnTo>
                    <a:pt x="327177" y="214963"/>
                  </a:lnTo>
                  <a:lnTo>
                    <a:pt x="328628" y="209878"/>
                  </a:lnTo>
                  <a:lnTo>
                    <a:pt x="329917" y="204749"/>
                  </a:lnTo>
                  <a:lnTo>
                    <a:pt x="331043" y="199581"/>
                  </a:lnTo>
                  <a:lnTo>
                    <a:pt x="332005" y="194381"/>
                  </a:lnTo>
                  <a:lnTo>
                    <a:pt x="332802" y="189153"/>
                  </a:lnTo>
                  <a:lnTo>
                    <a:pt x="333434" y="183902"/>
                  </a:lnTo>
                  <a:lnTo>
                    <a:pt x="333899" y="178634"/>
                  </a:lnTo>
                  <a:lnTo>
                    <a:pt x="334197" y="173353"/>
                  </a:lnTo>
                  <a:lnTo>
                    <a:pt x="334328" y="168066"/>
                  </a:lnTo>
                  <a:lnTo>
                    <a:pt x="334291" y="162778"/>
                  </a:lnTo>
                  <a:lnTo>
                    <a:pt x="334088" y="157493"/>
                  </a:lnTo>
                  <a:lnTo>
                    <a:pt x="333717" y="152218"/>
                  </a:lnTo>
                  <a:lnTo>
                    <a:pt x="333179" y="146956"/>
                  </a:lnTo>
                  <a:lnTo>
                    <a:pt x="332476" y="141715"/>
                  </a:lnTo>
                  <a:lnTo>
                    <a:pt x="331607" y="136498"/>
                  </a:lnTo>
                  <a:lnTo>
                    <a:pt x="330573" y="131311"/>
                  </a:lnTo>
                  <a:lnTo>
                    <a:pt x="329376" y="126160"/>
                  </a:lnTo>
                  <a:lnTo>
                    <a:pt x="328016" y="121049"/>
                  </a:lnTo>
                  <a:lnTo>
                    <a:pt x="326496" y="115984"/>
                  </a:lnTo>
                  <a:lnTo>
                    <a:pt x="324816" y="110969"/>
                  </a:lnTo>
                  <a:lnTo>
                    <a:pt x="322978" y="106010"/>
                  </a:lnTo>
                  <a:lnTo>
                    <a:pt x="320984" y="101112"/>
                  </a:lnTo>
                  <a:lnTo>
                    <a:pt x="318837" y="96279"/>
                  </a:lnTo>
                  <a:lnTo>
                    <a:pt x="316537" y="91516"/>
                  </a:lnTo>
                  <a:lnTo>
                    <a:pt x="314088" y="86829"/>
                  </a:lnTo>
                  <a:lnTo>
                    <a:pt x="311492" y="82221"/>
                  </a:lnTo>
                  <a:lnTo>
                    <a:pt x="308751" y="77698"/>
                  </a:lnTo>
                  <a:lnTo>
                    <a:pt x="305869" y="73264"/>
                  </a:lnTo>
                  <a:lnTo>
                    <a:pt x="302848" y="68923"/>
                  </a:lnTo>
                  <a:lnTo>
                    <a:pt x="299691" y="64680"/>
                  </a:lnTo>
                  <a:lnTo>
                    <a:pt x="296402" y="60539"/>
                  </a:lnTo>
                  <a:lnTo>
                    <a:pt x="292983" y="56504"/>
                  </a:lnTo>
                  <a:lnTo>
                    <a:pt x="289438" y="52579"/>
                  </a:lnTo>
                  <a:lnTo>
                    <a:pt x="285771" y="48768"/>
                  </a:lnTo>
                  <a:lnTo>
                    <a:pt x="281985" y="45076"/>
                  </a:lnTo>
                  <a:lnTo>
                    <a:pt x="278085" y="41504"/>
                  </a:lnTo>
                  <a:lnTo>
                    <a:pt x="274073" y="38058"/>
                  </a:lnTo>
                  <a:lnTo>
                    <a:pt x="269954" y="34741"/>
                  </a:lnTo>
                  <a:lnTo>
                    <a:pt x="265732" y="31555"/>
                  </a:lnTo>
                  <a:lnTo>
                    <a:pt x="261412" y="28505"/>
                  </a:lnTo>
                  <a:lnTo>
                    <a:pt x="256997" y="25593"/>
                  </a:lnTo>
                  <a:lnTo>
                    <a:pt x="252493" y="22822"/>
                  </a:lnTo>
                  <a:lnTo>
                    <a:pt x="247903" y="20195"/>
                  </a:lnTo>
                  <a:lnTo>
                    <a:pt x="243232" y="17714"/>
                  </a:lnTo>
                  <a:lnTo>
                    <a:pt x="238485" y="15382"/>
                  </a:lnTo>
                  <a:lnTo>
                    <a:pt x="233667" y="13202"/>
                  </a:lnTo>
                  <a:lnTo>
                    <a:pt x="228782" y="11175"/>
                  </a:lnTo>
                  <a:lnTo>
                    <a:pt x="223836" y="9304"/>
                  </a:lnTo>
                  <a:lnTo>
                    <a:pt x="218833" y="7590"/>
                  </a:lnTo>
                  <a:lnTo>
                    <a:pt x="213778" y="6035"/>
                  </a:lnTo>
                  <a:lnTo>
                    <a:pt x="208676" y="4641"/>
                  </a:lnTo>
                  <a:lnTo>
                    <a:pt x="203533" y="3409"/>
                  </a:lnTo>
                  <a:lnTo>
                    <a:pt x="198353" y="2341"/>
                  </a:lnTo>
                  <a:lnTo>
                    <a:pt x="193143" y="1436"/>
                  </a:lnTo>
                  <a:lnTo>
                    <a:pt x="167167" y="1665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5975" cy="167167"/>
            </a:xfrm>
            <a:custGeom>
              <a:avLst/>
              <a:pathLst>
                <a:path w="25975" h="167167">
                  <a:moveTo>
                    <a:pt x="25975" y="2030"/>
                  </a:moveTo>
                  <a:lnTo>
                    <a:pt x="17356" y="903"/>
                  </a:lnTo>
                  <a:lnTo>
                    <a:pt x="8689" y="2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8" y="1322571"/>
              <a:ext cx="167160" cy="324925"/>
            </a:xfrm>
            <a:custGeom>
              <a:avLst/>
              <a:pathLst>
                <a:path w="167160" h="324925">
                  <a:moveTo>
                    <a:pt x="167160" y="0"/>
                  </a:moveTo>
                  <a:lnTo>
                    <a:pt x="161833" y="84"/>
                  </a:lnTo>
                  <a:lnTo>
                    <a:pt x="156512" y="339"/>
                  </a:lnTo>
                  <a:lnTo>
                    <a:pt x="151202" y="763"/>
                  </a:lnTo>
                  <a:lnTo>
                    <a:pt x="145908" y="1356"/>
                  </a:lnTo>
                  <a:lnTo>
                    <a:pt x="140635" y="2117"/>
                  </a:lnTo>
                  <a:lnTo>
                    <a:pt x="135389" y="3046"/>
                  </a:lnTo>
                  <a:lnTo>
                    <a:pt x="130176" y="4142"/>
                  </a:lnTo>
                  <a:lnTo>
                    <a:pt x="125000" y="5403"/>
                  </a:lnTo>
                  <a:lnTo>
                    <a:pt x="119867" y="6829"/>
                  </a:lnTo>
                  <a:lnTo>
                    <a:pt x="114782" y="8417"/>
                  </a:lnTo>
                  <a:lnTo>
                    <a:pt x="109751" y="10167"/>
                  </a:lnTo>
                  <a:lnTo>
                    <a:pt x="104777" y="12076"/>
                  </a:lnTo>
                  <a:lnTo>
                    <a:pt x="99867" y="14142"/>
                  </a:lnTo>
                  <a:lnTo>
                    <a:pt x="95025" y="16364"/>
                  </a:lnTo>
                  <a:lnTo>
                    <a:pt x="90257" y="18739"/>
                  </a:lnTo>
                  <a:lnTo>
                    <a:pt x="85566" y="21265"/>
                  </a:lnTo>
                  <a:lnTo>
                    <a:pt x="80959" y="23939"/>
                  </a:lnTo>
                  <a:lnTo>
                    <a:pt x="76439" y="26758"/>
                  </a:lnTo>
                  <a:lnTo>
                    <a:pt x="72011" y="29720"/>
                  </a:lnTo>
                  <a:lnTo>
                    <a:pt x="67680" y="32822"/>
                  </a:lnTo>
                  <a:lnTo>
                    <a:pt x="63449" y="36060"/>
                  </a:lnTo>
                  <a:lnTo>
                    <a:pt x="59325" y="39431"/>
                  </a:lnTo>
                  <a:lnTo>
                    <a:pt x="55309" y="42932"/>
                  </a:lnTo>
                  <a:lnTo>
                    <a:pt x="51407" y="46559"/>
                  </a:lnTo>
                  <a:lnTo>
                    <a:pt x="47623" y="50308"/>
                  </a:lnTo>
                  <a:lnTo>
                    <a:pt x="43960" y="54177"/>
                  </a:lnTo>
                  <a:lnTo>
                    <a:pt x="40423" y="58160"/>
                  </a:lnTo>
                  <a:lnTo>
                    <a:pt x="37014" y="62253"/>
                  </a:lnTo>
                  <a:lnTo>
                    <a:pt x="33737" y="66453"/>
                  </a:lnTo>
                  <a:lnTo>
                    <a:pt x="30595" y="70756"/>
                  </a:lnTo>
                  <a:lnTo>
                    <a:pt x="27593" y="75156"/>
                  </a:lnTo>
                  <a:lnTo>
                    <a:pt x="24732" y="79650"/>
                  </a:lnTo>
                  <a:lnTo>
                    <a:pt x="22015" y="84233"/>
                  </a:lnTo>
                  <a:lnTo>
                    <a:pt x="19447" y="88900"/>
                  </a:lnTo>
                  <a:lnTo>
                    <a:pt x="17028" y="93646"/>
                  </a:lnTo>
                  <a:lnTo>
                    <a:pt x="14761" y="98467"/>
                  </a:lnTo>
                  <a:lnTo>
                    <a:pt x="12650" y="103358"/>
                  </a:lnTo>
                  <a:lnTo>
                    <a:pt x="10695" y="108314"/>
                  </a:lnTo>
                  <a:lnTo>
                    <a:pt x="8899" y="113329"/>
                  </a:lnTo>
                  <a:lnTo>
                    <a:pt x="7264" y="118399"/>
                  </a:lnTo>
                  <a:lnTo>
                    <a:pt x="5791" y="123519"/>
                  </a:lnTo>
                  <a:lnTo>
                    <a:pt x="4482" y="128683"/>
                  </a:lnTo>
                  <a:lnTo>
                    <a:pt x="3339" y="133886"/>
                  </a:lnTo>
                  <a:lnTo>
                    <a:pt x="2362" y="139123"/>
                  </a:lnTo>
                  <a:lnTo>
                    <a:pt x="1552" y="144388"/>
                  </a:lnTo>
                  <a:lnTo>
                    <a:pt x="910" y="149677"/>
                  </a:lnTo>
                  <a:lnTo>
                    <a:pt x="437" y="154983"/>
                  </a:lnTo>
                  <a:lnTo>
                    <a:pt x="133" y="160302"/>
                  </a:lnTo>
                  <a:lnTo>
                    <a:pt x="0" y="165627"/>
                  </a:lnTo>
                  <a:lnTo>
                    <a:pt x="35" y="170954"/>
                  </a:lnTo>
                  <a:lnTo>
                    <a:pt x="241" y="176277"/>
                  </a:lnTo>
                  <a:lnTo>
                    <a:pt x="616" y="181592"/>
                  </a:lnTo>
                  <a:lnTo>
                    <a:pt x="1160" y="186891"/>
                  </a:lnTo>
                  <a:lnTo>
                    <a:pt x="1873" y="192170"/>
                  </a:lnTo>
                  <a:lnTo>
                    <a:pt x="2753" y="197424"/>
                  </a:lnTo>
                  <a:lnTo>
                    <a:pt x="3801" y="202647"/>
                  </a:lnTo>
                  <a:lnTo>
                    <a:pt x="5015" y="207835"/>
                  </a:lnTo>
                  <a:lnTo>
                    <a:pt x="6393" y="212981"/>
                  </a:lnTo>
                  <a:lnTo>
                    <a:pt x="7934" y="218080"/>
                  </a:lnTo>
                  <a:lnTo>
                    <a:pt x="9637" y="223128"/>
                  </a:lnTo>
                  <a:lnTo>
                    <a:pt x="11500" y="228118"/>
                  </a:lnTo>
                  <a:lnTo>
                    <a:pt x="13522" y="233047"/>
                  </a:lnTo>
                  <a:lnTo>
                    <a:pt x="15699" y="237909"/>
                  </a:lnTo>
                  <a:lnTo>
                    <a:pt x="18030" y="242700"/>
                  </a:lnTo>
                  <a:lnTo>
                    <a:pt x="20512" y="247413"/>
                  </a:lnTo>
                  <a:lnTo>
                    <a:pt x="23144" y="252045"/>
                  </a:lnTo>
                  <a:lnTo>
                    <a:pt x="25921" y="256591"/>
                  </a:lnTo>
                  <a:lnTo>
                    <a:pt x="28842" y="261046"/>
                  </a:lnTo>
                  <a:lnTo>
                    <a:pt x="31904" y="265405"/>
                  </a:lnTo>
                  <a:lnTo>
                    <a:pt x="35103" y="269665"/>
                  </a:lnTo>
                  <a:lnTo>
                    <a:pt x="38436" y="273821"/>
                  </a:lnTo>
                  <a:lnTo>
                    <a:pt x="41900" y="277868"/>
                  </a:lnTo>
                  <a:lnTo>
                    <a:pt x="45491" y="281804"/>
                  </a:lnTo>
                  <a:lnTo>
                    <a:pt x="49205" y="285622"/>
                  </a:lnTo>
                  <a:lnTo>
                    <a:pt x="53039" y="289320"/>
                  </a:lnTo>
                  <a:lnTo>
                    <a:pt x="56990" y="292895"/>
                  </a:lnTo>
                  <a:lnTo>
                    <a:pt x="61052" y="296341"/>
                  </a:lnTo>
                  <a:lnTo>
                    <a:pt x="65222" y="299657"/>
                  </a:lnTo>
                  <a:lnTo>
                    <a:pt x="69495" y="302838"/>
                  </a:lnTo>
                  <a:lnTo>
                    <a:pt x="73868" y="305881"/>
                  </a:lnTo>
                  <a:lnTo>
                    <a:pt x="78335" y="308783"/>
                  </a:lnTo>
                  <a:lnTo>
                    <a:pt x="82892" y="311541"/>
                  </a:lnTo>
                  <a:lnTo>
                    <a:pt x="87535" y="314153"/>
                  </a:lnTo>
                  <a:lnTo>
                    <a:pt x="92259" y="316616"/>
                  </a:lnTo>
                  <a:lnTo>
                    <a:pt x="97059" y="318926"/>
                  </a:lnTo>
                  <a:lnTo>
                    <a:pt x="101931" y="321083"/>
                  </a:lnTo>
                  <a:lnTo>
                    <a:pt x="106868" y="323083"/>
                  </a:lnTo>
                  <a:lnTo>
                    <a:pt x="111867" y="324925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65745" y="1489739"/>
              <a:ext cx="55293" cy="157758"/>
            </a:xfrm>
            <a:custGeom>
              <a:avLst/>
              <a:pathLst>
                <a:path w="55293" h="157758">
                  <a:moveTo>
                    <a:pt x="0" y="157758"/>
                  </a:moveTo>
                  <a:lnTo>
                    <a:pt x="5529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65745" y="1326382"/>
              <a:ext cx="222447" cy="330505"/>
            </a:xfrm>
            <a:custGeom>
              <a:avLst/>
              <a:pathLst>
                <a:path w="222447" h="330505">
                  <a:moveTo>
                    <a:pt x="0" y="321115"/>
                  </a:moveTo>
                  <a:lnTo>
                    <a:pt x="5076" y="322803"/>
                  </a:lnTo>
                  <a:lnTo>
                    <a:pt x="10205" y="324329"/>
                  </a:lnTo>
                  <a:lnTo>
                    <a:pt x="15379" y="325689"/>
                  </a:lnTo>
                  <a:lnTo>
                    <a:pt x="20595" y="326883"/>
                  </a:lnTo>
                  <a:lnTo>
                    <a:pt x="25846" y="327910"/>
                  </a:lnTo>
                  <a:lnTo>
                    <a:pt x="31127" y="328768"/>
                  </a:lnTo>
                  <a:lnTo>
                    <a:pt x="36433" y="329457"/>
                  </a:lnTo>
                  <a:lnTo>
                    <a:pt x="41758" y="329975"/>
                  </a:lnTo>
                  <a:lnTo>
                    <a:pt x="47097" y="330323"/>
                  </a:lnTo>
                  <a:lnTo>
                    <a:pt x="52445" y="330500"/>
                  </a:lnTo>
                  <a:lnTo>
                    <a:pt x="57795" y="330505"/>
                  </a:lnTo>
                  <a:lnTo>
                    <a:pt x="63143" y="330340"/>
                  </a:lnTo>
                  <a:lnTo>
                    <a:pt x="68483" y="330003"/>
                  </a:lnTo>
                  <a:lnTo>
                    <a:pt x="73809" y="329495"/>
                  </a:lnTo>
                  <a:lnTo>
                    <a:pt x="79116" y="328818"/>
                  </a:lnTo>
                  <a:lnTo>
                    <a:pt x="84399" y="327970"/>
                  </a:lnTo>
                  <a:lnTo>
                    <a:pt x="89652" y="326955"/>
                  </a:lnTo>
                  <a:lnTo>
                    <a:pt x="94870" y="325771"/>
                  </a:lnTo>
                  <a:lnTo>
                    <a:pt x="100048" y="324422"/>
                  </a:lnTo>
                  <a:lnTo>
                    <a:pt x="105179" y="322907"/>
                  </a:lnTo>
                  <a:lnTo>
                    <a:pt x="110260" y="321229"/>
                  </a:lnTo>
                  <a:lnTo>
                    <a:pt x="115284" y="319389"/>
                  </a:lnTo>
                  <a:lnTo>
                    <a:pt x="120246" y="317389"/>
                  </a:lnTo>
                  <a:lnTo>
                    <a:pt x="125143" y="315231"/>
                  </a:lnTo>
                  <a:lnTo>
                    <a:pt x="129967" y="312918"/>
                  </a:lnTo>
                  <a:lnTo>
                    <a:pt x="134715" y="310452"/>
                  </a:lnTo>
                  <a:lnTo>
                    <a:pt x="139382" y="307835"/>
                  </a:lnTo>
                  <a:lnTo>
                    <a:pt x="143962" y="305070"/>
                  </a:lnTo>
                  <a:lnTo>
                    <a:pt x="148452" y="302159"/>
                  </a:lnTo>
                  <a:lnTo>
                    <a:pt x="152846" y="299107"/>
                  </a:lnTo>
                  <a:lnTo>
                    <a:pt x="157141" y="295916"/>
                  </a:lnTo>
                  <a:lnTo>
                    <a:pt x="161331" y="292588"/>
                  </a:lnTo>
                  <a:lnTo>
                    <a:pt x="165412" y="289129"/>
                  </a:lnTo>
                  <a:lnTo>
                    <a:pt x="169381" y="285540"/>
                  </a:lnTo>
                  <a:lnTo>
                    <a:pt x="173232" y="281827"/>
                  </a:lnTo>
                  <a:lnTo>
                    <a:pt x="176963" y="277992"/>
                  </a:lnTo>
                  <a:lnTo>
                    <a:pt x="180570" y="274039"/>
                  </a:lnTo>
                  <a:lnTo>
                    <a:pt x="184048" y="269973"/>
                  </a:lnTo>
                  <a:lnTo>
                    <a:pt x="187394" y="265798"/>
                  </a:lnTo>
                  <a:lnTo>
                    <a:pt x="190604" y="261518"/>
                  </a:lnTo>
                  <a:lnTo>
                    <a:pt x="193676" y="257138"/>
                  </a:lnTo>
                  <a:lnTo>
                    <a:pt x="196607" y="252661"/>
                  </a:lnTo>
                  <a:lnTo>
                    <a:pt x="199392" y="248093"/>
                  </a:lnTo>
                  <a:lnTo>
                    <a:pt x="202030" y="243438"/>
                  </a:lnTo>
                  <a:lnTo>
                    <a:pt x="204518" y="238701"/>
                  </a:lnTo>
                  <a:lnTo>
                    <a:pt x="206853" y="233887"/>
                  </a:lnTo>
                  <a:lnTo>
                    <a:pt x="209032" y="229001"/>
                  </a:lnTo>
                  <a:lnTo>
                    <a:pt x="211054" y="224047"/>
                  </a:lnTo>
                  <a:lnTo>
                    <a:pt x="212917" y="219031"/>
                  </a:lnTo>
                  <a:lnTo>
                    <a:pt x="214618" y="213958"/>
                  </a:lnTo>
                  <a:lnTo>
                    <a:pt x="216155" y="208834"/>
                  </a:lnTo>
                  <a:lnTo>
                    <a:pt x="217528" y="203662"/>
                  </a:lnTo>
                  <a:lnTo>
                    <a:pt x="218735" y="198450"/>
                  </a:lnTo>
                  <a:lnTo>
                    <a:pt x="219774" y="193201"/>
                  </a:lnTo>
                  <a:lnTo>
                    <a:pt x="220645" y="187922"/>
                  </a:lnTo>
                  <a:lnTo>
                    <a:pt x="221347" y="182618"/>
                  </a:lnTo>
                  <a:lnTo>
                    <a:pt x="221878" y="177294"/>
                  </a:lnTo>
                  <a:lnTo>
                    <a:pt x="222239" y="171956"/>
                  </a:lnTo>
                  <a:lnTo>
                    <a:pt x="222428" y="166609"/>
                  </a:lnTo>
                  <a:lnTo>
                    <a:pt x="222447" y="161258"/>
                  </a:lnTo>
                  <a:lnTo>
                    <a:pt x="222294" y="155910"/>
                  </a:lnTo>
                  <a:lnTo>
                    <a:pt x="221970" y="150570"/>
                  </a:lnTo>
                  <a:lnTo>
                    <a:pt x="221476" y="145242"/>
                  </a:lnTo>
                  <a:lnTo>
                    <a:pt x="220811" y="139933"/>
                  </a:lnTo>
                  <a:lnTo>
                    <a:pt x="219977" y="134648"/>
                  </a:lnTo>
                  <a:lnTo>
                    <a:pt x="218973" y="129393"/>
                  </a:lnTo>
                  <a:lnTo>
                    <a:pt x="217803" y="124172"/>
                  </a:lnTo>
                  <a:lnTo>
                    <a:pt x="216465" y="118991"/>
                  </a:lnTo>
                  <a:lnTo>
                    <a:pt x="214963" y="113856"/>
                  </a:lnTo>
                  <a:lnTo>
                    <a:pt x="213297" y="108772"/>
                  </a:lnTo>
                  <a:lnTo>
                    <a:pt x="211469" y="103743"/>
                  </a:lnTo>
                  <a:lnTo>
                    <a:pt x="209482" y="98776"/>
                  </a:lnTo>
                  <a:lnTo>
                    <a:pt x="207336" y="93874"/>
                  </a:lnTo>
                  <a:lnTo>
                    <a:pt x="205034" y="89044"/>
                  </a:lnTo>
                  <a:lnTo>
                    <a:pt x="202580" y="84290"/>
                  </a:lnTo>
                  <a:lnTo>
                    <a:pt x="199974" y="79617"/>
                  </a:lnTo>
                  <a:lnTo>
                    <a:pt x="197220" y="75030"/>
                  </a:lnTo>
                  <a:lnTo>
                    <a:pt x="194321" y="70533"/>
                  </a:lnTo>
                  <a:lnTo>
                    <a:pt x="191279" y="66131"/>
                  </a:lnTo>
                  <a:lnTo>
                    <a:pt x="188098" y="61829"/>
                  </a:lnTo>
                  <a:lnTo>
                    <a:pt x="184781" y="57631"/>
                  </a:lnTo>
                  <a:lnTo>
                    <a:pt x="181331" y="53542"/>
                  </a:lnTo>
                  <a:lnTo>
                    <a:pt x="177752" y="49564"/>
                  </a:lnTo>
                  <a:lnTo>
                    <a:pt x="174048" y="45704"/>
                  </a:lnTo>
                  <a:lnTo>
                    <a:pt x="170222" y="41963"/>
                  </a:lnTo>
                  <a:lnTo>
                    <a:pt x="166278" y="38348"/>
                  </a:lnTo>
                  <a:lnTo>
                    <a:pt x="162221" y="34860"/>
                  </a:lnTo>
                  <a:lnTo>
                    <a:pt x="158054" y="31504"/>
                  </a:lnTo>
                  <a:lnTo>
                    <a:pt x="153781" y="28283"/>
                  </a:lnTo>
                  <a:lnTo>
                    <a:pt x="149408" y="25200"/>
                  </a:lnTo>
                  <a:lnTo>
                    <a:pt x="144939" y="22259"/>
                  </a:lnTo>
                  <a:lnTo>
                    <a:pt x="140377" y="19462"/>
                  </a:lnTo>
                  <a:lnTo>
                    <a:pt x="135729" y="16813"/>
                  </a:lnTo>
                  <a:lnTo>
                    <a:pt x="130998" y="14314"/>
                  </a:lnTo>
                  <a:lnTo>
                    <a:pt x="126189" y="11968"/>
                  </a:lnTo>
                  <a:lnTo>
                    <a:pt x="121308" y="9776"/>
                  </a:lnTo>
                  <a:lnTo>
                    <a:pt x="116360" y="7742"/>
                  </a:lnTo>
                  <a:lnTo>
                    <a:pt x="111348" y="5868"/>
                  </a:lnTo>
                  <a:lnTo>
                    <a:pt x="106280" y="4155"/>
                  </a:lnTo>
                  <a:lnTo>
                    <a:pt x="101159" y="2604"/>
                  </a:lnTo>
                  <a:lnTo>
                    <a:pt x="95991" y="1219"/>
                  </a:lnTo>
                  <a:lnTo>
                    <a:pt x="90781" y="0"/>
                  </a:lnTo>
                  <a:lnTo>
                    <a:pt x="55293" y="1633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35488" cy="167167"/>
            </a:xfrm>
            <a:custGeom>
              <a:avLst/>
              <a:pathLst>
                <a:path w="35488" h="167167">
                  <a:moveTo>
                    <a:pt x="35488" y="3810"/>
                  </a:moveTo>
                  <a:lnTo>
                    <a:pt x="28469" y="2442"/>
                  </a:lnTo>
                  <a:lnTo>
                    <a:pt x="21397" y="1375"/>
                  </a:lnTo>
                  <a:lnTo>
                    <a:pt x="14286" y="611"/>
                  </a:lnTo>
                  <a:lnTo>
                    <a:pt x="7149" y="15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6" y="1071028"/>
              <a:ext cx="167162" cy="280951"/>
            </a:xfrm>
            <a:custGeom>
              <a:avLst/>
              <a:pathLst>
                <a:path w="167162" h="280951">
                  <a:moveTo>
                    <a:pt x="167162" y="0"/>
                  </a:moveTo>
                  <a:lnTo>
                    <a:pt x="161778" y="86"/>
                  </a:lnTo>
                  <a:lnTo>
                    <a:pt x="156399" y="346"/>
                  </a:lnTo>
                  <a:lnTo>
                    <a:pt x="151031" y="780"/>
                  </a:lnTo>
                  <a:lnTo>
                    <a:pt x="145680" y="1385"/>
                  </a:lnTo>
                  <a:lnTo>
                    <a:pt x="140352" y="2163"/>
                  </a:lnTo>
                  <a:lnTo>
                    <a:pt x="135051" y="3113"/>
                  </a:lnTo>
                  <a:lnTo>
                    <a:pt x="129784" y="4232"/>
                  </a:lnTo>
                  <a:lnTo>
                    <a:pt x="124555" y="5520"/>
                  </a:lnTo>
                  <a:lnTo>
                    <a:pt x="119371" y="6977"/>
                  </a:lnTo>
                  <a:lnTo>
                    <a:pt x="114236" y="8599"/>
                  </a:lnTo>
                  <a:lnTo>
                    <a:pt x="109156" y="10386"/>
                  </a:lnTo>
                  <a:lnTo>
                    <a:pt x="104136" y="12336"/>
                  </a:lnTo>
                  <a:lnTo>
                    <a:pt x="99182" y="14446"/>
                  </a:lnTo>
                  <a:lnTo>
                    <a:pt x="94298" y="16715"/>
                  </a:lnTo>
                  <a:lnTo>
                    <a:pt x="89490" y="19140"/>
                  </a:lnTo>
                  <a:lnTo>
                    <a:pt x="84763" y="21718"/>
                  </a:lnTo>
                  <a:lnTo>
                    <a:pt x="80121" y="24448"/>
                  </a:lnTo>
                  <a:lnTo>
                    <a:pt x="75569" y="27325"/>
                  </a:lnTo>
                  <a:lnTo>
                    <a:pt x="71112" y="30348"/>
                  </a:lnTo>
                  <a:lnTo>
                    <a:pt x="66755" y="33513"/>
                  </a:lnTo>
                  <a:lnTo>
                    <a:pt x="62503" y="36816"/>
                  </a:lnTo>
                  <a:lnTo>
                    <a:pt x="58358" y="40255"/>
                  </a:lnTo>
                  <a:lnTo>
                    <a:pt x="54327" y="43825"/>
                  </a:lnTo>
                  <a:lnTo>
                    <a:pt x="50413" y="47523"/>
                  </a:lnTo>
                  <a:lnTo>
                    <a:pt x="46620" y="51346"/>
                  </a:lnTo>
                  <a:lnTo>
                    <a:pt x="42952" y="55288"/>
                  </a:lnTo>
                  <a:lnTo>
                    <a:pt x="39413" y="59347"/>
                  </a:lnTo>
                  <a:lnTo>
                    <a:pt x="36006" y="63518"/>
                  </a:lnTo>
                  <a:lnTo>
                    <a:pt x="32736" y="67796"/>
                  </a:lnTo>
                  <a:lnTo>
                    <a:pt x="29605" y="72177"/>
                  </a:lnTo>
                  <a:lnTo>
                    <a:pt x="26617" y="76657"/>
                  </a:lnTo>
                  <a:lnTo>
                    <a:pt x="23775" y="81231"/>
                  </a:lnTo>
                  <a:lnTo>
                    <a:pt x="21081" y="85894"/>
                  </a:lnTo>
                  <a:lnTo>
                    <a:pt x="18539" y="90641"/>
                  </a:lnTo>
                  <a:lnTo>
                    <a:pt x="16151" y="95468"/>
                  </a:lnTo>
                  <a:lnTo>
                    <a:pt x="13920" y="100369"/>
                  </a:lnTo>
                  <a:lnTo>
                    <a:pt x="11848" y="105340"/>
                  </a:lnTo>
                  <a:lnTo>
                    <a:pt x="9938" y="110374"/>
                  </a:lnTo>
                  <a:lnTo>
                    <a:pt x="8190" y="115468"/>
                  </a:lnTo>
                  <a:lnTo>
                    <a:pt x="6607" y="120615"/>
                  </a:lnTo>
                  <a:lnTo>
                    <a:pt x="5191" y="125810"/>
                  </a:lnTo>
                  <a:lnTo>
                    <a:pt x="3943" y="131049"/>
                  </a:lnTo>
                  <a:lnTo>
                    <a:pt x="2864" y="136325"/>
                  </a:lnTo>
                  <a:lnTo>
                    <a:pt x="1956" y="141632"/>
                  </a:lnTo>
                  <a:lnTo>
                    <a:pt x="1219" y="146967"/>
                  </a:lnTo>
                  <a:lnTo>
                    <a:pt x="655" y="152322"/>
                  </a:lnTo>
                  <a:lnTo>
                    <a:pt x="263" y="157693"/>
                  </a:lnTo>
                  <a:lnTo>
                    <a:pt x="45" y="163074"/>
                  </a:lnTo>
                  <a:lnTo>
                    <a:pt x="0" y="168458"/>
                  </a:lnTo>
                  <a:lnTo>
                    <a:pt x="128" y="173842"/>
                  </a:lnTo>
                  <a:lnTo>
                    <a:pt x="429" y="179218"/>
                  </a:lnTo>
                  <a:lnTo>
                    <a:pt x="904" y="184583"/>
                  </a:lnTo>
                  <a:lnTo>
                    <a:pt x="1551" y="189929"/>
                  </a:lnTo>
                  <a:lnTo>
                    <a:pt x="2370" y="195251"/>
                  </a:lnTo>
                  <a:lnTo>
                    <a:pt x="3360" y="200544"/>
                  </a:lnTo>
                  <a:lnTo>
                    <a:pt x="4521" y="205803"/>
                  </a:lnTo>
                  <a:lnTo>
                    <a:pt x="5849" y="211021"/>
                  </a:lnTo>
                  <a:lnTo>
                    <a:pt x="7346" y="216194"/>
                  </a:lnTo>
                  <a:lnTo>
                    <a:pt x="9008" y="221316"/>
                  </a:lnTo>
                  <a:lnTo>
                    <a:pt x="10834" y="226382"/>
                  </a:lnTo>
                  <a:lnTo>
                    <a:pt x="12822" y="231387"/>
                  </a:lnTo>
                  <a:lnTo>
                    <a:pt x="14971" y="236325"/>
                  </a:lnTo>
                  <a:lnTo>
                    <a:pt x="17277" y="241191"/>
                  </a:lnTo>
                  <a:lnTo>
                    <a:pt x="19739" y="245980"/>
                  </a:lnTo>
                  <a:lnTo>
                    <a:pt x="22354" y="250687"/>
                  </a:lnTo>
                  <a:lnTo>
                    <a:pt x="25119" y="255308"/>
                  </a:lnTo>
                  <a:lnTo>
                    <a:pt x="28032" y="259837"/>
                  </a:lnTo>
                  <a:lnTo>
                    <a:pt x="31089" y="264271"/>
                  </a:lnTo>
                  <a:lnTo>
                    <a:pt x="34287" y="268603"/>
                  </a:lnTo>
                  <a:lnTo>
                    <a:pt x="37623" y="272830"/>
                  </a:lnTo>
                  <a:lnTo>
                    <a:pt x="41094" y="276948"/>
                  </a:lnTo>
                  <a:lnTo>
                    <a:pt x="44695" y="280951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22791" y="1238196"/>
              <a:ext cx="122466" cy="113784"/>
            </a:xfrm>
            <a:custGeom>
              <a:avLst/>
              <a:pathLst>
                <a:path w="122466" h="113784">
                  <a:moveTo>
                    <a:pt x="0" y="113784"/>
                  </a:moveTo>
                  <a:lnTo>
                    <a:pt x="12246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22791" y="1141409"/>
              <a:ext cx="289627" cy="263944"/>
            </a:xfrm>
            <a:custGeom>
              <a:avLst/>
              <a:pathLst>
                <a:path w="289627" h="263944">
                  <a:moveTo>
                    <a:pt x="0" y="210570"/>
                  </a:moveTo>
                  <a:lnTo>
                    <a:pt x="3706" y="214434"/>
                  </a:lnTo>
                  <a:lnTo>
                    <a:pt x="7534" y="218176"/>
                  </a:lnTo>
                  <a:lnTo>
                    <a:pt x="11480" y="221794"/>
                  </a:lnTo>
                  <a:lnTo>
                    <a:pt x="15539" y="225284"/>
                  </a:lnTo>
                  <a:lnTo>
                    <a:pt x="19709" y="228641"/>
                  </a:lnTo>
                  <a:lnTo>
                    <a:pt x="23983" y="231864"/>
                  </a:lnTo>
                  <a:lnTo>
                    <a:pt x="28359" y="234948"/>
                  </a:lnTo>
                  <a:lnTo>
                    <a:pt x="32831" y="237891"/>
                  </a:lnTo>
                  <a:lnTo>
                    <a:pt x="37395" y="240689"/>
                  </a:lnTo>
                  <a:lnTo>
                    <a:pt x="42047" y="243339"/>
                  </a:lnTo>
                  <a:lnTo>
                    <a:pt x="46781" y="245839"/>
                  </a:lnTo>
                  <a:lnTo>
                    <a:pt x="51592" y="248186"/>
                  </a:lnTo>
                  <a:lnTo>
                    <a:pt x="56476" y="250377"/>
                  </a:lnTo>
                  <a:lnTo>
                    <a:pt x="61428" y="252412"/>
                  </a:lnTo>
                  <a:lnTo>
                    <a:pt x="66443" y="254286"/>
                  </a:lnTo>
                  <a:lnTo>
                    <a:pt x="71514" y="255999"/>
                  </a:lnTo>
                  <a:lnTo>
                    <a:pt x="76639" y="257549"/>
                  </a:lnTo>
                  <a:lnTo>
                    <a:pt x="81810" y="258934"/>
                  </a:lnTo>
                  <a:lnTo>
                    <a:pt x="87023" y="260153"/>
                  </a:lnTo>
                  <a:lnTo>
                    <a:pt x="92272" y="261204"/>
                  </a:lnTo>
                  <a:lnTo>
                    <a:pt x="97552" y="262087"/>
                  </a:lnTo>
                  <a:lnTo>
                    <a:pt x="102858" y="262800"/>
                  </a:lnTo>
                  <a:lnTo>
                    <a:pt x="108184" y="263342"/>
                  </a:lnTo>
                  <a:lnTo>
                    <a:pt x="113524" y="263714"/>
                  </a:lnTo>
                  <a:lnTo>
                    <a:pt x="118874" y="263915"/>
                  </a:lnTo>
                  <a:lnTo>
                    <a:pt x="124227" y="263944"/>
                  </a:lnTo>
                  <a:lnTo>
                    <a:pt x="129578" y="263802"/>
                  </a:lnTo>
                  <a:lnTo>
                    <a:pt x="134923" y="263489"/>
                  </a:lnTo>
                  <a:lnTo>
                    <a:pt x="140254" y="263004"/>
                  </a:lnTo>
                  <a:lnTo>
                    <a:pt x="145567" y="262350"/>
                  </a:lnTo>
                  <a:lnTo>
                    <a:pt x="150857" y="261525"/>
                  </a:lnTo>
                  <a:lnTo>
                    <a:pt x="156117" y="260531"/>
                  </a:lnTo>
                  <a:lnTo>
                    <a:pt x="161343" y="259370"/>
                  </a:lnTo>
                  <a:lnTo>
                    <a:pt x="166529" y="258042"/>
                  </a:lnTo>
                  <a:lnTo>
                    <a:pt x="171670" y="256548"/>
                  </a:lnTo>
                  <a:lnTo>
                    <a:pt x="176760" y="254891"/>
                  </a:lnTo>
                  <a:lnTo>
                    <a:pt x="181795" y="253071"/>
                  </a:lnTo>
                  <a:lnTo>
                    <a:pt x="186769" y="251091"/>
                  </a:lnTo>
                  <a:lnTo>
                    <a:pt x="191677" y="248953"/>
                  </a:lnTo>
                  <a:lnTo>
                    <a:pt x="196514" y="246659"/>
                  </a:lnTo>
                  <a:lnTo>
                    <a:pt x="201275" y="244211"/>
                  </a:lnTo>
                  <a:lnTo>
                    <a:pt x="205955" y="241612"/>
                  </a:lnTo>
                  <a:lnTo>
                    <a:pt x="210549" y="238865"/>
                  </a:lnTo>
                  <a:lnTo>
                    <a:pt x="215054" y="235971"/>
                  </a:lnTo>
                  <a:lnTo>
                    <a:pt x="219463" y="232935"/>
                  </a:lnTo>
                  <a:lnTo>
                    <a:pt x="223773" y="229760"/>
                  </a:lnTo>
                  <a:lnTo>
                    <a:pt x="227979" y="226448"/>
                  </a:lnTo>
                  <a:lnTo>
                    <a:pt x="232076" y="223003"/>
                  </a:lnTo>
                  <a:lnTo>
                    <a:pt x="236061" y="219428"/>
                  </a:lnTo>
                  <a:lnTo>
                    <a:pt x="239930" y="215728"/>
                  </a:lnTo>
                  <a:lnTo>
                    <a:pt x="243678" y="211906"/>
                  </a:lnTo>
                  <a:lnTo>
                    <a:pt x="247302" y="207965"/>
                  </a:lnTo>
                  <a:lnTo>
                    <a:pt x="250798" y="203911"/>
                  </a:lnTo>
                  <a:lnTo>
                    <a:pt x="254163" y="199747"/>
                  </a:lnTo>
                  <a:lnTo>
                    <a:pt x="257392" y="195477"/>
                  </a:lnTo>
                  <a:lnTo>
                    <a:pt x="260483" y="191106"/>
                  </a:lnTo>
                  <a:lnTo>
                    <a:pt x="263432" y="186639"/>
                  </a:lnTo>
                  <a:lnTo>
                    <a:pt x="266237" y="182079"/>
                  </a:lnTo>
                  <a:lnTo>
                    <a:pt x="268895" y="177431"/>
                  </a:lnTo>
                  <a:lnTo>
                    <a:pt x="271402" y="172701"/>
                  </a:lnTo>
                  <a:lnTo>
                    <a:pt x="273756" y="167894"/>
                  </a:lnTo>
                  <a:lnTo>
                    <a:pt x="275955" y="163013"/>
                  </a:lnTo>
                  <a:lnTo>
                    <a:pt x="277997" y="158064"/>
                  </a:lnTo>
                  <a:lnTo>
                    <a:pt x="279880" y="153053"/>
                  </a:lnTo>
                  <a:lnTo>
                    <a:pt x="281601" y="147983"/>
                  </a:lnTo>
                  <a:lnTo>
                    <a:pt x="283158" y="142862"/>
                  </a:lnTo>
                  <a:lnTo>
                    <a:pt x="284551" y="137693"/>
                  </a:lnTo>
                  <a:lnTo>
                    <a:pt x="285778" y="132482"/>
                  </a:lnTo>
                  <a:lnTo>
                    <a:pt x="286837" y="127234"/>
                  </a:lnTo>
                  <a:lnTo>
                    <a:pt x="287728" y="121955"/>
                  </a:lnTo>
                  <a:lnTo>
                    <a:pt x="288449" y="116651"/>
                  </a:lnTo>
                  <a:lnTo>
                    <a:pt x="289000" y="111326"/>
                  </a:lnTo>
                  <a:lnTo>
                    <a:pt x="289380" y="105986"/>
                  </a:lnTo>
                  <a:lnTo>
                    <a:pt x="289589" y="100636"/>
                  </a:lnTo>
                  <a:lnTo>
                    <a:pt x="289627" y="95283"/>
                  </a:lnTo>
                  <a:lnTo>
                    <a:pt x="289493" y="89931"/>
                  </a:lnTo>
                  <a:lnTo>
                    <a:pt x="289188" y="84587"/>
                  </a:lnTo>
                  <a:lnTo>
                    <a:pt x="288712" y="79255"/>
                  </a:lnTo>
                  <a:lnTo>
                    <a:pt x="288065" y="73940"/>
                  </a:lnTo>
                  <a:lnTo>
                    <a:pt x="287249" y="68650"/>
                  </a:lnTo>
                  <a:lnTo>
                    <a:pt x="286263" y="63388"/>
                  </a:lnTo>
                  <a:lnTo>
                    <a:pt x="285110" y="58160"/>
                  </a:lnTo>
                  <a:lnTo>
                    <a:pt x="283790" y="52972"/>
                  </a:lnTo>
                  <a:lnTo>
                    <a:pt x="282304" y="47829"/>
                  </a:lnTo>
                  <a:lnTo>
                    <a:pt x="280654" y="42736"/>
                  </a:lnTo>
                  <a:lnTo>
                    <a:pt x="278843" y="37698"/>
                  </a:lnTo>
                  <a:lnTo>
                    <a:pt x="276870" y="32721"/>
                  </a:lnTo>
                  <a:lnTo>
                    <a:pt x="274740" y="27810"/>
                  </a:lnTo>
                  <a:lnTo>
                    <a:pt x="272453" y="22970"/>
                  </a:lnTo>
                  <a:lnTo>
                    <a:pt x="270013" y="18205"/>
                  </a:lnTo>
                  <a:lnTo>
                    <a:pt x="267421" y="13521"/>
                  </a:lnTo>
                  <a:lnTo>
                    <a:pt x="264680" y="8922"/>
                  </a:lnTo>
                  <a:lnTo>
                    <a:pt x="261794" y="4413"/>
                  </a:lnTo>
                  <a:lnTo>
                    <a:pt x="258765" y="0"/>
                  </a:lnTo>
                  <a:lnTo>
                    <a:pt x="122466" y="967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36298" cy="167167"/>
            </a:xfrm>
            <a:custGeom>
              <a:avLst/>
              <a:pathLst>
                <a:path w="136298" h="167167">
                  <a:moveTo>
                    <a:pt x="136298" y="70380"/>
                  </a:moveTo>
                  <a:lnTo>
                    <a:pt x="133043" y="65953"/>
                  </a:lnTo>
                  <a:lnTo>
                    <a:pt x="129645" y="61635"/>
                  </a:lnTo>
                  <a:lnTo>
                    <a:pt x="126106" y="57431"/>
                  </a:lnTo>
                  <a:lnTo>
                    <a:pt x="122431" y="53345"/>
                  </a:lnTo>
                  <a:lnTo>
                    <a:pt x="118624" y="49383"/>
                  </a:lnTo>
                  <a:lnTo>
                    <a:pt x="114689" y="45548"/>
                  </a:lnTo>
                  <a:lnTo>
                    <a:pt x="110630" y="41844"/>
                  </a:lnTo>
                  <a:lnTo>
                    <a:pt x="106451" y="38275"/>
                  </a:lnTo>
                  <a:lnTo>
                    <a:pt x="102157" y="34846"/>
                  </a:lnTo>
                  <a:lnTo>
                    <a:pt x="97753" y="31560"/>
                  </a:lnTo>
                  <a:lnTo>
                    <a:pt x="93243" y="28420"/>
                  </a:lnTo>
                  <a:lnTo>
                    <a:pt x="88633" y="25431"/>
                  </a:lnTo>
                  <a:lnTo>
                    <a:pt x="83926" y="22594"/>
                  </a:lnTo>
                  <a:lnTo>
                    <a:pt x="79129" y="19914"/>
                  </a:lnTo>
                  <a:lnTo>
                    <a:pt x="74247" y="17393"/>
                  </a:lnTo>
                  <a:lnTo>
                    <a:pt x="69284" y="15033"/>
                  </a:lnTo>
                  <a:lnTo>
                    <a:pt x="64246" y="12838"/>
                  </a:lnTo>
                  <a:lnTo>
                    <a:pt x="59139" y="10810"/>
                  </a:lnTo>
                  <a:lnTo>
                    <a:pt x="53968" y="8951"/>
                  </a:lnTo>
                  <a:lnTo>
                    <a:pt x="48739" y="7263"/>
                  </a:lnTo>
                  <a:lnTo>
                    <a:pt x="43457" y="5747"/>
                  </a:lnTo>
                  <a:lnTo>
                    <a:pt x="38128" y="4406"/>
                  </a:lnTo>
                  <a:lnTo>
                    <a:pt x="32758" y="3241"/>
                  </a:lnTo>
                  <a:lnTo>
                    <a:pt x="27352" y="2253"/>
                  </a:lnTo>
                  <a:lnTo>
                    <a:pt x="21917" y="1443"/>
                  </a:lnTo>
                  <a:lnTo>
                    <a:pt x="16459" y="812"/>
                  </a:lnTo>
                  <a:lnTo>
                    <a:pt x="10982" y="361"/>
                  </a:lnTo>
                  <a:lnTo>
                    <a:pt x="549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6832" y="941493"/>
              <a:ext cx="86711" cy="167167"/>
            </a:xfrm>
            <a:custGeom>
              <a:avLst/>
              <a:pathLst>
                <a:path w="86711" h="167167">
                  <a:moveTo>
                    <a:pt x="86711" y="0"/>
                  </a:moveTo>
                  <a:lnTo>
                    <a:pt x="81014" y="97"/>
                  </a:lnTo>
                  <a:lnTo>
                    <a:pt x="75324" y="388"/>
                  </a:lnTo>
                  <a:lnTo>
                    <a:pt x="69648" y="873"/>
                  </a:lnTo>
                  <a:lnTo>
                    <a:pt x="63991" y="1551"/>
                  </a:lnTo>
                  <a:lnTo>
                    <a:pt x="58360" y="2421"/>
                  </a:lnTo>
                  <a:lnTo>
                    <a:pt x="52763" y="3483"/>
                  </a:lnTo>
                  <a:lnTo>
                    <a:pt x="47204" y="4735"/>
                  </a:lnTo>
                  <a:lnTo>
                    <a:pt x="41692" y="6176"/>
                  </a:lnTo>
                  <a:lnTo>
                    <a:pt x="36232" y="7803"/>
                  </a:lnTo>
                  <a:lnTo>
                    <a:pt x="30831" y="9616"/>
                  </a:lnTo>
                  <a:lnTo>
                    <a:pt x="25494" y="11612"/>
                  </a:lnTo>
                  <a:lnTo>
                    <a:pt x="20229" y="13788"/>
                  </a:lnTo>
                  <a:lnTo>
                    <a:pt x="15041" y="16143"/>
                  </a:lnTo>
                  <a:lnTo>
                    <a:pt x="9936" y="18673"/>
                  </a:lnTo>
                  <a:lnTo>
                    <a:pt x="4920" y="21375"/>
                  </a:lnTo>
                  <a:lnTo>
                    <a:pt x="0" y="24247"/>
                  </a:lnTo>
                  <a:lnTo>
                    <a:pt x="8671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84" y="947850"/>
              <a:ext cx="334322" cy="327973"/>
            </a:xfrm>
            <a:custGeom>
              <a:avLst/>
              <a:pathLst>
                <a:path w="334322" h="327973">
                  <a:moveTo>
                    <a:pt x="80448" y="17890"/>
                  </a:moveTo>
                  <a:lnTo>
                    <a:pt x="75955" y="20715"/>
                  </a:lnTo>
                  <a:lnTo>
                    <a:pt x="71553" y="23681"/>
                  </a:lnTo>
                  <a:lnTo>
                    <a:pt x="67248" y="26785"/>
                  </a:lnTo>
                  <a:lnTo>
                    <a:pt x="63044" y="30024"/>
                  </a:lnTo>
                  <a:lnTo>
                    <a:pt x="58944" y="33395"/>
                  </a:lnTo>
                  <a:lnTo>
                    <a:pt x="54954" y="36895"/>
                  </a:lnTo>
                  <a:lnTo>
                    <a:pt x="51077" y="40519"/>
                  </a:lnTo>
                  <a:lnTo>
                    <a:pt x="47317" y="44265"/>
                  </a:lnTo>
                  <a:lnTo>
                    <a:pt x="43677" y="48128"/>
                  </a:lnTo>
                  <a:lnTo>
                    <a:pt x="40162" y="52105"/>
                  </a:lnTo>
                  <a:lnTo>
                    <a:pt x="36775" y="56192"/>
                  </a:lnTo>
                  <a:lnTo>
                    <a:pt x="33520" y="60383"/>
                  </a:lnTo>
                  <a:lnTo>
                    <a:pt x="30399" y="64677"/>
                  </a:lnTo>
                  <a:lnTo>
                    <a:pt x="27416" y="69067"/>
                  </a:lnTo>
                  <a:lnTo>
                    <a:pt x="24574" y="73549"/>
                  </a:lnTo>
                  <a:lnTo>
                    <a:pt x="21876" y="78119"/>
                  </a:lnTo>
                  <a:lnTo>
                    <a:pt x="19324" y="82773"/>
                  </a:lnTo>
                  <a:lnTo>
                    <a:pt x="16921" y="87506"/>
                  </a:lnTo>
                  <a:lnTo>
                    <a:pt x="14670" y="92312"/>
                  </a:lnTo>
                  <a:lnTo>
                    <a:pt x="12572" y="97188"/>
                  </a:lnTo>
                  <a:lnTo>
                    <a:pt x="10631" y="102127"/>
                  </a:lnTo>
                  <a:lnTo>
                    <a:pt x="8847" y="107126"/>
                  </a:lnTo>
                  <a:lnTo>
                    <a:pt x="7222" y="112179"/>
                  </a:lnTo>
                  <a:lnTo>
                    <a:pt x="5759" y="117280"/>
                  </a:lnTo>
                  <a:lnTo>
                    <a:pt x="4458" y="122426"/>
                  </a:lnTo>
                  <a:lnTo>
                    <a:pt x="3322" y="127610"/>
                  </a:lnTo>
                  <a:lnTo>
                    <a:pt x="2351" y="132828"/>
                  </a:lnTo>
                  <a:lnTo>
                    <a:pt x="1545" y="138074"/>
                  </a:lnTo>
                  <a:lnTo>
                    <a:pt x="907" y="143343"/>
                  </a:lnTo>
                  <a:lnTo>
                    <a:pt x="436" y="148630"/>
                  </a:lnTo>
                  <a:lnTo>
                    <a:pt x="134" y="153929"/>
                  </a:lnTo>
                  <a:lnTo>
                    <a:pt x="0" y="159235"/>
                  </a:lnTo>
                  <a:lnTo>
                    <a:pt x="34" y="164542"/>
                  </a:lnTo>
                  <a:lnTo>
                    <a:pt x="236" y="169846"/>
                  </a:lnTo>
                  <a:lnTo>
                    <a:pt x="607" y="175140"/>
                  </a:lnTo>
                  <a:lnTo>
                    <a:pt x="1146" y="180420"/>
                  </a:lnTo>
                  <a:lnTo>
                    <a:pt x="1853" y="185681"/>
                  </a:lnTo>
                  <a:lnTo>
                    <a:pt x="2725" y="190916"/>
                  </a:lnTo>
                  <a:lnTo>
                    <a:pt x="3764" y="196121"/>
                  </a:lnTo>
                  <a:lnTo>
                    <a:pt x="4967" y="201290"/>
                  </a:lnTo>
                  <a:lnTo>
                    <a:pt x="6334" y="206419"/>
                  </a:lnTo>
                  <a:lnTo>
                    <a:pt x="7863" y="211501"/>
                  </a:lnTo>
                  <a:lnTo>
                    <a:pt x="9553" y="216533"/>
                  </a:lnTo>
                  <a:lnTo>
                    <a:pt x="11401" y="221508"/>
                  </a:lnTo>
                  <a:lnTo>
                    <a:pt x="13407" y="226422"/>
                  </a:lnTo>
                  <a:lnTo>
                    <a:pt x="15567" y="231270"/>
                  </a:lnTo>
                  <a:lnTo>
                    <a:pt x="17880" y="236047"/>
                  </a:lnTo>
                  <a:lnTo>
                    <a:pt x="20344" y="240748"/>
                  </a:lnTo>
                  <a:lnTo>
                    <a:pt x="22955" y="245368"/>
                  </a:lnTo>
                  <a:lnTo>
                    <a:pt x="25713" y="249903"/>
                  </a:lnTo>
                  <a:lnTo>
                    <a:pt x="28612" y="254349"/>
                  </a:lnTo>
                  <a:lnTo>
                    <a:pt x="31651" y="258700"/>
                  </a:lnTo>
                  <a:lnTo>
                    <a:pt x="34827" y="262953"/>
                  </a:lnTo>
                  <a:lnTo>
                    <a:pt x="38137" y="267102"/>
                  </a:lnTo>
                  <a:lnTo>
                    <a:pt x="41576" y="271144"/>
                  </a:lnTo>
                  <a:lnTo>
                    <a:pt x="45142" y="275075"/>
                  </a:lnTo>
                  <a:lnTo>
                    <a:pt x="48831" y="278891"/>
                  </a:lnTo>
                  <a:lnTo>
                    <a:pt x="52639" y="282588"/>
                  </a:lnTo>
                  <a:lnTo>
                    <a:pt x="56563" y="286162"/>
                  </a:lnTo>
                  <a:lnTo>
                    <a:pt x="60598" y="289610"/>
                  </a:lnTo>
                  <a:lnTo>
                    <a:pt x="64741" y="292928"/>
                  </a:lnTo>
                  <a:lnTo>
                    <a:pt x="68986" y="296113"/>
                  </a:lnTo>
                  <a:lnTo>
                    <a:pt x="73331" y="299161"/>
                  </a:lnTo>
                  <a:lnTo>
                    <a:pt x="77770" y="302070"/>
                  </a:lnTo>
                  <a:lnTo>
                    <a:pt x="82300" y="304837"/>
                  </a:lnTo>
                  <a:lnTo>
                    <a:pt x="86915" y="307458"/>
                  </a:lnTo>
                  <a:lnTo>
                    <a:pt x="91611" y="309932"/>
                  </a:lnTo>
                  <a:lnTo>
                    <a:pt x="96383" y="312255"/>
                  </a:lnTo>
                  <a:lnTo>
                    <a:pt x="101226" y="314425"/>
                  </a:lnTo>
                  <a:lnTo>
                    <a:pt x="106136" y="316441"/>
                  </a:lnTo>
                  <a:lnTo>
                    <a:pt x="111108" y="318300"/>
                  </a:lnTo>
                  <a:lnTo>
                    <a:pt x="116135" y="320000"/>
                  </a:lnTo>
                  <a:lnTo>
                    <a:pt x="121215" y="321539"/>
                  </a:lnTo>
                  <a:lnTo>
                    <a:pt x="126340" y="322917"/>
                  </a:lnTo>
                  <a:lnTo>
                    <a:pt x="131507" y="324131"/>
                  </a:lnTo>
                  <a:lnTo>
                    <a:pt x="136710" y="325181"/>
                  </a:lnTo>
                  <a:lnTo>
                    <a:pt x="141943" y="326064"/>
                  </a:lnTo>
                  <a:lnTo>
                    <a:pt x="147202" y="326782"/>
                  </a:lnTo>
                  <a:lnTo>
                    <a:pt x="152481" y="327331"/>
                  </a:lnTo>
                  <a:lnTo>
                    <a:pt x="157775" y="327714"/>
                  </a:lnTo>
                  <a:lnTo>
                    <a:pt x="163078" y="327927"/>
                  </a:lnTo>
                  <a:lnTo>
                    <a:pt x="168385" y="327973"/>
                  </a:lnTo>
                  <a:lnTo>
                    <a:pt x="173691" y="327849"/>
                  </a:lnTo>
                  <a:lnTo>
                    <a:pt x="178991" y="327558"/>
                  </a:lnTo>
                  <a:lnTo>
                    <a:pt x="184278" y="327098"/>
                  </a:lnTo>
                  <a:lnTo>
                    <a:pt x="189549" y="326471"/>
                  </a:lnTo>
                  <a:lnTo>
                    <a:pt x="194797" y="325677"/>
                  </a:lnTo>
                  <a:lnTo>
                    <a:pt x="200016" y="324716"/>
                  </a:lnTo>
                  <a:lnTo>
                    <a:pt x="205203" y="323591"/>
                  </a:lnTo>
                  <a:lnTo>
                    <a:pt x="210352" y="322301"/>
                  </a:lnTo>
                  <a:lnTo>
                    <a:pt x="215456" y="320848"/>
                  </a:lnTo>
                  <a:lnTo>
                    <a:pt x="220513" y="319234"/>
                  </a:lnTo>
                  <a:lnTo>
                    <a:pt x="225515" y="317461"/>
                  </a:lnTo>
                  <a:lnTo>
                    <a:pt x="230459" y="315529"/>
                  </a:lnTo>
                  <a:lnTo>
                    <a:pt x="235338" y="313442"/>
                  </a:lnTo>
                  <a:lnTo>
                    <a:pt x="240149" y="311201"/>
                  </a:lnTo>
                  <a:lnTo>
                    <a:pt x="244887" y="308808"/>
                  </a:lnTo>
                  <a:lnTo>
                    <a:pt x="249546" y="306266"/>
                  </a:lnTo>
                  <a:lnTo>
                    <a:pt x="254122" y="303577"/>
                  </a:lnTo>
                  <a:lnTo>
                    <a:pt x="258611" y="300744"/>
                  </a:lnTo>
                  <a:lnTo>
                    <a:pt x="263007" y="297770"/>
                  </a:lnTo>
                  <a:lnTo>
                    <a:pt x="267306" y="294659"/>
                  </a:lnTo>
                  <a:lnTo>
                    <a:pt x="271505" y="291412"/>
                  </a:lnTo>
                  <a:lnTo>
                    <a:pt x="275599" y="288034"/>
                  </a:lnTo>
                  <a:lnTo>
                    <a:pt x="279583" y="284527"/>
                  </a:lnTo>
                  <a:lnTo>
                    <a:pt x="283453" y="280896"/>
                  </a:lnTo>
                  <a:lnTo>
                    <a:pt x="287207" y="277143"/>
                  </a:lnTo>
                  <a:lnTo>
                    <a:pt x="290840" y="273274"/>
                  </a:lnTo>
                  <a:lnTo>
                    <a:pt x="294348" y="269291"/>
                  </a:lnTo>
                  <a:lnTo>
                    <a:pt x="297727" y="265198"/>
                  </a:lnTo>
                  <a:lnTo>
                    <a:pt x="300975" y="261001"/>
                  </a:lnTo>
                  <a:lnTo>
                    <a:pt x="304089" y="256702"/>
                  </a:lnTo>
                  <a:lnTo>
                    <a:pt x="307064" y="252307"/>
                  </a:lnTo>
                  <a:lnTo>
                    <a:pt x="309898" y="247820"/>
                  </a:lnTo>
                  <a:lnTo>
                    <a:pt x="312588" y="243244"/>
                  </a:lnTo>
                  <a:lnTo>
                    <a:pt x="315132" y="238586"/>
                  </a:lnTo>
                  <a:lnTo>
                    <a:pt x="317526" y="233849"/>
                  </a:lnTo>
                  <a:lnTo>
                    <a:pt x="319769" y="229039"/>
                  </a:lnTo>
                  <a:lnTo>
                    <a:pt x="321858" y="224160"/>
                  </a:lnTo>
                  <a:lnTo>
                    <a:pt x="323791" y="219217"/>
                  </a:lnTo>
                  <a:lnTo>
                    <a:pt x="325567" y="214215"/>
                  </a:lnTo>
                  <a:lnTo>
                    <a:pt x="327182" y="209160"/>
                  </a:lnTo>
                  <a:lnTo>
                    <a:pt x="328636" y="204055"/>
                  </a:lnTo>
                  <a:lnTo>
                    <a:pt x="329928" y="198907"/>
                  </a:lnTo>
                  <a:lnTo>
                    <a:pt x="331055" y="193721"/>
                  </a:lnTo>
                  <a:lnTo>
                    <a:pt x="332017" y="188501"/>
                  </a:lnTo>
                  <a:lnTo>
                    <a:pt x="332813" y="183254"/>
                  </a:lnTo>
                  <a:lnTo>
                    <a:pt x="333442" y="177984"/>
                  </a:lnTo>
                  <a:lnTo>
                    <a:pt x="333904" y="172696"/>
                  </a:lnTo>
                  <a:lnTo>
                    <a:pt x="334197" y="167397"/>
                  </a:lnTo>
                  <a:lnTo>
                    <a:pt x="334322" y="162091"/>
                  </a:lnTo>
                  <a:lnTo>
                    <a:pt x="334278" y="156783"/>
                  </a:lnTo>
                  <a:lnTo>
                    <a:pt x="334066" y="151480"/>
                  </a:lnTo>
                  <a:lnTo>
                    <a:pt x="333686" y="146186"/>
                  </a:lnTo>
                  <a:lnTo>
                    <a:pt x="333138" y="140907"/>
                  </a:lnTo>
                  <a:lnTo>
                    <a:pt x="332422" y="135648"/>
                  </a:lnTo>
                  <a:lnTo>
                    <a:pt x="331540" y="130414"/>
                  </a:lnTo>
                  <a:lnTo>
                    <a:pt x="330493" y="125211"/>
                  </a:lnTo>
                  <a:lnTo>
                    <a:pt x="329280" y="120044"/>
                  </a:lnTo>
                  <a:lnTo>
                    <a:pt x="327904" y="114918"/>
                  </a:lnTo>
                  <a:lnTo>
                    <a:pt x="326367" y="109838"/>
                  </a:lnTo>
                  <a:lnTo>
                    <a:pt x="324668" y="104810"/>
                  </a:lnTo>
                  <a:lnTo>
                    <a:pt x="322811" y="99838"/>
                  </a:lnTo>
                  <a:lnTo>
                    <a:pt x="320797" y="94927"/>
                  </a:lnTo>
                  <a:lnTo>
                    <a:pt x="318628" y="90083"/>
                  </a:lnTo>
                  <a:lnTo>
                    <a:pt x="316306" y="85310"/>
                  </a:lnTo>
                  <a:lnTo>
                    <a:pt x="313834" y="80614"/>
                  </a:lnTo>
                  <a:lnTo>
                    <a:pt x="311215" y="75998"/>
                  </a:lnTo>
                  <a:lnTo>
                    <a:pt x="308450" y="71467"/>
                  </a:lnTo>
                  <a:lnTo>
                    <a:pt x="305542" y="67027"/>
                  </a:lnTo>
                  <a:lnTo>
                    <a:pt x="302495" y="62681"/>
                  </a:lnTo>
                  <a:lnTo>
                    <a:pt x="299312" y="58434"/>
                  </a:lnTo>
                  <a:lnTo>
                    <a:pt x="295995" y="54291"/>
                  </a:lnTo>
                  <a:lnTo>
                    <a:pt x="292549" y="50254"/>
                  </a:lnTo>
                  <a:lnTo>
                    <a:pt x="288976" y="46330"/>
                  </a:lnTo>
                  <a:lnTo>
                    <a:pt x="285280" y="42520"/>
                  </a:lnTo>
                  <a:lnTo>
                    <a:pt x="281466" y="38830"/>
                  </a:lnTo>
                  <a:lnTo>
                    <a:pt x="277536" y="35263"/>
                  </a:lnTo>
                  <a:lnTo>
                    <a:pt x="273495" y="31822"/>
                  </a:lnTo>
                  <a:lnTo>
                    <a:pt x="269346" y="28511"/>
                  </a:lnTo>
                  <a:lnTo>
                    <a:pt x="265095" y="25334"/>
                  </a:lnTo>
                  <a:lnTo>
                    <a:pt x="260745" y="22293"/>
                  </a:lnTo>
                  <a:lnTo>
                    <a:pt x="256300" y="19392"/>
                  </a:lnTo>
                  <a:lnTo>
                    <a:pt x="251766" y="16634"/>
                  </a:lnTo>
                  <a:lnTo>
                    <a:pt x="247146" y="14020"/>
                  </a:lnTo>
                  <a:lnTo>
                    <a:pt x="242446" y="11555"/>
                  </a:lnTo>
                  <a:lnTo>
                    <a:pt x="237670" y="9240"/>
                  </a:lnTo>
                  <a:lnTo>
                    <a:pt x="232823" y="7078"/>
                  </a:lnTo>
                  <a:lnTo>
                    <a:pt x="227909" y="5071"/>
                  </a:lnTo>
                  <a:lnTo>
                    <a:pt x="222935" y="3221"/>
                  </a:lnTo>
                  <a:lnTo>
                    <a:pt x="217904" y="1530"/>
                  </a:lnTo>
                  <a:lnTo>
                    <a:pt x="212822" y="0"/>
                  </a:lnTo>
                  <a:lnTo>
                    <a:pt x="167160" y="1608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5662" cy="167167"/>
            </a:xfrm>
            <a:custGeom>
              <a:avLst/>
              <a:pathLst>
                <a:path w="45662" h="167167">
                  <a:moveTo>
                    <a:pt x="45662" y="6357"/>
                  </a:moveTo>
                  <a:lnTo>
                    <a:pt x="39272" y="4678"/>
                  </a:lnTo>
                  <a:lnTo>
                    <a:pt x="32821" y="3253"/>
                  </a:lnTo>
                  <a:lnTo>
                    <a:pt x="26318" y="2084"/>
                  </a:lnTo>
                  <a:lnTo>
                    <a:pt x="19775" y="1173"/>
                  </a:lnTo>
                  <a:lnTo>
                    <a:pt x="13200" y="522"/>
                  </a:lnTo>
                  <a:lnTo>
                    <a:pt x="6605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2856" y="941493"/>
              <a:ext cx="53358" cy="167167"/>
            </a:xfrm>
            <a:custGeom>
              <a:avLst/>
              <a:pathLst>
                <a:path w="53358" h="167167">
                  <a:moveTo>
                    <a:pt x="53358" y="0"/>
                  </a:moveTo>
                  <a:lnTo>
                    <a:pt x="47325" y="108"/>
                  </a:lnTo>
                  <a:lnTo>
                    <a:pt x="41300" y="435"/>
                  </a:lnTo>
                  <a:lnTo>
                    <a:pt x="35291" y="979"/>
                  </a:lnTo>
                  <a:lnTo>
                    <a:pt x="29305" y="1739"/>
                  </a:lnTo>
                  <a:lnTo>
                    <a:pt x="23350" y="2715"/>
                  </a:lnTo>
                  <a:lnTo>
                    <a:pt x="17435" y="3905"/>
                  </a:lnTo>
                  <a:lnTo>
                    <a:pt x="11566" y="5308"/>
                  </a:lnTo>
                  <a:lnTo>
                    <a:pt x="5752" y="6922"/>
                  </a:lnTo>
                  <a:lnTo>
                    <a:pt x="0" y="8744"/>
                  </a:lnTo>
                  <a:lnTo>
                    <a:pt x="533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2856" y="950238"/>
              <a:ext cx="53358" cy="158422"/>
            </a:xfrm>
            <a:custGeom>
              <a:avLst/>
              <a:pathLst>
                <a:path w="53358" h="158422">
                  <a:moveTo>
                    <a:pt x="0" y="0"/>
                  </a:moveTo>
                  <a:lnTo>
                    <a:pt x="53358" y="1584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9" y="950238"/>
              <a:ext cx="167166" cy="325252"/>
            </a:xfrm>
            <a:custGeom>
              <a:avLst/>
              <a:pathLst>
                <a:path w="167166" h="325252">
                  <a:moveTo>
                    <a:pt x="113807" y="0"/>
                  </a:moveTo>
                  <a:lnTo>
                    <a:pt x="108764" y="1789"/>
                  </a:lnTo>
                  <a:lnTo>
                    <a:pt x="103781" y="3738"/>
                  </a:lnTo>
                  <a:lnTo>
                    <a:pt x="98862" y="5846"/>
                  </a:lnTo>
                  <a:lnTo>
                    <a:pt x="94013" y="8111"/>
                  </a:lnTo>
                  <a:lnTo>
                    <a:pt x="89240" y="10529"/>
                  </a:lnTo>
                  <a:lnTo>
                    <a:pt x="84546" y="13099"/>
                  </a:lnTo>
                  <a:lnTo>
                    <a:pt x="79937" y="15818"/>
                  </a:lnTo>
                  <a:lnTo>
                    <a:pt x="75417" y="18683"/>
                  </a:lnTo>
                  <a:lnTo>
                    <a:pt x="70991" y="21691"/>
                  </a:lnTo>
                  <a:lnTo>
                    <a:pt x="66664" y="24840"/>
                  </a:lnTo>
                  <a:lnTo>
                    <a:pt x="62440" y="28125"/>
                  </a:lnTo>
                  <a:lnTo>
                    <a:pt x="58323" y="31544"/>
                  </a:lnTo>
                  <a:lnTo>
                    <a:pt x="54318" y="35093"/>
                  </a:lnTo>
                  <a:lnTo>
                    <a:pt x="50428" y="38768"/>
                  </a:lnTo>
                  <a:lnTo>
                    <a:pt x="46658" y="42566"/>
                  </a:lnTo>
                  <a:lnTo>
                    <a:pt x="43012" y="46482"/>
                  </a:lnTo>
                  <a:lnTo>
                    <a:pt x="39492" y="50513"/>
                  </a:lnTo>
                  <a:lnTo>
                    <a:pt x="36104" y="54655"/>
                  </a:lnTo>
                  <a:lnTo>
                    <a:pt x="32850" y="58903"/>
                  </a:lnTo>
                  <a:lnTo>
                    <a:pt x="29733" y="63253"/>
                  </a:lnTo>
                  <a:lnTo>
                    <a:pt x="26758" y="67701"/>
                  </a:lnTo>
                  <a:lnTo>
                    <a:pt x="23926" y="72242"/>
                  </a:lnTo>
                  <a:lnTo>
                    <a:pt x="21241" y="76871"/>
                  </a:lnTo>
                  <a:lnTo>
                    <a:pt x="18705" y="81583"/>
                  </a:lnTo>
                  <a:lnTo>
                    <a:pt x="16322" y="86374"/>
                  </a:lnTo>
                  <a:lnTo>
                    <a:pt x="14093" y="91240"/>
                  </a:lnTo>
                  <a:lnTo>
                    <a:pt x="12021" y="96173"/>
                  </a:lnTo>
                  <a:lnTo>
                    <a:pt x="10108" y="101171"/>
                  </a:lnTo>
                  <a:lnTo>
                    <a:pt x="8356" y="106228"/>
                  </a:lnTo>
                  <a:lnTo>
                    <a:pt x="6767" y="111337"/>
                  </a:lnTo>
                  <a:lnTo>
                    <a:pt x="5342" y="116496"/>
                  </a:lnTo>
                  <a:lnTo>
                    <a:pt x="4083" y="121697"/>
                  </a:lnTo>
                  <a:lnTo>
                    <a:pt x="2991" y="126935"/>
                  </a:lnTo>
                  <a:lnTo>
                    <a:pt x="2067" y="132206"/>
                  </a:lnTo>
                  <a:lnTo>
                    <a:pt x="1313" y="137504"/>
                  </a:lnTo>
                  <a:lnTo>
                    <a:pt x="728" y="142823"/>
                  </a:lnTo>
                  <a:lnTo>
                    <a:pt x="314" y="148159"/>
                  </a:lnTo>
                  <a:lnTo>
                    <a:pt x="71" y="153504"/>
                  </a:lnTo>
                  <a:lnTo>
                    <a:pt x="0" y="158855"/>
                  </a:lnTo>
                  <a:lnTo>
                    <a:pt x="99" y="164206"/>
                  </a:lnTo>
                  <a:lnTo>
                    <a:pt x="370" y="169550"/>
                  </a:lnTo>
                  <a:lnTo>
                    <a:pt x="811" y="174883"/>
                  </a:lnTo>
                  <a:lnTo>
                    <a:pt x="1423" y="180199"/>
                  </a:lnTo>
                  <a:lnTo>
                    <a:pt x="2205" y="185493"/>
                  </a:lnTo>
                  <a:lnTo>
                    <a:pt x="3156" y="190759"/>
                  </a:lnTo>
                  <a:lnTo>
                    <a:pt x="4275" y="195992"/>
                  </a:lnTo>
                  <a:lnTo>
                    <a:pt x="5561" y="201187"/>
                  </a:lnTo>
                  <a:lnTo>
                    <a:pt x="7013" y="206337"/>
                  </a:lnTo>
                  <a:lnTo>
                    <a:pt x="8629" y="211439"/>
                  </a:lnTo>
                  <a:lnTo>
                    <a:pt x="10407" y="216486"/>
                  </a:lnTo>
                  <a:lnTo>
                    <a:pt x="12346" y="221474"/>
                  </a:lnTo>
                  <a:lnTo>
                    <a:pt x="14443" y="226397"/>
                  </a:lnTo>
                  <a:lnTo>
                    <a:pt x="16697" y="231251"/>
                  </a:lnTo>
                  <a:lnTo>
                    <a:pt x="19105" y="236029"/>
                  </a:lnTo>
                  <a:lnTo>
                    <a:pt x="21665" y="240729"/>
                  </a:lnTo>
                  <a:lnTo>
                    <a:pt x="24374" y="245344"/>
                  </a:lnTo>
                  <a:lnTo>
                    <a:pt x="27229" y="249870"/>
                  </a:lnTo>
                  <a:lnTo>
                    <a:pt x="30228" y="254302"/>
                  </a:lnTo>
                  <a:lnTo>
                    <a:pt x="33367" y="258636"/>
                  </a:lnTo>
                  <a:lnTo>
                    <a:pt x="36643" y="262867"/>
                  </a:lnTo>
                  <a:lnTo>
                    <a:pt x="40053" y="266991"/>
                  </a:lnTo>
                  <a:lnTo>
                    <a:pt x="43593" y="271004"/>
                  </a:lnTo>
                  <a:lnTo>
                    <a:pt x="47260" y="274902"/>
                  </a:lnTo>
                  <a:lnTo>
                    <a:pt x="51050" y="278680"/>
                  </a:lnTo>
                  <a:lnTo>
                    <a:pt x="54958" y="282335"/>
                  </a:lnTo>
                  <a:lnTo>
                    <a:pt x="58982" y="285863"/>
                  </a:lnTo>
                  <a:lnTo>
                    <a:pt x="63117" y="289260"/>
                  </a:lnTo>
                  <a:lnTo>
                    <a:pt x="67358" y="292524"/>
                  </a:lnTo>
                  <a:lnTo>
                    <a:pt x="71701" y="295650"/>
                  </a:lnTo>
                  <a:lnTo>
                    <a:pt x="76142" y="298635"/>
                  </a:lnTo>
                  <a:lnTo>
                    <a:pt x="80677" y="301476"/>
                  </a:lnTo>
                  <a:lnTo>
                    <a:pt x="85300" y="304171"/>
                  </a:lnTo>
                  <a:lnTo>
                    <a:pt x="90007" y="306717"/>
                  </a:lnTo>
                  <a:lnTo>
                    <a:pt x="94793" y="309111"/>
                  </a:lnTo>
                  <a:lnTo>
                    <a:pt x="99653" y="311350"/>
                  </a:lnTo>
                  <a:lnTo>
                    <a:pt x="104583" y="313433"/>
                  </a:lnTo>
                  <a:lnTo>
                    <a:pt x="109576" y="315356"/>
                  </a:lnTo>
                  <a:lnTo>
                    <a:pt x="114629" y="317119"/>
                  </a:lnTo>
                  <a:lnTo>
                    <a:pt x="119735" y="318720"/>
                  </a:lnTo>
                  <a:lnTo>
                    <a:pt x="124890" y="320156"/>
                  </a:lnTo>
                  <a:lnTo>
                    <a:pt x="130089" y="321426"/>
                  </a:lnTo>
                  <a:lnTo>
                    <a:pt x="135325" y="322529"/>
                  </a:lnTo>
                  <a:lnTo>
                    <a:pt x="140594" y="323464"/>
                  </a:lnTo>
                  <a:lnTo>
                    <a:pt x="145890" y="324230"/>
                  </a:lnTo>
                  <a:lnTo>
                    <a:pt x="151208" y="324826"/>
                  </a:lnTo>
                  <a:lnTo>
                    <a:pt x="156543" y="325252"/>
                  </a:lnTo>
                  <a:lnTo>
                    <a:pt x="167166" y="1584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75592" y="941493"/>
              <a:ext cx="177770" cy="334334"/>
            </a:xfrm>
            <a:custGeom>
              <a:avLst/>
              <a:pathLst>
                <a:path w="177770" h="334334">
                  <a:moveTo>
                    <a:pt x="0" y="333996"/>
                  </a:moveTo>
                  <a:lnTo>
                    <a:pt x="5298" y="334250"/>
                  </a:lnTo>
                  <a:lnTo>
                    <a:pt x="10602" y="334334"/>
                  </a:lnTo>
                  <a:lnTo>
                    <a:pt x="15906" y="334251"/>
                  </a:lnTo>
                  <a:lnTo>
                    <a:pt x="21205" y="333999"/>
                  </a:lnTo>
                  <a:lnTo>
                    <a:pt x="26493" y="333579"/>
                  </a:lnTo>
                  <a:lnTo>
                    <a:pt x="31765" y="332992"/>
                  </a:lnTo>
                  <a:lnTo>
                    <a:pt x="37016" y="332238"/>
                  </a:lnTo>
                  <a:lnTo>
                    <a:pt x="42241" y="331317"/>
                  </a:lnTo>
                  <a:lnTo>
                    <a:pt x="47433" y="330231"/>
                  </a:lnTo>
                  <a:lnTo>
                    <a:pt x="52588" y="328981"/>
                  </a:lnTo>
                  <a:lnTo>
                    <a:pt x="57701" y="327568"/>
                  </a:lnTo>
                  <a:lnTo>
                    <a:pt x="62767" y="325994"/>
                  </a:lnTo>
                  <a:lnTo>
                    <a:pt x="67780" y="324259"/>
                  </a:lnTo>
                  <a:lnTo>
                    <a:pt x="72736" y="322367"/>
                  </a:lnTo>
                  <a:lnTo>
                    <a:pt x="77629" y="320318"/>
                  </a:lnTo>
                  <a:lnTo>
                    <a:pt x="82455" y="318115"/>
                  </a:lnTo>
                  <a:lnTo>
                    <a:pt x="87208" y="315759"/>
                  </a:lnTo>
                  <a:lnTo>
                    <a:pt x="91884" y="313255"/>
                  </a:lnTo>
                  <a:lnTo>
                    <a:pt x="96479" y="310603"/>
                  </a:lnTo>
                  <a:lnTo>
                    <a:pt x="100986" y="307806"/>
                  </a:lnTo>
                  <a:lnTo>
                    <a:pt x="105403" y="304868"/>
                  </a:lnTo>
                  <a:lnTo>
                    <a:pt x="109725" y="301792"/>
                  </a:lnTo>
                  <a:lnTo>
                    <a:pt x="113946" y="298580"/>
                  </a:lnTo>
                  <a:lnTo>
                    <a:pt x="118064" y="295235"/>
                  </a:lnTo>
                  <a:lnTo>
                    <a:pt x="122073" y="291762"/>
                  </a:lnTo>
                  <a:lnTo>
                    <a:pt x="125971" y="288163"/>
                  </a:lnTo>
                  <a:lnTo>
                    <a:pt x="129752" y="284442"/>
                  </a:lnTo>
                  <a:lnTo>
                    <a:pt x="133413" y="280603"/>
                  </a:lnTo>
                  <a:lnTo>
                    <a:pt x="136950" y="276650"/>
                  </a:lnTo>
                  <a:lnTo>
                    <a:pt x="140360" y="272587"/>
                  </a:lnTo>
                  <a:lnTo>
                    <a:pt x="143640" y="268417"/>
                  </a:lnTo>
                  <a:lnTo>
                    <a:pt x="146785" y="264146"/>
                  </a:lnTo>
                  <a:lnTo>
                    <a:pt x="149794" y="259776"/>
                  </a:lnTo>
                  <a:lnTo>
                    <a:pt x="152662" y="255314"/>
                  </a:lnTo>
                  <a:lnTo>
                    <a:pt x="155388" y="250763"/>
                  </a:lnTo>
                  <a:lnTo>
                    <a:pt x="157967" y="246127"/>
                  </a:lnTo>
                  <a:lnTo>
                    <a:pt x="160398" y="241413"/>
                  </a:lnTo>
                  <a:lnTo>
                    <a:pt x="162679" y="236623"/>
                  </a:lnTo>
                  <a:lnTo>
                    <a:pt x="164806" y="231763"/>
                  </a:lnTo>
                  <a:lnTo>
                    <a:pt x="166778" y="226839"/>
                  </a:lnTo>
                  <a:lnTo>
                    <a:pt x="168593" y="221854"/>
                  </a:lnTo>
                  <a:lnTo>
                    <a:pt x="170248" y="216814"/>
                  </a:lnTo>
                  <a:lnTo>
                    <a:pt x="171743" y="211725"/>
                  </a:lnTo>
                  <a:lnTo>
                    <a:pt x="173076" y="206590"/>
                  </a:lnTo>
                  <a:lnTo>
                    <a:pt x="174245" y="201416"/>
                  </a:lnTo>
                  <a:lnTo>
                    <a:pt x="175249" y="196207"/>
                  </a:lnTo>
                  <a:lnTo>
                    <a:pt x="176088" y="190969"/>
                  </a:lnTo>
                  <a:lnTo>
                    <a:pt x="176760" y="185707"/>
                  </a:lnTo>
                  <a:lnTo>
                    <a:pt x="177264" y="180426"/>
                  </a:lnTo>
                  <a:lnTo>
                    <a:pt x="177601" y="175132"/>
                  </a:lnTo>
                  <a:lnTo>
                    <a:pt x="177770" y="169830"/>
                  </a:lnTo>
                  <a:lnTo>
                    <a:pt x="177770" y="164525"/>
                  </a:lnTo>
                  <a:lnTo>
                    <a:pt x="177602" y="159223"/>
                  </a:lnTo>
                  <a:lnTo>
                    <a:pt x="177266" y="153929"/>
                  </a:lnTo>
                  <a:lnTo>
                    <a:pt x="176762" y="148648"/>
                  </a:lnTo>
                  <a:lnTo>
                    <a:pt x="176091" y="143386"/>
                  </a:lnTo>
                  <a:lnTo>
                    <a:pt x="175253" y="138148"/>
                  </a:lnTo>
                  <a:lnTo>
                    <a:pt x="174249" y="132939"/>
                  </a:lnTo>
                  <a:lnTo>
                    <a:pt x="173081" y="127764"/>
                  </a:lnTo>
                  <a:lnTo>
                    <a:pt x="171749" y="122630"/>
                  </a:lnTo>
                  <a:lnTo>
                    <a:pt x="170254" y="117540"/>
                  </a:lnTo>
                  <a:lnTo>
                    <a:pt x="168599" y="112500"/>
                  </a:lnTo>
                  <a:lnTo>
                    <a:pt x="166785" y="107515"/>
                  </a:lnTo>
                  <a:lnTo>
                    <a:pt x="164814" y="102590"/>
                  </a:lnTo>
                  <a:lnTo>
                    <a:pt x="162687" y="97730"/>
                  </a:lnTo>
                  <a:lnTo>
                    <a:pt x="160408" y="92940"/>
                  </a:lnTo>
                  <a:lnTo>
                    <a:pt x="157977" y="88225"/>
                  </a:lnTo>
                  <a:lnTo>
                    <a:pt x="155398" y="83589"/>
                  </a:lnTo>
                  <a:lnTo>
                    <a:pt x="152673" y="79038"/>
                  </a:lnTo>
                  <a:lnTo>
                    <a:pt x="149806" y="74575"/>
                  </a:lnTo>
                  <a:lnTo>
                    <a:pt x="146798" y="70206"/>
                  </a:lnTo>
                  <a:lnTo>
                    <a:pt x="143653" y="65934"/>
                  </a:lnTo>
                  <a:lnTo>
                    <a:pt x="140374" y="61764"/>
                  </a:lnTo>
                  <a:lnTo>
                    <a:pt x="136964" y="57700"/>
                  </a:lnTo>
                  <a:lnTo>
                    <a:pt x="133427" y="53746"/>
                  </a:lnTo>
                  <a:lnTo>
                    <a:pt x="129766" y="49907"/>
                  </a:lnTo>
                  <a:lnTo>
                    <a:pt x="125986" y="46186"/>
                  </a:lnTo>
                  <a:lnTo>
                    <a:pt x="122089" y="42586"/>
                  </a:lnTo>
                  <a:lnTo>
                    <a:pt x="118080" y="39112"/>
                  </a:lnTo>
                  <a:lnTo>
                    <a:pt x="113963" y="35767"/>
                  </a:lnTo>
                  <a:lnTo>
                    <a:pt x="109742" y="32554"/>
                  </a:lnTo>
                  <a:lnTo>
                    <a:pt x="105421" y="29477"/>
                  </a:lnTo>
                  <a:lnTo>
                    <a:pt x="101004" y="26539"/>
                  </a:lnTo>
                  <a:lnTo>
                    <a:pt x="96497" y="23742"/>
                  </a:lnTo>
                  <a:lnTo>
                    <a:pt x="91903" y="21089"/>
                  </a:lnTo>
                  <a:lnTo>
                    <a:pt x="87227" y="18584"/>
                  </a:lnTo>
                  <a:lnTo>
                    <a:pt x="82474" y="16228"/>
                  </a:lnTo>
                  <a:lnTo>
                    <a:pt x="77648" y="14025"/>
                  </a:lnTo>
                  <a:lnTo>
                    <a:pt x="72756" y="11975"/>
                  </a:lnTo>
                  <a:lnTo>
                    <a:pt x="67800" y="10082"/>
                  </a:lnTo>
                  <a:lnTo>
                    <a:pt x="62787" y="8347"/>
                  </a:lnTo>
                  <a:lnTo>
                    <a:pt x="57722" y="6771"/>
                  </a:lnTo>
                  <a:lnTo>
                    <a:pt x="52609" y="5358"/>
                  </a:lnTo>
                  <a:lnTo>
                    <a:pt x="47454" y="4107"/>
                  </a:lnTo>
                  <a:lnTo>
                    <a:pt x="42261" y="3021"/>
                  </a:lnTo>
                  <a:lnTo>
                    <a:pt x="37037" y="2099"/>
                  </a:lnTo>
                  <a:lnTo>
                    <a:pt x="31786" y="1345"/>
                  </a:lnTo>
                  <a:lnTo>
                    <a:pt x="26514" y="757"/>
                  </a:lnTo>
                  <a:lnTo>
                    <a:pt x="21226" y="336"/>
                  </a:lnTo>
                  <a:lnTo>
                    <a:pt x="15927" y="84"/>
                  </a:lnTo>
                  <a:lnTo>
                    <a:pt x="10623" y="0"/>
                  </a:lnTo>
                  <a:lnTo>
                    <a:pt x="1062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9263" y="1071028"/>
              <a:ext cx="165237" cy="167167"/>
            </a:xfrm>
            <a:custGeom>
              <a:avLst/>
              <a:pathLst>
                <a:path w="165237" h="167167">
                  <a:moveTo>
                    <a:pt x="165237" y="0"/>
                  </a:moveTo>
                  <a:lnTo>
                    <a:pt x="159848" y="86"/>
                  </a:lnTo>
                  <a:lnTo>
                    <a:pt x="154465" y="347"/>
                  </a:lnTo>
                  <a:lnTo>
                    <a:pt x="149092" y="781"/>
                  </a:lnTo>
                  <a:lnTo>
                    <a:pt x="143737" y="1388"/>
                  </a:lnTo>
                  <a:lnTo>
                    <a:pt x="138404" y="2167"/>
                  </a:lnTo>
                  <a:lnTo>
                    <a:pt x="133098" y="3118"/>
                  </a:lnTo>
                  <a:lnTo>
                    <a:pt x="127827" y="4239"/>
                  </a:lnTo>
                  <a:lnTo>
                    <a:pt x="122594" y="5530"/>
                  </a:lnTo>
                  <a:lnTo>
                    <a:pt x="117405" y="6989"/>
                  </a:lnTo>
                  <a:lnTo>
                    <a:pt x="112266" y="8614"/>
                  </a:lnTo>
                  <a:lnTo>
                    <a:pt x="107182" y="10404"/>
                  </a:lnTo>
                  <a:lnTo>
                    <a:pt x="102159" y="12357"/>
                  </a:lnTo>
                  <a:lnTo>
                    <a:pt x="97201" y="14471"/>
                  </a:lnTo>
                  <a:lnTo>
                    <a:pt x="92313" y="16744"/>
                  </a:lnTo>
                  <a:lnTo>
                    <a:pt x="87502" y="19173"/>
                  </a:lnTo>
                  <a:lnTo>
                    <a:pt x="82771" y="21756"/>
                  </a:lnTo>
                  <a:lnTo>
                    <a:pt x="78126" y="24490"/>
                  </a:lnTo>
                  <a:lnTo>
                    <a:pt x="73572" y="27373"/>
                  </a:lnTo>
                  <a:lnTo>
                    <a:pt x="69113" y="30400"/>
                  </a:lnTo>
                  <a:lnTo>
                    <a:pt x="64754" y="33570"/>
                  </a:lnTo>
                  <a:lnTo>
                    <a:pt x="60499" y="36879"/>
                  </a:lnTo>
                  <a:lnTo>
                    <a:pt x="56354" y="40323"/>
                  </a:lnTo>
                  <a:lnTo>
                    <a:pt x="52321" y="43900"/>
                  </a:lnTo>
                  <a:lnTo>
                    <a:pt x="48406" y="47604"/>
                  </a:lnTo>
                  <a:lnTo>
                    <a:pt x="44612" y="51432"/>
                  </a:lnTo>
                  <a:lnTo>
                    <a:pt x="40944" y="55381"/>
                  </a:lnTo>
                  <a:lnTo>
                    <a:pt x="37405" y="59446"/>
                  </a:lnTo>
                  <a:lnTo>
                    <a:pt x="33998" y="63623"/>
                  </a:lnTo>
                  <a:lnTo>
                    <a:pt x="30729" y="67908"/>
                  </a:lnTo>
                  <a:lnTo>
                    <a:pt x="27599" y="72296"/>
                  </a:lnTo>
                  <a:lnTo>
                    <a:pt x="24612" y="76782"/>
                  </a:lnTo>
                  <a:lnTo>
                    <a:pt x="21771" y="81363"/>
                  </a:lnTo>
                  <a:lnTo>
                    <a:pt x="19079" y="86033"/>
                  </a:lnTo>
                  <a:lnTo>
                    <a:pt x="16540" y="90787"/>
                  </a:lnTo>
                  <a:lnTo>
                    <a:pt x="14155" y="95620"/>
                  </a:lnTo>
                  <a:lnTo>
                    <a:pt x="11927" y="100528"/>
                  </a:lnTo>
                  <a:lnTo>
                    <a:pt x="9858" y="105505"/>
                  </a:lnTo>
                  <a:lnTo>
                    <a:pt x="7951" y="110546"/>
                  </a:lnTo>
                  <a:lnTo>
                    <a:pt x="6207" y="115646"/>
                  </a:lnTo>
                  <a:lnTo>
                    <a:pt x="4629" y="120800"/>
                  </a:lnTo>
                  <a:lnTo>
                    <a:pt x="3218" y="126001"/>
                  </a:lnTo>
                  <a:lnTo>
                    <a:pt x="1975" y="131246"/>
                  </a:lnTo>
                  <a:lnTo>
                    <a:pt x="902" y="136528"/>
                  </a:lnTo>
                  <a:lnTo>
                    <a:pt x="0" y="141842"/>
                  </a:lnTo>
                  <a:lnTo>
                    <a:pt x="16523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9263" y="1212870"/>
              <a:ext cx="165237" cy="25325"/>
            </a:xfrm>
            <a:custGeom>
              <a:avLst/>
              <a:pathLst>
                <a:path w="165237" h="25325">
                  <a:moveTo>
                    <a:pt x="0" y="0"/>
                  </a:moveTo>
                  <a:lnTo>
                    <a:pt x="165237" y="253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37" y="1074182"/>
              <a:ext cx="334322" cy="331176"/>
            </a:xfrm>
            <a:custGeom>
              <a:avLst/>
              <a:pathLst>
                <a:path w="334322" h="331176">
                  <a:moveTo>
                    <a:pt x="1925" y="138688"/>
                  </a:moveTo>
                  <a:lnTo>
                    <a:pt x="1204" y="143949"/>
                  </a:lnTo>
                  <a:lnTo>
                    <a:pt x="651" y="149231"/>
                  </a:lnTo>
                  <a:lnTo>
                    <a:pt x="265" y="154527"/>
                  </a:lnTo>
                  <a:lnTo>
                    <a:pt x="48" y="159833"/>
                  </a:lnTo>
                  <a:lnTo>
                    <a:pt x="0" y="165143"/>
                  </a:lnTo>
                  <a:lnTo>
                    <a:pt x="120" y="170452"/>
                  </a:lnTo>
                  <a:lnTo>
                    <a:pt x="409" y="175755"/>
                  </a:lnTo>
                  <a:lnTo>
                    <a:pt x="866" y="181046"/>
                  </a:lnTo>
                  <a:lnTo>
                    <a:pt x="1491" y="186319"/>
                  </a:lnTo>
                  <a:lnTo>
                    <a:pt x="2283" y="191570"/>
                  </a:lnTo>
                  <a:lnTo>
                    <a:pt x="3241" y="196793"/>
                  </a:lnTo>
                  <a:lnTo>
                    <a:pt x="4365" y="201983"/>
                  </a:lnTo>
                  <a:lnTo>
                    <a:pt x="5653" y="207135"/>
                  </a:lnTo>
                  <a:lnTo>
                    <a:pt x="7104" y="212243"/>
                  </a:lnTo>
                  <a:lnTo>
                    <a:pt x="8717" y="217303"/>
                  </a:lnTo>
                  <a:lnTo>
                    <a:pt x="10490" y="222309"/>
                  </a:lnTo>
                  <a:lnTo>
                    <a:pt x="12420" y="227256"/>
                  </a:lnTo>
                  <a:lnTo>
                    <a:pt x="14507" y="232139"/>
                  </a:lnTo>
                  <a:lnTo>
                    <a:pt x="16748" y="236953"/>
                  </a:lnTo>
                  <a:lnTo>
                    <a:pt x="19141" y="241694"/>
                  </a:lnTo>
                  <a:lnTo>
                    <a:pt x="21683" y="246357"/>
                  </a:lnTo>
                  <a:lnTo>
                    <a:pt x="24372" y="250936"/>
                  </a:lnTo>
                  <a:lnTo>
                    <a:pt x="27204" y="255428"/>
                  </a:lnTo>
                  <a:lnTo>
                    <a:pt x="30179" y="259827"/>
                  </a:lnTo>
                  <a:lnTo>
                    <a:pt x="33291" y="264130"/>
                  </a:lnTo>
                  <a:lnTo>
                    <a:pt x="36539" y="268331"/>
                  </a:lnTo>
                  <a:lnTo>
                    <a:pt x="39918" y="272428"/>
                  </a:lnTo>
                  <a:lnTo>
                    <a:pt x="43426" y="276415"/>
                  </a:lnTo>
                  <a:lnTo>
                    <a:pt x="47058" y="280288"/>
                  </a:lnTo>
                  <a:lnTo>
                    <a:pt x="50812" y="284044"/>
                  </a:lnTo>
                  <a:lnTo>
                    <a:pt x="54683" y="287680"/>
                  </a:lnTo>
                  <a:lnTo>
                    <a:pt x="58668" y="291190"/>
                  </a:lnTo>
                  <a:lnTo>
                    <a:pt x="62762" y="294572"/>
                  </a:lnTo>
                  <a:lnTo>
                    <a:pt x="66962" y="297822"/>
                  </a:lnTo>
                  <a:lnTo>
                    <a:pt x="71263" y="300937"/>
                  </a:lnTo>
                  <a:lnTo>
                    <a:pt x="75660" y="303914"/>
                  </a:lnTo>
                  <a:lnTo>
                    <a:pt x="80150" y="306750"/>
                  </a:lnTo>
                  <a:lnTo>
                    <a:pt x="84728" y="309442"/>
                  </a:lnTo>
                  <a:lnTo>
                    <a:pt x="89388" y="311987"/>
                  </a:lnTo>
                  <a:lnTo>
                    <a:pt x="94128" y="314382"/>
                  </a:lnTo>
                  <a:lnTo>
                    <a:pt x="98941" y="316626"/>
                  </a:lnTo>
                  <a:lnTo>
                    <a:pt x="103823" y="318716"/>
                  </a:lnTo>
                  <a:lnTo>
                    <a:pt x="108768" y="320650"/>
                  </a:lnTo>
                  <a:lnTo>
                    <a:pt x="113773" y="322426"/>
                  </a:lnTo>
                  <a:lnTo>
                    <a:pt x="118832" y="324042"/>
                  </a:lnTo>
                  <a:lnTo>
                    <a:pt x="123939" y="325496"/>
                  </a:lnTo>
                  <a:lnTo>
                    <a:pt x="129090" y="326788"/>
                  </a:lnTo>
                  <a:lnTo>
                    <a:pt x="134279" y="327915"/>
                  </a:lnTo>
                  <a:lnTo>
                    <a:pt x="139502" y="328877"/>
                  </a:lnTo>
                  <a:lnTo>
                    <a:pt x="144752" y="329672"/>
                  </a:lnTo>
                  <a:lnTo>
                    <a:pt x="150025" y="330300"/>
                  </a:lnTo>
                  <a:lnTo>
                    <a:pt x="155316" y="330761"/>
                  </a:lnTo>
                  <a:lnTo>
                    <a:pt x="160618" y="331053"/>
                  </a:lnTo>
                  <a:lnTo>
                    <a:pt x="165927" y="331176"/>
                  </a:lnTo>
                  <a:lnTo>
                    <a:pt x="171237" y="331131"/>
                  </a:lnTo>
                  <a:lnTo>
                    <a:pt x="176543" y="330918"/>
                  </a:lnTo>
                  <a:lnTo>
                    <a:pt x="181840" y="330536"/>
                  </a:lnTo>
                  <a:lnTo>
                    <a:pt x="187122" y="329985"/>
                  </a:lnTo>
                  <a:lnTo>
                    <a:pt x="192383" y="329268"/>
                  </a:lnTo>
                  <a:lnTo>
                    <a:pt x="197620" y="328383"/>
                  </a:lnTo>
                  <a:lnTo>
                    <a:pt x="202825" y="327333"/>
                  </a:lnTo>
                  <a:lnTo>
                    <a:pt x="207995" y="326118"/>
                  </a:lnTo>
                  <a:lnTo>
                    <a:pt x="213123" y="324739"/>
                  </a:lnTo>
                  <a:lnTo>
                    <a:pt x="218205" y="323198"/>
                  </a:lnTo>
                  <a:lnTo>
                    <a:pt x="223235" y="321497"/>
                  </a:lnTo>
                  <a:lnTo>
                    <a:pt x="228209" y="319636"/>
                  </a:lnTo>
                  <a:lnTo>
                    <a:pt x="233121" y="317619"/>
                  </a:lnTo>
                  <a:lnTo>
                    <a:pt x="237967" y="315446"/>
                  </a:lnTo>
                  <a:lnTo>
                    <a:pt x="242741" y="313121"/>
                  </a:lnTo>
                  <a:lnTo>
                    <a:pt x="247439" y="310645"/>
                  </a:lnTo>
                  <a:lnTo>
                    <a:pt x="252056" y="308021"/>
                  </a:lnTo>
                  <a:lnTo>
                    <a:pt x="256587" y="305252"/>
                  </a:lnTo>
                  <a:lnTo>
                    <a:pt x="261028" y="302340"/>
                  </a:lnTo>
                  <a:lnTo>
                    <a:pt x="265375" y="299289"/>
                  </a:lnTo>
                  <a:lnTo>
                    <a:pt x="269622" y="296101"/>
                  </a:lnTo>
                  <a:lnTo>
                    <a:pt x="273766" y="292780"/>
                  </a:lnTo>
                  <a:lnTo>
                    <a:pt x="277802" y="289329"/>
                  </a:lnTo>
                  <a:lnTo>
                    <a:pt x="281726" y="285752"/>
                  </a:lnTo>
                  <a:lnTo>
                    <a:pt x="285535" y="282052"/>
                  </a:lnTo>
                  <a:lnTo>
                    <a:pt x="289225" y="278232"/>
                  </a:lnTo>
                  <a:lnTo>
                    <a:pt x="292791" y="274298"/>
                  </a:lnTo>
                  <a:lnTo>
                    <a:pt x="296231" y="270252"/>
                  </a:lnTo>
                  <a:lnTo>
                    <a:pt x="299540" y="266098"/>
                  </a:lnTo>
                  <a:lnTo>
                    <a:pt x="302716" y="261842"/>
                  </a:lnTo>
                  <a:lnTo>
                    <a:pt x="305755" y="257487"/>
                  </a:lnTo>
                  <a:lnTo>
                    <a:pt x="308654" y="253038"/>
                  </a:lnTo>
                  <a:lnTo>
                    <a:pt x="311410" y="248499"/>
                  </a:lnTo>
                  <a:lnTo>
                    <a:pt x="314021" y="243875"/>
                  </a:lnTo>
                  <a:lnTo>
                    <a:pt x="316483" y="239170"/>
                  </a:lnTo>
                  <a:lnTo>
                    <a:pt x="318795" y="234389"/>
                  </a:lnTo>
                  <a:lnTo>
                    <a:pt x="320954" y="229537"/>
                  </a:lnTo>
                  <a:lnTo>
                    <a:pt x="322958" y="224619"/>
                  </a:lnTo>
                  <a:lnTo>
                    <a:pt x="324804" y="219640"/>
                  </a:lnTo>
                  <a:lnTo>
                    <a:pt x="326491" y="214605"/>
                  </a:lnTo>
                  <a:lnTo>
                    <a:pt x="328018" y="209519"/>
                  </a:lnTo>
                  <a:lnTo>
                    <a:pt x="329382" y="204387"/>
                  </a:lnTo>
                  <a:lnTo>
                    <a:pt x="330583" y="199214"/>
                  </a:lnTo>
                  <a:lnTo>
                    <a:pt x="331618" y="194005"/>
                  </a:lnTo>
                  <a:lnTo>
                    <a:pt x="332488" y="188767"/>
                  </a:lnTo>
                  <a:lnTo>
                    <a:pt x="333191" y="183503"/>
                  </a:lnTo>
                  <a:lnTo>
                    <a:pt x="333726" y="178220"/>
                  </a:lnTo>
                  <a:lnTo>
                    <a:pt x="334093" y="172922"/>
                  </a:lnTo>
                  <a:lnTo>
                    <a:pt x="334292" y="167615"/>
                  </a:lnTo>
                  <a:lnTo>
                    <a:pt x="334322" y="162305"/>
                  </a:lnTo>
                  <a:lnTo>
                    <a:pt x="334183" y="156996"/>
                  </a:lnTo>
                  <a:lnTo>
                    <a:pt x="333876" y="151695"/>
                  </a:lnTo>
                  <a:lnTo>
                    <a:pt x="333401" y="146406"/>
                  </a:lnTo>
                  <a:lnTo>
                    <a:pt x="332757" y="141134"/>
                  </a:lnTo>
                  <a:lnTo>
                    <a:pt x="331947" y="135886"/>
                  </a:lnTo>
                  <a:lnTo>
                    <a:pt x="330971" y="130666"/>
                  </a:lnTo>
                  <a:lnTo>
                    <a:pt x="329829" y="125480"/>
                  </a:lnTo>
                  <a:lnTo>
                    <a:pt x="328523" y="120333"/>
                  </a:lnTo>
                  <a:lnTo>
                    <a:pt x="327054" y="115230"/>
                  </a:lnTo>
                  <a:lnTo>
                    <a:pt x="325424" y="110176"/>
                  </a:lnTo>
                  <a:lnTo>
                    <a:pt x="323634" y="105176"/>
                  </a:lnTo>
                  <a:lnTo>
                    <a:pt x="321686" y="100236"/>
                  </a:lnTo>
                  <a:lnTo>
                    <a:pt x="319582" y="95360"/>
                  </a:lnTo>
                  <a:lnTo>
                    <a:pt x="317325" y="90553"/>
                  </a:lnTo>
                  <a:lnTo>
                    <a:pt x="314916" y="85821"/>
                  </a:lnTo>
                  <a:lnTo>
                    <a:pt x="312358" y="81167"/>
                  </a:lnTo>
                  <a:lnTo>
                    <a:pt x="309653" y="76597"/>
                  </a:lnTo>
                  <a:lnTo>
                    <a:pt x="306804" y="72115"/>
                  </a:lnTo>
                  <a:lnTo>
                    <a:pt x="303815" y="67726"/>
                  </a:lnTo>
                  <a:lnTo>
                    <a:pt x="300688" y="63434"/>
                  </a:lnTo>
                  <a:lnTo>
                    <a:pt x="297426" y="59244"/>
                  </a:lnTo>
                  <a:lnTo>
                    <a:pt x="294032" y="55159"/>
                  </a:lnTo>
                  <a:lnTo>
                    <a:pt x="290511" y="51185"/>
                  </a:lnTo>
                  <a:lnTo>
                    <a:pt x="286864" y="47324"/>
                  </a:lnTo>
                  <a:lnTo>
                    <a:pt x="283098" y="43581"/>
                  </a:lnTo>
                  <a:lnTo>
                    <a:pt x="279214" y="39959"/>
                  </a:lnTo>
                  <a:lnTo>
                    <a:pt x="275217" y="36462"/>
                  </a:lnTo>
                  <a:lnTo>
                    <a:pt x="271111" y="33095"/>
                  </a:lnTo>
                  <a:lnTo>
                    <a:pt x="266900" y="29859"/>
                  </a:lnTo>
                  <a:lnTo>
                    <a:pt x="262589" y="26759"/>
                  </a:lnTo>
                  <a:lnTo>
                    <a:pt x="258181" y="23797"/>
                  </a:lnTo>
                  <a:lnTo>
                    <a:pt x="253681" y="20977"/>
                  </a:lnTo>
                  <a:lnTo>
                    <a:pt x="249095" y="18301"/>
                  </a:lnTo>
                  <a:lnTo>
                    <a:pt x="244425" y="15772"/>
                  </a:lnTo>
                  <a:lnTo>
                    <a:pt x="239677" y="13393"/>
                  </a:lnTo>
                  <a:lnTo>
                    <a:pt x="234857" y="11165"/>
                  </a:lnTo>
                  <a:lnTo>
                    <a:pt x="229968" y="9092"/>
                  </a:lnTo>
                  <a:lnTo>
                    <a:pt x="225015" y="7176"/>
                  </a:lnTo>
                  <a:lnTo>
                    <a:pt x="220004" y="5417"/>
                  </a:lnTo>
                  <a:lnTo>
                    <a:pt x="214940" y="3819"/>
                  </a:lnTo>
                  <a:lnTo>
                    <a:pt x="209828" y="2382"/>
                  </a:lnTo>
                  <a:lnTo>
                    <a:pt x="204672" y="1109"/>
                  </a:lnTo>
                  <a:lnTo>
                    <a:pt x="199479" y="0"/>
                  </a:lnTo>
                  <a:lnTo>
                    <a:pt x="167163" y="1640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2316" cy="167167"/>
            </a:xfrm>
            <a:custGeom>
              <a:avLst/>
              <a:pathLst>
                <a:path w="32316" h="167167">
                  <a:moveTo>
                    <a:pt x="32316" y="3153"/>
                  </a:moveTo>
                  <a:lnTo>
                    <a:pt x="25911" y="2020"/>
                  </a:lnTo>
                  <a:lnTo>
                    <a:pt x="19468" y="1137"/>
                  </a:lnTo>
                  <a:lnTo>
                    <a:pt x="12995" y="505"/>
                  </a:lnTo>
                  <a:lnTo>
                    <a:pt x="6502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4858" y="1322571"/>
              <a:ext cx="63862" cy="167167"/>
            </a:xfrm>
            <a:custGeom>
              <a:avLst/>
              <a:pathLst>
                <a:path w="63862" h="167167">
                  <a:moveTo>
                    <a:pt x="63862" y="0"/>
                  </a:moveTo>
                  <a:lnTo>
                    <a:pt x="57906" y="106"/>
                  </a:lnTo>
                  <a:lnTo>
                    <a:pt x="51958" y="424"/>
                  </a:lnTo>
                  <a:lnTo>
                    <a:pt x="46025" y="954"/>
                  </a:lnTo>
                  <a:lnTo>
                    <a:pt x="40114" y="1695"/>
                  </a:lnTo>
                  <a:lnTo>
                    <a:pt x="34234" y="2646"/>
                  </a:lnTo>
                  <a:lnTo>
                    <a:pt x="28391" y="3806"/>
                  </a:lnTo>
                  <a:lnTo>
                    <a:pt x="22594" y="5173"/>
                  </a:lnTo>
                  <a:lnTo>
                    <a:pt x="16848" y="6747"/>
                  </a:lnTo>
                  <a:lnTo>
                    <a:pt x="11163" y="8523"/>
                  </a:lnTo>
                  <a:lnTo>
                    <a:pt x="5544" y="10502"/>
                  </a:lnTo>
                  <a:lnTo>
                    <a:pt x="0" y="12679"/>
                  </a:lnTo>
                  <a:lnTo>
                    <a:pt x="6386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24858" y="1335251"/>
              <a:ext cx="63862" cy="154488"/>
            </a:xfrm>
            <a:custGeom>
              <a:avLst/>
              <a:pathLst>
                <a:path w="63862" h="154488">
                  <a:moveTo>
                    <a:pt x="0" y="0"/>
                  </a:moveTo>
                  <a:lnTo>
                    <a:pt x="63862" y="1544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54" y="1335251"/>
              <a:ext cx="334332" cy="321642"/>
            </a:xfrm>
            <a:custGeom>
              <a:avLst/>
              <a:pathLst>
                <a:path w="334332" h="321642">
                  <a:moveTo>
                    <a:pt x="103303" y="0"/>
                  </a:moveTo>
                  <a:lnTo>
                    <a:pt x="98432" y="2104"/>
                  </a:lnTo>
                  <a:lnTo>
                    <a:pt x="93630" y="4363"/>
                  </a:lnTo>
                  <a:lnTo>
                    <a:pt x="88902" y="6772"/>
                  </a:lnTo>
                  <a:lnTo>
                    <a:pt x="84253" y="9331"/>
                  </a:lnTo>
                  <a:lnTo>
                    <a:pt x="79687" y="12036"/>
                  </a:lnTo>
                  <a:lnTo>
                    <a:pt x="75210" y="14884"/>
                  </a:lnTo>
                  <a:lnTo>
                    <a:pt x="70825" y="17873"/>
                  </a:lnTo>
                  <a:lnTo>
                    <a:pt x="66538" y="21000"/>
                  </a:lnTo>
                  <a:lnTo>
                    <a:pt x="62352" y="24261"/>
                  </a:lnTo>
                  <a:lnTo>
                    <a:pt x="58271" y="27653"/>
                  </a:lnTo>
                  <a:lnTo>
                    <a:pt x="54300" y="31173"/>
                  </a:lnTo>
                  <a:lnTo>
                    <a:pt x="50443" y="34818"/>
                  </a:lnTo>
                  <a:lnTo>
                    <a:pt x="46703" y="38583"/>
                  </a:lnTo>
                  <a:lnTo>
                    <a:pt x="43085" y="42465"/>
                  </a:lnTo>
                  <a:lnTo>
                    <a:pt x="39592" y="46460"/>
                  </a:lnTo>
                  <a:lnTo>
                    <a:pt x="36228" y="50563"/>
                  </a:lnTo>
                  <a:lnTo>
                    <a:pt x="32995" y="54772"/>
                  </a:lnTo>
                  <a:lnTo>
                    <a:pt x="29898" y="59080"/>
                  </a:lnTo>
                  <a:lnTo>
                    <a:pt x="26939" y="63485"/>
                  </a:lnTo>
                  <a:lnTo>
                    <a:pt x="24121" y="67982"/>
                  </a:lnTo>
                  <a:lnTo>
                    <a:pt x="21447" y="72566"/>
                  </a:lnTo>
                  <a:lnTo>
                    <a:pt x="18921" y="77232"/>
                  </a:lnTo>
                  <a:lnTo>
                    <a:pt x="16543" y="81976"/>
                  </a:lnTo>
                  <a:lnTo>
                    <a:pt x="14318" y="86794"/>
                  </a:lnTo>
                  <a:lnTo>
                    <a:pt x="12246" y="91679"/>
                  </a:lnTo>
                  <a:lnTo>
                    <a:pt x="10330" y="96628"/>
                  </a:lnTo>
                  <a:lnTo>
                    <a:pt x="8573" y="101635"/>
                  </a:lnTo>
                  <a:lnTo>
                    <a:pt x="6975" y="106695"/>
                  </a:lnTo>
                  <a:lnTo>
                    <a:pt x="5539" y="111804"/>
                  </a:lnTo>
                  <a:lnTo>
                    <a:pt x="4266" y="116955"/>
                  </a:lnTo>
                  <a:lnTo>
                    <a:pt x="3157" y="122145"/>
                  </a:lnTo>
                  <a:lnTo>
                    <a:pt x="2213" y="127367"/>
                  </a:lnTo>
                  <a:lnTo>
                    <a:pt x="1435" y="132616"/>
                  </a:lnTo>
                  <a:lnTo>
                    <a:pt x="824" y="137887"/>
                  </a:lnTo>
                  <a:lnTo>
                    <a:pt x="381" y="143175"/>
                  </a:lnTo>
                  <a:lnTo>
                    <a:pt x="106" y="148475"/>
                  </a:lnTo>
                  <a:lnTo>
                    <a:pt x="0" y="153780"/>
                  </a:lnTo>
                  <a:lnTo>
                    <a:pt x="61" y="159086"/>
                  </a:lnTo>
                  <a:lnTo>
                    <a:pt x="291" y="164388"/>
                  </a:lnTo>
                  <a:lnTo>
                    <a:pt x="690" y="169680"/>
                  </a:lnTo>
                  <a:lnTo>
                    <a:pt x="1256" y="174956"/>
                  </a:lnTo>
                  <a:lnTo>
                    <a:pt x="1989" y="180211"/>
                  </a:lnTo>
                  <a:lnTo>
                    <a:pt x="2889" y="185441"/>
                  </a:lnTo>
                  <a:lnTo>
                    <a:pt x="3954" y="190640"/>
                  </a:lnTo>
                  <a:lnTo>
                    <a:pt x="5184" y="195802"/>
                  </a:lnTo>
                  <a:lnTo>
                    <a:pt x="6577" y="200922"/>
                  </a:lnTo>
                  <a:lnTo>
                    <a:pt x="8131" y="205996"/>
                  </a:lnTo>
                  <a:lnTo>
                    <a:pt x="9846" y="211018"/>
                  </a:lnTo>
                  <a:lnTo>
                    <a:pt x="11720" y="215983"/>
                  </a:lnTo>
                  <a:lnTo>
                    <a:pt x="13750" y="220886"/>
                  </a:lnTo>
                  <a:lnTo>
                    <a:pt x="15935" y="225721"/>
                  </a:lnTo>
                  <a:lnTo>
                    <a:pt x="18272" y="230486"/>
                  </a:lnTo>
                  <a:lnTo>
                    <a:pt x="20759" y="235173"/>
                  </a:lnTo>
                  <a:lnTo>
                    <a:pt x="23394" y="239780"/>
                  </a:lnTo>
                  <a:lnTo>
                    <a:pt x="26174" y="244300"/>
                  </a:lnTo>
                  <a:lnTo>
                    <a:pt x="29095" y="248730"/>
                  </a:lnTo>
                  <a:lnTo>
                    <a:pt x="32156" y="253065"/>
                  </a:lnTo>
                  <a:lnTo>
                    <a:pt x="35353" y="257300"/>
                  </a:lnTo>
                  <a:lnTo>
                    <a:pt x="38683" y="261432"/>
                  </a:lnTo>
                  <a:lnTo>
                    <a:pt x="42142" y="265456"/>
                  </a:lnTo>
                  <a:lnTo>
                    <a:pt x="45727" y="269369"/>
                  </a:lnTo>
                  <a:lnTo>
                    <a:pt x="49434" y="273165"/>
                  </a:lnTo>
                  <a:lnTo>
                    <a:pt x="53261" y="276842"/>
                  </a:lnTo>
                  <a:lnTo>
                    <a:pt x="57201" y="280396"/>
                  </a:lnTo>
                  <a:lnTo>
                    <a:pt x="61253" y="283823"/>
                  </a:lnTo>
                  <a:lnTo>
                    <a:pt x="65412" y="287119"/>
                  </a:lnTo>
                  <a:lnTo>
                    <a:pt x="69673" y="290282"/>
                  </a:lnTo>
                  <a:lnTo>
                    <a:pt x="74032" y="293308"/>
                  </a:lnTo>
                  <a:lnTo>
                    <a:pt x="78485" y="296194"/>
                  </a:lnTo>
                  <a:lnTo>
                    <a:pt x="83027" y="298937"/>
                  </a:lnTo>
                  <a:lnTo>
                    <a:pt x="87655" y="301535"/>
                  </a:lnTo>
                  <a:lnTo>
                    <a:pt x="92362" y="303985"/>
                  </a:lnTo>
                  <a:lnTo>
                    <a:pt x="97145" y="306284"/>
                  </a:lnTo>
                  <a:lnTo>
                    <a:pt x="101998" y="308430"/>
                  </a:lnTo>
                  <a:lnTo>
                    <a:pt x="106917" y="310420"/>
                  </a:lnTo>
                  <a:lnTo>
                    <a:pt x="111897" y="312254"/>
                  </a:lnTo>
                  <a:lnTo>
                    <a:pt x="116932" y="313929"/>
                  </a:lnTo>
                  <a:lnTo>
                    <a:pt x="122018" y="315443"/>
                  </a:lnTo>
                  <a:lnTo>
                    <a:pt x="127149" y="316795"/>
                  </a:lnTo>
                  <a:lnTo>
                    <a:pt x="132321" y="317983"/>
                  </a:lnTo>
                  <a:lnTo>
                    <a:pt x="137528" y="319007"/>
                  </a:lnTo>
                  <a:lnTo>
                    <a:pt x="142765" y="319865"/>
                  </a:lnTo>
                  <a:lnTo>
                    <a:pt x="148026" y="320556"/>
                  </a:lnTo>
                  <a:lnTo>
                    <a:pt x="153307" y="321080"/>
                  </a:lnTo>
                  <a:lnTo>
                    <a:pt x="158602" y="321436"/>
                  </a:lnTo>
                  <a:lnTo>
                    <a:pt x="163905" y="321623"/>
                  </a:lnTo>
                  <a:lnTo>
                    <a:pt x="169211" y="321642"/>
                  </a:lnTo>
                  <a:lnTo>
                    <a:pt x="174516" y="321493"/>
                  </a:lnTo>
                  <a:lnTo>
                    <a:pt x="179813" y="321176"/>
                  </a:lnTo>
                  <a:lnTo>
                    <a:pt x="185097" y="320690"/>
                  </a:lnTo>
                  <a:lnTo>
                    <a:pt x="190363" y="320038"/>
                  </a:lnTo>
                  <a:lnTo>
                    <a:pt x="195606" y="319218"/>
                  </a:lnTo>
                  <a:lnTo>
                    <a:pt x="200820" y="318232"/>
                  </a:lnTo>
                  <a:lnTo>
                    <a:pt x="206001" y="317081"/>
                  </a:lnTo>
                  <a:lnTo>
                    <a:pt x="211142" y="315767"/>
                  </a:lnTo>
                  <a:lnTo>
                    <a:pt x="216239" y="314290"/>
                  </a:lnTo>
                  <a:lnTo>
                    <a:pt x="221286" y="312652"/>
                  </a:lnTo>
                  <a:lnTo>
                    <a:pt x="226279" y="310854"/>
                  </a:lnTo>
                  <a:lnTo>
                    <a:pt x="231212" y="308899"/>
                  </a:lnTo>
                  <a:lnTo>
                    <a:pt x="236081" y="306789"/>
                  </a:lnTo>
                  <a:lnTo>
                    <a:pt x="240880" y="304524"/>
                  </a:lnTo>
                  <a:lnTo>
                    <a:pt x="245605" y="302109"/>
                  </a:lnTo>
                  <a:lnTo>
                    <a:pt x="250251" y="299545"/>
                  </a:lnTo>
                  <a:lnTo>
                    <a:pt x="254814" y="296835"/>
                  </a:lnTo>
                  <a:lnTo>
                    <a:pt x="259288" y="293981"/>
                  </a:lnTo>
                  <a:lnTo>
                    <a:pt x="263669" y="290987"/>
                  </a:lnTo>
                  <a:lnTo>
                    <a:pt x="267953" y="287855"/>
                  </a:lnTo>
                  <a:lnTo>
                    <a:pt x="272135" y="284589"/>
                  </a:lnTo>
                  <a:lnTo>
                    <a:pt x="276211" y="281192"/>
                  </a:lnTo>
                  <a:lnTo>
                    <a:pt x="280178" y="277667"/>
                  </a:lnTo>
                  <a:lnTo>
                    <a:pt x="284031" y="274018"/>
                  </a:lnTo>
                  <a:lnTo>
                    <a:pt x="287766" y="270248"/>
                  </a:lnTo>
                  <a:lnTo>
                    <a:pt x="291379" y="266362"/>
                  </a:lnTo>
                  <a:lnTo>
                    <a:pt x="294868" y="262363"/>
                  </a:lnTo>
                  <a:lnTo>
                    <a:pt x="298227" y="258255"/>
                  </a:lnTo>
                  <a:lnTo>
                    <a:pt x="301455" y="254043"/>
                  </a:lnTo>
                  <a:lnTo>
                    <a:pt x="304547" y="249731"/>
                  </a:lnTo>
                  <a:lnTo>
                    <a:pt x="307501" y="245322"/>
                  </a:lnTo>
                  <a:lnTo>
                    <a:pt x="310313" y="240822"/>
                  </a:lnTo>
                  <a:lnTo>
                    <a:pt x="312981" y="236235"/>
                  </a:lnTo>
                  <a:lnTo>
                    <a:pt x="315503" y="231566"/>
                  </a:lnTo>
                  <a:lnTo>
                    <a:pt x="317874" y="226819"/>
                  </a:lnTo>
                  <a:lnTo>
                    <a:pt x="320094" y="221999"/>
                  </a:lnTo>
                  <a:lnTo>
                    <a:pt x="322160" y="217111"/>
                  </a:lnTo>
                  <a:lnTo>
                    <a:pt x="324069" y="212160"/>
                  </a:lnTo>
                  <a:lnTo>
                    <a:pt x="325821" y="207151"/>
                  </a:lnTo>
                  <a:lnTo>
                    <a:pt x="327413" y="202088"/>
                  </a:lnTo>
                  <a:lnTo>
                    <a:pt x="328843" y="196978"/>
                  </a:lnTo>
                  <a:lnTo>
                    <a:pt x="330110" y="191825"/>
                  </a:lnTo>
                  <a:lnTo>
                    <a:pt x="331213" y="186634"/>
                  </a:lnTo>
                  <a:lnTo>
                    <a:pt x="332150" y="181411"/>
                  </a:lnTo>
                  <a:lnTo>
                    <a:pt x="332922" y="176161"/>
                  </a:lnTo>
                  <a:lnTo>
                    <a:pt x="333526" y="170889"/>
                  </a:lnTo>
                  <a:lnTo>
                    <a:pt x="333963" y="165601"/>
                  </a:lnTo>
                  <a:lnTo>
                    <a:pt x="334232" y="160301"/>
                  </a:lnTo>
                  <a:lnTo>
                    <a:pt x="334332" y="154995"/>
                  </a:lnTo>
                  <a:lnTo>
                    <a:pt x="334264" y="149689"/>
                  </a:lnTo>
                  <a:lnTo>
                    <a:pt x="334028" y="144388"/>
                  </a:lnTo>
                  <a:lnTo>
                    <a:pt x="333623" y="139097"/>
                  </a:lnTo>
                  <a:lnTo>
                    <a:pt x="333050" y="133821"/>
                  </a:lnTo>
                  <a:lnTo>
                    <a:pt x="332311" y="128566"/>
                  </a:lnTo>
                  <a:lnTo>
                    <a:pt x="331405" y="123338"/>
                  </a:lnTo>
                  <a:lnTo>
                    <a:pt x="330334" y="118140"/>
                  </a:lnTo>
                  <a:lnTo>
                    <a:pt x="329098" y="112980"/>
                  </a:lnTo>
                  <a:lnTo>
                    <a:pt x="327699" y="107861"/>
                  </a:lnTo>
                  <a:lnTo>
                    <a:pt x="326138" y="102789"/>
                  </a:lnTo>
                  <a:lnTo>
                    <a:pt x="324417" y="97769"/>
                  </a:lnTo>
                  <a:lnTo>
                    <a:pt x="322537" y="92807"/>
                  </a:lnTo>
                  <a:lnTo>
                    <a:pt x="320501" y="87906"/>
                  </a:lnTo>
                  <a:lnTo>
                    <a:pt x="318311" y="83073"/>
                  </a:lnTo>
                  <a:lnTo>
                    <a:pt x="315968" y="78312"/>
                  </a:lnTo>
                  <a:lnTo>
                    <a:pt x="313475" y="73627"/>
                  </a:lnTo>
                  <a:lnTo>
                    <a:pt x="310835" y="69024"/>
                  </a:lnTo>
                  <a:lnTo>
                    <a:pt x="308050" y="64507"/>
                  </a:lnTo>
                  <a:lnTo>
                    <a:pt x="305123" y="60080"/>
                  </a:lnTo>
                  <a:lnTo>
                    <a:pt x="302057" y="55749"/>
                  </a:lnTo>
                  <a:lnTo>
                    <a:pt x="298855" y="51518"/>
                  </a:lnTo>
                  <a:lnTo>
                    <a:pt x="295520" y="47390"/>
                  </a:lnTo>
                  <a:lnTo>
                    <a:pt x="292056" y="43370"/>
                  </a:lnTo>
                  <a:lnTo>
                    <a:pt x="288467" y="39462"/>
                  </a:lnTo>
                  <a:lnTo>
                    <a:pt x="284755" y="35669"/>
                  </a:lnTo>
                  <a:lnTo>
                    <a:pt x="280924" y="31997"/>
                  </a:lnTo>
                  <a:lnTo>
                    <a:pt x="276979" y="28448"/>
                  </a:lnTo>
                  <a:lnTo>
                    <a:pt x="272923" y="25026"/>
                  </a:lnTo>
                  <a:lnTo>
                    <a:pt x="268761" y="21735"/>
                  </a:lnTo>
                  <a:lnTo>
                    <a:pt x="264496" y="18577"/>
                  </a:lnTo>
                  <a:lnTo>
                    <a:pt x="260133" y="15556"/>
                  </a:lnTo>
                  <a:lnTo>
                    <a:pt x="255676" y="12675"/>
                  </a:lnTo>
                  <a:lnTo>
                    <a:pt x="251131" y="9937"/>
                  </a:lnTo>
                  <a:lnTo>
                    <a:pt x="246500" y="7345"/>
                  </a:lnTo>
                  <a:lnTo>
                    <a:pt x="241790" y="4901"/>
                  </a:lnTo>
                  <a:lnTo>
                    <a:pt x="237005" y="2608"/>
                  </a:lnTo>
                  <a:lnTo>
                    <a:pt x="232149" y="468"/>
                  </a:lnTo>
                  <a:lnTo>
                    <a:pt x="167165" y="1544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64983" cy="167167"/>
            </a:xfrm>
            <a:custGeom>
              <a:avLst/>
              <a:pathLst>
                <a:path w="64983" h="167167">
                  <a:moveTo>
                    <a:pt x="64983" y="13147"/>
                  </a:moveTo>
                  <a:lnTo>
                    <a:pt x="59351" y="10890"/>
                  </a:lnTo>
                  <a:lnTo>
                    <a:pt x="53641" y="8840"/>
                  </a:lnTo>
                  <a:lnTo>
                    <a:pt x="47860" y="6997"/>
                  </a:lnTo>
                  <a:lnTo>
                    <a:pt x="42017" y="5366"/>
                  </a:lnTo>
                  <a:lnTo>
                    <a:pt x="36117" y="3948"/>
                  </a:lnTo>
                  <a:lnTo>
                    <a:pt x="30171" y="2745"/>
                  </a:lnTo>
                  <a:lnTo>
                    <a:pt x="24184" y="1758"/>
                  </a:lnTo>
                  <a:lnTo>
                    <a:pt x="18166" y="990"/>
                  </a:lnTo>
                  <a:lnTo>
                    <a:pt x="12124" y="440"/>
                  </a:lnTo>
                  <a:lnTo>
                    <a:pt x="6066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5638" y="1681503"/>
              <a:ext cx="10886" cy="167167"/>
            </a:xfrm>
            <a:custGeom>
              <a:avLst/>
              <a:pathLst>
                <a:path w="10886" h="167167">
                  <a:moveTo>
                    <a:pt x="10886" y="0"/>
                  </a:moveTo>
                  <a:lnTo>
                    <a:pt x="0" y="354"/>
                  </a:lnTo>
                  <a:lnTo>
                    <a:pt x="1088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43620" y="1681858"/>
              <a:ext cx="142904" cy="166812"/>
            </a:xfrm>
            <a:custGeom>
              <a:avLst/>
              <a:pathLst>
                <a:path w="142904" h="166812">
                  <a:moveTo>
                    <a:pt x="132017" y="0"/>
                  </a:moveTo>
                  <a:lnTo>
                    <a:pt x="126501" y="451"/>
                  </a:lnTo>
                  <a:lnTo>
                    <a:pt x="121004" y="1085"/>
                  </a:lnTo>
                  <a:lnTo>
                    <a:pt x="115530" y="1901"/>
                  </a:lnTo>
                  <a:lnTo>
                    <a:pt x="110086" y="2898"/>
                  </a:lnTo>
                  <a:lnTo>
                    <a:pt x="104678" y="4074"/>
                  </a:lnTo>
                  <a:lnTo>
                    <a:pt x="99313" y="5428"/>
                  </a:lnTo>
                  <a:lnTo>
                    <a:pt x="93994" y="6959"/>
                  </a:lnTo>
                  <a:lnTo>
                    <a:pt x="88730" y="8666"/>
                  </a:lnTo>
                  <a:lnTo>
                    <a:pt x="83525" y="10546"/>
                  </a:lnTo>
                  <a:lnTo>
                    <a:pt x="78385" y="12597"/>
                  </a:lnTo>
                  <a:lnTo>
                    <a:pt x="73316" y="14817"/>
                  </a:lnTo>
                  <a:lnTo>
                    <a:pt x="68323" y="17204"/>
                  </a:lnTo>
                  <a:lnTo>
                    <a:pt x="63411" y="19755"/>
                  </a:lnTo>
                  <a:lnTo>
                    <a:pt x="58587" y="22466"/>
                  </a:lnTo>
                  <a:lnTo>
                    <a:pt x="53855" y="25336"/>
                  </a:lnTo>
                  <a:lnTo>
                    <a:pt x="49221" y="28362"/>
                  </a:lnTo>
                  <a:lnTo>
                    <a:pt x="44690" y="31538"/>
                  </a:lnTo>
                  <a:lnTo>
                    <a:pt x="40266" y="34863"/>
                  </a:lnTo>
                  <a:lnTo>
                    <a:pt x="35954" y="38333"/>
                  </a:lnTo>
                  <a:lnTo>
                    <a:pt x="31760" y="41944"/>
                  </a:lnTo>
                  <a:lnTo>
                    <a:pt x="27688" y="45691"/>
                  </a:lnTo>
                  <a:lnTo>
                    <a:pt x="23742" y="49571"/>
                  </a:lnTo>
                  <a:lnTo>
                    <a:pt x="19926" y="53580"/>
                  </a:lnTo>
                  <a:lnTo>
                    <a:pt x="16246" y="57713"/>
                  </a:lnTo>
                  <a:lnTo>
                    <a:pt x="12704" y="61965"/>
                  </a:lnTo>
                  <a:lnTo>
                    <a:pt x="9304" y="66332"/>
                  </a:lnTo>
                  <a:lnTo>
                    <a:pt x="6052" y="70809"/>
                  </a:lnTo>
                  <a:lnTo>
                    <a:pt x="2949" y="75392"/>
                  </a:lnTo>
                  <a:lnTo>
                    <a:pt x="0" y="80075"/>
                  </a:lnTo>
                  <a:lnTo>
                    <a:pt x="142904" y="1668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61" y="1681503"/>
              <a:ext cx="334316" cy="334332"/>
            </a:xfrm>
            <a:custGeom>
              <a:avLst/>
              <a:pathLst>
                <a:path w="334316" h="334332">
                  <a:moveTo>
                    <a:pt x="24259" y="80429"/>
                  </a:moveTo>
                  <a:lnTo>
                    <a:pt x="21584" y="84999"/>
                  </a:lnTo>
                  <a:lnTo>
                    <a:pt x="19054" y="89650"/>
                  </a:lnTo>
                  <a:lnTo>
                    <a:pt x="16674" y="94379"/>
                  </a:lnTo>
                  <a:lnTo>
                    <a:pt x="14444" y="99182"/>
                  </a:lnTo>
                  <a:lnTo>
                    <a:pt x="12368" y="104052"/>
                  </a:lnTo>
                  <a:lnTo>
                    <a:pt x="10447" y="108986"/>
                  </a:lnTo>
                  <a:lnTo>
                    <a:pt x="8683" y="113978"/>
                  </a:lnTo>
                  <a:lnTo>
                    <a:pt x="7078" y="119024"/>
                  </a:lnTo>
                  <a:lnTo>
                    <a:pt x="5633" y="124118"/>
                  </a:lnTo>
                  <a:lnTo>
                    <a:pt x="4351" y="129255"/>
                  </a:lnTo>
                  <a:lnTo>
                    <a:pt x="3232" y="134430"/>
                  </a:lnTo>
                  <a:lnTo>
                    <a:pt x="2278" y="139638"/>
                  </a:lnTo>
                  <a:lnTo>
                    <a:pt x="1489" y="144873"/>
                  </a:lnTo>
                  <a:lnTo>
                    <a:pt x="866" y="150131"/>
                  </a:lnTo>
                  <a:lnTo>
                    <a:pt x="410" y="155406"/>
                  </a:lnTo>
                  <a:lnTo>
                    <a:pt x="121" y="160693"/>
                  </a:lnTo>
                  <a:lnTo>
                    <a:pt x="0" y="165986"/>
                  </a:lnTo>
                  <a:lnTo>
                    <a:pt x="46" y="171281"/>
                  </a:lnTo>
                  <a:lnTo>
                    <a:pt x="260" y="176571"/>
                  </a:lnTo>
                  <a:lnTo>
                    <a:pt x="642" y="181852"/>
                  </a:lnTo>
                  <a:lnTo>
                    <a:pt x="1190" y="187118"/>
                  </a:lnTo>
                  <a:lnTo>
                    <a:pt x="1905" y="192364"/>
                  </a:lnTo>
                  <a:lnTo>
                    <a:pt x="2786" y="197585"/>
                  </a:lnTo>
                  <a:lnTo>
                    <a:pt x="3832" y="202776"/>
                  </a:lnTo>
                  <a:lnTo>
                    <a:pt x="5041" y="207930"/>
                  </a:lnTo>
                  <a:lnTo>
                    <a:pt x="6414" y="213044"/>
                  </a:lnTo>
                  <a:lnTo>
                    <a:pt x="7947" y="218112"/>
                  </a:lnTo>
                  <a:lnTo>
                    <a:pt x="9640" y="223128"/>
                  </a:lnTo>
                  <a:lnTo>
                    <a:pt x="11492" y="228089"/>
                  </a:lnTo>
                  <a:lnTo>
                    <a:pt x="13499" y="232988"/>
                  </a:lnTo>
                  <a:lnTo>
                    <a:pt x="15661" y="237821"/>
                  </a:lnTo>
                  <a:lnTo>
                    <a:pt x="17974" y="242584"/>
                  </a:lnTo>
                  <a:lnTo>
                    <a:pt x="20437" y="247271"/>
                  </a:lnTo>
                  <a:lnTo>
                    <a:pt x="23048" y="251877"/>
                  </a:lnTo>
                  <a:lnTo>
                    <a:pt x="25803" y="256399"/>
                  </a:lnTo>
                  <a:lnTo>
                    <a:pt x="28700" y="260831"/>
                  </a:lnTo>
                  <a:lnTo>
                    <a:pt x="31735" y="265169"/>
                  </a:lnTo>
                  <a:lnTo>
                    <a:pt x="34907" y="269408"/>
                  </a:lnTo>
                  <a:lnTo>
                    <a:pt x="38211" y="273545"/>
                  </a:lnTo>
                  <a:lnTo>
                    <a:pt x="41645" y="277576"/>
                  </a:lnTo>
                  <a:lnTo>
                    <a:pt x="45204" y="281495"/>
                  </a:lnTo>
                  <a:lnTo>
                    <a:pt x="48886" y="285300"/>
                  </a:lnTo>
                  <a:lnTo>
                    <a:pt x="52686" y="288987"/>
                  </a:lnTo>
                  <a:lnTo>
                    <a:pt x="56602" y="292551"/>
                  </a:lnTo>
                  <a:lnTo>
                    <a:pt x="60628" y="295990"/>
                  </a:lnTo>
                  <a:lnTo>
                    <a:pt x="64761" y="299299"/>
                  </a:lnTo>
                  <a:lnTo>
                    <a:pt x="68997" y="302475"/>
                  </a:lnTo>
                  <a:lnTo>
                    <a:pt x="73331" y="305516"/>
                  </a:lnTo>
                  <a:lnTo>
                    <a:pt x="77760" y="308419"/>
                  </a:lnTo>
                  <a:lnTo>
                    <a:pt x="82278" y="311179"/>
                  </a:lnTo>
                  <a:lnTo>
                    <a:pt x="86881" y="313795"/>
                  </a:lnTo>
                  <a:lnTo>
                    <a:pt x="91565" y="316264"/>
                  </a:lnTo>
                  <a:lnTo>
                    <a:pt x="96324" y="318583"/>
                  </a:lnTo>
                  <a:lnTo>
                    <a:pt x="101155" y="320751"/>
                  </a:lnTo>
                  <a:lnTo>
                    <a:pt x="106052" y="322764"/>
                  </a:lnTo>
                  <a:lnTo>
                    <a:pt x="111010" y="324621"/>
                  </a:lnTo>
                  <a:lnTo>
                    <a:pt x="116025" y="326321"/>
                  </a:lnTo>
                  <a:lnTo>
                    <a:pt x="121091" y="327860"/>
                  </a:lnTo>
                  <a:lnTo>
                    <a:pt x="126203" y="329239"/>
                  </a:lnTo>
                  <a:lnTo>
                    <a:pt x="131356" y="330455"/>
                  </a:lnTo>
                  <a:lnTo>
                    <a:pt x="136545" y="331507"/>
                  </a:lnTo>
                  <a:lnTo>
                    <a:pt x="141765" y="332394"/>
                  </a:lnTo>
                  <a:lnTo>
                    <a:pt x="147010" y="333115"/>
                  </a:lnTo>
                  <a:lnTo>
                    <a:pt x="152276" y="333670"/>
                  </a:lnTo>
                  <a:lnTo>
                    <a:pt x="157556" y="334058"/>
                  </a:lnTo>
                  <a:lnTo>
                    <a:pt x="162846" y="334279"/>
                  </a:lnTo>
                  <a:lnTo>
                    <a:pt x="168141" y="334332"/>
                  </a:lnTo>
                  <a:lnTo>
                    <a:pt x="173434" y="334217"/>
                  </a:lnTo>
                  <a:lnTo>
                    <a:pt x="178721" y="333934"/>
                  </a:lnTo>
                  <a:lnTo>
                    <a:pt x="183997" y="333485"/>
                  </a:lnTo>
                  <a:lnTo>
                    <a:pt x="189255" y="332868"/>
                  </a:lnTo>
                  <a:lnTo>
                    <a:pt x="194492" y="332085"/>
                  </a:lnTo>
                  <a:lnTo>
                    <a:pt x="199701" y="331137"/>
                  </a:lnTo>
                  <a:lnTo>
                    <a:pt x="204877" y="330024"/>
                  </a:lnTo>
                  <a:lnTo>
                    <a:pt x="210016" y="328748"/>
                  </a:lnTo>
                  <a:lnTo>
                    <a:pt x="215112" y="327310"/>
                  </a:lnTo>
                  <a:lnTo>
                    <a:pt x="220159" y="325711"/>
                  </a:lnTo>
                  <a:lnTo>
                    <a:pt x="225153" y="323954"/>
                  </a:lnTo>
                  <a:lnTo>
                    <a:pt x="230090" y="322038"/>
                  </a:lnTo>
                  <a:lnTo>
                    <a:pt x="234963" y="319968"/>
                  </a:lnTo>
                  <a:lnTo>
                    <a:pt x="239768" y="317744"/>
                  </a:lnTo>
                  <a:lnTo>
                    <a:pt x="244500" y="315369"/>
                  </a:lnTo>
                  <a:lnTo>
                    <a:pt x="249154" y="312846"/>
                  </a:lnTo>
                  <a:lnTo>
                    <a:pt x="253727" y="310176"/>
                  </a:lnTo>
                  <a:lnTo>
                    <a:pt x="258212" y="307363"/>
                  </a:lnTo>
                  <a:lnTo>
                    <a:pt x="262607" y="304409"/>
                  </a:lnTo>
                  <a:lnTo>
                    <a:pt x="266905" y="301318"/>
                  </a:lnTo>
                  <a:lnTo>
                    <a:pt x="271103" y="298092"/>
                  </a:lnTo>
                  <a:lnTo>
                    <a:pt x="275197" y="294734"/>
                  </a:lnTo>
                  <a:lnTo>
                    <a:pt x="279183" y="291249"/>
                  </a:lnTo>
                  <a:lnTo>
                    <a:pt x="283057" y="287639"/>
                  </a:lnTo>
                  <a:lnTo>
                    <a:pt x="286814" y="283909"/>
                  </a:lnTo>
                  <a:lnTo>
                    <a:pt x="290451" y="280061"/>
                  </a:lnTo>
                  <a:lnTo>
                    <a:pt x="293964" y="276100"/>
                  </a:lnTo>
                  <a:lnTo>
                    <a:pt x="297350" y="272030"/>
                  </a:lnTo>
                  <a:lnTo>
                    <a:pt x="300606" y="267854"/>
                  </a:lnTo>
                  <a:lnTo>
                    <a:pt x="303728" y="263578"/>
                  </a:lnTo>
                  <a:lnTo>
                    <a:pt x="306712" y="259204"/>
                  </a:lnTo>
                  <a:lnTo>
                    <a:pt x="309557" y="254739"/>
                  </a:lnTo>
                  <a:lnTo>
                    <a:pt x="312259" y="250185"/>
                  </a:lnTo>
                  <a:lnTo>
                    <a:pt x="314815" y="245549"/>
                  </a:lnTo>
                  <a:lnTo>
                    <a:pt x="317223" y="240834"/>
                  </a:lnTo>
                  <a:lnTo>
                    <a:pt x="319481" y="236044"/>
                  </a:lnTo>
                  <a:lnTo>
                    <a:pt x="321586" y="231186"/>
                  </a:lnTo>
                  <a:lnTo>
                    <a:pt x="323536" y="226263"/>
                  </a:lnTo>
                  <a:lnTo>
                    <a:pt x="325329" y="221282"/>
                  </a:lnTo>
                  <a:lnTo>
                    <a:pt x="326963" y="216246"/>
                  </a:lnTo>
                  <a:lnTo>
                    <a:pt x="328438" y="211160"/>
                  </a:lnTo>
                  <a:lnTo>
                    <a:pt x="329750" y="206031"/>
                  </a:lnTo>
                  <a:lnTo>
                    <a:pt x="330899" y="200862"/>
                  </a:lnTo>
                  <a:lnTo>
                    <a:pt x="331884" y="195660"/>
                  </a:lnTo>
                  <a:lnTo>
                    <a:pt x="332704" y="190429"/>
                  </a:lnTo>
                  <a:lnTo>
                    <a:pt x="333357" y="185175"/>
                  </a:lnTo>
                  <a:lnTo>
                    <a:pt x="333844" y="179903"/>
                  </a:lnTo>
                  <a:lnTo>
                    <a:pt x="334164" y="174618"/>
                  </a:lnTo>
                  <a:lnTo>
                    <a:pt x="334316" y="169325"/>
                  </a:lnTo>
                  <a:lnTo>
                    <a:pt x="334301" y="164031"/>
                  </a:lnTo>
                  <a:lnTo>
                    <a:pt x="334118" y="158739"/>
                  </a:lnTo>
                  <a:lnTo>
                    <a:pt x="333767" y="153456"/>
                  </a:lnTo>
                  <a:lnTo>
                    <a:pt x="333249" y="148187"/>
                  </a:lnTo>
                  <a:lnTo>
                    <a:pt x="332565" y="142937"/>
                  </a:lnTo>
                  <a:lnTo>
                    <a:pt x="331715" y="137711"/>
                  </a:lnTo>
                  <a:lnTo>
                    <a:pt x="330699" y="132514"/>
                  </a:lnTo>
                  <a:lnTo>
                    <a:pt x="329520" y="127353"/>
                  </a:lnTo>
                  <a:lnTo>
                    <a:pt x="328177" y="122231"/>
                  </a:lnTo>
                  <a:lnTo>
                    <a:pt x="326674" y="117154"/>
                  </a:lnTo>
                  <a:lnTo>
                    <a:pt x="325010" y="112128"/>
                  </a:lnTo>
                  <a:lnTo>
                    <a:pt x="323188" y="107157"/>
                  </a:lnTo>
                  <a:lnTo>
                    <a:pt x="321209" y="102246"/>
                  </a:lnTo>
                  <a:lnTo>
                    <a:pt x="319076" y="97400"/>
                  </a:lnTo>
                  <a:lnTo>
                    <a:pt x="316790" y="92624"/>
                  </a:lnTo>
                  <a:lnTo>
                    <a:pt x="314354" y="87923"/>
                  </a:lnTo>
                  <a:lnTo>
                    <a:pt x="311771" y="83301"/>
                  </a:lnTo>
                  <a:lnTo>
                    <a:pt x="309042" y="78764"/>
                  </a:lnTo>
                  <a:lnTo>
                    <a:pt x="306172" y="74315"/>
                  </a:lnTo>
                  <a:lnTo>
                    <a:pt x="303161" y="69959"/>
                  </a:lnTo>
                  <a:lnTo>
                    <a:pt x="300015" y="65701"/>
                  </a:lnTo>
                  <a:lnTo>
                    <a:pt x="296735" y="61545"/>
                  </a:lnTo>
                  <a:lnTo>
                    <a:pt x="293325" y="57494"/>
                  </a:lnTo>
                  <a:lnTo>
                    <a:pt x="289788" y="53554"/>
                  </a:lnTo>
                  <a:lnTo>
                    <a:pt x="286129" y="49727"/>
                  </a:lnTo>
                  <a:lnTo>
                    <a:pt x="282350" y="46019"/>
                  </a:lnTo>
                  <a:lnTo>
                    <a:pt x="278455" y="42432"/>
                  </a:lnTo>
                  <a:lnTo>
                    <a:pt x="274449" y="38970"/>
                  </a:lnTo>
                  <a:lnTo>
                    <a:pt x="270336" y="35636"/>
                  </a:lnTo>
                  <a:lnTo>
                    <a:pt x="266119" y="32435"/>
                  </a:lnTo>
                  <a:lnTo>
                    <a:pt x="261802" y="29369"/>
                  </a:lnTo>
                  <a:lnTo>
                    <a:pt x="257391" y="26441"/>
                  </a:lnTo>
                  <a:lnTo>
                    <a:pt x="252889" y="23654"/>
                  </a:lnTo>
                  <a:lnTo>
                    <a:pt x="248301" y="21011"/>
                  </a:lnTo>
                  <a:lnTo>
                    <a:pt x="243632" y="18515"/>
                  </a:lnTo>
                  <a:lnTo>
                    <a:pt x="238886" y="16168"/>
                  </a:lnTo>
                  <a:lnTo>
                    <a:pt x="234068" y="13972"/>
                  </a:lnTo>
                  <a:lnTo>
                    <a:pt x="229183" y="11930"/>
                  </a:lnTo>
                  <a:lnTo>
                    <a:pt x="224235" y="10044"/>
                  </a:lnTo>
                  <a:lnTo>
                    <a:pt x="219231" y="8315"/>
                  </a:lnTo>
                  <a:lnTo>
                    <a:pt x="214174" y="6746"/>
                  </a:lnTo>
                  <a:lnTo>
                    <a:pt x="209070" y="5338"/>
                  </a:lnTo>
                  <a:lnTo>
                    <a:pt x="203924" y="4092"/>
                  </a:lnTo>
                  <a:lnTo>
                    <a:pt x="198741" y="3009"/>
                  </a:lnTo>
                  <a:lnTo>
                    <a:pt x="193527" y="2092"/>
                  </a:lnTo>
                  <a:lnTo>
                    <a:pt x="188286" y="1339"/>
                  </a:lnTo>
                  <a:lnTo>
                    <a:pt x="183024" y="754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0363" y="2126963"/>
              <a:ext cx="30924" cy="167167"/>
            </a:xfrm>
            <a:custGeom>
              <a:avLst/>
              <a:pathLst>
                <a:path w="30924" h="167167">
                  <a:moveTo>
                    <a:pt x="30924" y="0"/>
                  </a:moveTo>
                  <a:lnTo>
                    <a:pt x="23151" y="180"/>
                  </a:lnTo>
                  <a:lnTo>
                    <a:pt x="15394" y="722"/>
                  </a:lnTo>
                  <a:lnTo>
                    <a:pt x="7672" y="1624"/>
                  </a:lnTo>
                  <a:lnTo>
                    <a:pt x="0" y="2885"/>
                  </a:lnTo>
                  <a:lnTo>
                    <a:pt x="3092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0363" y="2129848"/>
              <a:ext cx="30924" cy="164282"/>
            </a:xfrm>
            <a:custGeom>
              <a:avLst/>
              <a:pathLst>
                <a:path w="30924" h="164282">
                  <a:moveTo>
                    <a:pt x="0" y="0"/>
                  </a:moveTo>
                  <a:lnTo>
                    <a:pt x="30924" y="1642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0363" y="2129848"/>
              <a:ext cx="30924" cy="164282"/>
            </a:xfrm>
            <a:custGeom>
              <a:avLst/>
              <a:pathLst>
                <a:path w="30924" h="164282">
                  <a:moveTo>
                    <a:pt x="0" y="0"/>
                  </a:moveTo>
                  <a:lnTo>
                    <a:pt x="30924" y="1642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0363" y="2129848"/>
              <a:ext cx="30924" cy="164282"/>
            </a:xfrm>
            <a:custGeom>
              <a:avLst/>
              <a:pathLst>
                <a:path w="30924" h="164282">
                  <a:moveTo>
                    <a:pt x="0" y="0"/>
                  </a:moveTo>
                  <a:lnTo>
                    <a:pt x="30924" y="1642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0363" y="2129848"/>
              <a:ext cx="30924" cy="164282"/>
            </a:xfrm>
            <a:custGeom>
              <a:avLst/>
              <a:pathLst>
                <a:path w="30924" h="164282">
                  <a:moveTo>
                    <a:pt x="0" y="0"/>
                  </a:moveTo>
                  <a:lnTo>
                    <a:pt x="30924" y="1642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0363" y="2129848"/>
              <a:ext cx="30924" cy="164282"/>
            </a:xfrm>
            <a:custGeom>
              <a:avLst/>
              <a:pathLst>
                <a:path w="30924" h="164282">
                  <a:moveTo>
                    <a:pt x="0" y="0"/>
                  </a:moveTo>
                  <a:lnTo>
                    <a:pt x="30924" y="1642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0363" y="2129848"/>
              <a:ext cx="30924" cy="164282"/>
            </a:xfrm>
            <a:custGeom>
              <a:avLst/>
              <a:pathLst>
                <a:path w="30924" h="164282">
                  <a:moveTo>
                    <a:pt x="0" y="0"/>
                  </a:moveTo>
                  <a:lnTo>
                    <a:pt x="30924" y="1642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0363" y="2129848"/>
              <a:ext cx="30924" cy="164282"/>
            </a:xfrm>
            <a:custGeom>
              <a:avLst/>
              <a:pathLst>
                <a:path w="30924" h="164282">
                  <a:moveTo>
                    <a:pt x="0" y="0"/>
                  </a:moveTo>
                  <a:lnTo>
                    <a:pt x="30924" y="1642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0363" y="2129848"/>
              <a:ext cx="30924" cy="164282"/>
            </a:xfrm>
            <a:custGeom>
              <a:avLst/>
              <a:pathLst>
                <a:path w="30924" h="164282">
                  <a:moveTo>
                    <a:pt x="0" y="0"/>
                  </a:moveTo>
                  <a:lnTo>
                    <a:pt x="30924" y="1642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50363" y="2129848"/>
              <a:ext cx="30924" cy="164282"/>
            </a:xfrm>
            <a:custGeom>
              <a:avLst/>
              <a:pathLst>
                <a:path w="30924" h="164282">
                  <a:moveTo>
                    <a:pt x="0" y="0"/>
                  </a:moveTo>
                  <a:lnTo>
                    <a:pt x="30924" y="1642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50363" y="2129848"/>
              <a:ext cx="30924" cy="164282"/>
            </a:xfrm>
            <a:custGeom>
              <a:avLst/>
              <a:pathLst>
                <a:path w="30924" h="164282">
                  <a:moveTo>
                    <a:pt x="0" y="0"/>
                  </a:moveTo>
                  <a:lnTo>
                    <a:pt x="30924" y="1642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50363" y="2129848"/>
              <a:ext cx="30924" cy="164282"/>
            </a:xfrm>
            <a:custGeom>
              <a:avLst/>
              <a:pathLst>
                <a:path w="30924" h="164282">
                  <a:moveTo>
                    <a:pt x="0" y="0"/>
                  </a:moveTo>
                  <a:lnTo>
                    <a:pt x="30924" y="1642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50363" y="2129848"/>
              <a:ext cx="30924" cy="164282"/>
            </a:xfrm>
            <a:custGeom>
              <a:avLst/>
              <a:pathLst>
                <a:path w="30924" h="164282">
                  <a:moveTo>
                    <a:pt x="0" y="0"/>
                  </a:moveTo>
                  <a:lnTo>
                    <a:pt x="30924" y="1642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50363" y="2129848"/>
              <a:ext cx="30924" cy="164282"/>
            </a:xfrm>
            <a:custGeom>
              <a:avLst/>
              <a:pathLst>
                <a:path w="30924" h="164282">
                  <a:moveTo>
                    <a:pt x="0" y="0"/>
                  </a:moveTo>
                  <a:lnTo>
                    <a:pt x="30924" y="1642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50363" y="2129848"/>
              <a:ext cx="30924" cy="164282"/>
            </a:xfrm>
            <a:custGeom>
              <a:avLst/>
              <a:pathLst>
                <a:path w="30924" h="164282">
                  <a:moveTo>
                    <a:pt x="0" y="0"/>
                  </a:moveTo>
                  <a:lnTo>
                    <a:pt x="30924" y="1642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24" y="2127620"/>
              <a:ext cx="334329" cy="333660"/>
            </a:xfrm>
            <a:custGeom>
              <a:avLst/>
              <a:pathLst>
                <a:path w="334329" h="333660">
                  <a:moveTo>
                    <a:pt x="136239" y="2228"/>
                  </a:moveTo>
                  <a:lnTo>
                    <a:pt x="131060" y="3288"/>
                  </a:lnTo>
                  <a:lnTo>
                    <a:pt x="125917" y="4511"/>
                  </a:lnTo>
                  <a:lnTo>
                    <a:pt x="120816" y="5896"/>
                  </a:lnTo>
                  <a:lnTo>
                    <a:pt x="115761" y="7442"/>
                  </a:lnTo>
                  <a:lnTo>
                    <a:pt x="110757" y="9147"/>
                  </a:lnTo>
                  <a:lnTo>
                    <a:pt x="105810" y="11009"/>
                  </a:lnTo>
                  <a:lnTo>
                    <a:pt x="100924" y="13026"/>
                  </a:lnTo>
                  <a:lnTo>
                    <a:pt x="96104" y="15197"/>
                  </a:lnTo>
                  <a:lnTo>
                    <a:pt x="91355" y="17520"/>
                  </a:lnTo>
                  <a:lnTo>
                    <a:pt x="86682" y="19991"/>
                  </a:lnTo>
                  <a:lnTo>
                    <a:pt x="82090" y="22609"/>
                  </a:lnTo>
                  <a:lnTo>
                    <a:pt x="77583" y="25371"/>
                  </a:lnTo>
                  <a:lnTo>
                    <a:pt x="73165" y="28274"/>
                  </a:lnTo>
                  <a:lnTo>
                    <a:pt x="68841" y="31315"/>
                  </a:lnTo>
                  <a:lnTo>
                    <a:pt x="64616" y="34492"/>
                  </a:lnTo>
                  <a:lnTo>
                    <a:pt x="60493" y="37800"/>
                  </a:lnTo>
                  <a:lnTo>
                    <a:pt x="56476" y="41237"/>
                  </a:lnTo>
                  <a:lnTo>
                    <a:pt x="52571" y="44799"/>
                  </a:lnTo>
                  <a:lnTo>
                    <a:pt x="48780" y="48483"/>
                  </a:lnTo>
                  <a:lnTo>
                    <a:pt x="45107" y="52285"/>
                  </a:lnTo>
                  <a:lnTo>
                    <a:pt x="41557" y="56202"/>
                  </a:lnTo>
                  <a:lnTo>
                    <a:pt x="38132" y="60228"/>
                  </a:lnTo>
                  <a:lnTo>
                    <a:pt x="34836" y="64361"/>
                  </a:lnTo>
                  <a:lnTo>
                    <a:pt x="31672" y="68596"/>
                  </a:lnTo>
                  <a:lnTo>
                    <a:pt x="28644" y="72929"/>
                  </a:lnTo>
                  <a:lnTo>
                    <a:pt x="25754" y="77356"/>
                  </a:lnTo>
                  <a:lnTo>
                    <a:pt x="23006" y="81871"/>
                  </a:lnTo>
                  <a:lnTo>
                    <a:pt x="20402" y="86472"/>
                  </a:lnTo>
                  <a:lnTo>
                    <a:pt x="17945" y="91152"/>
                  </a:lnTo>
                  <a:lnTo>
                    <a:pt x="15637" y="95908"/>
                  </a:lnTo>
                  <a:lnTo>
                    <a:pt x="13480" y="100734"/>
                  </a:lnTo>
                  <a:lnTo>
                    <a:pt x="11477" y="105626"/>
                  </a:lnTo>
                  <a:lnTo>
                    <a:pt x="9630" y="110579"/>
                  </a:lnTo>
                  <a:lnTo>
                    <a:pt x="7941" y="115588"/>
                  </a:lnTo>
                  <a:lnTo>
                    <a:pt x="6410" y="120648"/>
                  </a:lnTo>
                  <a:lnTo>
                    <a:pt x="5040" y="125753"/>
                  </a:lnTo>
                  <a:lnTo>
                    <a:pt x="3833" y="130900"/>
                  </a:lnTo>
                  <a:lnTo>
                    <a:pt x="2788" y="136082"/>
                  </a:lnTo>
                  <a:lnTo>
                    <a:pt x="1909" y="141294"/>
                  </a:lnTo>
                  <a:lnTo>
                    <a:pt x="1194" y="146532"/>
                  </a:lnTo>
                  <a:lnTo>
                    <a:pt x="645" y="151789"/>
                  </a:lnTo>
                  <a:lnTo>
                    <a:pt x="263" y="157062"/>
                  </a:lnTo>
                  <a:lnTo>
                    <a:pt x="48" y="162344"/>
                  </a:lnTo>
                  <a:lnTo>
                    <a:pt x="0" y="167630"/>
                  </a:lnTo>
                  <a:lnTo>
                    <a:pt x="118" y="172914"/>
                  </a:lnTo>
                  <a:lnTo>
                    <a:pt x="404" y="178193"/>
                  </a:lnTo>
                  <a:lnTo>
                    <a:pt x="857" y="183460"/>
                  </a:lnTo>
                  <a:lnTo>
                    <a:pt x="1476" y="188709"/>
                  </a:lnTo>
                  <a:lnTo>
                    <a:pt x="2261" y="193937"/>
                  </a:lnTo>
                  <a:lnTo>
                    <a:pt x="3211" y="199137"/>
                  </a:lnTo>
                  <a:lnTo>
                    <a:pt x="4324" y="204305"/>
                  </a:lnTo>
                  <a:lnTo>
                    <a:pt x="5601" y="209435"/>
                  </a:lnTo>
                  <a:lnTo>
                    <a:pt x="7039" y="214521"/>
                  </a:lnTo>
                  <a:lnTo>
                    <a:pt x="8637" y="219560"/>
                  </a:lnTo>
                  <a:lnTo>
                    <a:pt x="10393" y="224546"/>
                  </a:lnTo>
                  <a:lnTo>
                    <a:pt x="12307" y="229474"/>
                  </a:lnTo>
                  <a:lnTo>
                    <a:pt x="14375" y="234339"/>
                  </a:lnTo>
                  <a:lnTo>
                    <a:pt x="16596" y="239136"/>
                  </a:lnTo>
                  <a:lnTo>
                    <a:pt x="18967" y="243860"/>
                  </a:lnTo>
                  <a:lnTo>
                    <a:pt x="21487" y="248507"/>
                  </a:lnTo>
                  <a:lnTo>
                    <a:pt x="24153" y="253072"/>
                  </a:lnTo>
                  <a:lnTo>
                    <a:pt x="26961" y="257550"/>
                  </a:lnTo>
                  <a:lnTo>
                    <a:pt x="29910" y="261938"/>
                  </a:lnTo>
                  <a:lnTo>
                    <a:pt x="32996" y="266230"/>
                  </a:lnTo>
                  <a:lnTo>
                    <a:pt x="36216" y="270422"/>
                  </a:lnTo>
                  <a:lnTo>
                    <a:pt x="39567" y="274511"/>
                  </a:lnTo>
                  <a:lnTo>
                    <a:pt x="43045" y="278491"/>
                  </a:lnTo>
                  <a:lnTo>
                    <a:pt x="46648" y="282359"/>
                  </a:lnTo>
                  <a:lnTo>
                    <a:pt x="50371" y="286112"/>
                  </a:lnTo>
                  <a:lnTo>
                    <a:pt x="54211" y="289745"/>
                  </a:lnTo>
                  <a:lnTo>
                    <a:pt x="58164" y="293255"/>
                  </a:lnTo>
                  <a:lnTo>
                    <a:pt x="62226" y="296638"/>
                  </a:lnTo>
                  <a:lnTo>
                    <a:pt x="66393" y="299890"/>
                  </a:lnTo>
                  <a:lnTo>
                    <a:pt x="70660" y="303010"/>
                  </a:lnTo>
                  <a:lnTo>
                    <a:pt x="75024" y="305993"/>
                  </a:lnTo>
                  <a:lnTo>
                    <a:pt x="79481" y="308836"/>
                  </a:lnTo>
                  <a:lnTo>
                    <a:pt x="84025" y="311538"/>
                  </a:lnTo>
                  <a:lnTo>
                    <a:pt x="88652" y="314094"/>
                  </a:lnTo>
                  <a:lnTo>
                    <a:pt x="93357" y="316502"/>
                  </a:lnTo>
                  <a:lnTo>
                    <a:pt x="98137" y="318761"/>
                  </a:lnTo>
                  <a:lnTo>
                    <a:pt x="102985" y="320867"/>
                  </a:lnTo>
                  <a:lnTo>
                    <a:pt x="107898" y="322819"/>
                  </a:lnTo>
                  <a:lnTo>
                    <a:pt x="112869" y="324615"/>
                  </a:lnTo>
                  <a:lnTo>
                    <a:pt x="117896" y="326253"/>
                  </a:lnTo>
                  <a:lnTo>
                    <a:pt x="122971" y="327731"/>
                  </a:lnTo>
                  <a:lnTo>
                    <a:pt x="128091" y="329047"/>
                  </a:lnTo>
                  <a:lnTo>
                    <a:pt x="133249" y="330201"/>
                  </a:lnTo>
                  <a:lnTo>
                    <a:pt x="138442" y="331192"/>
                  </a:lnTo>
                  <a:lnTo>
                    <a:pt x="143663" y="332018"/>
                  </a:lnTo>
                  <a:lnTo>
                    <a:pt x="148908" y="332678"/>
                  </a:lnTo>
                  <a:lnTo>
                    <a:pt x="154171" y="333172"/>
                  </a:lnTo>
                  <a:lnTo>
                    <a:pt x="159447" y="333499"/>
                  </a:lnTo>
                  <a:lnTo>
                    <a:pt x="164731" y="333660"/>
                  </a:lnTo>
                  <a:lnTo>
                    <a:pt x="170017" y="333653"/>
                  </a:lnTo>
                  <a:lnTo>
                    <a:pt x="175300" y="333479"/>
                  </a:lnTo>
                  <a:lnTo>
                    <a:pt x="180575" y="333139"/>
                  </a:lnTo>
                  <a:lnTo>
                    <a:pt x="185837" y="332631"/>
                  </a:lnTo>
                  <a:lnTo>
                    <a:pt x="191080" y="331958"/>
                  </a:lnTo>
                  <a:lnTo>
                    <a:pt x="196300" y="331119"/>
                  </a:lnTo>
                  <a:lnTo>
                    <a:pt x="201490" y="330115"/>
                  </a:lnTo>
                  <a:lnTo>
                    <a:pt x="206645" y="328948"/>
                  </a:lnTo>
                  <a:lnTo>
                    <a:pt x="211762" y="327619"/>
                  </a:lnTo>
                  <a:lnTo>
                    <a:pt x="216833" y="326128"/>
                  </a:lnTo>
                  <a:lnTo>
                    <a:pt x="221855" y="324478"/>
                  </a:lnTo>
                  <a:lnTo>
                    <a:pt x="226823" y="322669"/>
                  </a:lnTo>
                  <a:lnTo>
                    <a:pt x="231730" y="320705"/>
                  </a:lnTo>
                  <a:lnTo>
                    <a:pt x="236573" y="318586"/>
                  </a:lnTo>
                  <a:lnTo>
                    <a:pt x="241347" y="316316"/>
                  </a:lnTo>
                  <a:lnTo>
                    <a:pt x="246046" y="313895"/>
                  </a:lnTo>
                  <a:lnTo>
                    <a:pt x="250667" y="311328"/>
                  </a:lnTo>
                  <a:lnTo>
                    <a:pt x="255204" y="308615"/>
                  </a:lnTo>
                  <a:lnTo>
                    <a:pt x="259653" y="305760"/>
                  </a:lnTo>
                  <a:lnTo>
                    <a:pt x="264010" y="302766"/>
                  </a:lnTo>
                  <a:lnTo>
                    <a:pt x="268270" y="299636"/>
                  </a:lnTo>
                  <a:lnTo>
                    <a:pt x="272428" y="296373"/>
                  </a:lnTo>
                  <a:lnTo>
                    <a:pt x="276482" y="292979"/>
                  </a:lnTo>
                  <a:lnTo>
                    <a:pt x="280426" y="289460"/>
                  </a:lnTo>
                  <a:lnTo>
                    <a:pt x="284256" y="285817"/>
                  </a:lnTo>
                  <a:lnTo>
                    <a:pt x="287970" y="282055"/>
                  </a:lnTo>
                  <a:lnTo>
                    <a:pt x="291563" y="278178"/>
                  </a:lnTo>
                  <a:lnTo>
                    <a:pt x="295032" y="274189"/>
                  </a:lnTo>
                  <a:lnTo>
                    <a:pt x="298372" y="270092"/>
                  </a:lnTo>
                  <a:lnTo>
                    <a:pt x="301582" y="265891"/>
                  </a:lnTo>
                  <a:lnTo>
                    <a:pt x="304657" y="261592"/>
                  </a:lnTo>
                  <a:lnTo>
                    <a:pt x="307594" y="257197"/>
                  </a:lnTo>
                  <a:lnTo>
                    <a:pt x="310391" y="252711"/>
                  </a:lnTo>
                  <a:lnTo>
                    <a:pt x="313045" y="248139"/>
                  </a:lnTo>
                  <a:lnTo>
                    <a:pt x="315553" y="243486"/>
                  </a:lnTo>
                  <a:lnTo>
                    <a:pt x="317913" y="238756"/>
                  </a:lnTo>
                  <a:lnTo>
                    <a:pt x="320122" y="233953"/>
                  </a:lnTo>
                  <a:lnTo>
                    <a:pt x="322178" y="229083"/>
                  </a:lnTo>
                  <a:lnTo>
                    <a:pt x="324079" y="224151"/>
                  </a:lnTo>
                  <a:lnTo>
                    <a:pt x="325823" y="219161"/>
                  </a:lnTo>
                  <a:lnTo>
                    <a:pt x="327408" y="214118"/>
                  </a:lnTo>
                  <a:lnTo>
                    <a:pt x="328833" y="209027"/>
                  </a:lnTo>
                  <a:lnTo>
                    <a:pt x="330097" y="203894"/>
                  </a:lnTo>
                  <a:lnTo>
                    <a:pt x="331197" y="198724"/>
                  </a:lnTo>
                  <a:lnTo>
                    <a:pt x="332134" y="193521"/>
                  </a:lnTo>
                  <a:lnTo>
                    <a:pt x="332906" y="188292"/>
                  </a:lnTo>
                  <a:lnTo>
                    <a:pt x="333511" y="183040"/>
                  </a:lnTo>
                  <a:lnTo>
                    <a:pt x="333951" y="177772"/>
                  </a:lnTo>
                  <a:lnTo>
                    <a:pt x="334224" y="172493"/>
                  </a:lnTo>
                  <a:lnTo>
                    <a:pt x="334329" y="167208"/>
                  </a:lnTo>
                  <a:lnTo>
                    <a:pt x="334268" y="161922"/>
                  </a:lnTo>
                  <a:lnTo>
                    <a:pt x="334039" y="156641"/>
                  </a:lnTo>
                  <a:lnTo>
                    <a:pt x="333644" y="151370"/>
                  </a:lnTo>
                  <a:lnTo>
                    <a:pt x="333082" y="146113"/>
                  </a:lnTo>
                  <a:lnTo>
                    <a:pt x="332354" y="140878"/>
                  </a:lnTo>
                  <a:lnTo>
                    <a:pt x="331461" y="135667"/>
                  </a:lnTo>
                  <a:lnTo>
                    <a:pt x="330403" y="130488"/>
                  </a:lnTo>
                  <a:lnTo>
                    <a:pt x="329183" y="125345"/>
                  </a:lnTo>
                  <a:lnTo>
                    <a:pt x="327800" y="120243"/>
                  </a:lnTo>
                  <a:lnTo>
                    <a:pt x="326257" y="115187"/>
                  </a:lnTo>
                  <a:lnTo>
                    <a:pt x="324555" y="110182"/>
                  </a:lnTo>
                  <a:lnTo>
                    <a:pt x="322695" y="105234"/>
                  </a:lnTo>
                  <a:lnTo>
                    <a:pt x="320680" y="100347"/>
                  </a:lnTo>
                  <a:lnTo>
                    <a:pt x="318511" y="95526"/>
                  </a:lnTo>
                  <a:lnTo>
                    <a:pt x="316191" y="90776"/>
                  </a:lnTo>
                  <a:lnTo>
                    <a:pt x="313722" y="86102"/>
                  </a:lnTo>
                  <a:lnTo>
                    <a:pt x="311106" y="81508"/>
                  </a:lnTo>
                  <a:lnTo>
                    <a:pt x="308347" y="77000"/>
                  </a:lnTo>
                  <a:lnTo>
                    <a:pt x="305446" y="72580"/>
                  </a:lnTo>
                  <a:lnTo>
                    <a:pt x="302407" y="68255"/>
                  </a:lnTo>
                  <a:lnTo>
                    <a:pt x="299233" y="64028"/>
                  </a:lnTo>
                  <a:lnTo>
                    <a:pt x="295926" y="59903"/>
                  </a:lnTo>
                  <a:lnTo>
                    <a:pt x="292491" y="55885"/>
                  </a:lnTo>
                  <a:lnTo>
                    <a:pt x="288931" y="51978"/>
                  </a:lnTo>
                  <a:lnTo>
                    <a:pt x="285249" y="48185"/>
                  </a:lnTo>
                  <a:lnTo>
                    <a:pt x="281448" y="44511"/>
                  </a:lnTo>
                  <a:lnTo>
                    <a:pt x="277534" y="40958"/>
                  </a:lnTo>
                  <a:lnTo>
                    <a:pt x="273509" y="37531"/>
                  </a:lnTo>
                  <a:lnTo>
                    <a:pt x="269378" y="34233"/>
                  </a:lnTo>
                  <a:lnTo>
                    <a:pt x="265144" y="31068"/>
                  </a:lnTo>
                  <a:lnTo>
                    <a:pt x="260813" y="28037"/>
                  </a:lnTo>
                  <a:lnTo>
                    <a:pt x="256388" y="25146"/>
                  </a:lnTo>
                  <a:lnTo>
                    <a:pt x="251873" y="22395"/>
                  </a:lnTo>
                  <a:lnTo>
                    <a:pt x="247274" y="19789"/>
                  </a:lnTo>
                  <a:lnTo>
                    <a:pt x="242595" y="17329"/>
                  </a:lnTo>
                  <a:lnTo>
                    <a:pt x="237841" y="15019"/>
                  </a:lnTo>
                  <a:lnTo>
                    <a:pt x="233016" y="12860"/>
                  </a:lnTo>
                  <a:lnTo>
                    <a:pt x="228124" y="10855"/>
                  </a:lnTo>
                  <a:lnTo>
                    <a:pt x="223172" y="9005"/>
                  </a:lnTo>
                  <a:lnTo>
                    <a:pt x="218164" y="7313"/>
                  </a:lnTo>
                  <a:lnTo>
                    <a:pt x="213105" y="5780"/>
                  </a:lnTo>
                  <a:lnTo>
                    <a:pt x="208000" y="4408"/>
                  </a:lnTo>
                  <a:lnTo>
                    <a:pt x="202855" y="3197"/>
                  </a:lnTo>
                  <a:lnTo>
                    <a:pt x="197673" y="2151"/>
                  </a:lnTo>
                  <a:lnTo>
                    <a:pt x="192461" y="1268"/>
                  </a:lnTo>
                  <a:lnTo>
                    <a:pt x="187224" y="551"/>
                  </a:lnTo>
                  <a:lnTo>
                    <a:pt x="181966" y="0"/>
                  </a:lnTo>
                  <a:lnTo>
                    <a:pt x="167163" y="1665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4803" cy="167167"/>
            </a:xfrm>
            <a:custGeom>
              <a:avLst/>
              <a:pathLst>
                <a:path w="14803" h="167167">
                  <a:moveTo>
                    <a:pt x="14803" y="65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5525" y="2633064"/>
              <a:ext cx="5223" cy="167167"/>
            </a:xfrm>
            <a:custGeom>
              <a:avLst/>
              <a:pathLst>
                <a:path w="5223" h="167167">
                  <a:moveTo>
                    <a:pt x="5223" y="0"/>
                  </a:moveTo>
                  <a:lnTo>
                    <a:pt x="0" y="81"/>
                  </a:lnTo>
                  <a:lnTo>
                    <a:pt x="522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5525" y="26331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5525" y="26331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5525" y="26331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5525" y="26331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5525" y="26331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5525" y="26331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5525" y="26331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5525" y="26331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5525" y="26331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5525" y="26331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5525" y="26331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5525" y="26331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5525" y="26331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88" y="2633145"/>
              <a:ext cx="334326" cy="334241"/>
            </a:xfrm>
            <a:custGeom>
              <a:avLst/>
              <a:pathLst>
                <a:path w="334326" h="334241">
                  <a:moveTo>
                    <a:pt x="161936" y="0"/>
                  </a:moveTo>
                  <a:lnTo>
                    <a:pt x="156657" y="248"/>
                  </a:lnTo>
                  <a:lnTo>
                    <a:pt x="151388" y="663"/>
                  </a:lnTo>
                  <a:lnTo>
                    <a:pt x="146136" y="1245"/>
                  </a:lnTo>
                  <a:lnTo>
                    <a:pt x="140904" y="1993"/>
                  </a:lnTo>
                  <a:lnTo>
                    <a:pt x="135698" y="2905"/>
                  </a:lnTo>
                  <a:lnTo>
                    <a:pt x="130524" y="3982"/>
                  </a:lnTo>
                  <a:lnTo>
                    <a:pt x="125387" y="5221"/>
                  </a:lnTo>
                  <a:lnTo>
                    <a:pt x="120291" y="6622"/>
                  </a:lnTo>
                  <a:lnTo>
                    <a:pt x="115243" y="8184"/>
                  </a:lnTo>
                  <a:lnTo>
                    <a:pt x="110246" y="9904"/>
                  </a:lnTo>
                  <a:lnTo>
                    <a:pt x="105306" y="11782"/>
                  </a:lnTo>
                  <a:lnTo>
                    <a:pt x="100428" y="13815"/>
                  </a:lnTo>
                  <a:lnTo>
                    <a:pt x="95616" y="16001"/>
                  </a:lnTo>
                  <a:lnTo>
                    <a:pt x="90876" y="18338"/>
                  </a:lnTo>
                  <a:lnTo>
                    <a:pt x="86212" y="20823"/>
                  </a:lnTo>
                  <a:lnTo>
                    <a:pt x="81629" y="23455"/>
                  </a:lnTo>
                  <a:lnTo>
                    <a:pt x="77132" y="26231"/>
                  </a:lnTo>
                  <a:lnTo>
                    <a:pt x="72725" y="29147"/>
                  </a:lnTo>
                  <a:lnTo>
                    <a:pt x="68412" y="32201"/>
                  </a:lnTo>
                  <a:lnTo>
                    <a:pt x="64197" y="35390"/>
                  </a:lnTo>
                  <a:lnTo>
                    <a:pt x="60086" y="38710"/>
                  </a:lnTo>
                  <a:lnTo>
                    <a:pt x="56081" y="42159"/>
                  </a:lnTo>
                  <a:lnTo>
                    <a:pt x="52188" y="45732"/>
                  </a:lnTo>
                  <a:lnTo>
                    <a:pt x="48409" y="49427"/>
                  </a:lnTo>
                  <a:lnTo>
                    <a:pt x="44750" y="53240"/>
                  </a:lnTo>
                  <a:lnTo>
                    <a:pt x="41212" y="57166"/>
                  </a:lnTo>
                  <a:lnTo>
                    <a:pt x="37801" y="61202"/>
                  </a:lnTo>
                  <a:lnTo>
                    <a:pt x="34518" y="65344"/>
                  </a:lnTo>
                  <a:lnTo>
                    <a:pt x="31368" y="69588"/>
                  </a:lnTo>
                  <a:lnTo>
                    <a:pt x="28354" y="73929"/>
                  </a:lnTo>
                  <a:lnTo>
                    <a:pt x="25479" y="78363"/>
                  </a:lnTo>
                  <a:lnTo>
                    <a:pt x="22745" y="82886"/>
                  </a:lnTo>
                  <a:lnTo>
                    <a:pt x="20156" y="87493"/>
                  </a:lnTo>
                  <a:lnTo>
                    <a:pt x="17714" y="92179"/>
                  </a:lnTo>
                  <a:lnTo>
                    <a:pt x="15420" y="96940"/>
                  </a:lnTo>
                  <a:lnTo>
                    <a:pt x="13279" y="101772"/>
                  </a:lnTo>
                  <a:lnTo>
                    <a:pt x="11291" y="106669"/>
                  </a:lnTo>
                  <a:lnTo>
                    <a:pt x="9460" y="111626"/>
                  </a:lnTo>
                  <a:lnTo>
                    <a:pt x="7785" y="116638"/>
                  </a:lnTo>
                  <a:lnTo>
                    <a:pt x="6270" y="121701"/>
                  </a:lnTo>
                  <a:lnTo>
                    <a:pt x="4916" y="126810"/>
                  </a:lnTo>
                  <a:lnTo>
                    <a:pt x="3724" y="131958"/>
                  </a:lnTo>
                  <a:lnTo>
                    <a:pt x="2695" y="137142"/>
                  </a:lnTo>
                  <a:lnTo>
                    <a:pt x="1831" y="142356"/>
                  </a:lnTo>
                  <a:lnTo>
                    <a:pt x="1132" y="147594"/>
                  </a:lnTo>
                  <a:lnTo>
                    <a:pt x="599" y="152852"/>
                  </a:lnTo>
                  <a:lnTo>
                    <a:pt x="232" y="158124"/>
                  </a:lnTo>
                  <a:lnTo>
                    <a:pt x="32" y="163405"/>
                  </a:lnTo>
                  <a:lnTo>
                    <a:pt x="0" y="168690"/>
                  </a:lnTo>
                  <a:lnTo>
                    <a:pt x="134" y="173973"/>
                  </a:lnTo>
                  <a:lnTo>
                    <a:pt x="435" y="179249"/>
                  </a:lnTo>
                  <a:lnTo>
                    <a:pt x="903" y="184513"/>
                  </a:lnTo>
                  <a:lnTo>
                    <a:pt x="1537" y="189760"/>
                  </a:lnTo>
                  <a:lnTo>
                    <a:pt x="2336" y="194984"/>
                  </a:lnTo>
                  <a:lnTo>
                    <a:pt x="3300" y="200180"/>
                  </a:lnTo>
                  <a:lnTo>
                    <a:pt x="4428" y="205343"/>
                  </a:lnTo>
                  <a:lnTo>
                    <a:pt x="5719" y="210468"/>
                  </a:lnTo>
                  <a:lnTo>
                    <a:pt x="7171" y="215549"/>
                  </a:lnTo>
                  <a:lnTo>
                    <a:pt x="8783" y="220582"/>
                  </a:lnTo>
                  <a:lnTo>
                    <a:pt x="10553" y="225562"/>
                  </a:lnTo>
                  <a:lnTo>
                    <a:pt x="12480" y="230483"/>
                  </a:lnTo>
                  <a:lnTo>
                    <a:pt x="14561" y="235340"/>
                  </a:lnTo>
                  <a:lnTo>
                    <a:pt x="16795" y="240130"/>
                  </a:lnTo>
                  <a:lnTo>
                    <a:pt x="19179" y="244846"/>
                  </a:lnTo>
                  <a:lnTo>
                    <a:pt x="21711" y="249485"/>
                  </a:lnTo>
                  <a:lnTo>
                    <a:pt x="24388" y="254042"/>
                  </a:lnTo>
                  <a:lnTo>
                    <a:pt x="27208" y="258511"/>
                  </a:lnTo>
                  <a:lnTo>
                    <a:pt x="30168" y="262889"/>
                  </a:lnTo>
                  <a:lnTo>
                    <a:pt x="33265" y="267172"/>
                  </a:lnTo>
                  <a:lnTo>
                    <a:pt x="36496" y="271354"/>
                  </a:lnTo>
                  <a:lnTo>
                    <a:pt x="39857" y="275432"/>
                  </a:lnTo>
                  <a:lnTo>
                    <a:pt x="43345" y="279402"/>
                  </a:lnTo>
                  <a:lnTo>
                    <a:pt x="46957" y="283260"/>
                  </a:lnTo>
                  <a:lnTo>
                    <a:pt x="50690" y="287001"/>
                  </a:lnTo>
                  <a:lnTo>
                    <a:pt x="54539" y="290623"/>
                  </a:lnTo>
                  <a:lnTo>
                    <a:pt x="58500" y="294121"/>
                  </a:lnTo>
                  <a:lnTo>
                    <a:pt x="62570" y="297492"/>
                  </a:lnTo>
                  <a:lnTo>
                    <a:pt x="66744" y="300733"/>
                  </a:lnTo>
                  <a:lnTo>
                    <a:pt x="71019" y="303841"/>
                  </a:lnTo>
                  <a:lnTo>
                    <a:pt x="75390" y="306811"/>
                  </a:lnTo>
                  <a:lnTo>
                    <a:pt x="79852" y="309642"/>
                  </a:lnTo>
                  <a:lnTo>
                    <a:pt x="84402" y="312331"/>
                  </a:lnTo>
                  <a:lnTo>
                    <a:pt x="89035" y="314874"/>
                  </a:lnTo>
                  <a:lnTo>
                    <a:pt x="93745" y="317270"/>
                  </a:lnTo>
                  <a:lnTo>
                    <a:pt x="98529" y="319515"/>
                  </a:lnTo>
                  <a:lnTo>
                    <a:pt x="103382" y="321608"/>
                  </a:lnTo>
                  <a:lnTo>
                    <a:pt x="108298" y="323547"/>
                  </a:lnTo>
                  <a:lnTo>
                    <a:pt x="113273" y="325330"/>
                  </a:lnTo>
                  <a:lnTo>
                    <a:pt x="118302" y="326954"/>
                  </a:lnTo>
                  <a:lnTo>
                    <a:pt x="123380" y="328418"/>
                  </a:lnTo>
                  <a:lnTo>
                    <a:pt x="128502" y="329722"/>
                  </a:lnTo>
                  <a:lnTo>
                    <a:pt x="133662" y="330862"/>
                  </a:lnTo>
                  <a:lnTo>
                    <a:pt x="138856" y="331839"/>
                  </a:lnTo>
                  <a:lnTo>
                    <a:pt x="144078" y="332652"/>
                  </a:lnTo>
                  <a:lnTo>
                    <a:pt x="149323" y="333298"/>
                  </a:lnTo>
                  <a:lnTo>
                    <a:pt x="154586" y="333779"/>
                  </a:lnTo>
                  <a:lnTo>
                    <a:pt x="159861" y="334093"/>
                  </a:lnTo>
                  <a:lnTo>
                    <a:pt x="165144" y="334241"/>
                  </a:lnTo>
                  <a:lnTo>
                    <a:pt x="170429" y="334221"/>
                  </a:lnTo>
                  <a:lnTo>
                    <a:pt x="175710" y="334034"/>
                  </a:lnTo>
                  <a:lnTo>
                    <a:pt x="180983" y="333680"/>
                  </a:lnTo>
                  <a:lnTo>
                    <a:pt x="186242" y="333160"/>
                  </a:lnTo>
                  <a:lnTo>
                    <a:pt x="191482" y="332474"/>
                  </a:lnTo>
                  <a:lnTo>
                    <a:pt x="196698" y="331622"/>
                  </a:lnTo>
                  <a:lnTo>
                    <a:pt x="201884" y="330606"/>
                  </a:lnTo>
                  <a:lnTo>
                    <a:pt x="207036" y="329427"/>
                  </a:lnTo>
                  <a:lnTo>
                    <a:pt x="212148" y="328085"/>
                  </a:lnTo>
                  <a:lnTo>
                    <a:pt x="217214" y="326583"/>
                  </a:lnTo>
                  <a:lnTo>
                    <a:pt x="222231" y="324921"/>
                  </a:lnTo>
                  <a:lnTo>
                    <a:pt x="227193" y="323101"/>
                  </a:lnTo>
                  <a:lnTo>
                    <a:pt x="232094" y="321126"/>
                  </a:lnTo>
                  <a:lnTo>
                    <a:pt x="236931" y="318996"/>
                  </a:lnTo>
                  <a:lnTo>
                    <a:pt x="241698" y="316715"/>
                  </a:lnTo>
                  <a:lnTo>
                    <a:pt x="246391" y="314284"/>
                  </a:lnTo>
                  <a:lnTo>
                    <a:pt x="251004" y="311706"/>
                  </a:lnTo>
                  <a:lnTo>
                    <a:pt x="255533" y="308983"/>
                  </a:lnTo>
                  <a:lnTo>
                    <a:pt x="259975" y="306119"/>
                  </a:lnTo>
                  <a:lnTo>
                    <a:pt x="264323" y="303115"/>
                  </a:lnTo>
                  <a:lnTo>
                    <a:pt x="268574" y="299976"/>
                  </a:lnTo>
                  <a:lnTo>
                    <a:pt x="272724" y="296704"/>
                  </a:lnTo>
                  <a:lnTo>
                    <a:pt x="276769" y="293302"/>
                  </a:lnTo>
                  <a:lnTo>
                    <a:pt x="280704" y="289774"/>
                  </a:lnTo>
                  <a:lnTo>
                    <a:pt x="284525" y="286124"/>
                  </a:lnTo>
                  <a:lnTo>
                    <a:pt x="288229" y="282354"/>
                  </a:lnTo>
                  <a:lnTo>
                    <a:pt x="291812" y="278470"/>
                  </a:lnTo>
                  <a:lnTo>
                    <a:pt x="295271" y="274474"/>
                  </a:lnTo>
                  <a:lnTo>
                    <a:pt x="298602" y="270371"/>
                  </a:lnTo>
                  <a:lnTo>
                    <a:pt x="301801" y="266164"/>
                  </a:lnTo>
                  <a:lnTo>
                    <a:pt x="304865" y="261859"/>
                  </a:lnTo>
                  <a:lnTo>
                    <a:pt x="307792" y="257458"/>
                  </a:lnTo>
                  <a:lnTo>
                    <a:pt x="310579" y="252968"/>
                  </a:lnTo>
                  <a:lnTo>
                    <a:pt x="313222" y="248391"/>
                  </a:lnTo>
                  <a:lnTo>
                    <a:pt x="315719" y="243734"/>
                  </a:lnTo>
                  <a:lnTo>
                    <a:pt x="318067" y="239000"/>
                  </a:lnTo>
                  <a:lnTo>
                    <a:pt x="320265" y="234193"/>
                  </a:lnTo>
                  <a:lnTo>
                    <a:pt x="322310" y="229320"/>
                  </a:lnTo>
                  <a:lnTo>
                    <a:pt x="324200" y="224385"/>
                  </a:lnTo>
                  <a:lnTo>
                    <a:pt x="325932" y="219392"/>
                  </a:lnTo>
                  <a:lnTo>
                    <a:pt x="327507" y="214347"/>
                  </a:lnTo>
                  <a:lnTo>
                    <a:pt x="328920" y="209255"/>
                  </a:lnTo>
                  <a:lnTo>
                    <a:pt x="330173" y="204121"/>
                  </a:lnTo>
                  <a:lnTo>
                    <a:pt x="331262" y="198949"/>
                  </a:lnTo>
                  <a:lnTo>
                    <a:pt x="332187" y="193746"/>
                  </a:lnTo>
                  <a:lnTo>
                    <a:pt x="332947" y="188516"/>
                  </a:lnTo>
                  <a:lnTo>
                    <a:pt x="333542" y="183265"/>
                  </a:lnTo>
                  <a:lnTo>
                    <a:pt x="333970" y="177998"/>
                  </a:lnTo>
                  <a:lnTo>
                    <a:pt x="334232" y="172719"/>
                  </a:lnTo>
                  <a:lnTo>
                    <a:pt x="334326" y="167435"/>
                  </a:lnTo>
                  <a:lnTo>
                    <a:pt x="334254" y="162151"/>
                  </a:lnTo>
                  <a:lnTo>
                    <a:pt x="334014" y="156872"/>
                  </a:lnTo>
                  <a:lnTo>
                    <a:pt x="333608" y="151603"/>
                  </a:lnTo>
                  <a:lnTo>
                    <a:pt x="333036" y="146349"/>
                  </a:lnTo>
                  <a:lnTo>
                    <a:pt x="332297" y="141116"/>
                  </a:lnTo>
                  <a:lnTo>
                    <a:pt x="331394" y="135909"/>
                  </a:lnTo>
                  <a:lnTo>
                    <a:pt x="330326" y="130733"/>
                  </a:lnTo>
                  <a:lnTo>
                    <a:pt x="329096" y="125594"/>
                  </a:lnTo>
                  <a:lnTo>
                    <a:pt x="327703" y="120495"/>
                  </a:lnTo>
                  <a:lnTo>
                    <a:pt x="326150" y="115444"/>
                  </a:lnTo>
                  <a:lnTo>
                    <a:pt x="324438" y="110444"/>
                  </a:lnTo>
                  <a:lnTo>
                    <a:pt x="322569" y="105501"/>
                  </a:lnTo>
                  <a:lnTo>
                    <a:pt x="320545" y="100619"/>
                  </a:lnTo>
                  <a:lnTo>
                    <a:pt x="318367" y="95804"/>
                  </a:lnTo>
                  <a:lnTo>
                    <a:pt x="316039" y="91060"/>
                  </a:lnTo>
                  <a:lnTo>
                    <a:pt x="313561" y="86392"/>
                  </a:lnTo>
                  <a:lnTo>
                    <a:pt x="310937" y="81804"/>
                  </a:lnTo>
                  <a:lnTo>
                    <a:pt x="308170" y="77302"/>
                  </a:lnTo>
                  <a:lnTo>
                    <a:pt x="305261" y="72890"/>
                  </a:lnTo>
                  <a:lnTo>
                    <a:pt x="302215" y="68571"/>
                  </a:lnTo>
                  <a:lnTo>
                    <a:pt x="299033" y="64351"/>
                  </a:lnTo>
                  <a:lnTo>
                    <a:pt x="295720" y="60234"/>
                  </a:lnTo>
                  <a:lnTo>
                    <a:pt x="292278" y="56224"/>
                  </a:lnTo>
                  <a:lnTo>
                    <a:pt x="288711" y="52324"/>
                  </a:lnTo>
                  <a:lnTo>
                    <a:pt x="285023" y="48539"/>
                  </a:lnTo>
                  <a:lnTo>
                    <a:pt x="281217" y="44873"/>
                  </a:lnTo>
                  <a:lnTo>
                    <a:pt x="277297" y="41329"/>
                  </a:lnTo>
                  <a:lnTo>
                    <a:pt x="273266" y="37910"/>
                  </a:lnTo>
                  <a:lnTo>
                    <a:pt x="269130" y="34621"/>
                  </a:lnTo>
                  <a:lnTo>
                    <a:pt x="264892" y="31464"/>
                  </a:lnTo>
                  <a:lnTo>
                    <a:pt x="260556" y="28442"/>
                  </a:lnTo>
                  <a:lnTo>
                    <a:pt x="256127" y="25559"/>
                  </a:lnTo>
                  <a:lnTo>
                    <a:pt x="251609" y="22818"/>
                  </a:lnTo>
                  <a:lnTo>
                    <a:pt x="247006" y="20220"/>
                  </a:lnTo>
                  <a:lnTo>
                    <a:pt x="242324" y="17770"/>
                  </a:lnTo>
                  <a:lnTo>
                    <a:pt x="237567" y="15468"/>
                  </a:lnTo>
                  <a:lnTo>
                    <a:pt x="232739" y="13318"/>
                  </a:lnTo>
                  <a:lnTo>
                    <a:pt x="227846" y="11322"/>
                  </a:lnTo>
                  <a:lnTo>
                    <a:pt x="222892" y="9482"/>
                  </a:lnTo>
                  <a:lnTo>
                    <a:pt x="167159" y="1670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5732" cy="167167"/>
            </a:xfrm>
            <a:custGeom>
              <a:avLst/>
              <a:pathLst>
                <a:path w="55732" h="167167">
                  <a:moveTo>
                    <a:pt x="55732" y="9563"/>
                  </a:moveTo>
                  <a:lnTo>
                    <a:pt x="49741" y="7572"/>
                  </a:lnTo>
                  <a:lnTo>
                    <a:pt x="43680" y="5807"/>
                  </a:lnTo>
                  <a:lnTo>
                    <a:pt x="37556" y="4273"/>
                  </a:lnTo>
                  <a:lnTo>
                    <a:pt x="31379" y="2971"/>
                  </a:lnTo>
                  <a:lnTo>
                    <a:pt x="25157" y="1903"/>
                  </a:lnTo>
                  <a:lnTo>
                    <a:pt x="18899" y="1071"/>
                  </a:lnTo>
                  <a:lnTo>
                    <a:pt x="12614" y="476"/>
                  </a:lnTo>
                  <a:lnTo>
                    <a:pt x="6311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2448" y="3170392"/>
              <a:ext cx="23532" cy="167167"/>
            </a:xfrm>
            <a:custGeom>
              <a:avLst/>
              <a:pathLst>
                <a:path w="23532" h="167167">
                  <a:moveTo>
                    <a:pt x="23532" y="0"/>
                  </a:moveTo>
                  <a:lnTo>
                    <a:pt x="15665" y="185"/>
                  </a:lnTo>
                  <a:lnTo>
                    <a:pt x="7815" y="740"/>
                  </a:lnTo>
                  <a:lnTo>
                    <a:pt x="0" y="1664"/>
                  </a:lnTo>
                  <a:lnTo>
                    <a:pt x="2353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5" y="3172057"/>
              <a:ext cx="334314" cy="332667"/>
            </a:xfrm>
            <a:custGeom>
              <a:avLst/>
              <a:pathLst>
                <a:path w="334314" h="332667">
                  <a:moveTo>
                    <a:pt x="143632" y="0"/>
                  </a:moveTo>
                  <a:lnTo>
                    <a:pt x="138407" y="827"/>
                  </a:lnTo>
                  <a:lnTo>
                    <a:pt x="133212" y="1819"/>
                  </a:lnTo>
                  <a:lnTo>
                    <a:pt x="128050" y="2975"/>
                  </a:lnTo>
                  <a:lnTo>
                    <a:pt x="122927" y="4294"/>
                  </a:lnTo>
                  <a:lnTo>
                    <a:pt x="117849" y="5775"/>
                  </a:lnTo>
                  <a:lnTo>
                    <a:pt x="112820" y="7415"/>
                  </a:lnTo>
                  <a:lnTo>
                    <a:pt x="107845" y="9213"/>
                  </a:lnTo>
                  <a:lnTo>
                    <a:pt x="102930" y="11168"/>
                  </a:lnTo>
                  <a:lnTo>
                    <a:pt x="98080" y="13278"/>
                  </a:lnTo>
                  <a:lnTo>
                    <a:pt x="93298" y="15540"/>
                  </a:lnTo>
                  <a:lnTo>
                    <a:pt x="88590" y="17952"/>
                  </a:lnTo>
                  <a:lnTo>
                    <a:pt x="83961" y="20512"/>
                  </a:lnTo>
                  <a:lnTo>
                    <a:pt x="79416" y="23217"/>
                  </a:lnTo>
                  <a:lnTo>
                    <a:pt x="74958" y="26064"/>
                  </a:lnTo>
                  <a:lnTo>
                    <a:pt x="70592" y="29052"/>
                  </a:lnTo>
                  <a:lnTo>
                    <a:pt x="66323" y="32175"/>
                  </a:lnTo>
                  <a:lnTo>
                    <a:pt x="62156" y="35433"/>
                  </a:lnTo>
                  <a:lnTo>
                    <a:pt x="58093" y="38820"/>
                  </a:lnTo>
                  <a:lnTo>
                    <a:pt x="54139" y="42334"/>
                  </a:lnTo>
                  <a:lnTo>
                    <a:pt x="50299" y="45972"/>
                  </a:lnTo>
                  <a:lnTo>
                    <a:pt x="46576" y="49729"/>
                  </a:lnTo>
                  <a:lnTo>
                    <a:pt x="42973" y="53603"/>
                  </a:lnTo>
                  <a:lnTo>
                    <a:pt x="39495" y="57588"/>
                  </a:lnTo>
                  <a:lnTo>
                    <a:pt x="36145" y="61681"/>
                  </a:lnTo>
                  <a:lnTo>
                    <a:pt x="32926" y="65879"/>
                  </a:lnTo>
                  <a:lnTo>
                    <a:pt x="29841" y="70176"/>
                  </a:lnTo>
                  <a:lnTo>
                    <a:pt x="26893" y="74568"/>
                  </a:lnTo>
                  <a:lnTo>
                    <a:pt x="24087" y="79052"/>
                  </a:lnTo>
                  <a:lnTo>
                    <a:pt x="21423" y="83622"/>
                  </a:lnTo>
                  <a:lnTo>
                    <a:pt x="18905" y="88274"/>
                  </a:lnTo>
                  <a:lnTo>
                    <a:pt x="16536" y="93003"/>
                  </a:lnTo>
                  <a:lnTo>
                    <a:pt x="14318" y="97805"/>
                  </a:lnTo>
                  <a:lnTo>
                    <a:pt x="12252" y="102675"/>
                  </a:lnTo>
                  <a:lnTo>
                    <a:pt x="10342" y="107608"/>
                  </a:lnTo>
                  <a:lnTo>
                    <a:pt x="8589" y="112598"/>
                  </a:lnTo>
                  <a:lnTo>
                    <a:pt x="6995" y="117642"/>
                  </a:lnTo>
                  <a:lnTo>
                    <a:pt x="5561" y="122734"/>
                  </a:lnTo>
                  <a:lnTo>
                    <a:pt x="4288" y="127868"/>
                  </a:lnTo>
                  <a:lnTo>
                    <a:pt x="3179" y="133040"/>
                  </a:lnTo>
                  <a:lnTo>
                    <a:pt x="2234" y="138245"/>
                  </a:lnTo>
                  <a:lnTo>
                    <a:pt x="1454" y="143476"/>
                  </a:lnTo>
                  <a:lnTo>
                    <a:pt x="840" y="148730"/>
                  </a:lnTo>
                  <a:lnTo>
                    <a:pt x="393" y="154001"/>
                  </a:lnTo>
                  <a:lnTo>
                    <a:pt x="113" y="159283"/>
                  </a:lnTo>
                  <a:lnTo>
                    <a:pt x="0" y="164572"/>
                  </a:lnTo>
                  <a:lnTo>
                    <a:pt x="54" y="169861"/>
                  </a:lnTo>
                  <a:lnTo>
                    <a:pt x="275" y="175146"/>
                  </a:lnTo>
                  <a:lnTo>
                    <a:pt x="664" y="180421"/>
                  </a:lnTo>
                  <a:lnTo>
                    <a:pt x="1219" y="185682"/>
                  </a:lnTo>
                  <a:lnTo>
                    <a:pt x="1941" y="190922"/>
                  </a:lnTo>
                  <a:lnTo>
                    <a:pt x="2828" y="196137"/>
                  </a:lnTo>
                  <a:lnTo>
                    <a:pt x="3879" y="201321"/>
                  </a:lnTo>
                  <a:lnTo>
                    <a:pt x="5094" y="206469"/>
                  </a:lnTo>
                  <a:lnTo>
                    <a:pt x="6472" y="211576"/>
                  </a:lnTo>
                  <a:lnTo>
                    <a:pt x="8010" y="216637"/>
                  </a:lnTo>
                  <a:lnTo>
                    <a:pt x="9707" y="221647"/>
                  </a:lnTo>
                  <a:lnTo>
                    <a:pt x="11563" y="226601"/>
                  </a:lnTo>
                  <a:lnTo>
                    <a:pt x="13574" y="231493"/>
                  </a:lnTo>
                  <a:lnTo>
                    <a:pt x="15738" y="236320"/>
                  </a:lnTo>
                  <a:lnTo>
                    <a:pt x="18055" y="241075"/>
                  </a:lnTo>
                  <a:lnTo>
                    <a:pt x="20520" y="245755"/>
                  </a:lnTo>
                  <a:lnTo>
                    <a:pt x="23133" y="250355"/>
                  </a:lnTo>
                  <a:lnTo>
                    <a:pt x="25890" y="254869"/>
                  </a:lnTo>
                  <a:lnTo>
                    <a:pt x="28788" y="259294"/>
                  </a:lnTo>
                  <a:lnTo>
                    <a:pt x="31825" y="263625"/>
                  </a:lnTo>
                  <a:lnTo>
                    <a:pt x="34997" y="267858"/>
                  </a:lnTo>
                  <a:lnTo>
                    <a:pt x="38302" y="271989"/>
                  </a:lnTo>
                  <a:lnTo>
                    <a:pt x="41735" y="276012"/>
                  </a:lnTo>
                  <a:lnTo>
                    <a:pt x="45294" y="279925"/>
                  </a:lnTo>
                  <a:lnTo>
                    <a:pt x="48976" y="283724"/>
                  </a:lnTo>
                  <a:lnTo>
                    <a:pt x="52775" y="287404"/>
                  </a:lnTo>
                  <a:lnTo>
                    <a:pt x="56689" y="290962"/>
                  </a:lnTo>
                  <a:lnTo>
                    <a:pt x="60714" y="294395"/>
                  </a:lnTo>
                  <a:lnTo>
                    <a:pt x="64845" y="297698"/>
                  </a:lnTo>
                  <a:lnTo>
                    <a:pt x="69079" y="300869"/>
                  </a:lnTo>
                  <a:lnTo>
                    <a:pt x="73411" y="303905"/>
                  </a:lnTo>
                  <a:lnTo>
                    <a:pt x="77837" y="306802"/>
                  </a:lnTo>
                  <a:lnTo>
                    <a:pt x="82352" y="309557"/>
                  </a:lnTo>
                  <a:lnTo>
                    <a:pt x="86952" y="312169"/>
                  </a:lnTo>
                  <a:lnTo>
                    <a:pt x="91633" y="314633"/>
                  </a:lnTo>
                  <a:lnTo>
                    <a:pt x="96389" y="316948"/>
                  </a:lnTo>
                  <a:lnTo>
                    <a:pt x="101216" y="319111"/>
                  </a:lnTo>
                  <a:lnTo>
                    <a:pt x="106109" y="321121"/>
                  </a:lnTo>
                  <a:lnTo>
                    <a:pt x="111063" y="322975"/>
                  </a:lnTo>
                  <a:lnTo>
                    <a:pt x="116074" y="324671"/>
                  </a:lnTo>
                  <a:lnTo>
                    <a:pt x="121135" y="326208"/>
                  </a:lnTo>
                  <a:lnTo>
                    <a:pt x="126243" y="327584"/>
                  </a:lnTo>
                  <a:lnTo>
                    <a:pt x="131391" y="328797"/>
                  </a:lnTo>
                  <a:lnTo>
                    <a:pt x="136576" y="329847"/>
                  </a:lnTo>
                  <a:lnTo>
                    <a:pt x="141791" y="330733"/>
                  </a:lnTo>
                  <a:lnTo>
                    <a:pt x="147031" y="331453"/>
                  </a:lnTo>
                  <a:lnTo>
                    <a:pt x="152292" y="332007"/>
                  </a:lnTo>
                  <a:lnTo>
                    <a:pt x="157567" y="332394"/>
                  </a:lnTo>
                  <a:lnTo>
                    <a:pt x="162852" y="332614"/>
                  </a:lnTo>
                  <a:lnTo>
                    <a:pt x="168142" y="332667"/>
                  </a:lnTo>
                  <a:lnTo>
                    <a:pt x="173430" y="332552"/>
                  </a:lnTo>
                  <a:lnTo>
                    <a:pt x="178712" y="332270"/>
                  </a:lnTo>
                  <a:lnTo>
                    <a:pt x="183983" y="331822"/>
                  </a:lnTo>
                  <a:lnTo>
                    <a:pt x="189236" y="331206"/>
                  </a:lnTo>
                  <a:lnTo>
                    <a:pt x="194468" y="330425"/>
                  </a:lnTo>
                  <a:lnTo>
                    <a:pt x="199672" y="329478"/>
                  </a:lnTo>
                  <a:lnTo>
                    <a:pt x="204844" y="328368"/>
                  </a:lnTo>
                  <a:lnTo>
                    <a:pt x="209978" y="327094"/>
                  </a:lnTo>
                  <a:lnTo>
                    <a:pt x="215069" y="325659"/>
                  </a:lnTo>
                  <a:lnTo>
                    <a:pt x="220112" y="324063"/>
                  </a:lnTo>
                  <a:lnTo>
                    <a:pt x="225103" y="322308"/>
                  </a:lnTo>
                  <a:lnTo>
                    <a:pt x="230035" y="320397"/>
                  </a:lnTo>
                  <a:lnTo>
                    <a:pt x="234904" y="318330"/>
                  </a:lnTo>
                  <a:lnTo>
                    <a:pt x="239705" y="316110"/>
                  </a:lnTo>
                  <a:lnTo>
                    <a:pt x="244434" y="313740"/>
                  </a:lnTo>
                  <a:lnTo>
                    <a:pt x="249086" y="311221"/>
                  </a:lnTo>
                  <a:lnTo>
                    <a:pt x="253655" y="308556"/>
                  </a:lnTo>
                  <a:lnTo>
                    <a:pt x="258138" y="305748"/>
                  </a:lnTo>
                  <a:lnTo>
                    <a:pt x="262529" y="302799"/>
                  </a:lnTo>
                  <a:lnTo>
                    <a:pt x="266825" y="299713"/>
                  </a:lnTo>
                  <a:lnTo>
                    <a:pt x="271022" y="296493"/>
                  </a:lnTo>
                  <a:lnTo>
                    <a:pt x="275114" y="293141"/>
                  </a:lnTo>
                  <a:lnTo>
                    <a:pt x="279099" y="289662"/>
                  </a:lnTo>
                  <a:lnTo>
                    <a:pt x="282971" y="286059"/>
                  </a:lnTo>
                  <a:lnTo>
                    <a:pt x="286727" y="282334"/>
                  </a:lnTo>
                  <a:lnTo>
                    <a:pt x="290364" y="278493"/>
                  </a:lnTo>
                  <a:lnTo>
                    <a:pt x="293877" y="274538"/>
                  </a:lnTo>
                  <a:lnTo>
                    <a:pt x="297263" y="270475"/>
                  </a:lnTo>
                  <a:lnTo>
                    <a:pt x="300519" y="266306"/>
                  </a:lnTo>
                  <a:lnTo>
                    <a:pt x="303642" y="262036"/>
                  </a:lnTo>
                  <a:lnTo>
                    <a:pt x="306628" y="257670"/>
                  </a:lnTo>
                  <a:lnTo>
                    <a:pt x="309474" y="253211"/>
                  </a:lnTo>
                  <a:lnTo>
                    <a:pt x="312178" y="248665"/>
                  </a:lnTo>
                  <a:lnTo>
                    <a:pt x="314736" y="244035"/>
                  </a:lnTo>
                  <a:lnTo>
                    <a:pt x="317147" y="239327"/>
                  </a:lnTo>
                  <a:lnTo>
                    <a:pt x="319408" y="234545"/>
                  </a:lnTo>
                  <a:lnTo>
                    <a:pt x="321516" y="229693"/>
                  </a:lnTo>
                  <a:lnTo>
                    <a:pt x="323470" y="224778"/>
                  </a:lnTo>
                  <a:lnTo>
                    <a:pt x="325267" y="219803"/>
                  </a:lnTo>
                  <a:lnTo>
                    <a:pt x="326906" y="214773"/>
                  </a:lnTo>
                  <a:lnTo>
                    <a:pt x="328385" y="209695"/>
                  </a:lnTo>
                  <a:lnTo>
                    <a:pt x="329702" y="204572"/>
                  </a:lnTo>
                  <a:lnTo>
                    <a:pt x="330857" y="199410"/>
                  </a:lnTo>
                  <a:lnTo>
                    <a:pt x="331848" y="194213"/>
                  </a:lnTo>
                  <a:lnTo>
                    <a:pt x="332674" y="188989"/>
                  </a:lnTo>
                  <a:lnTo>
                    <a:pt x="333334" y="183740"/>
                  </a:lnTo>
                  <a:lnTo>
                    <a:pt x="333828" y="178474"/>
                  </a:lnTo>
                  <a:lnTo>
                    <a:pt x="334155" y="173194"/>
                  </a:lnTo>
                  <a:lnTo>
                    <a:pt x="334314" y="167907"/>
                  </a:lnTo>
                  <a:lnTo>
                    <a:pt x="334307" y="162617"/>
                  </a:lnTo>
                  <a:lnTo>
                    <a:pt x="334132" y="157331"/>
                  </a:lnTo>
                  <a:lnTo>
                    <a:pt x="333790" y="152052"/>
                  </a:lnTo>
                  <a:lnTo>
                    <a:pt x="333281" y="146787"/>
                  </a:lnTo>
                  <a:lnTo>
                    <a:pt x="332606" y="141541"/>
                  </a:lnTo>
                  <a:lnTo>
                    <a:pt x="331765" y="136318"/>
                  </a:lnTo>
                  <a:lnTo>
                    <a:pt x="330759" y="131125"/>
                  </a:lnTo>
                  <a:lnTo>
                    <a:pt x="329589" y="125966"/>
                  </a:lnTo>
                  <a:lnTo>
                    <a:pt x="328257" y="120847"/>
                  </a:lnTo>
                  <a:lnTo>
                    <a:pt x="326764" y="115773"/>
                  </a:lnTo>
                  <a:lnTo>
                    <a:pt x="325110" y="110748"/>
                  </a:lnTo>
                  <a:lnTo>
                    <a:pt x="323299" y="105778"/>
                  </a:lnTo>
                  <a:lnTo>
                    <a:pt x="321331" y="100868"/>
                  </a:lnTo>
                  <a:lnTo>
                    <a:pt x="319209" y="96023"/>
                  </a:lnTo>
                  <a:lnTo>
                    <a:pt x="316935" y="91247"/>
                  </a:lnTo>
                  <a:lnTo>
                    <a:pt x="314510" y="86546"/>
                  </a:lnTo>
                  <a:lnTo>
                    <a:pt x="311938" y="81923"/>
                  </a:lnTo>
                  <a:lnTo>
                    <a:pt x="309222" y="77385"/>
                  </a:lnTo>
                  <a:lnTo>
                    <a:pt x="306363" y="72934"/>
                  </a:lnTo>
                  <a:lnTo>
                    <a:pt x="303364" y="68577"/>
                  </a:lnTo>
                  <a:lnTo>
                    <a:pt x="300229" y="64316"/>
                  </a:lnTo>
                  <a:lnTo>
                    <a:pt x="296961" y="60157"/>
                  </a:lnTo>
                  <a:lnTo>
                    <a:pt x="293563" y="56103"/>
                  </a:lnTo>
                  <a:lnTo>
                    <a:pt x="290039" y="52158"/>
                  </a:lnTo>
                  <a:lnTo>
                    <a:pt x="286391" y="48328"/>
                  </a:lnTo>
                  <a:lnTo>
                    <a:pt x="282624" y="44614"/>
                  </a:lnTo>
                  <a:lnTo>
                    <a:pt x="278742" y="41021"/>
                  </a:lnTo>
                  <a:lnTo>
                    <a:pt x="274747" y="37554"/>
                  </a:lnTo>
                  <a:lnTo>
                    <a:pt x="270645" y="34214"/>
                  </a:lnTo>
                  <a:lnTo>
                    <a:pt x="266440" y="31006"/>
                  </a:lnTo>
                  <a:lnTo>
                    <a:pt x="262135" y="27932"/>
                  </a:lnTo>
                  <a:lnTo>
                    <a:pt x="167164" y="1655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94970" cy="167167"/>
            </a:xfrm>
            <a:custGeom>
              <a:avLst/>
              <a:pathLst>
                <a:path w="94970" h="167167">
                  <a:moveTo>
                    <a:pt x="94970" y="29597"/>
                  </a:moveTo>
                  <a:lnTo>
                    <a:pt x="90299" y="26487"/>
                  </a:lnTo>
                  <a:lnTo>
                    <a:pt x="85527" y="23535"/>
                  </a:lnTo>
                  <a:lnTo>
                    <a:pt x="80658" y="20746"/>
                  </a:lnTo>
                  <a:lnTo>
                    <a:pt x="75699" y="18121"/>
                  </a:lnTo>
                  <a:lnTo>
                    <a:pt x="70654" y="15665"/>
                  </a:lnTo>
                  <a:lnTo>
                    <a:pt x="65530" y="13379"/>
                  </a:lnTo>
                  <a:lnTo>
                    <a:pt x="60332" y="11266"/>
                  </a:lnTo>
                  <a:lnTo>
                    <a:pt x="55065" y="9329"/>
                  </a:lnTo>
                  <a:lnTo>
                    <a:pt x="49737" y="7570"/>
                  </a:lnTo>
                  <a:lnTo>
                    <a:pt x="44353" y="5991"/>
                  </a:lnTo>
                  <a:lnTo>
                    <a:pt x="38919" y="4593"/>
                  </a:lnTo>
                  <a:lnTo>
                    <a:pt x="33441" y="3379"/>
                  </a:lnTo>
                  <a:lnTo>
                    <a:pt x="27925" y="2348"/>
                  </a:lnTo>
                  <a:lnTo>
                    <a:pt x="22378" y="1504"/>
                  </a:lnTo>
                  <a:lnTo>
                    <a:pt x="16805" y="846"/>
                  </a:lnTo>
                  <a:lnTo>
                    <a:pt x="11214" y="376"/>
                  </a:lnTo>
                  <a:lnTo>
                    <a:pt x="5610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917" y="3707720"/>
              <a:ext cx="5830" cy="167167"/>
            </a:xfrm>
            <a:custGeom>
              <a:avLst/>
              <a:pathLst>
                <a:path w="5830" h="167167">
                  <a:moveTo>
                    <a:pt x="5830" y="0"/>
                  </a:moveTo>
                  <a:lnTo>
                    <a:pt x="0" y="101"/>
                  </a:lnTo>
                  <a:lnTo>
                    <a:pt x="583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917" y="3707822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917" y="3707822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917" y="3707822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917" y="3707822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917" y="3707822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917" y="3707822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917" y="3707822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917" y="3707822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917" y="3707822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917" y="3707822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917" y="3707822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601" y="3707822"/>
              <a:ext cx="334306" cy="334232"/>
            </a:xfrm>
            <a:custGeom>
              <a:avLst/>
              <a:pathLst>
                <a:path w="334306" h="334232">
                  <a:moveTo>
                    <a:pt x="161316" y="0"/>
                  </a:moveTo>
                  <a:lnTo>
                    <a:pt x="156028" y="268"/>
                  </a:lnTo>
                  <a:lnTo>
                    <a:pt x="150752" y="704"/>
                  </a:lnTo>
                  <a:lnTo>
                    <a:pt x="145492" y="1306"/>
                  </a:lnTo>
                  <a:lnTo>
                    <a:pt x="140254" y="2075"/>
                  </a:lnTo>
                  <a:lnTo>
                    <a:pt x="135042" y="3009"/>
                  </a:lnTo>
                  <a:lnTo>
                    <a:pt x="129863" y="4108"/>
                  </a:lnTo>
                  <a:lnTo>
                    <a:pt x="124722" y="5371"/>
                  </a:lnTo>
                  <a:lnTo>
                    <a:pt x="119623" y="6795"/>
                  </a:lnTo>
                  <a:lnTo>
                    <a:pt x="114571" y="8381"/>
                  </a:lnTo>
                  <a:lnTo>
                    <a:pt x="109572" y="10125"/>
                  </a:lnTo>
                  <a:lnTo>
                    <a:pt x="104632" y="12027"/>
                  </a:lnTo>
                  <a:lnTo>
                    <a:pt x="99753" y="14084"/>
                  </a:lnTo>
                  <a:lnTo>
                    <a:pt x="94943" y="16295"/>
                  </a:lnTo>
                  <a:lnTo>
                    <a:pt x="90204" y="18657"/>
                  </a:lnTo>
                  <a:lnTo>
                    <a:pt x="85543" y="21168"/>
                  </a:lnTo>
                  <a:lnTo>
                    <a:pt x="80964" y="23826"/>
                  </a:lnTo>
                  <a:lnTo>
                    <a:pt x="76471" y="26627"/>
                  </a:lnTo>
                  <a:lnTo>
                    <a:pt x="72070" y="29569"/>
                  </a:lnTo>
                  <a:lnTo>
                    <a:pt x="67763" y="32648"/>
                  </a:lnTo>
                  <a:lnTo>
                    <a:pt x="63556" y="35863"/>
                  </a:lnTo>
                  <a:lnTo>
                    <a:pt x="59454" y="39209"/>
                  </a:lnTo>
                  <a:lnTo>
                    <a:pt x="55459" y="42684"/>
                  </a:lnTo>
                  <a:lnTo>
                    <a:pt x="51576" y="46283"/>
                  </a:lnTo>
                  <a:lnTo>
                    <a:pt x="47809" y="50003"/>
                  </a:lnTo>
                  <a:lnTo>
                    <a:pt x="44162" y="53841"/>
                  </a:lnTo>
                  <a:lnTo>
                    <a:pt x="40638" y="57792"/>
                  </a:lnTo>
                  <a:lnTo>
                    <a:pt x="37241" y="61853"/>
                  </a:lnTo>
                  <a:lnTo>
                    <a:pt x="33975" y="66020"/>
                  </a:lnTo>
                  <a:lnTo>
                    <a:pt x="30842" y="70287"/>
                  </a:lnTo>
                  <a:lnTo>
                    <a:pt x="27845" y="74652"/>
                  </a:lnTo>
                  <a:lnTo>
                    <a:pt x="24989" y="79110"/>
                  </a:lnTo>
                  <a:lnTo>
                    <a:pt x="22275" y="83656"/>
                  </a:lnTo>
                  <a:lnTo>
                    <a:pt x="19706" y="88285"/>
                  </a:lnTo>
                  <a:lnTo>
                    <a:pt x="17285" y="92994"/>
                  </a:lnTo>
                  <a:lnTo>
                    <a:pt x="15015" y="97777"/>
                  </a:lnTo>
                  <a:lnTo>
                    <a:pt x="12897" y="102629"/>
                  </a:lnTo>
                  <a:lnTo>
                    <a:pt x="10934" y="107546"/>
                  </a:lnTo>
                  <a:lnTo>
                    <a:pt x="9127" y="112522"/>
                  </a:lnTo>
                  <a:lnTo>
                    <a:pt x="7479" y="117554"/>
                  </a:lnTo>
                  <a:lnTo>
                    <a:pt x="5992" y="122635"/>
                  </a:lnTo>
                  <a:lnTo>
                    <a:pt x="4665" y="127760"/>
                  </a:lnTo>
                  <a:lnTo>
                    <a:pt x="3502" y="132925"/>
                  </a:lnTo>
                  <a:lnTo>
                    <a:pt x="2503" y="138125"/>
                  </a:lnTo>
                  <a:lnTo>
                    <a:pt x="1669" y="143353"/>
                  </a:lnTo>
                  <a:lnTo>
                    <a:pt x="1001" y="148605"/>
                  </a:lnTo>
                  <a:lnTo>
                    <a:pt x="500" y="153876"/>
                  </a:lnTo>
                  <a:lnTo>
                    <a:pt x="166" y="159159"/>
                  </a:lnTo>
                  <a:lnTo>
                    <a:pt x="0" y="164451"/>
                  </a:lnTo>
                  <a:lnTo>
                    <a:pt x="1" y="169745"/>
                  </a:lnTo>
                  <a:lnTo>
                    <a:pt x="169" y="175037"/>
                  </a:lnTo>
                  <a:lnTo>
                    <a:pt x="505" y="180321"/>
                  </a:lnTo>
                  <a:lnTo>
                    <a:pt x="1009" y="185591"/>
                  </a:lnTo>
                  <a:lnTo>
                    <a:pt x="1679" y="190843"/>
                  </a:lnTo>
                  <a:lnTo>
                    <a:pt x="2515" y="196071"/>
                  </a:lnTo>
                  <a:lnTo>
                    <a:pt x="3516" y="201270"/>
                  </a:lnTo>
                  <a:lnTo>
                    <a:pt x="4681" y="206434"/>
                  </a:lnTo>
                  <a:lnTo>
                    <a:pt x="6009" y="211559"/>
                  </a:lnTo>
                  <a:lnTo>
                    <a:pt x="7499" y="216640"/>
                  </a:lnTo>
                  <a:lnTo>
                    <a:pt x="9149" y="221671"/>
                  </a:lnTo>
                  <a:lnTo>
                    <a:pt x="10957" y="226646"/>
                  </a:lnTo>
                  <a:lnTo>
                    <a:pt x="12923" y="231563"/>
                  </a:lnTo>
                  <a:lnTo>
                    <a:pt x="15042" y="236414"/>
                  </a:lnTo>
                  <a:lnTo>
                    <a:pt x="17315" y="241196"/>
                  </a:lnTo>
                  <a:lnTo>
                    <a:pt x="19737" y="245904"/>
                  </a:lnTo>
                  <a:lnTo>
                    <a:pt x="22308" y="250532"/>
                  </a:lnTo>
                  <a:lnTo>
                    <a:pt x="25024" y="255077"/>
                  </a:lnTo>
                  <a:lnTo>
                    <a:pt x="27882" y="259533"/>
                  </a:lnTo>
                  <a:lnTo>
                    <a:pt x="30880" y="263897"/>
                  </a:lnTo>
                  <a:lnTo>
                    <a:pt x="34015" y="268164"/>
                  </a:lnTo>
                  <a:lnTo>
                    <a:pt x="37283" y="272329"/>
                  </a:lnTo>
                  <a:lnTo>
                    <a:pt x="40681" y="276388"/>
                  </a:lnTo>
                  <a:lnTo>
                    <a:pt x="44207" y="280338"/>
                  </a:lnTo>
                  <a:lnTo>
                    <a:pt x="47855" y="284175"/>
                  </a:lnTo>
                  <a:lnTo>
                    <a:pt x="51624" y="287893"/>
                  </a:lnTo>
                  <a:lnTo>
                    <a:pt x="55508" y="291491"/>
                  </a:lnTo>
                  <a:lnTo>
                    <a:pt x="59504" y="294964"/>
                  </a:lnTo>
                  <a:lnTo>
                    <a:pt x="63608" y="298309"/>
                  </a:lnTo>
                  <a:lnTo>
                    <a:pt x="67816" y="301521"/>
                  </a:lnTo>
                  <a:lnTo>
                    <a:pt x="72124" y="304600"/>
                  </a:lnTo>
                  <a:lnTo>
                    <a:pt x="76527" y="307540"/>
                  </a:lnTo>
                  <a:lnTo>
                    <a:pt x="81021" y="310339"/>
                  </a:lnTo>
                  <a:lnTo>
                    <a:pt x="85601" y="312994"/>
                  </a:lnTo>
                  <a:lnTo>
                    <a:pt x="90263" y="315503"/>
                  </a:lnTo>
                  <a:lnTo>
                    <a:pt x="95002" y="317864"/>
                  </a:lnTo>
                  <a:lnTo>
                    <a:pt x="99814" y="320073"/>
                  </a:lnTo>
                  <a:lnTo>
                    <a:pt x="104693" y="322128"/>
                  </a:lnTo>
                  <a:lnTo>
                    <a:pt x="109635" y="324028"/>
                  </a:lnTo>
                  <a:lnTo>
                    <a:pt x="114634" y="325771"/>
                  </a:lnTo>
                  <a:lnTo>
                    <a:pt x="119686" y="327354"/>
                  </a:lnTo>
                  <a:lnTo>
                    <a:pt x="124786" y="328776"/>
                  </a:lnTo>
                  <a:lnTo>
                    <a:pt x="129928" y="330037"/>
                  </a:lnTo>
                  <a:lnTo>
                    <a:pt x="135107" y="331134"/>
                  </a:lnTo>
                  <a:lnTo>
                    <a:pt x="140319" y="332066"/>
                  </a:lnTo>
                  <a:lnTo>
                    <a:pt x="145558" y="332833"/>
                  </a:lnTo>
                  <a:lnTo>
                    <a:pt x="150818" y="333433"/>
                  </a:lnTo>
                  <a:lnTo>
                    <a:pt x="156094" y="333867"/>
                  </a:lnTo>
                  <a:lnTo>
                    <a:pt x="161382" y="334133"/>
                  </a:lnTo>
                  <a:lnTo>
                    <a:pt x="166675" y="334232"/>
                  </a:lnTo>
                  <a:lnTo>
                    <a:pt x="171969" y="334163"/>
                  </a:lnTo>
                  <a:lnTo>
                    <a:pt x="177258" y="333927"/>
                  </a:lnTo>
                  <a:lnTo>
                    <a:pt x="182537" y="333523"/>
                  </a:lnTo>
                  <a:lnTo>
                    <a:pt x="187801" y="332952"/>
                  </a:lnTo>
                  <a:lnTo>
                    <a:pt x="193044" y="332215"/>
                  </a:lnTo>
                  <a:lnTo>
                    <a:pt x="198260" y="331312"/>
                  </a:lnTo>
                  <a:lnTo>
                    <a:pt x="203446" y="330244"/>
                  </a:lnTo>
                  <a:lnTo>
                    <a:pt x="208595" y="329013"/>
                  </a:lnTo>
                  <a:lnTo>
                    <a:pt x="213703" y="327619"/>
                  </a:lnTo>
                  <a:lnTo>
                    <a:pt x="218764" y="326064"/>
                  </a:lnTo>
                  <a:lnTo>
                    <a:pt x="223773" y="324350"/>
                  </a:lnTo>
                  <a:lnTo>
                    <a:pt x="228725" y="322478"/>
                  </a:lnTo>
                  <a:lnTo>
                    <a:pt x="233616" y="320450"/>
                  </a:lnTo>
                  <a:lnTo>
                    <a:pt x="238440" y="318268"/>
                  </a:lnTo>
                  <a:lnTo>
                    <a:pt x="243192" y="315934"/>
                  </a:lnTo>
                  <a:lnTo>
                    <a:pt x="247868" y="313452"/>
                  </a:lnTo>
                  <a:lnTo>
                    <a:pt x="252463" y="310822"/>
                  </a:lnTo>
                  <a:lnTo>
                    <a:pt x="256973" y="308048"/>
                  </a:lnTo>
                  <a:lnTo>
                    <a:pt x="261392" y="305133"/>
                  </a:lnTo>
                  <a:lnTo>
                    <a:pt x="265717" y="302079"/>
                  </a:lnTo>
                  <a:lnTo>
                    <a:pt x="269943" y="298890"/>
                  </a:lnTo>
                  <a:lnTo>
                    <a:pt x="274066" y="295569"/>
                  </a:lnTo>
                  <a:lnTo>
                    <a:pt x="278082" y="292118"/>
                  </a:lnTo>
                  <a:lnTo>
                    <a:pt x="281986" y="288543"/>
                  </a:lnTo>
                  <a:lnTo>
                    <a:pt x="285776" y="284845"/>
                  </a:lnTo>
                  <a:lnTo>
                    <a:pt x="289446" y="281029"/>
                  </a:lnTo>
                  <a:lnTo>
                    <a:pt x="292993" y="277099"/>
                  </a:lnTo>
                  <a:lnTo>
                    <a:pt x="296415" y="273059"/>
                  </a:lnTo>
                  <a:lnTo>
                    <a:pt x="299706" y="268912"/>
                  </a:lnTo>
                  <a:lnTo>
                    <a:pt x="302865" y="264664"/>
                  </a:lnTo>
                  <a:lnTo>
                    <a:pt x="305888" y="260317"/>
                  </a:lnTo>
                  <a:lnTo>
                    <a:pt x="308771" y="255876"/>
                  </a:lnTo>
                  <a:lnTo>
                    <a:pt x="311512" y="251347"/>
                  </a:lnTo>
                  <a:lnTo>
                    <a:pt x="314109" y="246733"/>
                  </a:lnTo>
                  <a:lnTo>
                    <a:pt x="316558" y="242039"/>
                  </a:lnTo>
                  <a:lnTo>
                    <a:pt x="318857" y="237270"/>
                  </a:lnTo>
                  <a:lnTo>
                    <a:pt x="321004" y="232431"/>
                  </a:lnTo>
                  <a:lnTo>
                    <a:pt x="322997" y="227526"/>
                  </a:lnTo>
                  <a:lnTo>
                    <a:pt x="324834" y="222560"/>
                  </a:lnTo>
                  <a:lnTo>
                    <a:pt x="326512" y="217539"/>
                  </a:lnTo>
                  <a:lnTo>
                    <a:pt x="328030" y="212467"/>
                  </a:lnTo>
                  <a:lnTo>
                    <a:pt x="329387" y="207349"/>
                  </a:lnTo>
                  <a:lnTo>
                    <a:pt x="330582" y="202192"/>
                  </a:lnTo>
                  <a:lnTo>
                    <a:pt x="331612" y="196998"/>
                  </a:lnTo>
                  <a:lnTo>
                    <a:pt x="332478" y="191775"/>
                  </a:lnTo>
                  <a:lnTo>
                    <a:pt x="333177" y="186527"/>
                  </a:lnTo>
                  <a:lnTo>
                    <a:pt x="333710" y="181260"/>
                  </a:lnTo>
                  <a:lnTo>
                    <a:pt x="334076" y="175978"/>
                  </a:lnTo>
                  <a:lnTo>
                    <a:pt x="334275" y="170688"/>
                  </a:lnTo>
                  <a:lnTo>
                    <a:pt x="334306" y="165393"/>
                  </a:lnTo>
                  <a:lnTo>
                    <a:pt x="334169" y="160101"/>
                  </a:lnTo>
                  <a:lnTo>
                    <a:pt x="333864" y="154815"/>
                  </a:lnTo>
                  <a:lnTo>
                    <a:pt x="333393" y="149542"/>
                  </a:lnTo>
                  <a:lnTo>
                    <a:pt x="332755" y="144286"/>
                  </a:lnTo>
                  <a:lnTo>
                    <a:pt x="331950" y="139053"/>
                  </a:lnTo>
                  <a:lnTo>
                    <a:pt x="330981" y="133848"/>
                  </a:lnTo>
                  <a:lnTo>
                    <a:pt x="329846" y="128677"/>
                  </a:lnTo>
                  <a:lnTo>
                    <a:pt x="328549" y="123544"/>
                  </a:lnTo>
                  <a:lnTo>
                    <a:pt x="327090" y="118455"/>
                  </a:lnTo>
                  <a:lnTo>
                    <a:pt x="325471" y="113414"/>
                  </a:lnTo>
                  <a:lnTo>
                    <a:pt x="323692" y="108427"/>
                  </a:lnTo>
                  <a:lnTo>
                    <a:pt x="321757" y="103499"/>
                  </a:lnTo>
                  <a:lnTo>
                    <a:pt x="319666" y="98635"/>
                  </a:lnTo>
                  <a:lnTo>
                    <a:pt x="317423" y="93840"/>
                  </a:lnTo>
                  <a:lnTo>
                    <a:pt x="315029" y="89118"/>
                  </a:lnTo>
                  <a:lnTo>
                    <a:pt x="312486" y="84474"/>
                  </a:lnTo>
                  <a:lnTo>
                    <a:pt x="309798" y="79913"/>
                  </a:lnTo>
                  <a:lnTo>
                    <a:pt x="306966" y="75439"/>
                  </a:lnTo>
                  <a:lnTo>
                    <a:pt x="303995" y="71057"/>
                  </a:lnTo>
                  <a:lnTo>
                    <a:pt x="300886" y="66772"/>
                  </a:lnTo>
                  <a:lnTo>
                    <a:pt x="297643" y="62587"/>
                  </a:lnTo>
                  <a:lnTo>
                    <a:pt x="294269" y="58507"/>
                  </a:lnTo>
                  <a:lnTo>
                    <a:pt x="290767" y="54536"/>
                  </a:lnTo>
                  <a:lnTo>
                    <a:pt x="287142" y="50678"/>
                  </a:lnTo>
                  <a:lnTo>
                    <a:pt x="283396" y="46936"/>
                  </a:lnTo>
                  <a:lnTo>
                    <a:pt x="279534" y="43315"/>
                  </a:lnTo>
                  <a:lnTo>
                    <a:pt x="275558" y="39818"/>
                  </a:lnTo>
                  <a:lnTo>
                    <a:pt x="271474" y="36449"/>
                  </a:lnTo>
                  <a:lnTo>
                    <a:pt x="267286" y="33211"/>
                  </a:lnTo>
                  <a:lnTo>
                    <a:pt x="262997" y="30107"/>
                  </a:lnTo>
                  <a:lnTo>
                    <a:pt x="258612" y="27140"/>
                  </a:lnTo>
                  <a:lnTo>
                    <a:pt x="254135" y="24314"/>
                  </a:lnTo>
                  <a:lnTo>
                    <a:pt x="249571" y="21631"/>
                  </a:lnTo>
                  <a:lnTo>
                    <a:pt x="244924" y="19094"/>
                  </a:lnTo>
                  <a:lnTo>
                    <a:pt x="240199" y="16705"/>
                  </a:lnTo>
                  <a:lnTo>
                    <a:pt x="235401" y="14467"/>
                  </a:lnTo>
                  <a:lnTo>
                    <a:pt x="230534" y="12382"/>
                  </a:lnTo>
                  <a:lnTo>
                    <a:pt x="225604" y="10452"/>
                  </a:lnTo>
                  <a:lnTo>
                    <a:pt x="220615" y="8680"/>
                  </a:lnTo>
                  <a:lnTo>
                    <a:pt x="215573" y="7066"/>
                  </a:lnTo>
                  <a:lnTo>
                    <a:pt x="210482" y="5612"/>
                  </a:lnTo>
                  <a:lnTo>
                    <a:pt x="205348" y="4321"/>
                  </a:lnTo>
                  <a:lnTo>
                    <a:pt x="200175" y="3193"/>
                  </a:lnTo>
                  <a:lnTo>
                    <a:pt x="194969" y="2229"/>
                  </a:lnTo>
                  <a:lnTo>
                    <a:pt x="189735" y="1431"/>
                  </a:lnTo>
                  <a:lnTo>
                    <a:pt x="184479" y="799"/>
                  </a:lnTo>
                  <a:lnTo>
                    <a:pt x="179205" y="333"/>
                  </a:lnTo>
                  <a:lnTo>
                    <a:pt x="167147" y="1670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12058" cy="167167"/>
            </a:xfrm>
            <a:custGeom>
              <a:avLst/>
              <a:pathLst>
                <a:path w="12058" h="167167">
                  <a:moveTo>
                    <a:pt x="12058" y="43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5457" y="4213821"/>
              <a:ext cx="5830" cy="167167"/>
            </a:xfrm>
            <a:custGeom>
              <a:avLst/>
              <a:pathLst>
                <a:path w="5830" h="167167">
                  <a:moveTo>
                    <a:pt x="5830" y="0"/>
                  </a:moveTo>
                  <a:lnTo>
                    <a:pt x="0" y="101"/>
                  </a:lnTo>
                  <a:lnTo>
                    <a:pt x="583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5457" y="4213923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5457" y="4213923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5457" y="4213923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5457" y="4213923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5457" y="4213923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5457" y="4213923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5457" y="4213923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5457" y="4213923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5457" y="4213923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5457" y="4213923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40" y="4213923"/>
              <a:ext cx="334306" cy="334232"/>
            </a:xfrm>
            <a:custGeom>
              <a:avLst/>
              <a:pathLst>
                <a:path w="334306" h="334232">
                  <a:moveTo>
                    <a:pt x="161316" y="0"/>
                  </a:moveTo>
                  <a:lnTo>
                    <a:pt x="156028" y="268"/>
                  </a:lnTo>
                  <a:lnTo>
                    <a:pt x="150752" y="704"/>
                  </a:lnTo>
                  <a:lnTo>
                    <a:pt x="145492" y="1306"/>
                  </a:lnTo>
                  <a:lnTo>
                    <a:pt x="140254" y="2075"/>
                  </a:lnTo>
                  <a:lnTo>
                    <a:pt x="135042" y="3009"/>
                  </a:lnTo>
                  <a:lnTo>
                    <a:pt x="129863" y="4108"/>
                  </a:lnTo>
                  <a:lnTo>
                    <a:pt x="124722" y="5371"/>
                  </a:lnTo>
                  <a:lnTo>
                    <a:pt x="119623" y="6795"/>
                  </a:lnTo>
                  <a:lnTo>
                    <a:pt x="114571" y="8381"/>
                  </a:lnTo>
                  <a:lnTo>
                    <a:pt x="109572" y="10125"/>
                  </a:lnTo>
                  <a:lnTo>
                    <a:pt x="104632" y="12027"/>
                  </a:lnTo>
                  <a:lnTo>
                    <a:pt x="99753" y="14084"/>
                  </a:lnTo>
                  <a:lnTo>
                    <a:pt x="94943" y="16295"/>
                  </a:lnTo>
                  <a:lnTo>
                    <a:pt x="90204" y="18657"/>
                  </a:lnTo>
                  <a:lnTo>
                    <a:pt x="85543" y="21168"/>
                  </a:lnTo>
                  <a:lnTo>
                    <a:pt x="80964" y="23826"/>
                  </a:lnTo>
                  <a:lnTo>
                    <a:pt x="76471" y="26627"/>
                  </a:lnTo>
                  <a:lnTo>
                    <a:pt x="72070" y="29569"/>
                  </a:lnTo>
                  <a:lnTo>
                    <a:pt x="67763" y="32648"/>
                  </a:lnTo>
                  <a:lnTo>
                    <a:pt x="63556" y="35863"/>
                  </a:lnTo>
                  <a:lnTo>
                    <a:pt x="59454" y="39209"/>
                  </a:lnTo>
                  <a:lnTo>
                    <a:pt x="55459" y="42684"/>
                  </a:lnTo>
                  <a:lnTo>
                    <a:pt x="51576" y="46283"/>
                  </a:lnTo>
                  <a:lnTo>
                    <a:pt x="47809" y="50003"/>
                  </a:lnTo>
                  <a:lnTo>
                    <a:pt x="44162" y="53841"/>
                  </a:lnTo>
                  <a:lnTo>
                    <a:pt x="40638" y="57792"/>
                  </a:lnTo>
                  <a:lnTo>
                    <a:pt x="37241" y="61853"/>
                  </a:lnTo>
                  <a:lnTo>
                    <a:pt x="33975" y="66020"/>
                  </a:lnTo>
                  <a:lnTo>
                    <a:pt x="30842" y="70287"/>
                  </a:lnTo>
                  <a:lnTo>
                    <a:pt x="27845" y="74652"/>
                  </a:lnTo>
                  <a:lnTo>
                    <a:pt x="24989" y="79110"/>
                  </a:lnTo>
                  <a:lnTo>
                    <a:pt x="22275" y="83656"/>
                  </a:lnTo>
                  <a:lnTo>
                    <a:pt x="19706" y="88285"/>
                  </a:lnTo>
                  <a:lnTo>
                    <a:pt x="17285" y="92994"/>
                  </a:lnTo>
                  <a:lnTo>
                    <a:pt x="15015" y="97777"/>
                  </a:lnTo>
                  <a:lnTo>
                    <a:pt x="12897" y="102629"/>
                  </a:lnTo>
                  <a:lnTo>
                    <a:pt x="10934" y="107546"/>
                  </a:lnTo>
                  <a:lnTo>
                    <a:pt x="9127" y="112522"/>
                  </a:lnTo>
                  <a:lnTo>
                    <a:pt x="7479" y="117554"/>
                  </a:lnTo>
                  <a:lnTo>
                    <a:pt x="5992" y="122635"/>
                  </a:lnTo>
                  <a:lnTo>
                    <a:pt x="4665" y="127760"/>
                  </a:lnTo>
                  <a:lnTo>
                    <a:pt x="3502" y="132925"/>
                  </a:lnTo>
                  <a:lnTo>
                    <a:pt x="2503" y="138125"/>
                  </a:lnTo>
                  <a:lnTo>
                    <a:pt x="1669" y="143353"/>
                  </a:lnTo>
                  <a:lnTo>
                    <a:pt x="1001" y="148605"/>
                  </a:lnTo>
                  <a:lnTo>
                    <a:pt x="500" y="153876"/>
                  </a:lnTo>
                  <a:lnTo>
                    <a:pt x="166" y="159159"/>
                  </a:lnTo>
                  <a:lnTo>
                    <a:pt x="0" y="164451"/>
                  </a:lnTo>
                  <a:lnTo>
                    <a:pt x="1" y="169745"/>
                  </a:lnTo>
                  <a:lnTo>
                    <a:pt x="169" y="175037"/>
                  </a:lnTo>
                  <a:lnTo>
                    <a:pt x="505" y="180321"/>
                  </a:lnTo>
                  <a:lnTo>
                    <a:pt x="1009" y="185591"/>
                  </a:lnTo>
                  <a:lnTo>
                    <a:pt x="1679" y="190843"/>
                  </a:lnTo>
                  <a:lnTo>
                    <a:pt x="2515" y="196071"/>
                  </a:lnTo>
                  <a:lnTo>
                    <a:pt x="3516" y="201270"/>
                  </a:lnTo>
                  <a:lnTo>
                    <a:pt x="4681" y="206434"/>
                  </a:lnTo>
                  <a:lnTo>
                    <a:pt x="6009" y="211559"/>
                  </a:lnTo>
                  <a:lnTo>
                    <a:pt x="7499" y="216640"/>
                  </a:lnTo>
                  <a:lnTo>
                    <a:pt x="9149" y="221671"/>
                  </a:lnTo>
                  <a:lnTo>
                    <a:pt x="10957" y="226646"/>
                  </a:lnTo>
                  <a:lnTo>
                    <a:pt x="12923" y="231563"/>
                  </a:lnTo>
                  <a:lnTo>
                    <a:pt x="15042" y="236414"/>
                  </a:lnTo>
                  <a:lnTo>
                    <a:pt x="17315" y="241196"/>
                  </a:lnTo>
                  <a:lnTo>
                    <a:pt x="19737" y="245904"/>
                  </a:lnTo>
                  <a:lnTo>
                    <a:pt x="22308" y="250532"/>
                  </a:lnTo>
                  <a:lnTo>
                    <a:pt x="25024" y="255077"/>
                  </a:lnTo>
                  <a:lnTo>
                    <a:pt x="27882" y="259533"/>
                  </a:lnTo>
                  <a:lnTo>
                    <a:pt x="30880" y="263897"/>
                  </a:lnTo>
                  <a:lnTo>
                    <a:pt x="34015" y="268164"/>
                  </a:lnTo>
                  <a:lnTo>
                    <a:pt x="37283" y="272329"/>
                  </a:lnTo>
                  <a:lnTo>
                    <a:pt x="40681" y="276388"/>
                  </a:lnTo>
                  <a:lnTo>
                    <a:pt x="44207" y="280338"/>
                  </a:lnTo>
                  <a:lnTo>
                    <a:pt x="47855" y="284175"/>
                  </a:lnTo>
                  <a:lnTo>
                    <a:pt x="51624" y="287893"/>
                  </a:lnTo>
                  <a:lnTo>
                    <a:pt x="55508" y="291491"/>
                  </a:lnTo>
                  <a:lnTo>
                    <a:pt x="59504" y="294964"/>
                  </a:lnTo>
                  <a:lnTo>
                    <a:pt x="63608" y="298309"/>
                  </a:lnTo>
                  <a:lnTo>
                    <a:pt x="67816" y="301521"/>
                  </a:lnTo>
                  <a:lnTo>
                    <a:pt x="72124" y="304600"/>
                  </a:lnTo>
                  <a:lnTo>
                    <a:pt x="76527" y="307540"/>
                  </a:lnTo>
                  <a:lnTo>
                    <a:pt x="81021" y="310339"/>
                  </a:lnTo>
                  <a:lnTo>
                    <a:pt x="85601" y="312994"/>
                  </a:lnTo>
                  <a:lnTo>
                    <a:pt x="90263" y="315503"/>
                  </a:lnTo>
                  <a:lnTo>
                    <a:pt x="95002" y="317864"/>
                  </a:lnTo>
                  <a:lnTo>
                    <a:pt x="99814" y="320073"/>
                  </a:lnTo>
                  <a:lnTo>
                    <a:pt x="104693" y="322128"/>
                  </a:lnTo>
                  <a:lnTo>
                    <a:pt x="109635" y="324028"/>
                  </a:lnTo>
                  <a:lnTo>
                    <a:pt x="114634" y="325771"/>
                  </a:lnTo>
                  <a:lnTo>
                    <a:pt x="119686" y="327354"/>
                  </a:lnTo>
                  <a:lnTo>
                    <a:pt x="124786" y="328776"/>
                  </a:lnTo>
                  <a:lnTo>
                    <a:pt x="129928" y="330037"/>
                  </a:lnTo>
                  <a:lnTo>
                    <a:pt x="135107" y="331134"/>
                  </a:lnTo>
                  <a:lnTo>
                    <a:pt x="140319" y="332066"/>
                  </a:lnTo>
                  <a:lnTo>
                    <a:pt x="145558" y="332833"/>
                  </a:lnTo>
                  <a:lnTo>
                    <a:pt x="150818" y="333433"/>
                  </a:lnTo>
                  <a:lnTo>
                    <a:pt x="156094" y="333867"/>
                  </a:lnTo>
                  <a:lnTo>
                    <a:pt x="161382" y="334133"/>
                  </a:lnTo>
                  <a:lnTo>
                    <a:pt x="166675" y="334232"/>
                  </a:lnTo>
                  <a:lnTo>
                    <a:pt x="171969" y="334163"/>
                  </a:lnTo>
                  <a:lnTo>
                    <a:pt x="177258" y="333927"/>
                  </a:lnTo>
                  <a:lnTo>
                    <a:pt x="182537" y="333523"/>
                  </a:lnTo>
                  <a:lnTo>
                    <a:pt x="187801" y="332952"/>
                  </a:lnTo>
                  <a:lnTo>
                    <a:pt x="193044" y="332215"/>
                  </a:lnTo>
                  <a:lnTo>
                    <a:pt x="198260" y="331312"/>
                  </a:lnTo>
                  <a:lnTo>
                    <a:pt x="203446" y="330244"/>
                  </a:lnTo>
                  <a:lnTo>
                    <a:pt x="208595" y="329013"/>
                  </a:lnTo>
                  <a:lnTo>
                    <a:pt x="213703" y="327619"/>
                  </a:lnTo>
                  <a:lnTo>
                    <a:pt x="218764" y="326064"/>
                  </a:lnTo>
                  <a:lnTo>
                    <a:pt x="223773" y="324350"/>
                  </a:lnTo>
                  <a:lnTo>
                    <a:pt x="228725" y="322478"/>
                  </a:lnTo>
                  <a:lnTo>
                    <a:pt x="233616" y="320450"/>
                  </a:lnTo>
                  <a:lnTo>
                    <a:pt x="238440" y="318268"/>
                  </a:lnTo>
                  <a:lnTo>
                    <a:pt x="243192" y="315934"/>
                  </a:lnTo>
                  <a:lnTo>
                    <a:pt x="247868" y="313452"/>
                  </a:lnTo>
                  <a:lnTo>
                    <a:pt x="252463" y="310822"/>
                  </a:lnTo>
                  <a:lnTo>
                    <a:pt x="256973" y="308048"/>
                  </a:lnTo>
                  <a:lnTo>
                    <a:pt x="261392" y="305133"/>
                  </a:lnTo>
                  <a:lnTo>
                    <a:pt x="265717" y="302079"/>
                  </a:lnTo>
                  <a:lnTo>
                    <a:pt x="269943" y="298890"/>
                  </a:lnTo>
                  <a:lnTo>
                    <a:pt x="274066" y="295569"/>
                  </a:lnTo>
                  <a:lnTo>
                    <a:pt x="278082" y="292118"/>
                  </a:lnTo>
                  <a:lnTo>
                    <a:pt x="281986" y="288543"/>
                  </a:lnTo>
                  <a:lnTo>
                    <a:pt x="285776" y="284845"/>
                  </a:lnTo>
                  <a:lnTo>
                    <a:pt x="289446" y="281029"/>
                  </a:lnTo>
                  <a:lnTo>
                    <a:pt x="292993" y="277099"/>
                  </a:lnTo>
                  <a:lnTo>
                    <a:pt x="296415" y="273059"/>
                  </a:lnTo>
                  <a:lnTo>
                    <a:pt x="299706" y="268912"/>
                  </a:lnTo>
                  <a:lnTo>
                    <a:pt x="302865" y="264664"/>
                  </a:lnTo>
                  <a:lnTo>
                    <a:pt x="305888" y="260317"/>
                  </a:lnTo>
                  <a:lnTo>
                    <a:pt x="308771" y="255876"/>
                  </a:lnTo>
                  <a:lnTo>
                    <a:pt x="311512" y="251347"/>
                  </a:lnTo>
                  <a:lnTo>
                    <a:pt x="314109" y="246733"/>
                  </a:lnTo>
                  <a:lnTo>
                    <a:pt x="316558" y="242039"/>
                  </a:lnTo>
                  <a:lnTo>
                    <a:pt x="318857" y="237270"/>
                  </a:lnTo>
                  <a:lnTo>
                    <a:pt x="321004" y="232431"/>
                  </a:lnTo>
                  <a:lnTo>
                    <a:pt x="322997" y="227526"/>
                  </a:lnTo>
                  <a:lnTo>
                    <a:pt x="324834" y="222560"/>
                  </a:lnTo>
                  <a:lnTo>
                    <a:pt x="326512" y="217539"/>
                  </a:lnTo>
                  <a:lnTo>
                    <a:pt x="328030" y="212467"/>
                  </a:lnTo>
                  <a:lnTo>
                    <a:pt x="329387" y="207349"/>
                  </a:lnTo>
                  <a:lnTo>
                    <a:pt x="330582" y="202192"/>
                  </a:lnTo>
                  <a:lnTo>
                    <a:pt x="331612" y="196998"/>
                  </a:lnTo>
                  <a:lnTo>
                    <a:pt x="332478" y="191775"/>
                  </a:lnTo>
                  <a:lnTo>
                    <a:pt x="333177" y="186527"/>
                  </a:lnTo>
                  <a:lnTo>
                    <a:pt x="333710" y="181260"/>
                  </a:lnTo>
                  <a:lnTo>
                    <a:pt x="334076" y="175978"/>
                  </a:lnTo>
                  <a:lnTo>
                    <a:pt x="334275" y="170688"/>
                  </a:lnTo>
                  <a:lnTo>
                    <a:pt x="334306" y="165393"/>
                  </a:lnTo>
                  <a:lnTo>
                    <a:pt x="334169" y="160101"/>
                  </a:lnTo>
                  <a:lnTo>
                    <a:pt x="333864" y="154815"/>
                  </a:lnTo>
                  <a:lnTo>
                    <a:pt x="333393" y="149542"/>
                  </a:lnTo>
                  <a:lnTo>
                    <a:pt x="332755" y="144286"/>
                  </a:lnTo>
                  <a:lnTo>
                    <a:pt x="331950" y="139053"/>
                  </a:lnTo>
                  <a:lnTo>
                    <a:pt x="330981" y="133848"/>
                  </a:lnTo>
                  <a:lnTo>
                    <a:pt x="329846" y="128677"/>
                  </a:lnTo>
                  <a:lnTo>
                    <a:pt x="328549" y="123544"/>
                  </a:lnTo>
                  <a:lnTo>
                    <a:pt x="327090" y="118455"/>
                  </a:lnTo>
                  <a:lnTo>
                    <a:pt x="325471" y="113414"/>
                  </a:lnTo>
                  <a:lnTo>
                    <a:pt x="323692" y="108427"/>
                  </a:lnTo>
                  <a:lnTo>
                    <a:pt x="321757" y="103499"/>
                  </a:lnTo>
                  <a:lnTo>
                    <a:pt x="319666" y="98635"/>
                  </a:lnTo>
                  <a:lnTo>
                    <a:pt x="317423" y="93840"/>
                  </a:lnTo>
                  <a:lnTo>
                    <a:pt x="315029" y="89118"/>
                  </a:lnTo>
                  <a:lnTo>
                    <a:pt x="312486" y="84474"/>
                  </a:lnTo>
                  <a:lnTo>
                    <a:pt x="309798" y="79913"/>
                  </a:lnTo>
                  <a:lnTo>
                    <a:pt x="306966" y="75439"/>
                  </a:lnTo>
                  <a:lnTo>
                    <a:pt x="303995" y="71057"/>
                  </a:lnTo>
                  <a:lnTo>
                    <a:pt x="300886" y="66772"/>
                  </a:lnTo>
                  <a:lnTo>
                    <a:pt x="297643" y="62587"/>
                  </a:lnTo>
                  <a:lnTo>
                    <a:pt x="294269" y="58507"/>
                  </a:lnTo>
                  <a:lnTo>
                    <a:pt x="290767" y="54536"/>
                  </a:lnTo>
                  <a:lnTo>
                    <a:pt x="287142" y="50678"/>
                  </a:lnTo>
                  <a:lnTo>
                    <a:pt x="283396" y="46936"/>
                  </a:lnTo>
                  <a:lnTo>
                    <a:pt x="279534" y="43315"/>
                  </a:lnTo>
                  <a:lnTo>
                    <a:pt x="275558" y="39818"/>
                  </a:lnTo>
                  <a:lnTo>
                    <a:pt x="271474" y="36449"/>
                  </a:lnTo>
                  <a:lnTo>
                    <a:pt x="267286" y="33211"/>
                  </a:lnTo>
                  <a:lnTo>
                    <a:pt x="262997" y="30107"/>
                  </a:lnTo>
                  <a:lnTo>
                    <a:pt x="258612" y="27140"/>
                  </a:lnTo>
                  <a:lnTo>
                    <a:pt x="254135" y="24314"/>
                  </a:lnTo>
                  <a:lnTo>
                    <a:pt x="249571" y="21631"/>
                  </a:lnTo>
                  <a:lnTo>
                    <a:pt x="244924" y="19094"/>
                  </a:lnTo>
                  <a:lnTo>
                    <a:pt x="240199" y="16705"/>
                  </a:lnTo>
                  <a:lnTo>
                    <a:pt x="235401" y="14467"/>
                  </a:lnTo>
                  <a:lnTo>
                    <a:pt x="230534" y="12382"/>
                  </a:lnTo>
                  <a:lnTo>
                    <a:pt x="225604" y="10452"/>
                  </a:lnTo>
                  <a:lnTo>
                    <a:pt x="220615" y="8680"/>
                  </a:lnTo>
                  <a:lnTo>
                    <a:pt x="215573" y="7066"/>
                  </a:lnTo>
                  <a:lnTo>
                    <a:pt x="210482" y="5612"/>
                  </a:lnTo>
                  <a:lnTo>
                    <a:pt x="205348" y="4321"/>
                  </a:lnTo>
                  <a:lnTo>
                    <a:pt x="200175" y="3193"/>
                  </a:lnTo>
                  <a:lnTo>
                    <a:pt x="194969" y="2229"/>
                  </a:lnTo>
                  <a:lnTo>
                    <a:pt x="189735" y="1431"/>
                  </a:lnTo>
                  <a:lnTo>
                    <a:pt x="184479" y="799"/>
                  </a:lnTo>
                  <a:lnTo>
                    <a:pt x="179205" y="333"/>
                  </a:lnTo>
                  <a:lnTo>
                    <a:pt x="167147" y="1670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12058" cy="167167"/>
            </a:xfrm>
            <a:custGeom>
              <a:avLst/>
              <a:pathLst>
                <a:path w="12058" h="167167">
                  <a:moveTo>
                    <a:pt x="12058" y="43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107" y="4659281"/>
              <a:ext cx="1417" cy="167167"/>
            </a:xfrm>
            <a:custGeom>
              <a:avLst/>
              <a:pathLst>
                <a:path w="1417" h="167167">
                  <a:moveTo>
                    <a:pt x="1417" y="0"/>
                  </a:moveTo>
                  <a:lnTo>
                    <a:pt x="0" y="6"/>
                  </a:lnTo>
                  <a:lnTo>
                    <a:pt x="141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107" y="4659287"/>
              <a:ext cx="1417" cy="167161"/>
            </a:xfrm>
            <a:custGeom>
              <a:avLst/>
              <a:pathLst>
                <a:path w="1417" h="167161">
                  <a:moveTo>
                    <a:pt x="0" y="0"/>
                  </a:moveTo>
                  <a:lnTo>
                    <a:pt x="1417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107" y="4659287"/>
              <a:ext cx="1417" cy="167161"/>
            </a:xfrm>
            <a:custGeom>
              <a:avLst/>
              <a:pathLst>
                <a:path w="1417" h="167161">
                  <a:moveTo>
                    <a:pt x="0" y="0"/>
                  </a:moveTo>
                  <a:lnTo>
                    <a:pt x="1417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107" y="4659287"/>
              <a:ext cx="1417" cy="167161"/>
            </a:xfrm>
            <a:custGeom>
              <a:avLst/>
              <a:pathLst>
                <a:path w="1417" h="167161">
                  <a:moveTo>
                    <a:pt x="0" y="0"/>
                  </a:moveTo>
                  <a:lnTo>
                    <a:pt x="1417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107" y="4659287"/>
              <a:ext cx="1417" cy="167161"/>
            </a:xfrm>
            <a:custGeom>
              <a:avLst/>
              <a:pathLst>
                <a:path w="1417" h="167161">
                  <a:moveTo>
                    <a:pt x="0" y="0"/>
                  </a:moveTo>
                  <a:lnTo>
                    <a:pt x="1417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107" y="4659287"/>
              <a:ext cx="1417" cy="167161"/>
            </a:xfrm>
            <a:custGeom>
              <a:avLst/>
              <a:pathLst>
                <a:path w="1417" h="167161">
                  <a:moveTo>
                    <a:pt x="0" y="0"/>
                  </a:moveTo>
                  <a:lnTo>
                    <a:pt x="1417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107" y="4659287"/>
              <a:ext cx="1417" cy="167161"/>
            </a:xfrm>
            <a:custGeom>
              <a:avLst/>
              <a:pathLst>
                <a:path w="1417" h="167161">
                  <a:moveTo>
                    <a:pt x="0" y="0"/>
                  </a:moveTo>
                  <a:lnTo>
                    <a:pt x="1417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107" y="4659287"/>
              <a:ext cx="1417" cy="167161"/>
            </a:xfrm>
            <a:custGeom>
              <a:avLst/>
              <a:pathLst>
                <a:path w="1417" h="167161">
                  <a:moveTo>
                    <a:pt x="0" y="0"/>
                  </a:moveTo>
                  <a:lnTo>
                    <a:pt x="1417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107" y="4659287"/>
              <a:ext cx="1417" cy="167161"/>
            </a:xfrm>
            <a:custGeom>
              <a:avLst/>
              <a:pathLst>
                <a:path w="1417" h="167161">
                  <a:moveTo>
                    <a:pt x="0" y="0"/>
                  </a:moveTo>
                  <a:lnTo>
                    <a:pt x="1417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5107" y="4659287"/>
              <a:ext cx="1417" cy="167161"/>
            </a:xfrm>
            <a:custGeom>
              <a:avLst/>
              <a:pathLst>
                <a:path w="1417" h="167161">
                  <a:moveTo>
                    <a:pt x="0" y="0"/>
                  </a:moveTo>
                  <a:lnTo>
                    <a:pt x="1417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21214" y="4659287"/>
              <a:ext cx="165310" cy="167161"/>
            </a:xfrm>
            <a:custGeom>
              <a:avLst/>
              <a:pathLst>
                <a:path w="165310" h="167161">
                  <a:moveTo>
                    <a:pt x="163893" y="0"/>
                  </a:moveTo>
                  <a:lnTo>
                    <a:pt x="158401" y="136"/>
                  </a:lnTo>
                  <a:lnTo>
                    <a:pt x="152917" y="454"/>
                  </a:lnTo>
                  <a:lnTo>
                    <a:pt x="147446" y="951"/>
                  </a:lnTo>
                  <a:lnTo>
                    <a:pt x="141994" y="1628"/>
                  </a:lnTo>
                  <a:lnTo>
                    <a:pt x="136568" y="2483"/>
                  </a:lnTo>
                  <a:lnTo>
                    <a:pt x="131172" y="3516"/>
                  </a:lnTo>
                  <a:lnTo>
                    <a:pt x="125814" y="4726"/>
                  </a:lnTo>
                  <a:lnTo>
                    <a:pt x="120498" y="6112"/>
                  </a:lnTo>
                  <a:lnTo>
                    <a:pt x="115230" y="7671"/>
                  </a:lnTo>
                  <a:lnTo>
                    <a:pt x="110017" y="9403"/>
                  </a:lnTo>
                  <a:lnTo>
                    <a:pt x="104863" y="11305"/>
                  </a:lnTo>
                  <a:lnTo>
                    <a:pt x="99775" y="13375"/>
                  </a:lnTo>
                  <a:lnTo>
                    <a:pt x="94757" y="15612"/>
                  </a:lnTo>
                  <a:lnTo>
                    <a:pt x="89815" y="18012"/>
                  </a:lnTo>
                  <a:lnTo>
                    <a:pt x="84956" y="20573"/>
                  </a:lnTo>
                  <a:lnTo>
                    <a:pt x="80182" y="23292"/>
                  </a:lnTo>
                  <a:lnTo>
                    <a:pt x="75501" y="26167"/>
                  </a:lnTo>
                  <a:lnTo>
                    <a:pt x="70917" y="29194"/>
                  </a:lnTo>
                  <a:lnTo>
                    <a:pt x="66435" y="32370"/>
                  </a:lnTo>
                  <a:lnTo>
                    <a:pt x="62059" y="35692"/>
                  </a:lnTo>
                  <a:lnTo>
                    <a:pt x="57795" y="39156"/>
                  </a:lnTo>
                  <a:lnTo>
                    <a:pt x="53647" y="42757"/>
                  </a:lnTo>
                  <a:lnTo>
                    <a:pt x="49620" y="46494"/>
                  </a:lnTo>
                  <a:lnTo>
                    <a:pt x="45717" y="50360"/>
                  </a:lnTo>
                  <a:lnTo>
                    <a:pt x="41944" y="54353"/>
                  </a:lnTo>
                  <a:lnTo>
                    <a:pt x="38304" y="58467"/>
                  </a:lnTo>
                  <a:lnTo>
                    <a:pt x="34801" y="62699"/>
                  </a:lnTo>
                  <a:lnTo>
                    <a:pt x="31439" y="67044"/>
                  </a:lnTo>
                  <a:lnTo>
                    <a:pt x="28222" y="71496"/>
                  </a:lnTo>
                  <a:lnTo>
                    <a:pt x="25153" y="76053"/>
                  </a:lnTo>
                  <a:lnTo>
                    <a:pt x="22235" y="80707"/>
                  </a:lnTo>
                  <a:lnTo>
                    <a:pt x="19471" y="85455"/>
                  </a:lnTo>
                  <a:lnTo>
                    <a:pt x="16865" y="90291"/>
                  </a:lnTo>
                  <a:lnTo>
                    <a:pt x="14420" y="95210"/>
                  </a:lnTo>
                  <a:lnTo>
                    <a:pt x="12137" y="100207"/>
                  </a:lnTo>
                  <a:lnTo>
                    <a:pt x="10020" y="105276"/>
                  </a:lnTo>
                  <a:lnTo>
                    <a:pt x="8070" y="110412"/>
                  </a:lnTo>
                  <a:lnTo>
                    <a:pt x="6290" y="115609"/>
                  </a:lnTo>
                  <a:lnTo>
                    <a:pt x="4682" y="120862"/>
                  </a:lnTo>
                  <a:lnTo>
                    <a:pt x="3248" y="126165"/>
                  </a:lnTo>
                  <a:lnTo>
                    <a:pt x="1988" y="131512"/>
                  </a:lnTo>
                  <a:lnTo>
                    <a:pt x="905" y="136898"/>
                  </a:lnTo>
                  <a:lnTo>
                    <a:pt x="0" y="142316"/>
                  </a:lnTo>
                  <a:lnTo>
                    <a:pt x="165310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65" y="4659281"/>
              <a:ext cx="334311" cy="334333"/>
            </a:xfrm>
            <a:custGeom>
              <a:avLst/>
              <a:pathLst>
                <a:path w="334311" h="334333">
                  <a:moveTo>
                    <a:pt x="1848" y="142322"/>
                  </a:moveTo>
                  <a:lnTo>
                    <a:pt x="1142" y="147586"/>
                  </a:lnTo>
                  <a:lnTo>
                    <a:pt x="604" y="152871"/>
                  </a:lnTo>
                  <a:lnTo>
                    <a:pt x="234" y="158169"/>
                  </a:lnTo>
                  <a:lnTo>
                    <a:pt x="32" y="163477"/>
                  </a:lnTo>
                  <a:lnTo>
                    <a:pt x="0" y="168788"/>
                  </a:lnTo>
                  <a:lnTo>
                    <a:pt x="135" y="174098"/>
                  </a:lnTo>
                  <a:lnTo>
                    <a:pt x="440" y="179401"/>
                  </a:lnTo>
                  <a:lnTo>
                    <a:pt x="913" y="184691"/>
                  </a:lnTo>
                  <a:lnTo>
                    <a:pt x="1553" y="189964"/>
                  </a:lnTo>
                  <a:lnTo>
                    <a:pt x="2361" y="195214"/>
                  </a:lnTo>
                  <a:lnTo>
                    <a:pt x="3335" y="200435"/>
                  </a:lnTo>
                  <a:lnTo>
                    <a:pt x="4475" y="205623"/>
                  </a:lnTo>
                  <a:lnTo>
                    <a:pt x="5779" y="210772"/>
                  </a:lnTo>
                  <a:lnTo>
                    <a:pt x="7246" y="215877"/>
                  </a:lnTo>
                  <a:lnTo>
                    <a:pt x="8874" y="220933"/>
                  </a:lnTo>
                  <a:lnTo>
                    <a:pt x="10662" y="225934"/>
                  </a:lnTo>
                  <a:lnTo>
                    <a:pt x="12608" y="230876"/>
                  </a:lnTo>
                  <a:lnTo>
                    <a:pt x="14710" y="235754"/>
                  </a:lnTo>
                  <a:lnTo>
                    <a:pt x="16966" y="240563"/>
                  </a:lnTo>
                  <a:lnTo>
                    <a:pt x="19373" y="245297"/>
                  </a:lnTo>
                  <a:lnTo>
                    <a:pt x="21930" y="249953"/>
                  </a:lnTo>
                  <a:lnTo>
                    <a:pt x="24634" y="254525"/>
                  </a:lnTo>
                  <a:lnTo>
                    <a:pt x="27481" y="259009"/>
                  </a:lnTo>
                  <a:lnTo>
                    <a:pt x="30469" y="263400"/>
                  </a:lnTo>
                  <a:lnTo>
                    <a:pt x="33595" y="267694"/>
                  </a:lnTo>
                  <a:lnTo>
                    <a:pt x="36857" y="271887"/>
                  </a:lnTo>
                  <a:lnTo>
                    <a:pt x="40249" y="275973"/>
                  </a:lnTo>
                  <a:lnTo>
                    <a:pt x="43770" y="279950"/>
                  </a:lnTo>
                  <a:lnTo>
                    <a:pt x="47415" y="283813"/>
                  </a:lnTo>
                  <a:lnTo>
                    <a:pt x="51182" y="287559"/>
                  </a:lnTo>
                  <a:lnTo>
                    <a:pt x="55065" y="291183"/>
                  </a:lnTo>
                  <a:lnTo>
                    <a:pt x="59062" y="294681"/>
                  </a:lnTo>
                  <a:lnTo>
                    <a:pt x="63167" y="298051"/>
                  </a:lnTo>
                  <a:lnTo>
                    <a:pt x="67378" y="301289"/>
                  </a:lnTo>
                  <a:lnTo>
                    <a:pt x="71689" y="304391"/>
                  </a:lnTo>
                  <a:lnTo>
                    <a:pt x="76097" y="307355"/>
                  </a:lnTo>
                  <a:lnTo>
                    <a:pt x="80597" y="310177"/>
                  </a:lnTo>
                  <a:lnTo>
                    <a:pt x="85184" y="312855"/>
                  </a:lnTo>
                  <a:lnTo>
                    <a:pt x="89854" y="315386"/>
                  </a:lnTo>
                  <a:lnTo>
                    <a:pt x="94601" y="317767"/>
                  </a:lnTo>
                  <a:lnTo>
                    <a:pt x="99422" y="319996"/>
                  </a:lnTo>
                  <a:lnTo>
                    <a:pt x="104312" y="322071"/>
                  </a:lnTo>
                  <a:lnTo>
                    <a:pt x="109265" y="323989"/>
                  </a:lnTo>
                  <a:lnTo>
                    <a:pt x="114276" y="325749"/>
                  </a:lnTo>
                  <a:lnTo>
                    <a:pt x="119341" y="327349"/>
                  </a:lnTo>
                  <a:lnTo>
                    <a:pt x="124454" y="328788"/>
                  </a:lnTo>
                  <a:lnTo>
                    <a:pt x="129610" y="330063"/>
                  </a:lnTo>
                  <a:lnTo>
                    <a:pt x="134804" y="331173"/>
                  </a:lnTo>
                  <a:lnTo>
                    <a:pt x="140031" y="332119"/>
                  </a:lnTo>
                  <a:lnTo>
                    <a:pt x="145285" y="332897"/>
                  </a:lnTo>
                  <a:lnTo>
                    <a:pt x="150562" y="333508"/>
                  </a:lnTo>
                  <a:lnTo>
                    <a:pt x="155855" y="333952"/>
                  </a:lnTo>
                  <a:lnTo>
                    <a:pt x="161159" y="334227"/>
                  </a:lnTo>
                  <a:lnTo>
                    <a:pt x="166469" y="334333"/>
                  </a:lnTo>
                  <a:lnTo>
                    <a:pt x="171781" y="334270"/>
                  </a:lnTo>
                  <a:lnTo>
                    <a:pt x="177087" y="334039"/>
                  </a:lnTo>
                  <a:lnTo>
                    <a:pt x="182383" y="333640"/>
                  </a:lnTo>
                  <a:lnTo>
                    <a:pt x="187665" y="333072"/>
                  </a:lnTo>
                  <a:lnTo>
                    <a:pt x="192925" y="332337"/>
                  </a:lnTo>
                  <a:lnTo>
                    <a:pt x="198159" y="331435"/>
                  </a:lnTo>
                  <a:lnTo>
                    <a:pt x="203362" y="330367"/>
                  </a:lnTo>
                  <a:lnTo>
                    <a:pt x="208529" y="329135"/>
                  </a:lnTo>
                  <a:lnTo>
                    <a:pt x="213654" y="327738"/>
                  </a:lnTo>
                  <a:lnTo>
                    <a:pt x="218731" y="326180"/>
                  </a:lnTo>
                  <a:lnTo>
                    <a:pt x="223757" y="324462"/>
                  </a:lnTo>
                  <a:lnTo>
                    <a:pt x="228726" y="322584"/>
                  </a:lnTo>
                  <a:lnTo>
                    <a:pt x="233632" y="320550"/>
                  </a:lnTo>
                  <a:lnTo>
                    <a:pt x="238472" y="318360"/>
                  </a:lnTo>
                  <a:lnTo>
                    <a:pt x="243239" y="316019"/>
                  </a:lnTo>
                  <a:lnTo>
                    <a:pt x="247930" y="313526"/>
                  </a:lnTo>
                  <a:lnTo>
                    <a:pt x="252539" y="310886"/>
                  </a:lnTo>
                  <a:lnTo>
                    <a:pt x="257061" y="308101"/>
                  </a:lnTo>
                  <a:lnTo>
                    <a:pt x="261493" y="305174"/>
                  </a:lnTo>
                  <a:lnTo>
                    <a:pt x="265830" y="302107"/>
                  </a:lnTo>
                  <a:lnTo>
                    <a:pt x="270067" y="298905"/>
                  </a:lnTo>
                  <a:lnTo>
                    <a:pt x="274201" y="295569"/>
                  </a:lnTo>
                  <a:lnTo>
                    <a:pt x="278226" y="292103"/>
                  </a:lnTo>
                  <a:lnTo>
                    <a:pt x="282139" y="288512"/>
                  </a:lnTo>
                  <a:lnTo>
                    <a:pt x="285936" y="284798"/>
                  </a:lnTo>
                  <a:lnTo>
                    <a:pt x="289613" y="280965"/>
                  </a:lnTo>
                  <a:lnTo>
                    <a:pt x="293167" y="277017"/>
                  </a:lnTo>
                  <a:lnTo>
                    <a:pt x="296593" y="272958"/>
                  </a:lnTo>
                  <a:lnTo>
                    <a:pt x="299889" y="268793"/>
                  </a:lnTo>
                  <a:lnTo>
                    <a:pt x="303050" y="264525"/>
                  </a:lnTo>
                  <a:lnTo>
                    <a:pt x="306075" y="260158"/>
                  </a:lnTo>
                  <a:lnTo>
                    <a:pt x="308959" y="255698"/>
                  </a:lnTo>
                  <a:lnTo>
                    <a:pt x="311700" y="251149"/>
                  </a:lnTo>
                  <a:lnTo>
                    <a:pt x="314295" y="246514"/>
                  </a:lnTo>
                  <a:lnTo>
                    <a:pt x="316742" y="241800"/>
                  </a:lnTo>
                  <a:lnTo>
                    <a:pt x="319037" y="237010"/>
                  </a:lnTo>
                  <a:lnTo>
                    <a:pt x="321179" y="232149"/>
                  </a:lnTo>
                  <a:lnTo>
                    <a:pt x="323166" y="227223"/>
                  </a:lnTo>
                  <a:lnTo>
                    <a:pt x="324995" y="222237"/>
                  </a:lnTo>
                  <a:lnTo>
                    <a:pt x="326665" y="217195"/>
                  </a:lnTo>
                  <a:lnTo>
                    <a:pt x="328174" y="212102"/>
                  </a:lnTo>
                  <a:lnTo>
                    <a:pt x="329520" y="206964"/>
                  </a:lnTo>
                  <a:lnTo>
                    <a:pt x="330703" y="201786"/>
                  </a:lnTo>
                  <a:lnTo>
                    <a:pt x="331720" y="196573"/>
                  </a:lnTo>
                  <a:lnTo>
                    <a:pt x="332571" y="191330"/>
                  </a:lnTo>
                  <a:lnTo>
                    <a:pt x="333255" y="186062"/>
                  </a:lnTo>
                  <a:lnTo>
                    <a:pt x="333772" y="180776"/>
                  </a:lnTo>
                  <a:lnTo>
                    <a:pt x="334120" y="175476"/>
                  </a:lnTo>
                  <a:lnTo>
                    <a:pt x="334300" y="170167"/>
                  </a:lnTo>
                  <a:lnTo>
                    <a:pt x="334311" y="164856"/>
                  </a:lnTo>
                  <a:lnTo>
                    <a:pt x="334153" y="159547"/>
                  </a:lnTo>
                  <a:lnTo>
                    <a:pt x="333826" y="154245"/>
                  </a:lnTo>
                  <a:lnTo>
                    <a:pt x="333332" y="148957"/>
                  </a:lnTo>
                  <a:lnTo>
                    <a:pt x="332669" y="143687"/>
                  </a:lnTo>
                  <a:lnTo>
                    <a:pt x="331840" y="138441"/>
                  </a:lnTo>
                  <a:lnTo>
                    <a:pt x="330844" y="133223"/>
                  </a:lnTo>
                  <a:lnTo>
                    <a:pt x="329683" y="128040"/>
                  </a:lnTo>
                  <a:lnTo>
                    <a:pt x="328358" y="122897"/>
                  </a:lnTo>
                  <a:lnTo>
                    <a:pt x="326870" y="117798"/>
                  </a:lnTo>
                  <a:lnTo>
                    <a:pt x="325221" y="112749"/>
                  </a:lnTo>
                  <a:lnTo>
                    <a:pt x="323412" y="107755"/>
                  </a:lnTo>
                  <a:lnTo>
                    <a:pt x="321446" y="102820"/>
                  </a:lnTo>
                  <a:lnTo>
                    <a:pt x="319324" y="97951"/>
                  </a:lnTo>
                  <a:lnTo>
                    <a:pt x="317048" y="93152"/>
                  </a:lnTo>
                  <a:lnTo>
                    <a:pt x="314621" y="88427"/>
                  </a:lnTo>
                  <a:lnTo>
                    <a:pt x="312045" y="83782"/>
                  </a:lnTo>
                  <a:lnTo>
                    <a:pt x="309323" y="79222"/>
                  </a:lnTo>
                  <a:lnTo>
                    <a:pt x="306457" y="74749"/>
                  </a:lnTo>
                  <a:lnTo>
                    <a:pt x="303451" y="70371"/>
                  </a:lnTo>
                  <a:lnTo>
                    <a:pt x="300307" y="66090"/>
                  </a:lnTo>
                  <a:lnTo>
                    <a:pt x="297028" y="61911"/>
                  </a:lnTo>
                  <a:lnTo>
                    <a:pt x="293619" y="57838"/>
                  </a:lnTo>
                  <a:lnTo>
                    <a:pt x="290082" y="53875"/>
                  </a:lnTo>
                  <a:lnTo>
                    <a:pt x="286420" y="50027"/>
                  </a:lnTo>
                  <a:lnTo>
                    <a:pt x="282639" y="46298"/>
                  </a:lnTo>
                  <a:lnTo>
                    <a:pt x="278741" y="42690"/>
                  </a:lnTo>
                  <a:lnTo>
                    <a:pt x="274730" y="39208"/>
                  </a:lnTo>
                  <a:lnTo>
                    <a:pt x="270610" y="35855"/>
                  </a:lnTo>
                  <a:lnTo>
                    <a:pt x="266386" y="32635"/>
                  </a:lnTo>
                  <a:lnTo>
                    <a:pt x="262062" y="29550"/>
                  </a:lnTo>
                  <a:lnTo>
                    <a:pt x="257642" y="26605"/>
                  </a:lnTo>
                  <a:lnTo>
                    <a:pt x="253131" y="23801"/>
                  </a:lnTo>
                  <a:lnTo>
                    <a:pt x="248533" y="21142"/>
                  </a:lnTo>
                  <a:lnTo>
                    <a:pt x="243852" y="18631"/>
                  </a:lnTo>
                  <a:lnTo>
                    <a:pt x="239095" y="16269"/>
                  </a:lnTo>
                  <a:lnTo>
                    <a:pt x="234265" y="14060"/>
                  </a:lnTo>
                  <a:lnTo>
                    <a:pt x="229367" y="12005"/>
                  </a:lnTo>
                  <a:lnTo>
                    <a:pt x="224406" y="10107"/>
                  </a:lnTo>
                  <a:lnTo>
                    <a:pt x="219387" y="8368"/>
                  </a:lnTo>
                  <a:lnTo>
                    <a:pt x="214316" y="6789"/>
                  </a:lnTo>
                  <a:lnTo>
                    <a:pt x="209197" y="5371"/>
                  </a:lnTo>
                  <a:lnTo>
                    <a:pt x="204035" y="4118"/>
                  </a:lnTo>
                  <a:lnTo>
                    <a:pt x="198837" y="3028"/>
                  </a:lnTo>
                  <a:lnTo>
                    <a:pt x="193606" y="2105"/>
                  </a:lnTo>
                  <a:lnTo>
                    <a:pt x="188349" y="1348"/>
                  </a:lnTo>
                  <a:lnTo>
                    <a:pt x="183070" y="758"/>
                  </a:lnTo>
                  <a:lnTo>
                    <a:pt x="177775" y="337"/>
                  </a:lnTo>
                  <a:lnTo>
                    <a:pt x="172470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58" y="5018213"/>
              <a:ext cx="161" cy="167167"/>
            </a:xfrm>
            <a:custGeom>
              <a:avLst/>
              <a:pathLst>
                <a:path w="161" h="167167">
                  <a:moveTo>
                    <a:pt x="161" y="0"/>
                  </a:moveTo>
                  <a:lnTo>
                    <a:pt x="0" y="0"/>
                  </a:ln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58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58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58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58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58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58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58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58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7" y="5018213"/>
              <a:ext cx="334319" cy="334330"/>
            </a:xfrm>
            <a:custGeom>
              <a:avLst/>
              <a:pathLst>
                <a:path w="334319" h="334330">
                  <a:moveTo>
                    <a:pt x="166991" y="0"/>
                  </a:moveTo>
                  <a:lnTo>
                    <a:pt x="161701" y="88"/>
                  </a:lnTo>
                  <a:lnTo>
                    <a:pt x="156417" y="345"/>
                  </a:lnTo>
                  <a:lnTo>
                    <a:pt x="151143" y="768"/>
                  </a:lnTo>
                  <a:lnTo>
                    <a:pt x="145885" y="1358"/>
                  </a:lnTo>
                  <a:lnTo>
                    <a:pt x="140648" y="2114"/>
                  </a:lnTo>
                  <a:lnTo>
                    <a:pt x="135438" y="3035"/>
                  </a:lnTo>
                  <a:lnTo>
                    <a:pt x="130260" y="4121"/>
                  </a:lnTo>
                  <a:lnTo>
                    <a:pt x="125119" y="5370"/>
                  </a:lnTo>
                  <a:lnTo>
                    <a:pt x="120020" y="6782"/>
                  </a:lnTo>
                  <a:lnTo>
                    <a:pt x="114968" y="8354"/>
                  </a:lnTo>
                  <a:lnTo>
                    <a:pt x="109968" y="10085"/>
                  </a:lnTo>
                  <a:lnTo>
                    <a:pt x="105026" y="11973"/>
                  </a:lnTo>
                  <a:lnTo>
                    <a:pt x="100146" y="14017"/>
                  </a:lnTo>
                  <a:lnTo>
                    <a:pt x="95333" y="16214"/>
                  </a:lnTo>
                  <a:lnTo>
                    <a:pt x="90592" y="18562"/>
                  </a:lnTo>
                  <a:lnTo>
                    <a:pt x="85927" y="21060"/>
                  </a:lnTo>
                  <a:lnTo>
                    <a:pt x="81344" y="23703"/>
                  </a:lnTo>
                  <a:lnTo>
                    <a:pt x="76847" y="26491"/>
                  </a:lnTo>
                  <a:lnTo>
                    <a:pt x="72441" y="29419"/>
                  </a:lnTo>
                  <a:lnTo>
                    <a:pt x="68129" y="32485"/>
                  </a:lnTo>
                  <a:lnTo>
                    <a:pt x="63916" y="35686"/>
                  </a:lnTo>
                  <a:lnTo>
                    <a:pt x="59807" y="39019"/>
                  </a:lnTo>
                  <a:lnTo>
                    <a:pt x="55806" y="42481"/>
                  </a:lnTo>
                  <a:lnTo>
                    <a:pt x="51916" y="46067"/>
                  </a:lnTo>
                  <a:lnTo>
                    <a:pt x="48141" y="49774"/>
                  </a:lnTo>
                  <a:lnTo>
                    <a:pt x="44486" y="53599"/>
                  </a:lnTo>
                  <a:lnTo>
                    <a:pt x="40953" y="57538"/>
                  </a:lnTo>
                  <a:lnTo>
                    <a:pt x="37547" y="61587"/>
                  </a:lnTo>
                  <a:lnTo>
                    <a:pt x="34271" y="65741"/>
                  </a:lnTo>
                  <a:lnTo>
                    <a:pt x="31128" y="69997"/>
                  </a:lnTo>
                  <a:lnTo>
                    <a:pt x="28121" y="74350"/>
                  </a:lnTo>
                  <a:lnTo>
                    <a:pt x="25253" y="78797"/>
                  </a:lnTo>
                  <a:lnTo>
                    <a:pt x="22528" y="83332"/>
                  </a:lnTo>
                  <a:lnTo>
                    <a:pt x="19947" y="87950"/>
                  </a:lnTo>
                  <a:lnTo>
                    <a:pt x="17514" y="92649"/>
                  </a:lnTo>
                  <a:lnTo>
                    <a:pt x="15231" y="97421"/>
                  </a:lnTo>
                  <a:lnTo>
                    <a:pt x="13100" y="102264"/>
                  </a:lnTo>
                  <a:lnTo>
                    <a:pt x="11123" y="107172"/>
                  </a:lnTo>
                  <a:lnTo>
                    <a:pt x="9302" y="112139"/>
                  </a:lnTo>
                  <a:lnTo>
                    <a:pt x="7640" y="117162"/>
                  </a:lnTo>
                  <a:lnTo>
                    <a:pt x="6138" y="122235"/>
                  </a:lnTo>
                  <a:lnTo>
                    <a:pt x="4796" y="127353"/>
                  </a:lnTo>
                  <a:lnTo>
                    <a:pt x="3618" y="132511"/>
                  </a:lnTo>
                  <a:lnTo>
                    <a:pt x="2603" y="137704"/>
                  </a:lnTo>
                  <a:lnTo>
                    <a:pt x="1753" y="142926"/>
                  </a:lnTo>
                  <a:lnTo>
                    <a:pt x="1069" y="148172"/>
                  </a:lnTo>
                  <a:lnTo>
                    <a:pt x="551" y="153438"/>
                  </a:lnTo>
                  <a:lnTo>
                    <a:pt x="200" y="158717"/>
                  </a:lnTo>
                  <a:lnTo>
                    <a:pt x="16" y="164005"/>
                  </a:lnTo>
                  <a:lnTo>
                    <a:pt x="0" y="169295"/>
                  </a:lnTo>
                  <a:lnTo>
                    <a:pt x="151" y="174584"/>
                  </a:lnTo>
                  <a:lnTo>
                    <a:pt x="469" y="179865"/>
                  </a:lnTo>
                  <a:lnTo>
                    <a:pt x="954" y="185134"/>
                  </a:lnTo>
                  <a:lnTo>
                    <a:pt x="1606" y="190384"/>
                  </a:lnTo>
                  <a:lnTo>
                    <a:pt x="2424" y="195612"/>
                  </a:lnTo>
                  <a:lnTo>
                    <a:pt x="3406" y="200810"/>
                  </a:lnTo>
                  <a:lnTo>
                    <a:pt x="4553" y="205975"/>
                  </a:lnTo>
                  <a:lnTo>
                    <a:pt x="5863" y="211102"/>
                  </a:lnTo>
                  <a:lnTo>
                    <a:pt x="7334" y="216184"/>
                  </a:lnTo>
                  <a:lnTo>
                    <a:pt x="8965" y="221217"/>
                  </a:lnTo>
                  <a:lnTo>
                    <a:pt x="10755" y="226196"/>
                  </a:lnTo>
                  <a:lnTo>
                    <a:pt x="12701" y="231116"/>
                  </a:lnTo>
                  <a:lnTo>
                    <a:pt x="14802" y="235971"/>
                  </a:lnTo>
                  <a:lnTo>
                    <a:pt x="17056" y="240758"/>
                  </a:lnTo>
                  <a:lnTo>
                    <a:pt x="19460" y="245471"/>
                  </a:lnTo>
                  <a:lnTo>
                    <a:pt x="22012" y="250106"/>
                  </a:lnTo>
                  <a:lnTo>
                    <a:pt x="24709" y="254658"/>
                  </a:lnTo>
                  <a:lnTo>
                    <a:pt x="27549" y="259122"/>
                  </a:lnTo>
                  <a:lnTo>
                    <a:pt x="30529" y="263493"/>
                  </a:lnTo>
                  <a:lnTo>
                    <a:pt x="33646" y="267769"/>
                  </a:lnTo>
                  <a:lnTo>
                    <a:pt x="36897" y="271943"/>
                  </a:lnTo>
                  <a:lnTo>
                    <a:pt x="40278" y="276013"/>
                  </a:lnTo>
                  <a:lnTo>
                    <a:pt x="43786" y="279974"/>
                  </a:lnTo>
                  <a:lnTo>
                    <a:pt x="47417" y="283821"/>
                  </a:lnTo>
                  <a:lnTo>
                    <a:pt x="51169" y="287552"/>
                  </a:lnTo>
                  <a:lnTo>
                    <a:pt x="55037" y="291162"/>
                  </a:lnTo>
                  <a:lnTo>
                    <a:pt x="59017" y="294648"/>
                  </a:lnTo>
                  <a:lnTo>
                    <a:pt x="63105" y="298006"/>
                  </a:lnTo>
                  <a:lnTo>
                    <a:pt x="67298" y="301233"/>
                  </a:lnTo>
                  <a:lnTo>
                    <a:pt x="71591" y="304326"/>
                  </a:lnTo>
                  <a:lnTo>
                    <a:pt x="75979" y="307282"/>
                  </a:lnTo>
                  <a:lnTo>
                    <a:pt x="80459" y="310097"/>
                  </a:lnTo>
                  <a:lnTo>
                    <a:pt x="85025" y="312769"/>
                  </a:lnTo>
                  <a:lnTo>
                    <a:pt x="89674" y="315295"/>
                  </a:lnTo>
                  <a:lnTo>
                    <a:pt x="94400" y="317673"/>
                  </a:lnTo>
                  <a:lnTo>
                    <a:pt x="99200" y="319900"/>
                  </a:lnTo>
                  <a:lnTo>
                    <a:pt x="104067" y="321973"/>
                  </a:lnTo>
                  <a:lnTo>
                    <a:pt x="108998" y="323892"/>
                  </a:lnTo>
                  <a:lnTo>
                    <a:pt x="113987" y="325654"/>
                  </a:lnTo>
                  <a:lnTo>
                    <a:pt x="119029" y="327257"/>
                  </a:lnTo>
                  <a:lnTo>
                    <a:pt x="124119" y="328700"/>
                  </a:lnTo>
                  <a:lnTo>
                    <a:pt x="129253" y="329981"/>
                  </a:lnTo>
                  <a:lnTo>
                    <a:pt x="134424" y="331099"/>
                  </a:lnTo>
                  <a:lnTo>
                    <a:pt x="139628" y="332053"/>
                  </a:lnTo>
                  <a:lnTo>
                    <a:pt x="144860" y="332841"/>
                  </a:lnTo>
                  <a:lnTo>
                    <a:pt x="150114" y="333464"/>
                  </a:lnTo>
                  <a:lnTo>
                    <a:pt x="155385" y="333920"/>
                  </a:lnTo>
                  <a:lnTo>
                    <a:pt x="160668" y="334208"/>
                  </a:lnTo>
                  <a:lnTo>
                    <a:pt x="165957" y="334330"/>
                  </a:lnTo>
                  <a:lnTo>
                    <a:pt x="171248" y="334284"/>
                  </a:lnTo>
                  <a:lnTo>
                    <a:pt x="176535" y="334071"/>
                  </a:lnTo>
                  <a:lnTo>
                    <a:pt x="181812" y="333690"/>
                  </a:lnTo>
                  <a:lnTo>
                    <a:pt x="187074" y="333143"/>
                  </a:lnTo>
                  <a:lnTo>
                    <a:pt x="192317" y="332430"/>
                  </a:lnTo>
                  <a:lnTo>
                    <a:pt x="197534" y="331550"/>
                  </a:lnTo>
                  <a:lnTo>
                    <a:pt x="202721" y="330507"/>
                  </a:lnTo>
                  <a:lnTo>
                    <a:pt x="207872" y="329299"/>
                  </a:lnTo>
                  <a:lnTo>
                    <a:pt x="212982" y="327930"/>
                  </a:lnTo>
                  <a:lnTo>
                    <a:pt x="218047" y="326399"/>
                  </a:lnTo>
                  <a:lnTo>
                    <a:pt x="223061" y="324708"/>
                  </a:lnTo>
                  <a:lnTo>
                    <a:pt x="228018" y="322860"/>
                  </a:lnTo>
                  <a:lnTo>
                    <a:pt x="232915" y="320856"/>
                  </a:lnTo>
                  <a:lnTo>
                    <a:pt x="237745" y="318698"/>
                  </a:lnTo>
                  <a:lnTo>
                    <a:pt x="242505" y="316388"/>
                  </a:lnTo>
                  <a:lnTo>
                    <a:pt x="247190" y="313929"/>
                  </a:lnTo>
                  <a:lnTo>
                    <a:pt x="251794" y="311323"/>
                  </a:lnTo>
                  <a:lnTo>
                    <a:pt x="256314" y="308572"/>
                  </a:lnTo>
                  <a:lnTo>
                    <a:pt x="260744" y="305680"/>
                  </a:lnTo>
                  <a:lnTo>
                    <a:pt x="265080" y="302648"/>
                  </a:lnTo>
                  <a:lnTo>
                    <a:pt x="269319" y="299482"/>
                  </a:lnTo>
                  <a:lnTo>
                    <a:pt x="273455" y="296182"/>
                  </a:lnTo>
                  <a:lnTo>
                    <a:pt x="277484" y="292754"/>
                  </a:lnTo>
                  <a:lnTo>
                    <a:pt x="281404" y="289199"/>
                  </a:lnTo>
                  <a:lnTo>
                    <a:pt x="285208" y="285522"/>
                  </a:lnTo>
                  <a:lnTo>
                    <a:pt x="288894" y="281727"/>
                  </a:lnTo>
                  <a:lnTo>
                    <a:pt x="292459" y="277817"/>
                  </a:lnTo>
                  <a:lnTo>
                    <a:pt x="295898" y="273796"/>
                  </a:lnTo>
                  <a:lnTo>
                    <a:pt x="299208" y="269669"/>
                  </a:lnTo>
                  <a:lnTo>
                    <a:pt x="302385" y="265438"/>
                  </a:lnTo>
                  <a:lnTo>
                    <a:pt x="305427" y="261110"/>
                  </a:lnTo>
                  <a:lnTo>
                    <a:pt x="308331" y="256687"/>
                  </a:lnTo>
                  <a:lnTo>
                    <a:pt x="311093" y="252174"/>
                  </a:lnTo>
                  <a:lnTo>
                    <a:pt x="313711" y="247577"/>
                  </a:lnTo>
                  <a:lnTo>
                    <a:pt x="316183" y="242898"/>
                  </a:lnTo>
                  <a:lnTo>
                    <a:pt x="318505" y="238144"/>
                  </a:lnTo>
                  <a:lnTo>
                    <a:pt x="320675" y="233319"/>
                  </a:lnTo>
                  <a:lnTo>
                    <a:pt x="322691" y="228428"/>
                  </a:lnTo>
                  <a:lnTo>
                    <a:pt x="324552" y="223475"/>
                  </a:lnTo>
                  <a:lnTo>
                    <a:pt x="326255" y="218466"/>
                  </a:lnTo>
                  <a:lnTo>
                    <a:pt x="327799" y="213405"/>
                  </a:lnTo>
                  <a:lnTo>
                    <a:pt x="329182" y="208298"/>
                  </a:lnTo>
                  <a:lnTo>
                    <a:pt x="330402" y="203150"/>
                  </a:lnTo>
                  <a:lnTo>
                    <a:pt x="331459" y="197966"/>
                  </a:lnTo>
                  <a:lnTo>
                    <a:pt x="332352" y="192751"/>
                  </a:lnTo>
                  <a:lnTo>
                    <a:pt x="333078" y="187510"/>
                  </a:lnTo>
                  <a:lnTo>
                    <a:pt x="333639" y="182249"/>
                  </a:lnTo>
                  <a:lnTo>
                    <a:pt x="334033" y="176973"/>
                  </a:lnTo>
                  <a:lnTo>
                    <a:pt x="334260" y="171687"/>
                  </a:lnTo>
                  <a:lnTo>
                    <a:pt x="334319" y="166396"/>
                  </a:lnTo>
                  <a:lnTo>
                    <a:pt x="334211" y="161107"/>
                  </a:lnTo>
                  <a:lnTo>
                    <a:pt x="333935" y="155823"/>
                  </a:lnTo>
                  <a:lnTo>
                    <a:pt x="333493" y="150551"/>
                  </a:lnTo>
                  <a:lnTo>
                    <a:pt x="332884" y="145295"/>
                  </a:lnTo>
                  <a:lnTo>
                    <a:pt x="332109" y="140061"/>
                  </a:lnTo>
                  <a:lnTo>
                    <a:pt x="331168" y="134855"/>
                  </a:lnTo>
                  <a:lnTo>
                    <a:pt x="330064" y="129680"/>
                  </a:lnTo>
                  <a:lnTo>
                    <a:pt x="328796" y="124544"/>
                  </a:lnTo>
                  <a:lnTo>
                    <a:pt x="327366" y="119450"/>
                  </a:lnTo>
                  <a:lnTo>
                    <a:pt x="325776" y="114404"/>
                  </a:lnTo>
                  <a:lnTo>
                    <a:pt x="324026" y="109410"/>
                  </a:lnTo>
                  <a:lnTo>
                    <a:pt x="322120" y="104475"/>
                  </a:lnTo>
                  <a:lnTo>
                    <a:pt x="320058" y="99602"/>
                  </a:lnTo>
                  <a:lnTo>
                    <a:pt x="317844" y="94797"/>
                  </a:lnTo>
                  <a:lnTo>
                    <a:pt x="315478" y="90065"/>
                  </a:lnTo>
                  <a:lnTo>
                    <a:pt x="312964" y="85409"/>
                  </a:lnTo>
                  <a:lnTo>
                    <a:pt x="310303" y="80836"/>
                  </a:lnTo>
                  <a:lnTo>
                    <a:pt x="307500" y="76349"/>
                  </a:lnTo>
                  <a:lnTo>
                    <a:pt x="304555" y="71953"/>
                  </a:lnTo>
                  <a:lnTo>
                    <a:pt x="301474" y="67653"/>
                  </a:lnTo>
                  <a:lnTo>
                    <a:pt x="298257" y="63452"/>
                  </a:lnTo>
                  <a:lnTo>
                    <a:pt x="294909" y="59355"/>
                  </a:lnTo>
                  <a:lnTo>
                    <a:pt x="291433" y="55366"/>
                  </a:lnTo>
                  <a:lnTo>
                    <a:pt x="287833" y="51489"/>
                  </a:lnTo>
                  <a:lnTo>
                    <a:pt x="284112" y="47728"/>
                  </a:lnTo>
                  <a:lnTo>
                    <a:pt x="280274" y="44087"/>
                  </a:lnTo>
                  <a:lnTo>
                    <a:pt x="276322" y="40568"/>
                  </a:lnTo>
                  <a:lnTo>
                    <a:pt x="272261" y="37177"/>
                  </a:lnTo>
                  <a:lnTo>
                    <a:pt x="268095" y="33916"/>
                  </a:lnTo>
                  <a:lnTo>
                    <a:pt x="263827" y="30788"/>
                  </a:lnTo>
                  <a:lnTo>
                    <a:pt x="259463" y="27797"/>
                  </a:lnTo>
                  <a:lnTo>
                    <a:pt x="255006" y="24946"/>
                  </a:lnTo>
                  <a:lnTo>
                    <a:pt x="250462" y="22237"/>
                  </a:lnTo>
                  <a:lnTo>
                    <a:pt x="245833" y="19673"/>
                  </a:lnTo>
                  <a:lnTo>
                    <a:pt x="241126" y="17257"/>
                  </a:lnTo>
                  <a:lnTo>
                    <a:pt x="236345" y="14991"/>
                  </a:lnTo>
                  <a:lnTo>
                    <a:pt x="231495" y="12878"/>
                  </a:lnTo>
                  <a:lnTo>
                    <a:pt x="226580" y="10919"/>
                  </a:lnTo>
                  <a:lnTo>
                    <a:pt x="221606" y="9117"/>
                  </a:lnTo>
                  <a:lnTo>
                    <a:pt x="216577" y="7473"/>
                  </a:lnTo>
                  <a:lnTo>
                    <a:pt x="211498" y="5988"/>
                  </a:lnTo>
                  <a:lnTo>
                    <a:pt x="206376" y="4666"/>
                  </a:lnTo>
                  <a:lnTo>
                    <a:pt x="201213" y="3506"/>
                  </a:lnTo>
                  <a:lnTo>
                    <a:pt x="196017" y="2510"/>
                  </a:lnTo>
                  <a:lnTo>
                    <a:pt x="190792" y="1679"/>
                  </a:lnTo>
                  <a:lnTo>
                    <a:pt x="185543" y="1014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18389" cy="167167"/>
            </a:xfrm>
            <a:custGeom>
              <a:avLst/>
              <a:pathLst>
                <a:path w="18389" h="167167">
                  <a:moveTo>
                    <a:pt x="18389" y="1014"/>
                  </a:moveTo>
                  <a:lnTo>
                    <a:pt x="9208" y="25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8557" y="5269756"/>
              <a:ext cx="165943" cy="167167"/>
            </a:xfrm>
            <a:custGeom>
              <a:avLst/>
              <a:pathLst>
                <a:path w="165943" h="167167">
                  <a:moveTo>
                    <a:pt x="165943" y="0"/>
                  </a:moveTo>
                  <a:lnTo>
                    <a:pt x="160559" y="86"/>
                  </a:lnTo>
                  <a:lnTo>
                    <a:pt x="155180" y="346"/>
                  </a:lnTo>
                  <a:lnTo>
                    <a:pt x="149812" y="780"/>
                  </a:lnTo>
                  <a:lnTo>
                    <a:pt x="144461" y="1386"/>
                  </a:lnTo>
                  <a:lnTo>
                    <a:pt x="139132" y="2164"/>
                  </a:lnTo>
                  <a:lnTo>
                    <a:pt x="133831" y="3113"/>
                  </a:lnTo>
                  <a:lnTo>
                    <a:pt x="128564" y="4232"/>
                  </a:lnTo>
                  <a:lnTo>
                    <a:pt x="123335" y="5521"/>
                  </a:lnTo>
                  <a:lnTo>
                    <a:pt x="118150" y="6977"/>
                  </a:lnTo>
                  <a:lnTo>
                    <a:pt x="113015" y="8600"/>
                  </a:lnTo>
                  <a:lnTo>
                    <a:pt x="107935" y="10387"/>
                  </a:lnTo>
                  <a:lnTo>
                    <a:pt x="102915" y="12337"/>
                  </a:lnTo>
                  <a:lnTo>
                    <a:pt x="97961" y="14447"/>
                  </a:lnTo>
                  <a:lnTo>
                    <a:pt x="93077" y="16716"/>
                  </a:lnTo>
                  <a:lnTo>
                    <a:pt x="88269" y="19141"/>
                  </a:lnTo>
                  <a:lnTo>
                    <a:pt x="83541" y="21720"/>
                  </a:lnTo>
                  <a:lnTo>
                    <a:pt x="78899" y="24450"/>
                  </a:lnTo>
                  <a:lnTo>
                    <a:pt x="74347" y="27327"/>
                  </a:lnTo>
                  <a:lnTo>
                    <a:pt x="69890" y="30350"/>
                  </a:lnTo>
                  <a:lnTo>
                    <a:pt x="65533" y="33515"/>
                  </a:lnTo>
                  <a:lnTo>
                    <a:pt x="61280" y="36819"/>
                  </a:lnTo>
                  <a:lnTo>
                    <a:pt x="57136" y="40258"/>
                  </a:lnTo>
                  <a:lnTo>
                    <a:pt x="53105" y="43828"/>
                  </a:lnTo>
                  <a:lnTo>
                    <a:pt x="49190" y="47527"/>
                  </a:lnTo>
                  <a:lnTo>
                    <a:pt x="45397" y="51350"/>
                  </a:lnTo>
                  <a:lnTo>
                    <a:pt x="41729" y="55293"/>
                  </a:lnTo>
                  <a:lnTo>
                    <a:pt x="38190" y="59352"/>
                  </a:lnTo>
                  <a:lnTo>
                    <a:pt x="34784" y="63523"/>
                  </a:lnTo>
                  <a:lnTo>
                    <a:pt x="31513" y="67801"/>
                  </a:lnTo>
                  <a:lnTo>
                    <a:pt x="28382" y="72183"/>
                  </a:lnTo>
                  <a:lnTo>
                    <a:pt x="25394" y="76663"/>
                  </a:lnTo>
                  <a:lnTo>
                    <a:pt x="22552" y="81237"/>
                  </a:lnTo>
                  <a:lnTo>
                    <a:pt x="19859" y="85900"/>
                  </a:lnTo>
                  <a:lnTo>
                    <a:pt x="17317" y="90648"/>
                  </a:lnTo>
                  <a:lnTo>
                    <a:pt x="14929" y="95475"/>
                  </a:lnTo>
                  <a:lnTo>
                    <a:pt x="12698" y="100376"/>
                  </a:lnTo>
                  <a:lnTo>
                    <a:pt x="10627" y="105347"/>
                  </a:lnTo>
                  <a:lnTo>
                    <a:pt x="8716" y="110382"/>
                  </a:lnTo>
                  <a:lnTo>
                    <a:pt x="6968" y="115476"/>
                  </a:lnTo>
                  <a:lnTo>
                    <a:pt x="5386" y="120623"/>
                  </a:lnTo>
                  <a:lnTo>
                    <a:pt x="3970" y="125819"/>
                  </a:lnTo>
                  <a:lnTo>
                    <a:pt x="2722" y="131058"/>
                  </a:lnTo>
                  <a:lnTo>
                    <a:pt x="1644" y="136334"/>
                  </a:lnTo>
                  <a:lnTo>
                    <a:pt x="736" y="141642"/>
                  </a:lnTo>
                  <a:lnTo>
                    <a:pt x="0" y="146977"/>
                  </a:lnTo>
                  <a:lnTo>
                    <a:pt x="16594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37" y="5269756"/>
              <a:ext cx="334318" cy="334331"/>
            </a:xfrm>
            <a:custGeom>
              <a:avLst/>
              <a:pathLst>
                <a:path w="334318" h="334331">
                  <a:moveTo>
                    <a:pt x="1220" y="146977"/>
                  </a:moveTo>
                  <a:lnTo>
                    <a:pt x="662" y="152263"/>
                  </a:lnTo>
                  <a:lnTo>
                    <a:pt x="272" y="157564"/>
                  </a:lnTo>
                  <a:lnTo>
                    <a:pt x="51" y="162875"/>
                  </a:lnTo>
                  <a:lnTo>
                    <a:pt x="0" y="168191"/>
                  </a:lnTo>
                  <a:lnTo>
                    <a:pt x="117" y="173505"/>
                  </a:lnTo>
                  <a:lnTo>
                    <a:pt x="403" y="178813"/>
                  </a:lnTo>
                  <a:lnTo>
                    <a:pt x="857" y="184109"/>
                  </a:lnTo>
                  <a:lnTo>
                    <a:pt x="1480" y="189388"/>
                  </a:lnTo>
                  <a:lnTo>
                    <a:pt x="2270" y="194644"/>
                  </a:lnTo>
                  <a:lnTo>
                    <a:pt x="3227" y="199873"/>
                  </a:lnTo>
                  <a:lnTo>
                    <a:pt x="4350" y="205069"/>
                  </a:lnTo>
                  <a:lnTo>
                    <a:pt x="5637" y="210226"/>
                  </a:lnTo>
                  <a:lnTo>
                    <a:pt x="7088" y="215340"/>
                  </a:lnTo>
                  <a:lnTo>
                    <a:pt x="8700" y="220405"/>
                  </a:lnTo>
                  <a:lnTo>
                    <a:pt x="10473" y="225416"/>
                  </a:lnTo>
                  <a:lnTo>
                    <a:pt x="12404" y="230368"/>
                  </a:lnTo>
                  <a:lnTo>
                    <a:pt x="14492" y="235257"/>
                  </a:lnTo>
                  <a:lnTo>
                    <a:pt x="16734" y="240076"/>
                  </a:lnTo>
                  <a:lnTo>
                    <a:pt x="19128" y="244822"/>
                  </a:lnTo>
                  <a:lnTo>
                    <a:pt x="21672" y="249490"/>
                  </a:lnTo>
                  <a:lnTo>
                    <a:pt x="24363" y="254074"/>
                  </a:lnTo>
                  <a:lnTo>
                    <a:pt x="27198" y="258570"/>
                  </a:lnTo>
                  <a:lnTo>
                    <a:pt x="30175" y="262974"/>
                  </a:lnTo>
                  <a:lnTo>
                    <a:pt x="33290" y="267281"/>
                  </a:lnTo>
                  <a:lnTo>
                    <a:pt x="36541" y="271486"/>
                  </a:lnTo>
                  <a:lnTo>
                    <a:pt x="39923" y="275587"/>
                  </a:lnTo>
                  <a:lnTo>
                    <a:pt x="43435" y="279577"/>
                  </a:lnTo>
                  <a:lnTo>
                    <a:pt x="47071" y="283454"/>
                  </a:lnTo>
                  <a:lnTo>
                    <a:pt x="50829" y="287214"/>
                  </a:lnTo>
                  <a:lnTo>
                    <a:pt x="54705" y="290852"/>
                  </a:lnTo>
                  <a:lnTo>
                    <a:pt x="58694" y="294365"/>
                  </a:lnTo>
                  <a:lnTo>
                    <a:pt x="62793" y="297749"/>
                  </a:lnTo>
                  <a:lnTo>
                    <a:pt x="66997" y="301001"/>
                  </a:lnTo>
                  <a:lnTo>
                    <a:pt x="71303" y="304118"/>
                  </a:lnTo>
                  <a:lnTo>
                    <a:pt x="75706" y="307097"/>
                  </a:lnTo>
                  <a:lnTo>
                    <a:pt x="80201" y="309934"/>
                  </a:lnTo>
                  <a:lnTo>
                    <a:pt x="84784" y="312627"/>
                  </a:lnTo>
                  <a:lnTo>
                    <a:pt x="89450" y="315172"/>
                  </a:lnTo>
                  <a:lnTo>
                    <a:pt x="94195" y="317568"/>
                  </a:lnTo>
                  <a:lnTo>
                    <a:pt x="99014" y="319812"/>
                  </a:lnTo>
                  <a:lnTo>
                    <a:pt x="103902" y="321902"/>
                  </a:lnTo>
                  <a:lnTo>
                    <a:pt x="108853" y="323835"/>
                  </a:lnTo>
                  <a:lnTo>
                    <a:pt x="113864" y="325610"/>
                  </a:lnTo>
                  <a:lnTo>
                    <a:pt x="118928" y="327224"/>
                  </a:lnTo>
                  <a:lnTo>
                    <a:pt x="124041" y="328677"/>
                  </a:lnTo>
                  <a:lnTo>
                    <a:pt x="129198" y="329966"/>
                  </a:lnTo>
                  <a:lnTo>
                    <a:pt x="134393" y="331091"/>
                  </a:lnTo>
                  <a:lnTo>
                    <a:pt x="139622" y="332050"/>
                  </a:lnTo>
                  <a:lnTo>
                    <a:pt x="144878" y="332842"/>
                  </a:lnTo>
                  <a:lnTo>
                    <a:pt x="150156" y="333467"/>
                  </a:lnTo>
                  <a:lnTo>
                    <a:pt x="155452" y="333924"/>
                  </a:lnTo>
                  <a:lnTo>
                    <a:pt x="160760" y="334212"/>
                  </a:lnTo>
                  <a:lnTo>
                    <a:pt x="166074" y="334331"/>
                  </a:lnTo>
                  <a:lnTo>
                    <a:pt x="171390" y="334281"/>
                  </a:lnTo>
                  <a:lnTo>
                    <a:pt x="176701" y="334062"/>
                  </a:lnTo>
                  <a:lnTo>
                    <a:pt x="182002" y="333675"/>
                  </a:lnTo>
                  <a:lnTo>
                    <a:pt x="187288" y="333119"/>
                  </a:lnTo>
                  <a:lnTo>
                    <a:pt x="192555" y="332395"/>
                  </a:lnTo>
                  <a:lnTo>
                    <a:pt x="197795" y="331504"/>
                  </a:lnTo>
                  <a:lnTo>
                    <a:pt x="203004" y="330447"/>
                  </a:lnTo>
                  <a:lnTo>
                    <a:pt x="208177" y="329225"/>
                  </a:lnTo>
                  <a:lnTo>
                    <a:pt x="213309" y="327839"/>
                  </a:lnTo>
                  <a:lnTo>
                    <a:pt x="218394" y="326291"/>
                  </a:lnTo>
                  <a:lnTo>
                    <a:pt x="223427" y="324582"/>
                  </a:lnTo>
                  <a:lnTo>
                    <a:pt x="228404" y="322713"/>
                  </a:lnTo>
                  <a:lnTo>
                    <a:pt x="233318" y="320687"/>
                  </a:lnTo>
                  <a:lnTo>
                    <a:pt x="238166" y="318507"/>
                  </a:lnTo>
                  <a:lnTo>
                    <a:pt x="242942" y="316173"/>
                  </a:lnTo>
                  <a:lnTo>
                    <a:pt x="247641" y="313688"/>
                  </a:lnTo>
                  <a:lnTo>
                    <a:pt x="252258" y="311055"/>
                  </a:lnTo>
                  <a:lnTo>
                    <a:pt x="256790" y="308277"/>
                  </a:lnTo>
                  <a:lnTo>
                    <a:pt x="261231" y="305356"/>
                  </a:lnTo>
                  <a:lnTo>
                    <a:pt x="265577" y="302296"/>
                  </a:lnTo>
                  <a:lnTo>
                    <a:pt x="269824" y="299098"/>
                  </a:lnTo>
                  <a:lnTo>
                    <a:pt x="273966" y="295768"/>
                  </a:lnTo>
                  <a:lnTo>
                    <a:pt x="278001" y="292307"/>
                  </a:lnTo>
                  <a:lnTo>
                    <a:pt x="281924" y="288720"/>
                  </a:lnTo>
                  <a:lnTo>
                    <a:pt x="285730" y="285010"/>
                  </a:lnTo>
                  <a:lnTo>
                    <a:pt x="289417" y="281180"/>
                  </a:lnTo>
                  <a:lnTo>
                    <a:pt x="292980" y="277236"/>
                  </a:lnTo>
                  <a:lnTo>
                    <a:pt x="296416" y="273180"/>
                  </a:lnTo>
                  <a:lnTo>
                    <a:pt x="299721" y="269017"/>
                  </a:lnTo>
                  <a:lnTo>
                    <a:pt x="302893" y="264751"/>
                  </a:lnTo>
                  <a:lnTo>
                    <a:pt x="305926" y="260386"/>
                  </a:lnTo>
                  <a:lnTo>
                    <a:pt x="308820" y="255928"/>
                  </a:lnTo>
                  <a:lnTo>
                    <a:pt x="311571" y="251379"/>
                  </a:lnTo>
                  <a:lnTo>
                    <a:pt x="314175" y="246745"/>
                  </a:lnTo>
                  <a:lnTo>
                    <a:pt x="316631" y="242031"/>
                  </a:lnTo>
                  <a:lnTo>
                    <a:pt x="318935" y="237241"/>
                  </a:lnTo>
                  <a:lnTo>
                    <a:pt x="321087" y="232380"/>
                  </a:lnTo>
                  <a:lnTo>
                    <a:pt x="323082" y="227453"/>
                  </a:lnTo>
                  <a:lnTo>
                    <a:pt x="324920" y="222466"/>
                  </a:lnTo>
                  <a:lnTo>
                    <a:pt x="326598" y="217422"/>
                  </a:lnTo>
                  <a:lnTo>
                    <a:pt x="328116" y="212328"/>
                  </a:lnTo>
                  <a:lnTo>
                    <a:pt x="329470" y="207187"/>
                  </a:lnTo>
                  <a:lnTo>
                    <a:pt x="330660" y="202007"/>
                  </a:lnTo>
                  <a:lnTo>
                    <a:pt x="331685" y="196791"/>
                  </a:lnTo>
                  <a:lnTo>
                    <a:pt x="332544" y="191545"/>
                  </a:lnTo>
                  <a:lnTo>
                    <a:pt x="333236" y="186275"/>
                  </a:lnTo>
                  <a:lnTo>
                    <a:pt x="333759" y="180985"/>
                  </a:lnTo>
                  <a:lnTo>
                    <a:pt x="334114" y="175682"/>
                  </a:lnTo>
                  <a:lnTo>
                    <a:pt x="334301" y="170369"/>
                  </a:lnTo>
                  <a:lnTo>
                    <a:pt x="334318" y="165054"/>
                  </a:lnTo>
                  <a:lnTo>
                    <a:pt x="334166" y="159740"/>
                  </a:lnTo>
                  <a:lnTo>
                    <a:pt x="333846" y="154435"/>
                  </a:lnTo>
                  <a:lnTo>
                    <a:pt x="333357" y="149142"/>
                  </a:lnTo>
                  <a:lnTo>
                    <a:pt x="332699" y="143867"/>
                  </a:lnTo>
                  <a:lnTo>
                    <a:pt x="331875" y="138616"/>
                  </a:lnTo>
                  <a:lnTo>
                    <a:pt x="330884" y="133393"/>
                  </a:lnTo>
                  <a:lnTo>
                    <a:pt x="329727" y="128205"/>
                  </a:lnTo>
                  <a:lnTo>
                    <a:pt x="328406" y="123056"/>
                  </a:lnTo>
                  <a:lnTo>
                    <a:pt x="326923" y="117952"/>
                  </a:lnTo>
                  <a:lnTo>
                    <a:pt x="325277" y="112898"/>
                  </a:lnTo>
                  <a:lnTo>
                    <a:pt x="323472" y="107898"/>
                  </a:lnTo>
                  <a:lnTo>
                    <a:pt x="321508" y="102958"/>
                  </a:lnTo>
                  <a:lnTo>
                    <a:pt x="319389" y="98084"/>
                  </a:lnTo>
                  <a:lnTo>
                    <a:pt x="317115" y="93279"/>
                  </a:lnTo>
                  <a:lnTo>
                    <a:pt x="314690" y="88549"/>
                  </a:lnTo>
                  <a:lnTo>
                    <a:pt x="312116" y="83898"/>
                  </a:lnTo>
                  <a:lnTo>
                    <a:pt x="309396" y="79331"/>
                  </a:lnTo>
                  <a:lnTo>
                    <a:pt x="306531" y="74854"/>
                  </a:lnTo>
                  <a:lnTo>
                    <a:pt x="303526" y="70469"/>
                  </a:lnTo>
                  <a:lnTo>
                    <a:pt x="300382" y="66183"/>
                  </a:lnTo>
                  <a:lnTo>
                    <a:pt x="297104" y="61998"/>
                  </a:lnTo>
                  <a:lnTo>
                    <a:pt x="293695" y="57920"/>
                  </a:lnTo>
                  <a:lnTo>
                    <a:pt x="290158" y="53953"/>
                  </a:lnTo>
                  <a:lnTo>
                    <a:pt x="286496" y="50099"/>
                  </a:lnTo>
                  <a:lnTo>
                    <a:pt x="282714" y="46365"/>
                  </a:lnTo>
                  <a:lnTo>
                    <a:pt x="278814" y="42752"/>
                  </a:lnTo>
                  <a:lnTo>
                    <a:pt x="274802" y="39265"/>
                  </a:lnTo>
                  <a:lnTo>
                    <a:pt x="270681" y="35907"/>
                  </a:lnTo>
                  <a:lnTo>
                    <a:pt x="266456" y="32683"/>
                  </a:lnTo>
                  <a:lnTo>
                    <a:pt x="262130" y="29594"/>
                  </a:lnTo>
                  <a:lnTo>
                    <a:pt x="257708" y="26644"/>
                  </a:lnTo>
                  <a:lnTo>
                    <a:pt x="253194" y="23836"/>
                  </a:lnTo>
                  <a:lnTo>
                    <a:pt x="248594" y="21173"/>
                  </a:lnTo>
                  <a:lnTo>
                    <a:pt x="243911" y="18658"/>
                  </a:lnTo>
                  <a:lnTo>
                    <a:pt x="239151" y="16293"/>
                  </a:lnTo>
                  <a:lnTo>
                    <a:pt x="234317" y="14081"/>
                  </a:lnTo>
                  <a:lnTo>
                    <a:pt x="229416" y="12023"/>
                  </a:lnTo>
                  <a:lnTo>
                    <a:pt x="224452" y="10122"/>
                  </a:lnTo>
                  <a:lnTo>
                    <a:pt x="219430" y="8380"/>
                  </a:lnTo>
                  <a:lnTo>
                    <a:pt x="214355" y="6799"/>
                  </a:lnTo>
                  <a:lnTo>
                    <a:pt x="209233" y="5380"/>
                  </a:lnTo>
                  <a:lnTo>
                    <a:pt x="204068" y="4124"/>
                  </a:lnTo>
                  <a:lnTo>
                    <a:pt x="198865" y="3033"/>
                  </a:lnTo>
                  <a:lnTo>
                    <a:pt x="193631" y="2108"/>
                  </a:lnTo>
                  <a:lnTo>
                    <a:pt x="188370" y="1350"/>
                  </a:lnTo>
                  <a:lnTo>
                    <a:pt x="183087" y="760"/>
                  </a:lnTo>
                  <a:lnTo>
                    <a:pt x="177788" y="337"/>
                  </a:lnTo>
                  <a:lnTo>
                    <a:pt x="172479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8928" y="5399291"/>
              <a:ext cx="7287" cy="167167"/>
            </a:xfrm>
            <a:custGeom>
              <a:avLst/>
              <a:pathLst>
                <a:path w="7287" h="167167">
                  <a:moveTo>
                    <a:pt x="7287" y="0"/>
                  </a:moveTo>
                  <a:lnTo>
                    <a:pt x="0" y="158"/>
                  </a:lnTo>
                  <a:lnTo>
                    <a:pt x="728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8928" y="5399450"/>
              <a:ext cx="7287" cy="167008"/>
            </a:xfrm>
            <a:custGeom>
              <a:avLst/>
              <a:pathLst>
                <a:path w="7287" h="167008">
                  <a:moveTo>
                    <a:pt x="0" y="0"/>
                  </a:moveTo>
                  <a:lnTo>
                    <a:pt x="7287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8928" y="5399450"/>
              <a:ext cx="7287" cy="167008"/>
            </a:xfrm>
            <a:custGeom>
              <a:avLst/>
              <a:pathLst>
                <a:path w="7287" h="167008">
                  <a:moveTo>
                    <a:pt x="0" y="0"/>
                  </a:moveTo>
                  <a:lnTo>
                    <a:pt x="7287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8928" y="5399450"/>
              <a:ext cx="7287" cy="167008"/>
            </a:xfrm>
            <a:custGeom>
              <a:avLst/>
              <a:pathLst>
                <a:path w="7287" h="167008">
                  <a:moveTo>
                    <a:pt x="0" y="0"/>
                  </a:moveTo>
                  <a:lnTo>
                    <a:pt x="7287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8928" y="5399450"/>
              <a:ext cx="7287" cy="167008"/>
            </a:xfrm>
            <a:custGeom>
              <a:avLst/>
              <a:pathLst>
                <a:path w="7287" h="167008">
                  <a:moveTo>
                    <a:pt x="0" y="0"/>
                  </a:moveTo>
                  <a:lnTo>
                    <a:pt x="7287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8928" y="5399450"/>
              <a:ext cx="7287" cy="167008"/>
            </a:xfrm>
            <a:custGeom>
              <a:avLst/>
              <a:pathLst>
                <a:path w="7287" h="167008">
                  <a:moveTo>
                    <a:pt x="0" y="0"/>
                  </a:moveTo>
                  <a:lnTo>
                    <a:pt x="7287" y="1670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8928" y="5399450"/>
              <a:ext cx="7287" cy="167008"/>
            </a:xfrm>
            <a:custGeom>
              <a:avLst/>
              <a:pathLst>
                <a:path w="7287" h="167008">
                  <a:moveTo>
                    <a:pt x="0" y="0"/>
                  </a:moveTo>
                  <a:lnTo>
                    <a:pt x="7287" y="1670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6" y="5399450"/>
              <a:ext cx="334319" cy="334175"/>
            </a:xfrm>
            <a:custGeom>
              <a:avLst/>
              <a:pathLst>
                <a:path w="334319" h="334175">
                  <a:moveTo>
                    <a:pt x="159871" y="0"/>
                  </a:moveTo>
                  <a:lnTo>
                    <a:pt x="154597" y="313"/>
                  </a:lnTo>
                  <a:lnTo>
                    <a:pt x="149335" y="794"/>
                  </a:lnTo>
                  <a:lnTo>
                    <a:pt x="144091" y="1440"/>
                  </a:lnTo>
                  <a:lnTo>
                    <a:pt x="138870" y="2252"/>
                  </a:lnTo>
                  <a:lnTo>
                    <a:pt x="133677" y="3228"/>
                  </a:lnTo>
                  <a:lnTo>
                    <a:pt x="128518" y="4368"/>
                  </a:lnTo>
                  <a:lnTo>
                    <a:pt x="123397" y="5670"/>
                  </a:lnTo>
                  <a:lnTo>
                    <a:pt x="118320" y="7134"/>
                  </a:lnTo>
                  <a:lnTo>
                    <a:pt x="113292" y="8757"/>
                  </a:lnTo>
                  <a:lnTo>
                    <a:pt x="108317" y="10539"/>
                  </a:lnTo>
                  <a:lnTo>
                    <a:pt x="103402" y="12476"/>
                  </a:lnTo>
                  <a:lnTo>
                    <a:pt x="98550" y="14569"/>
                  </a:lnTo>
                  <a:lnTo>
                    <a:pt x="93766" y="16813"/>
                  </a:lnTo>
                  <a:lnTo>
                    <a:pt x="89056" y="19208"/>
                  </a:lnTo>
                  <a:lnTo>
                    <a:pt x="84424" y="21750"/>
                  </a:lnTo>
                  <a:lnTo>
                    <a:pt x="79875" y="24437"/>
                  </a:lnTo>
                  <a:lnTo>
                    <a:pt x="75413" y="27267"/>
                  </a:lnTo>
                  <a:lnTo>
                    <a:pt x="71042" y="30236"/>
                  </a:lnTo>
                  <a:lnTo>
                    <a:pt x="66768" y="33342"/>
                  </a:lnTo>
                  <a:lnTo>
                    <a:pt x="62594" y="36581"/>
                  </a:lnTo>
                  <a:lnTo>
                    <a:pt x="58524" y="39951"/>
                  </a:lnTo>
                  <a:lnTo>
                    <a:pt x="54563" y="43448"/>
                  </a:lnTo>
                  <a:lnTo>
                    <a:pt x="50714" y="47068"/>
                  </a:lnTo>
                  <a:lnTo>
                    <a:pt x="46982" y="50808"/>
                  </a:lnTo>
                  <a:lnTo>
                    <a:pt x="43369" y="54664"/>
                  </a:lnTo>
                  <a:lnTo>
                    <a:pt x="39881" y="58632"/>
                  </a:lnTo>
                  <a:lnTo>
                    <a:pt x="36519" y="62709"/>
                  </a:lnTo>
                  <a:lnTo>
                    <a:pt x="33288" y="66890"/>
                  </a:lnTo>
                  <a:lnTo>
                    <a:pt x="30191" y="71171"/>
                  </a:lnTo>
                  <a:lnTo>
                    <a:pt x="27231" y="75547"/>
                  </a:lnTo>
                  <a:lnTo>
                    <a:pt x="24410" y="80015"/>
                  </a:lnTo>
                  <a:lnTo>
                    <a:pt x="21732" y="84570"/>
                  </a:lnTo>
                  <a:lnTo>
                    <a:pt x="19199" y="89207"/>
                  </a:lnTo>
                  <a:lnTo>
                    <a:pt x="16814" y="93922"/>
                  </a:lnTo>
                  <a:lnTo>
                    <a:pt x="14580" y="98710"/>
                  </a:lnTo>
                  <a:lnTo>
                    <a:pt x="12497" y="103566"/>
                  </a:lnTo>
                  <a:lnTo>
                    <a:pt x="10570" y="108486"/>
                  </a:lnTo>
                  <a:lnTo>
                    <a:pt x="8798" y="113464"/>
                  </a:lnTo>
                  <a:lnTo>
                    <a:pt x="7185" y="118495"/>
                  </a:lnTo>
                  <a:lnTo>
                    <a:pt x="5732" y="123575"/>
                  </a:lnTo>
                  <a:lnTo>
                    <a:pt x="4440" y="128698"/>
                  </a:lnTo>
                  <a:lnTo>
                    <a:pt x="3311" y="133860"/>
                  </a:lnTo>
                  <a:lnTo>
                    <a:pt x="2345" y="139055"/>
                  </a:lnTo>
                  <a:lnTo>
                    <a:pt x="1544" y="144278"/>
                  </a:lnTo>
                  <a:lnTo>
                    <a:pt x="908" y="149523"/>
                  </a:lnTo>
                  <a:lnTo>
                    <a:pt x="439" y="154786"/>
                  </a:lnTo>
                  <a:lnTo>
                    <a:pt x="136" y="160061"/>
                  </a:lnTo>
                  <a:lnTo>
                    <a:pt x="0" y="165343"/>
                  </a:lnTo>
                  <a:lnTo>
                    <a:pt x="30" y="170626"/>
                  </a:lnTo>
                  <a:lnTo>
                    <a:pt x="228" y="175907"/>
                  </a:lnTo>
                  <a:lnTo>
                    <a:pt x="593" y="181178"/>
                  </a:lnTo>
                  <a:lnTo>
                    <a:pt x="1124" y="186435"/>
                  </a:lnTo>
                  <a:lnTo>
                    <a:pt x="1821" y="191672"/>
                  </a:lnTo>
                  <a:lnTo>
                    <a:pt x="2683" y="196885"/>
                  </a:lnTo>
                  <a:lnTo>
                    <a:pt x="3709" y="202068"/>
                  </a:lnTo>
                  <a:lnTo>
                    <a:pt x="4899" y="207216"/>
                  </a:lnTo>
                  <a:lnTo>
                    <a:pt x="6251" y="212324"/>
                  </a:lnTo>
                  <a:lnTo>
                    <a:pt x="7763" y="217387"/>
                  </a:lnTo>
                  <a:lnTo>
                    <a:pt x="9435" y="222399"/>
                  </a:lnTo>
                  <a:lnTo>
                    <a:pt x="11264" y="227356"/>
                  </a:lnTo>
                  <a:lnTo>
                    <a:pt x="13249" y="232253"/>
                  </a:lnTo>
                  <a:lnTo>
                    <a:pt x="15388" y="237084"/>
                  </a:lnTo>
                  <a:lnTo>
                    <a:pt x="17679" y="241846"/>
                  </a:lnTo>
                  <a:lnTo>
                    <a:pt x="20119" y="246533"/>
                  </a:lnTo>
                  <a:lnTo>
                    <a:pt x="22705" y="251140"/>
                  </a:lnTo>
                  <a:lnTo>
                    <a:pt x="25436" y="255663"/>
                  </a:lnTo>
                  <a:lnTo>
                    <a:pt x="28309" y="260098"/>
                  </a:lnTo>
                  <a:lnTo>
                    <a:pt x="31320" y="264439"/>
                  </a:lnTo>
                  <a:lnTo>
                    <a:pt x="34467" y="268684"/>
                  </a:lnTo>
                  <a:lnTo>
                    <a:pt x="37747" y="272827"/>
                  </a:lnTo>
                  <a:lnTo>
                    <a:pt x="41156" y="276864"/>
                  </a:lnTo>
                  <a:lnTo>
                    <a:pt x="44691" y="280791"/>
                  </a:lnTo>
                  <a:lnTo>
                    <a:pt x="48348" y="284604"/>
                  </a:lnTo>
                  <a:lnTo>
                    <a:pt x="52124" y="288301"/>
                  </a:lnTo>
                  <a:lnTo>
                    <a:pt x="56014" y="291875"/>
                  </a:lnTo>
                  <a:lnTo>
                    <a:pt x="60016" y="295326"/>
                  </a:lnTo>
                  <a:lnTo>
                    <a:pt x="64125" y="298648"/>
                  </a:lnTo>
                  <a:lnTo>
                    <a:pt x="68337" y="301838"/>
                  </a:lnTo>
                  <a:lnTo>
                    <a:pt x="72647" y="304894"/>
                  </a:lnTo>
                  <a:lnTo>
                    <a:pt x="77052" y="307812"/>
                  </a:lnTo>
                  <a:lnTo>
                    <a:pt x="81547" y="310589"/>
                  </a:lnTo>
                  <a:lnTo>
                    <a:pt x="86127" y="313223"/>
                  </a:lnTo>
                  <a:lnTo>
                    <a:pt x="90789" y="315711"/>
                  </a:lnTo>
                  <a:lnTo>
                    <a:pt x="95527" y="318050"/>
                  </a:lnTo>
                  <a:lnTo>
                    <a:pt x="100336" y="320239"/>
                  </a:lnTo>
                  <a:lnTo>
                    <a:pt x="105212" y="322274"/>
                  </a:lnTo>
                  <a:lnTo>
                    <a:pt x="110150" y="324154"/>
                  </a:lnTo>
                  <a:lnTo>
                    <a:pt x="115145" y="325877"/>
                  </a:lnTo>
                  <a:lnTo>
                    <a:pt x="120191" y="327442"/>
                  </a:lnTo>
                  <a:lnTo>
                    <a:pt x="125285" y="328846"/>
                  </a:lnTo>
                  <a:lnTo>
                    <a:pt x="130421" y="330089"/>
                  </a:lnTo>
                  <a:lnTo>
                    <a:pt x="135593" y="331168"/>
                  </a:lnTo>
                  <a:lnTo>
                    <a:pt x="140797" y="332084"/>
                  </a:lnTo>
                  <a:lnTo>
                    <a:pt x="146027" y="332834"/>
                  </a:lnTo>
                  <a:lnTo>
                    <a:pt x="151278" y="333419"/>
                  </a:lnTo>
                  <a:lnTo>
                    <a:pt x="156545" y="333838"/>
                  </a:lnTo>
                  <a:lnTo>
                    <a:pt x="161823" y="334090"/>
                  </a:lnTo>
                  <a:lnTo>
                    <a:pt x="167106" y="334175"/>
                  </a:lnTo>
                  <a:lnTo>
                    <a:pt x="172389" y="334094"/>
                  </a:lnTo>
                  <a:lnTo>
                    <a:pt x="177667" y="333845"/>
                  </a:lnTo>
                  <a:lnTo>
                    <a:pt x="182935" y="333429"/>
                  </a:lnTo>
                  <a:lnTo>
                    <a:pt x="188186" y="332848"/>
                  </a:lnTo>
                  <a:lnTo>
                    <a:pt x="193417" y="332100"/>
                  </a:lnTo>
                  <a:lnTo>
                    <a:pt x="198621" y="331188"/>
                  </a:lnTo>
                  <a:lnTo>
                    <a:pt x="203794" y="330112"/>
                  </a:lnTo>
                  <a:lnTo>
                    <a:pt x="208931" y="328872"/>
                  </a:lnTo>
                  <a:lnTo>
                    <a:pt x="214025" y="327471"/>
                  </a:lnTo>
                  <a:lnTo>
                    <a:pt x="219073" y="325910"/>
                  </a:lnTo>
                  <a:lnTo>
                    <a:pt x="224069" y="324190"/>
                  </a:lnTo>
                  <a:lnTo>
                    <a:pt x="229008" y="322313"/>
                  </a:lnTo>
                  <a:lnTo>
                    <a:pt x="233885" y="320281"/>
                  </a:lnTo>
                  <a:lnTo>
                    <a:pt x="238696" y="318095"/>
                  </a:lnTo>
                  <a:lnTo>
                    <a:pt x="243435" y="315759"/>
                  </a:lnTo>
                  <a:lnTo>
                    <a:pt x="248098" y="313274"/>
                  </a:lnTo>
                  <a:lnTo>
                    <a:pt x="252680" y="310643"/>
                  </a:lnTo>
                  <a:lnTo>
                    <a:pt x="257177" y="307868"/>
                  </a:lnTo>
                  <a:lnTo>
                    <a:pt x="261584" y="304953"/>
                  </a:lnTo>
                  <a:lnTo>
                    <a:pt x="265896" y="301900"/>
                  </a:lnTo>
                  <a:lnTo>
                    <a:pt x="270110" y="298712"/>
                  </a:lnTo>
                  <a:lnTo>
                    <a:pt x="274221" y="295393"/>
                  </a:lnTo>
                  <a:lnTo>
                    <a:pt x="278225" y="291945"/>
                  </a:lnTo>
                  <a:lnTo>
                    <a:pt x="282118" y="288373"/>
                  </a:lnTo>
                  <a:lnTo>
                    <a:pt x="285896" y="284679"/>
                  </a:lnTo>
                  <a:lnTo>
                    <a:pt x="289555" y="280868"/>
                  </a:lnTo>
                  <a:lnTo>
                    <a:pt x="293093" y="276942"/>
                  </a:lnTo>
                  <a:lnTo>
                    <a:pt x="296504" y="272908"/>
                  </a:lnTo>
                  <a:lnTo>
                    <a:pt x="299786" y="268767"/>
                  </a:lnTo>
                  <a:lnTo>
                    <a:pt x="302936" y="264525"/>
                  </a:lnTo>
                  <a:lnTo>
                    <a:pt x="305950" y="260185"/>
                  </a:lnTo>
                  <a:lnTo>
                    <a:pt x="308825" y="255752"/>
                  </a:lnTo>
                  <a:lnTo>
                    <a:pt x="311559" y="251230"/>
                  </a:lnTo>
                  <a:lnTo>
                    <a:pt x="314149" y="246625"/>
                  </a:lnTo>
                  <a:lnTo>
                    <a:pt x="316592" y="241940"/>
                  </a:lnTo>
                  <a:lnTo>
                    <a:pt x="318885" y="237180"/>
                  </a:lnTo>
                  <a:lnTo>
                    <a:pt x="321027" y="232349"/>
                  </a:lnTo>
                  <a:lnTo>
                    <a:pt x="323015" y="227454"/>
                  </a:lnTo>
                  <a:lnTo>
                    <a:pt x="324848" y="222498"/>
                  </a:lnTo>
                  <a:lnTo>
                    <a:pt x="326523" y="217487"/>
                  </a:lnTo>
                  <a:lnTo>
                    <a:pt x="328038" y="212425"/>
                  </a:lnTo>
                  <a:lnTo>
                    <a:pt x="329393" y="207318"/>
                  </a:lnTo>
                  <a:lnTo>
                    <a:pt x="330586" y="202171"/>
                  </a:lnTo>
                  <a:lnTo>
                    <a:pt x="331616" y="196988"/>
                  </a:lnTo>
                  <a:lnTo>
                    <a:pt x="332481" y="191776"/>
                  </a:lnTo>
                  <a:lnTo>
                    <a:pt x="333181" y="186539"/>
                  </a:lnTo>
                  <a:lnTo>
                    <a:pt x="333716" y="181282"/>
                  </a:lnTo>
                  <a:lnTo>
                    <a:pt x="334083" y="176011"/>
                  </a:lnTo>
                  <a:lnTo>
                    <a:pt x="334285" y="170731"/>
                  </a:lnTo>
                  <a:lnTo>
                    <a:pt x="334319" y="165448"/>
                  </a:lnTo>
                  <a:lnTo>
                    <a:pt x="334186" y="160165"/>
                  </a:lnTo>
                  <a:lnTo>
                    <a:pt x="333886" y="154890"/>
                  </a:lnTo>
                  <a:lnTo>
                    <a:pt x="333420" y="149627"/>
                  </a:lnTo>
                  <a:lnTo>
                    <a:pt x="332788" y="144381"/>
                  </a:lnTo>
                  <a:lnTo>
                    <a:pt x="331990" y="139158"/>
                  </a:lnTo>
                  <a:lnTo>
                    <a:pt x="331027" y="133963"/>
                  </a:lnTo>
                  <a:lnTo>
                    <a:pt x="329901" y="128800"/>
                  </a:lnTo>
                  <a:lnTo>
                    <a:pt x="328612" y="123676"/>
                  </a:lnTo>
                  <a:lnTo>
                    <a:pt x="327162" y="118595"/>
                  </a:lnTo>
                  <a:lnTo>
                    <a:pt x="325552" y="113563"/>
                  </a:lnTo>
                  <a:lnTo>
                    <a:pt x="323784" y="108584"/>
                  </a:lnTo>
                  <a:lnTo>
                    <a:pt x="321860" y="103663"/>
                  </a:lnTo>
                  <a:lnTo>
                    <a:pt x="319780" y="98805"/>
                  </a:lnTo>
                  <a:lnTo>
                    <a:pt x="317549" y="94016"/>
                  </a:lnTo>
                  <a:lnTo>
                    <a:pt x="315167" y="89300"/>
                  </a:lnTo>
                  <a:lnTo>
                    <a:pt x="312637" y="84661"/>
                  </a:lnTo>
                  <a:lnTo>
                    <a:pt x="309962" y="80104"/>
                  </a:lnTo>
                  <a:lnTo>
                    <a:pt x="307144" y="75635"/>
                  </a:lnTo>
                  <a:lnTo>
                    <a:pt x="304186" y="71256"/>
                  </a:lnTo>
                  <a:lnTo>
                    <a:pt x="301092" y="66974"/>
                  </a:lnTo>
                  <a:lnTo>
                    <a:pt x="297863" y="62791"/>
                  </a:lnTo>
                  <a:lnTo>
                    <a:pt x="294504" y="58712"/>
                  </a:lnTo>
                  <a:lnTo>
                    <a:pt x="291018" y="54742"/>
                  </a:lnTo>
                  <a:lnTo>
                    <a:pt x="287408" y="50883"/>
                  </a:lnTo>
                  <a:lnTo>
                    <a:pt x="283678" y="47141"/>
                  </a:lnTo>
                  <a:lnTo>
                    <a:pt x="279832" y="43518"/>
                  </a:lnTo>
                  <a:lnTo>
                    <a:pt x="275873" y="40019"/>
                  </a:lnTo>
                  <a:lnTo>
                    <a:pt x="271805" y="36647"/>
                  </a:lnTo>
                  <a:lnTo>
                    <a:pt x="267633" y="33405"/>
                  </a:lnTo>
                  <a:lnTo>
                    <a:pt x="263361" y="30296"/>
                  </a:lnTo>
                  <a:lnTo>
                    <a:pt x="258992" y="27324"/>
                  </a:lnTo>
                  <a:lnTo>
                    <a:pt x="254532" y="24492"/>
                  </a:lnTo>
                  <a:lnTo>
                    <a:pt x="249984" y="21802"/>
                  </a:lnTo>
                  <a:lnTo>
                    <a:pt x="245354" y="19256"/>
                  </a:lnTo>
                  <a:lnTo>
                    <a:pt x="240645" y="16859"/>
                  </a:lnTo>
                  <a:lnTo>
                    <a:pt x="235863" y="14612"/>
                  </a:lnTo>
                  <a:lnTo>
                    <a:pt x="231012" y="12516"/>
                  </a:lnTo>
                  <a:lnTo>
                    <a:pt x="226098" y="10576"/>
                  </a:lnTo>
                  <a:lnTo>
                    <a:pt x="221125" y="8791"/>
                  </a:lnTo>
                  <a:lnTo>
                    <a:pt x="216098" y="7165"/>
                  </a:lnTo>
                  <a:lnTo>
                    <a:pt x="211021" y="5698"/>
                  </a:lnTo>
                  <a:lnTo>
                    <a:pt x="205902" y="4392"/>
                  </a:lnTo>
                  <a:lnTo>
                    <a:pt x="200743" y="3249"/>
                  </a:lnTo>
                  <a:lnTo>
                    <a:pt x="195551" y="2269"/>
                  </a:lnTo>
                  <a:lnTo>
                    <a:pt x="190330" y="1454"/>
                  </a:lnTo>
                  <a:lnTo>
                    <a:pt x="167159" y="1670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23171" cy="167167"/>
            </a:xfrm>
            <a:custGeom>
              <a:avLst/>
              <a:pathLst>
                <a:path w="23171" h="167167">
                  <a:moveTo>
                    <a:pt x="23171" y="1613"/>
                  </a:moveTo>
                  <a:lnTo>
                    <a:pt x="15475" y="717"/>
                  </a:lnTo>
                  <a:lnTo>
                    <a:pt x="7746" y="17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8919" y="5399291"/>
              <a:ext cx="84624" cy="167167"/>
            </a:xfrm>
            <a:custGeom>
              <a:avLst/>
              <a:pathLst>
                <a:path w="84624" h="167167">
                  <a:moveTo>
                    <a:pt x="84624" y="0"/>
                  </a:moveTo>
                  <a:lnTo>
                    <a:pt x="78710" y="104"/>
                  </a:lnTo>
                  <a:lnTo>
                    <a:pt x="72803" y="418"/>
                  </a:lnTo>
                  <a:lnTo>
                    <a:pt x="66911" y="941"/>
                  </a:lnTo>
                  <a:lnTo>
                    <a:pt x="61041" y="1671"/>
                  </a:lnTo>
                  <a:lnTo>
                    <a:pt x="55201" y="2609"/>
                  </a:lnTo>
                  <a:lnTo>
                    <a:pt x="49397" y="3753"/>
                  </a:lnTo>
                  <a:lnTo>
                    <a:pt x="43638" y="5102"/>
                  </a:lnTo>
                  <a:lnTo>
                    <a:pt x="37930" y="6654"/>
                  </a:lnTo>
                  <a:lnTo>
                    <a:pt x="32280" y="8406"/>
                  </a:lnTo>
                  <a:lnTo>
                    <a:pt x="26696" y="10357"/>
                  </a:lnTo>
                  <a:lnTo>
                    <a:pt x="21184" y="12505"/>
                  </a:lnTo>
                  <a:lnTo>
                    <a:pt x="15752" y="14846"/>
                  </a:lnTo>
                  <a:lnTo>
                    <a:pt x="10406" y="17379"/>
                  </a:lnTo>
                  <a:lnTo>
                    <a:pt x="5153" y="20098"/>
                  </a:lnTo>
                  <a:lnTo>
                    <a:pt x="0" y="23002"/>
                  </a:lnTo>
                  <a:lnTo>
                    <a:pt x="8462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8919" y="5422294"/>
              <a:ext cx="84624" cy="144165"/>
            </a:xfrm>
            <a:custGeom>
              <a:avLst/>
              <a:pathLst>
                <a:path w="84624" h="144165">
                  <a:moveTo>
                    <a:pt x="0" y="0"/>
                  </a:moveTo>
                  <a:lnTo>
                    <a:pt x="84624" y="144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8919" y="5422294"/>
              <a:ext cx="84624" cy="144165"/>
            </a:xfrm>
            <a:custGeom>
              <a:avLst/>
              <a:pathLst>
                <a:path w="84624" h="144165">
                  <a:moveTo>
                    <a:pt x="0" y="0"/>
                  </a:moveTo>
                  <a:lnTo>
                    <a:pt x="84624" y="144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8919" y="5422294"/>
              <a:ext cx="84624" cy="144165"/>
            </a:xfrm>
            <a:custGeom>
              <a:avLst/>
              <a:pathLst>
                <a:path w="84624" h="144165">
                  <a:moveTo>
                    <a:pt x="0" y="0"/>
                  </a:moveTo>
                  <a:lnTo>
                    <a:pt x="84624" y="144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8919" y="5422294"/>
              <a:ext cx="84624" cy="144165"/>
            </a:xfrm>
            <a:custGeom>
              <a:avLst/>
              <a:pathLst>
                <a:path w="84624" h="144165">
                  <a:moveTo>
                    <a:pt x="0" y="0"/>
                  </a:moveTo>
                  <a:lnTo>
                    <a:pt x="84624" y="144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38919" y="5422294"/>
              <a:ext cx="84624" cy="144165"/>
            </a:xfrm>
            <a:custGeom>
              <a:avLst/>
              <a:pathLst>
                <a:path w="84624" h="144165">
                  <a:moveTo>
                    <a:pt x="0" y="0"/>
                  </a:moveTo>
                  <a:lnTo>
                    <a:pt x="84624" y="144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95" y="5422294"/>
              <a:ext cx="217253" cy="311311"/>
            </a:xfrm>
            <a:custGeom>
              <a:avLst/>
              <a:pathLst>
                <a:path w="217253" h="311311">
                  <a:moveTo>
                    <a:pt x="82523" y="0"/>
                  </a:moveTo>
                  <a:lnTo>
                    <a:pt x="77949" y="2784"/>
                  </a:lnTo>
                  <a:lnTo>
                    <a:pt x="73467" y="5714"/>
                  </a:lnTo>
                  <a:lnTo>
                    <a:pt x="69080" y="8785"/>
                  </a:lnTo>
                  <a:lnTo>
                    <a:pt x="64794" y="11996"/>
                  </a:lnTo>
                  <a:lnTo>
                    <a:pt x="60614" y="15342"/>
                  </a:lnTo>
                  <a:lnTo>
                    <a:pt x="56542" y="18820"/>
                  </a:lnTo>
                  <a:lnTo>
                    <a:pt x="52584" y="22427"/>
                  </a:lnTo>
                  <a:lnTo>
                    <a:pt x="48744" y="26159"/>
                  </a:lnTo>
                  <a:lnTo>
                    <a:pt x="45025" y="30012"/>
                  </a:lnTo>
                  <a:lnTo>
                    <a:pt x="41431" y="33982"/>
                  </a:lnTo>
                  <a:lnTo>
                    <a:pt x="37967" y="38065"/>
                  </a:lnTo>
                  <a:lnTo>
                    <a:pt x="34635" y="42258"/>
                  </a:lnTo>
                  <a:lnTo>
                    <a:pt x="31439" y="46554"/>
                  </a:lnTo>
                  <a:lnTo>
                    <a:pt x="28382" y="50951"/>
                  </a:lnTo>
                  <a:lnTo>
                    <a:pt x="25467" y="55444"/>
                  </a:lnTo>
                  <a:lnTo>
                    <a:pt x="22698" y="60027"/>
                  </a:lnTo>
                  <a:lnTo>
                    <a:pt x="20078" y="64697"/>
                  </a:lnTo>
                  <a:lnTo>
                    <a:pt x="17608" y="69448"/>
                  </a:lnTo>
                  <a:lnTo>
                    <a:pt x="15291" y="74276"/>
                  </a:lnTo>
                  <a:lnTo>
                    <a:pt x="13131" y="79176"/>
                  </a:lnTo>
                  <a:lnTo>
                    <a:pt x="11128" y="84143"/>
                  </a:lnTo>
                  <a:lnTo>
                    <a:pt x="9286" y="89171"/>
                  </a:lnTo>
                  <a:lnTo>
                    <a:pt x="7605" y="94255"/>
                  </a:lnTo>
                  <a:lnTo>
                    <a:pt x="6089" y="99391"/>
                  </a:lnTo>
                  <a:lnTo>
                    <a:pt x="4737" y="104573"/>
                  </a:lnTo>
                  <a:lnTo>
                    <a:pt x="3552" y="109795"/>
                  </a:lnTo>
                  <a:lnTo>
                    <a:pt x="2535" y="115052"/>
                  </a:lnTo>
                  <a:lnTo>
                    <a:pt x="1687" y="120340"/>
                  </a:lnTo>
                  <a:lnTo>
                    <a:pt x="1009" y="125652"/>
                  </a:lnTo>
                  <a:lnTo>
                    <a:pt x="502" y="130983"/>
                  </a:lnTo>
                  <a:lnTo>
                    <a:pt x="165" y="136327"/>
                  </a:lnTo>
                  <a:lnTo>
                    <a:pt x="0" y="141679"/>
                  </a:lnTo>
                  <a:lnTo>
                    <a:pt x="6" y="147034"/>
                  </a:lnTo>
                  <a:lnTo>
                    <a:pt x="183" y="152386"/>
                  </a:lnTo>
                  <a:lnTo>
                    <a:pt x="532" y="157730"/>
                  </a:lnTo>
                  <a:lnTo>
                    <a:pt x="1052" y="163060"/>
                  </a:lnTo>
                  <a:lnTo>
                    <a:pt x="1743" y="168370"/>
                  </a:lnTo>
                  <a:lnTo>
                    <a:pt x="2603" y="173656"/>
                  </a:lnTo>
                  <a:lnTo>
                    <a:pt x="3632" y="178911"/>
                  </a:lnTo>
                  <a:lnTo>
                    <a:pt x="4829" y="184130"/>
                  </a:lnTo>
                  <a:lnTo>
                    <a:pt x="6192" y="189309"/>
                  </a:lnTo>
                  <a:lnTo>
                    <a:pt x="7721" y="194441"/>
                  </a:lnTo>
                  <a:lnTo>
                    <a:pt x="9413" y="199522"/>
                  </a:lnTo>
                  <a:lnTo>
                    <a:pt x="11267" y="204545"/>
                  </a:lnTo>
                  <a:lnTo>
                    <a:pt x="13281" y="209507"/>
                  </a:lnTo>
                  <a:lnTo>
                    <a:pt x="15453" y="214402"/>
                  </a:lnTo>
                  <a:lnTo>
                    <a:pt x="17780" y="219225"/>
                  </a:lnTo>
                  <a:lnTo>
                    <a:pt x="20261" y="223971"/>
                  </a:lnTo>
                  <a:lnTo>
                    <a:pt x="22892" y="228634"/>
                  </a:lnTo>
                  <a:lnTo>
                    <a:pt x="25672" y="233211"/>
                  </a:lnTo>
                  <a:lnTo>
                    <a:pt x="28597" y="237697"/>
                  </a:lnTo>
                  <a:lnTo>
                    <a:pt x="31664" y="242087"/>
                  </a:lnTo>
                  <a:lnTo>
                    <a:pt x="34870" y="246376"/>
                  </a:lnTo>
                  <a:lnTo>
                    <a:pt x="38211" y="250561"/>
                  </a:lnTo>
                  <a:lnTo>
                    <a:pt x="41685" y="254636"/>
                  </a:lnTo>
                  <a:lnTo>
                    <a:pt x="45288" y="258598"/>
                  </a:lnTo>
                  <a:lnTo>
                    <a:pt x="49016" y="262442"/>
                  </a:lnTo>
                  <a:lnTo>
                    <a:pt x="52865" y="266165"/>
                  </a:lnTo>
                  <a:lnTo>
                    <a:pt x="56831" y="269763"/>
                  </a:lnTo>
                  <a:lnTo>
                    <a:pt x="60910" y="273232"/>
                  </a:lnTo>
                  <a:lnTo>
                    <a:pt x="65099" y="276569"/>
                  </a:lnTo>
                  <a:lnTo>
                    <a:pt x="69392" y="279769"/>
                  </a:lnTo>
                  <a:lnTo>
                    <a:pt x="73786" y="282831"/>
                  </a:lnTo>
                  <a:lnTo>
                    <a:pt x="78275" y="285750"/>
                  </a:lnTo>
                  <a:lnTo>
                    <a:pt x="82856" y="288524"/>
                  </a:lnTo>
                  <a:lnTo>
                    <a:pt x="87523" y="291150"/>
                  </a:lnTo>
                  <a:lnTo>
                    <a:pt x="92271" y="293625"/>
                  </a:lnTo>
                  <a:lnTo>
                    <a:pt x="97097" y="295946"/>
                  </a:lnTo>
                  <a:lnTo>
                    <a:pt x="101994" y="298112"/>
                  </a:lnTo>
                  <a:lnTo>
                    <a:pt x="106959" y="300120"/>
                  </a:lnTo>
                  <a:lnTo>
                    <a:pt x="111985" y="301968"/>
                  </a:lnTo>
                  <a:lnTo>
                    <a:pt x="117067" y="303654"/>
                  </a:lnTo>
                  <a:lnTo>
                    <a:pt x="122201" y="305176"/>
                  </a:lnTo>
                  <a:lnTo>
                    <a:pt x="127382" y="306533"/>
                  </a:lnTo>
                  <a:lnTo>
                    <a:pt x="132603" y="307724"/>
                  </a:lnTo>
                  <a:lnTo>
                    <a:pt x="137859" y="308746"/>
                  </a:lnTo>
                  <a:lnTo>
                    <a:pt x="143146" y="309600"/>
                  </a:lnTo>
                  <a:lnTo>
                    <a:pt x="148457" y="310284"/>
                  </a:lnTo>
                  <a:lnTo>
                    <a:pt x="153787" y="310797"/>
                  </a:lnTo>
                  <a:lnTo>
                    <a:pt x="159131" y="311140"/>
                  </a:lnTo>
                  <a:lnTo>
                    <a:pt x="164483" y="311311"/>
                  </a:lnTo>
                  <a:lnTo>
                    <a:pt x="169838" y="311310"/>
                  </a:lnTo>
                  <a:lnTo>
                    <a:pt x="175191" y="311138"/>
                  </a:lnTo>
                  <a:lnTo>
                    <a:pt x="180535" y="310795"/>
                  </a:lnTo>
                  <a:lnTo>
                    <a:pt x="185865" y="310281"/>
                  </a:lnTo>
                  <a:lnTo>
                    <a:pt x="191176" y="309596"/>
                  </a:lnTo>
                  <a:lnTo>
                    <a:pt x="196462" y="308742"/>
                  </a:lnTo>
                  <a:lnTo>
                    <a:pt x="201719" y="307718"/>
                  </a:lnTo>
                  <a:lnTo>
                    <a:pt x="206939" y="306527"/>
                  </a:lnTo>
                  <a:lnTo>
                    <a:pt x="212119" y="305169"/>
                  </a:lnTo>
                  <a:lnTo>
                    <a:pt x="217253" y="303646"/>
                  </a:lnTo>
                  <a:lnTo>
                    <a:pt x="167148" y="144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23544" y="5399291"/>
              <a:ext cx="167161" cy="326649"/>
            </a:xfrm>
            <a:custGeom>
              <a:avLst/>
              <a:pathLst>
                <a:path w="167161" h="326649">
                  <a:moveTo>
                    <a:pt x="50104" y="326649"/>
                  </a:moveTo>
                  <a:lnTo>
                    <a:pt x="55162" y="324971"/>
                  </a:lnTo>
                  <a:lnTo>
                    <a:pt x="60164" y="323132"/>
                  </a:lnTo>
                  <a:lnTo>
                    <a:pt x="65104" y="321136"/>
                  </a:lnTo>
                  <a:lnTo>
                    <a:pt x="69979" y="318982"/>
                  </a:lnTo>
                  <a:lnTo>
                    <a:pt x="74782" y="316675"/>
                  </a:lnTo>
                  <a:lnTo>
                    <a:pt x="79509" y="314215"/>
                  </a:lnTo>
                  <a:lnTo>
                    <a:pt x="84156" y="311606"/>
                  </a:lnTo>
                  <a:lnTo>
                    <a:pt x="88717" y="308850"/>
                  </a:lnTo>
                  <a:lnTo>
                    <a:pt x="93187" y="305951"/>
                  </a:lnTo>
                  <a:lnTo>
                    <a:pt x="97564" y="302910"/>
                  </a:lnTo>
                  <a:lnTo>
                    <a:pt x="101841" y="299731"/>
                  </a:lnTo>
                  <a:lnTo>
                    <a:pt x="106014" y="296418"/>
                  </a:lnTo>
                  <a:lnTo>
                    <a:pt x="110080" y="292973"/>
                  </a:lnTo>
                  <a:lnTo>
                    <a:pt x="114034" y="289401"/>
                  </a:lnTo>
                  <a:lnTo>
                    <a:pt x="117872" y="285704"/>
                  </a:lnTo>
                  <a:lnTo>
                    <a:pt x="121590" y="281887"/>
                  </a:lnTo>
                  <a:lnTo>
                    <a:pt x="125185" y="277953"/>
                  </a:lnTo>
                  <a:lnTo>
                    <a:pt x="128652" y="273907"/>
                  </a:lnTo>
                  <a:lnTo>
                    <a:pt x="131989" y="269752"/>
                  </a:lnTo>
                  <a:lnTo>
                    <a:pt x="135192" y="265493"/>
                  </a:lnTo>
                  <a:lnTo>
                    <a:pt x="138257" y="261134"/>
                  </a:lnTo>
                  <a:lnTo>
                    <a:pt x="141182" y="256680"/>
                  </a:lnTo>
                  <a:lnTo>
                    <a:pt x="143963" y="252134"/>
                  </a:lnTo>
                  <a:lnTo>
                    <a:pt x="146598" y="247503"/>
                  </a:lnTo>
                  <a:lnTo>
                    <a:pt x="149084" y="242789"/>
                  </a:lnTo>
                  <a:lnTo>
                    <a:pt x="151419" y="237999"/>
                  </a:lnTo>
                  <a:lnTo>
                    <a:pt x="153599" y="233137"/>
                  </a:lnTo>
                  <a:lnTo>
                    <a:pt x="155624" y="228208"/>
                  </a:lnTo>
                  <a:lnTo>
                    <a:pt x="157490" y="223216"/>
                  </a:lnTo>
                  <a:lnTo>
                    <a:pt x="159197" y="218168"/>
                  </a:lnTo>
                  <a:lnTo>
                    <a:pt x="160742" y="213068"/>
                  </a:lnTo>
                  <a:lnTo>
                    <a:pt x="162123" y="207922"/>
                  </a:lnTo>
                  <a:lnTo>
                    <a:pt x="163340" y="202733"/>
                  </a:lnTo>
                  <a:lnTo>
                    <a:pt x="164390" y="197509"/>
                  </a:lnTo>
                  <a:lnTo>
                    <a:pt x="165274" y="192254"/>
                  </a:lnTo>
                  <a:lnTo>
                    <a:pt x="165989" y="186974"/>
                  </a:lnTo>
                  <a:lnTo>
                    <a:pt x="166536" y="181673"/>
                  </a:lnTo>
                  <a:lnTo>
                    <a:pt x="166914" y="176358"/>
                  </a:lnTo>
                  <a:lnTo>
                    <a:pt x="167122" y="171033"/>
                  </a:lnTo>
                  <a:lnTo>
                    <a:pt x="167161" y="165704"/>
                  </a:lnTo>
                  <a:lnTo>
                    <a:pt x="167029" y="160377"/>
                  </a:lnTo>
                  <a:lnTo>
                    <a:pt x="166728" y="155057"/>
                  </a:lnTo>
                  <a:lnTo>
                    <a:pt x="166257" y="149749"/>
                  </a:lnTo>
                  <a:lnTo>
                    <a:pt x="165617" y="144458"/>
                  </a:lnTo>
                  <a:lnTo>
                    <a:pt x="164809" y="139191"/>
                  </a:lnTo>
                  <a:lnTo>
                    <a:pt x="163834" y="133952"/>
                  </a:lnTo>
                  <a:lnTo>
                    <a:pt x="162692" y="128747"/>
                  </a:lnTo>
                  <a:lnTo>
                    <a:pt x="161385" y="123581"/>
                  </a:lnTo>
                  <a:lnTo>
                    <a:pt x="159914" y="118460"/>
                  </a:lnTo>
                  <a:lnTo>
                    <a:pt x="158280" y="113387"/>
                  </a:lnTo>
                  <a:lnTo>
                    <a:pt x="156485" y="108370"/>
                  </a:lnTo>
                  <a:lnTo>
                    <a:pt x="154532" y="103412"/>
                  </a:lnTo>
                  <a:lnTo>
                    <a:pt x="152421" y="98519"/>
                  </a:lnTo>
                  <a:lnTo>
                    <a:pt x="150156" y="93696"/>
                  </a:lnTo>
                  <a:lnTo>
                    <a:pt x="147738" y="88947"/>
                  </a:lnTo>
                  <a:lnTo>
                    <a:pt x="145170" y="84278"/>
                  </a:lnTo>
                  <a:lnTo>
                    <a:pt x="142454" y="79693"/>
                  </a:lnTo>
                  <a:lnTo>
                    <a:pt x="139594" y="75197"/>
                  </a:lnTo>
                  <a:lnTo>
                    <a:pt x="136591" y="70794"/>
                  </a:lnTo>
                  <a:lnTo>
                    <a:pt x="133450" y="66490"/>
                  </a:lnTo>
                  <a:lnTo>
                    <a:pt x="130173" y="62288"/>
                  </a:lnTo>
                  <a:lnTo>
                    <a:pt x="126764" y="58192"/>
                  </a:lnTo>
                  <a:lnTo>
                    <a:pt x="123227" y="54207"/>
                  </a:lnTo>
                  <a:lnTo>
                    <a:pt x="119564" y="50336"/>
                  </a:lnTo>
                  <a:lnTo>
                    <a:pt x="115779" y="46585"/>
                  </a:lnTo>
                  <a:lnTo>
                    <a:pt x="111877" y="42956"/>
                  </a:lnTo>
                  <a:lnTo>
                    <a:pt x="107861" y="39453"/>
                  </a:lnTo>
                  <a:lnTo>
                    <a:pt x="103736" y="36080"/>
                  </a:lnTo>
                  <a:lnTo>
                    <a:pt x="99505" y="32840"/>
                  </a:lnTo>
                  <a:lnTo>
                    <a:pt x="95173" y="29737"/>
                  </a:lnTo>
                  <a:lnTo>
                    <a:pt x="90744" y="26773"/>
                  </a:lnTo>
                  <a:lnTo>
                    <a:pt x="86223" y="23952"/>
                  </a:lnTo>
                  <a:lnTo>
                    <a:pt x="81615" y="21277"/>
                  </a:lnTo>
                  <a:lnTo>
                    <a:pt x="76924" y="18750"/>
                  </a:lnTo>
                  <a:lnTo>
                    <a:pt x="72154" y="16373"/>
                  </a:lnTo>
                  <a:lnTo>
                    <a:pt x="67311" y="14150"/>
                  </a:lnTo>
                  <a:lnTo>
                    <a:pt x="62400" y="12083"/>
                  </a:lnTo>
                  <a:lnTo>
                    <a:pt x="57425" y="10172"/>
                  </a:lnTo>
                  <a:lnTo>
                    <a:pt x="52392" y="8422"/>
                  </a:lnTo>
                  <a:lnTo>
                    <a:pt x="47306" y="6833"/>
                  </a:lnTo>
                  <a:lnTo>
                    <a:pt x="42171" y="5406"/>
                  </a:lnTo>
                  <a:lnTo>
                    <a:pt x="36994" y="4144"/>
                  </a:lnTo>
                  <a:lnTo>
                    <a:pt x="31779" y="3048"/>
                  </a:lnTo>
                  <a:lnTo>
                    <a:pt x="26532" y="2119"/>
                  </a:lnTo>
                  <a:lnTo>
                    <a:pt x="21258" y="1357"/>
                  </a:lnTo>
                  <a:lnTo>
                    <a:pt x="15962" y="763"/>
                  </a:lnTo>
                  <a:lnTo>
                    <a:pt x="10650" y="339"/>
                  </a:lnTo>
                  <a:lnTo>
                    <a:pt x="532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2863" y="5269756"/>
              <a:ext cx="32395" cy="167167"/>
            </a:xfrm>
            <a:custGeom>
              <a:avLst/>
              <a:pathLst>
                <a:path w="32395" h="167167">
                  <a:moveTo>
                    <a:pt x="32395" y="0"/>
                  </a:moveTo>
                  <a:lnTo>
                    <a:pt x="25876" y="127"/>
                  </a:lnTo>
                  <a:lnTo>
                    <a:pt x="19368" y="508"/>
                  </a:lnTo>
                  <a:lnTo>
                    <a:pt x="12879" y="1143"/>
                  </a:lnTo>
                  <a:lnTo>
                    <a:pt x="6419" y="2030"/>
                  </a:lnTo>
                  <a:lnTo>
                    <a:pt x="0" y="3169"/>
                  </a:lnTo>
                  <a:lnTo>
                    <a:pt x="3239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2863" y="5272925"/>
              <a:ext cx="32395" cy="163998"/>
            </a:xfrm>
            <a:custGeom>
              <a:avLst/>
              <a:pathLst>
                <a:path w="32395" h="163998">
                  <a:moveTo>
                    <a:pt x="0" y="0"/>
                  </a:moveTo>
                  <a:lnTo>
                    <a:pt x="32395" y="163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2863" y="5272925"/>
              <a:ext cx="32395" cy="163998"/>
            </a:xfrm>
            <a:custGeom>
              <a:avLst/>
              <a:pathLst>
                <a:path w="32395" h="163998">
                  <a:moveTo>
                    <a:pt x="0" y="0"/>
                  </a:moveTo>
                  <a:lnTo>
                    <a:pt x="32395" y="163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2863" y="5272925"/>
              <a:ext cx="32395" cy="163998"/>
            </a:xfrm>
            <a:custGeom>
              <a:avLst/>
              <a:pathLst>
                <a:path w="32395" h="163998">
                  <a:moveTo>
                    <a:pt x="0" y="0"/>
                  </a:moveTo>
                  <a:lnTo>
                    <a:pt x="32395" y="163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2863" y="5272925"/>
              <a:ext cx="32395" cy="163998"/>
            </a:xfrm>
            <a:custGeom>
              <a:avLst/>
              <a:pathLst>
                <a:path w="32395" h="163998">
                  <a:moveTo>
                    <a:pt x="0" y="0"/>
                  </a:moveTo>
                  <a:lnTo>
                    <a:pt x="32395" y="163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81057" y="5272925"/>
              <a:ext cx="164201" cy="163998"/>
            </a:xfrm>
            <a:custGeom>
              <a:avLst/>
              <a:pathLst>
                <a:path w="164201" h="163998">
                  <a:moveTo>
                    <a:pt x="131805" y="0"/>
                  </a:moveTo>
                  <a:lnTo>
                    <a:pt x="126416" y="1157"/>
                  </a:lnTo>
                  <a:lnTo>
                    <a:pt x="121068" y="2491"/>
                  </a:lnTo>
                  <a:lnTo>
                    <a:pt x="115766" y="4001"/>
                  </a:lnTo>
                  <a:lnTo>
                    <a:pt x="110518" y="5685"/>
                  </a:lnTo>
                  <a:lnTo>
                    <a:pt x="105327" y="7541"/>
                  </a:lnTo>
                  <a:lnTo>
                    <a:pt x="100201" y="9567"/>
                  </a:lnTo>
                  <a:lnTo>
                    <a:pt x="95144" y="11761"/>
                  </a:lnTo>
                  <a:lnTo>
                    <a:pt x="90163" y="14120"/>
                  </a:lnTo>
                  <a:lnTo>
                    <a:pt x="85262" y="16643"/>
                  </a:lnTo>
                  <a:lnTo>
                    <a:pt x="80446" y="19325"/>
                  </a:lnTo>
                  <a:lnTo>
                    <a:pt x="75722" y="22165"/>
                  </a:lnTo>
                  <a:lnTo>
                    <a:pt x="71094" y="25159"/>
                  </a:lnTo>
                  <a:lnTo>
                    <a:pt x="66567" y="28304"/>
                  </a:lnTo>
                  <a:lnTo>
                    <a:pt x="62147" y="31597"/>
                  </a:lnTo>
                  <a:lnTo>
                    <a:pt x="57837" y="35034"/>
                  </a:lnTo>
                  <a:lnTo>
                    <a:pt x="53643" y="38611"/>
                  </a:lnTo>
                  <a:lnTo>
                    <a:pt x="49569" y="42324"/>
                  </a:lnTo>
                  <a:lnTo>
                    <a:pt x="45620" y="46169"/>
                  </a:lnTo>
                  <a:lnTo>
                    <a:pt x="41800" y="50143"/>
                  </a:lnTo>
                  <a:lnTo>
                    <a:pt x="38113" y="54240"/>
                  </a:lnTo>
                  <a:lnTo>
                    <a:pt x="34563" y="58457"/>
                  </a:lnTo>
                  <a:lnTo>
                    <a:pt x="31153" y="62788"/>
                  </a:lnTo>
                  <a:lnTo>
                    <a:pt x="27889" y="67230"/>
                  </a:lnTo>
                  <a:lnTo>
                    <a:pt x="24773" y="71776"/>
                  </a:lnTo>
                  <a:lnTo>
                    <a:pt x="21808" y="76423"/>
                  </a:lnTo>
                  <a:lnTo>
                    <a:pt x="18998" y="81166"/>
                  </a:lnTo>
                  <a:lnTo>
                    <a:pt x="16346" y="85998"/>
                  </a:lnTo>
                  <a:lnTo>
                    <a:pt x="13855" y="90915"/>
                  </a:lnTo>
                  <a:lnTo>
                    <a:pt x="11527" y="95911"/>
                  </a:lnTo>
                  <a:lnTo>
                    <a:pt x="9365" y="100982"/>
                  </a:lnTo>
                  <a:lnTo>
                    <a:pt x="7372" y="106121"/>
                  </a:lnTo>
                  <a:lnTo>
                    <a:pt x="5549" y="111323"/>
                  </a:lnTo>
                  <a:lnTo>
                    <a:pt x="3899" y="116582"/>
                  </a:lnTo>
                  <a:lnTo>
                    <a:pt x="2423" y="121893"/>
                  </a:lnTo>
                  <a:lnTo>
                    <a:pt x="1122" y="127249"/>
                  </a:lnTo>
                  <a:lnTo>
                    <a:pt x="0" y="132646"/>
                  </a:lnTo>
                  <a:lnTo>
                    <a:pt x="164201" y="1639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091" y="5269756"/>
              <a:ext cx="334326" cy="334324"/>
            </a:xfrm>
            <a:custGeom>
              <a:avLst/>
              <a:pathLst>
                <a:path w="334326" h="334324">
                  <a:moveTo>
                    <a:pt x="2966" y="135815"/>
                  </a:moveTo>
                  <a:lnTo>
                    <a:pt x="2057" y="141022"/>
                  </a:lnTo>
                  <a:lnTo>
                    <a:pt x="1313" y="146255"/>
                  </a:lnTo>
                  <a:lnTo>
                    <a:pt x="734" y="151509"/>
                  </a:lnTo>
                  <a:lnTo>
                    <a:pt x="323" y="156778"/>
                  </a:lnTo>
                  <a:lnTo>
                    <a:pt x="77" y="162058"/>
                  </a:lnTo>
                  <a:lnTo>
                    <a:pt x="0" y="167343"/>
                  </a:lnTo>
                  <a:lnTo>
                    <a:pt x="89" y="172628"/>
                  </a:lnTo>
                  <a:lnTo>
                    <a:pt x="345" y="177907"/>
                  </a:lnTo>
                  <a:lnTo>
                    <a:pt x="768" y="183176"/>
                  </a:lnTo>
                  <a:lnTo>
                    <a:pt x="1357" y="188428"/>
                  </a:lnTo>
                  <a:lnTo>
                    <a:pt x="2112" y="193660"/>
                  </a:lnTo>
                  <a:lnTo>
                    <a:pt x="3032" y="198865"/>
                  </a:lnTo>
                  <a:lnTo>
                    <a:pt x="4116" y="204038"/>
                  </a:lnTo>
                  <a:lnTo>
                    <a:pt x="5363" y="209174"/>
                  </a:lnTo>
                  <a:lnTo>
                    <a:pt x="6772" y="214268"/>
                  </a:lnTo>
                  <a:lnTo>
                    <a:pt x="8342" y="219316"/>
                  </a:lnTo>
                  <a:lnTo>
                    <a:pt x="10070" y="224311"/>
                  </a:lnTo>
                  <a:lnTo>
                    <a:pt x="11955" y="229249"/>
                  </a:lnTo>
                  <a:lnTo>
                    <a:pt x="13995" y="234125"/>
                  </a:lnTo>
                  <a:lnTo>
                    <a:pt x="16188" y="238934"/>
                  </a:lnTo>
                  <a:lnTo>
                    <a:pt x="18533" y="243671"/>
                  </a:lnTo>
                  <a:lnTo>
                    <a:pt x="21026" y="248332"/>
                  </a:lnTo>
                  <a:lnTo>
                    <a:pt x="23665" y="252911"/>
                  </a:lnTo>
                  <a:lnTo>
                    <a:pt x="26447" y="257405"/>
                  </a:lnTo>
                  <a:lnTo>
                    <a:pt x="29370" y="261809"/>
                  </a:lnTo>
                  <a:lnTo>
                    <a:pt x="32431" y="266118"/>
                  </a:lnTo>
                  <a:lnTo>
                    <a:pt x="35627" y="270328"/>
                  </a:lnTo>
                  <a:lnTo>
                    <a:pt x="38954" y="274435"/>
                  </a:lnTo>
                  <a:lnTo>
                    <a:pt x="42409" y="278435"/>
                  </a:lnTo>
                  <a:lnTo>
                    <a:pt x="45989" y="282323"/>
                  </a:lnTo>
                  <a:lnTo>
                    <a:pt x="49691" y="286097"/>
                  </a:lnTo>
                  <a:lnTo>
                    <a:pt x="53509" y="289751"/>
                  </a:lnTo>
                  <a:lnTo>
                    <a:pt x="57441" y="293283"/>
                  </a:lnTo>
                  <a:lnTo>
                    <a:pt x="61483" y="296689"/>
                  </a:lnTo>
                  <a:lnTo>
                    <a:pt x="65631" y="299965"/>
                  </a:lnTo>
                  <a:lnTo>
                    <a:pt x="69880" y="303109"/>
                  </a:lnTo>
                  <a:lnTo>
                    <a:pt x="74226" y="306117"/>
                  </a:lnTo>
                  <a:lnTo>
                    <a:pt x="78666" y="308985"/>
                  </a:lnTo>
                  <a:lnTo>
                    <a:pt x="83193" y="311712"/>
                  </a:lnTo>
                  <a:lnTo>
                    <a:pt x="87805" y="314295"/>
                  </a:lnTo>
                  <a:lnTo>
                    <a:pt x="92496" y="316730"/>
                  </a:lnTo>
                  <a:lnTo>
                    <a:pt x="97262" y="319016"/>
                  </a:lnTo>
                  <a:lnTo>
                    <a:pt x="102097" y="321150"/>
                  </a:lnTo>
                  <a:lnTo>
                    <a:pt x="106998" y="323131"/>
                  </a:lnTo>
                  <a:lnTo>
                    <a:pt x="111959" y="324955"/>
                  </a:lnTo>
                  <a:lnTo>
                    <a:pt x="116975" y="326621"/>
                  </a:lnTo>
                  <a:lnTo>
                    <a:pt x="122041" y="328128"/>
                  </a:lnTo>
                  <a:lnTo>
                    <a:pt x="127152" y="329475"/>
                  </a:lnTo>
                  <a:lnTo>
                    <a:pt x="132303" y="330659"/>
                  </a:lnTo>
                  <a:lnTo>
                    <a:pt x="137490" y="331679"/>
                  </a:lnTo>
                  <a:lnTo>
                    <a:pt x="142705" y="332535"/>
                  </a:lnTo>
                  <a:lnTo>
                    <a:pt x="147946" y="333226"/>
                  </a:lnTo>
                  <a:lnTo>
                    <a:pt x="153205" y="333750"/>
                  </a:lnTo>
                  <a:lnTo>
                    <a:pt x="158478" y="334108"/>
                  </a:lnTo>
                  <a:lnTo>
                    <a:pt x="163761" y="334300"/>
                  </a:lnTo>
                  <a:lnTo>
                    <a:pt x="169046" y="334324"/>
                  </a:lnTo>
                  <a:lnTo>
                    <a:pt x="174330" y="334181"/>
                  </a:lnTo>
                  <a:lnTo>
                    <a:pt x="179606" y="333871"/>
                  </a:lnTo>
                  <a:lnTo>
                    <a:pt x="184870" y="333394"/>
                  </a:lnTo>
                  <a:lnTo>
                    <a:pt x="190117" y="332752"/>
                  </a:lnTo>
                  <a:lnTo>
                    <a:pt x="195340" y="331943"/>
                  </a:lnTo>
                  <a:lnTo>
                    <a:pt x="200535" y="330970"/>
                  </a:lnTo>
                  <a:lnTo>
                    <a:pt x="205697" y="329833"/>
                  </a:lnTo>
                  <a:lnTo>
                    <a:pt x="210820" y="328534"/>
                  </a:lnTo>
                  <a:lnTo>
                    <a:pt x="215900" y="327073"/>
                  </a:lnTo>
                  <a:lnTo>
                    <a:pt x="220931" y="325453"/>
                  </a:lnTo>
                  <a:lnTo>
                    <a:pt x="225908" y="323674"/>
                  </a:lnTo>
                  <a:lnTo>
                    <a:pt x="230827" y="321738"/>
                  </a:lnTo>
                  <a:lnTo>
                    <a:pt x="235682" y="319649"/>
                  </a:lnTo>
                  <a:lnTo>
                    <a:pt x="240468" y="317406"/>
                  </a:lnTo>
                  <a:lnTo>
                    <a:pt x="245181" y="315014"/>
                  </a:lnTo>
                  <a:lnTo>
                    <a:pt x="249816" y="312474"/>
                  </a:lnTo>
                  <a:lnTo>
                    <a:pt x="254369" y="309788"/>
                  </a:lnTo>
                  <a:lnTo>
                    <a:pt x="258834" y="306960"/>
                  </a:lnTo>
                  <a:lnTo>
                    <a:pt x="263208" y="303992"/>
                  </a:lnTo>
                  <a:lnTo>
                    <a:pt x="267485" y="300887"/>
                  </a:lnTo>
                  <a:lnTo>
                    <a:pt x="271663" y="297649"/>
                  </a:lnTo>
                  <a:lnTo>
                    <a:pt x="275736" y="294280"/>
                  </a:lnTo>
                  <a:lnTo>
                    <a:pt x="279700" y="290784"/>
                  </a:lnTo>
                  <a:lnTo>
                    <a:pt x="283552" y="287165"/>
                  </a:lnTo>
                  <a:lnTo>
                    <a:pt x="287287" y="283425"/>
                  </a:lnTo>
                  <a:lnTo>
                    <a:pt x="290903" y="279570"/>
                  </a:lnTo>
                  <a:lnTo>
                    <a:pt x="294394" y="275602"/>
                  </a:lnTo>
                  <a:lnTo>
                    <a:pt x="297759" y="271525"/>
                  </a:lnTo>
                  <a:lnTo>
                    <a:pt x="300993" y="267345"/>
                  </a:lnTo>
                  <a:lnTo>
                    <a:pt x="304093" y="263064"/>
                  </a:lnTo>
                  <a:lnTo>
                    <a:pt x="307056" y="258687"/>
                  </a:lnTo>
                  <a:lnTo>
                    <a:pt x="309880" y="254219"/>
                  </a:lnTo>
                  <a:lnTo>
                    <a:pt x="312560" y="249663"/>
                  </a:lnTo>
                  <a:lnTo>
                    <a:pt x="315096" y="245026"/>
                  </a:lnTo>
                  <a:lnTo>
                    <a:pt x="317483" y="240310"/>
                  </a:lnTo>
                  <a:lnTo>
                    <a:pt x="319721" y="235521"/>
                  </a:lnTo>
                  <a:lnTo>
                    <a:pt x="321805" y="230664"/>
                  </a:lnTo>
                  <a:lnTo>
                    <a:pt x="323735" y="225744"/>
                  </a:lnTo>
                  <a:lnTo>
                    <a:pt x="325509" y="220764"/>
                  </a:lnTo>
                  <a:lnTo>
                    <a:pt x="327124" y="215732"/>
                  </a:lnTo>
                  <a:lnTo>
                    <a:pt x="328580" y="210651"/>
                  </a:lnTo>
                  <a:lnTo>
                    <a:pt x="329874" y="205526"/>
                  </a:lnTo>
                  <a:lnTo>
                    <a:pt x="331005" y="200363"/>
                  </a:lnTo>
                  <a:lnTo>
                    <a:pt x="331973" y="195167"/>
                  </a:lnTo>
                  <a:lnTo>
                    <a:pt x="332776" y="189942"/>
                  </a:lnTo>
                  <a:lnTo>
                    <a:pt x="333413" y="184695"/>
                  </a:lnTo>
                  <a:lnTo>
                    <a:pt x="333884" y="179431"/>
                  </a:lnTo>
                  <a:lnTo>
                    <a:pt x="334188" y="174154"/>
                  </a:lnTo>
                  <a:lnTo>
                    <a:pt x="334326" y="168870"/>
                  </a:lnTo>
                  <a:lnTo>
                    <a:pt x="334296" y="163585"/>
                  </a:lnTo>
                  <a:lnTo>
                    <a:pt x="334099" y="158303"/>
                  </a:lnTo>
                  <a:lnTo>
                    <a:pt x="333735" y="153030"/>
                  </a:lnTo>
                  <a:lnTo>
                    <a:pt x="333205" y="147771"/>
                  </a:lnTo>
                  <a:lnTo>
                    <a:pt x="332509" y="142531"/>
                  </a:lnTo>
                  <a:lnTo>
                    <a:pt x="331648" y="137316"/>
                  </a:lnTo>
                  <a:lnTo>
                    <a:pt x="330622" y="132131"/>
                  </a:lnTo>
                  <a:lnTo>
                    <a:pt x="329432" y="126981"/>
                  </a:lnTo>
                  <a:lnTo>
                    <a:pt x="328081" y="121872"/>
                  </a:lnTo>
                  <a:lnTo>
                    <a:pt x="326568" y="116807"/>
                  </a:lnTo>
                  <a:lnTo>
                    <a:pt x="324897" y="111793"/>
                  </a:lnTo>
                  <a:lnTo>
                    <a:pt x="323067" y="106834"/>
                  </a:lnTo>
                  <a:lnTo>
                    <a:pt x="321082" y="101935"/>
                  </a:lnTo>
                  <a:lnTo>
                    <a:pt x="318943" y="97102"/>
                  </a:lnTo>
                  <a:lnTo>
                    <a:pt x="316652" y="92339"/>
                  </a:lnTo>
                  <a:lnTo>
                    <a:pt x="314211" y="87650"/>
                  </a:lnTo>
                  <a:lnTo>
                    <a:pt x="311624" y="83041"/>
                  </a:lnTo>
                  <a:lnTo>
                    <a:pt x="308892" y="78516"/>
                  </a:lnTo>
                  <a:lnTo>
                    <a:pt x="306019" y="74080"/>
                  </a:lnTo>
                  <a:lnTo>
                    <a:pt x="303006" y="69737"/>
                  </a:lnTo>
                  <a:lnTo>
                    <a:pt x="299858" y="65491"/>
                  </a:lnTo>
                  <a:lnTo>
                    <a:pt x="296577" y="61347"/>
                  </a:lnTo>
                  <a:lnTo>
                    <a:pt x="293167" y="57309"/>
                  </a:lnTo>
                  <a:lnTo>
                    <a:pt x="289631" y="53380"/>
                  </a:lnTo>
                  <a:lnTo>
                    <a:pt x="285973" y="49565"/>
                  </a:lnTo>
                  <a:lnTo>
                    <a:pt x="282195" y="45868"/>
                  </a:lnTo>
                  <a:lnTo>
                    <a:pt x="278303" y="42292"/>
                  </a:lnTo>
                  <a:lnTo>
                    <a:pt x="274300" y="38841"/>
                  </a:lnTo>
                  <a:lnTo>
                    <a:pt x="270189" y="35518"/>
                  </a:lnTo>
                  <a:lnTo>
                    <a:pt x="265976" y="32327"/>
                  </a:lnTo>
                  <a:lnTo>
                    <a:pt x="261663" y="29271"/>
                  </a:lnTo>
                  <a:lnTo>
                    <a:pt x="257257" y="26352"/>
                  </a:lnTo>
                  <a:lnTo>
                    <a:pt x="252760" y="23575"/>
                  </a:lnTo>
                  <a:lnTo>
                    <a:pt x="248178" y="20940"/>
                  </a:lnTo>
                  <a:lnTo>
                    <a:pt x="243514" y="18452"/>
                  </a:lnTo>
                  <a:lnTo>
                    <a:pt x="238775" y="16113"/>
                  </a:lnTo>
                  <a:lnTo>
                    <a:pt x="233963" y="13925"/>
                  </a:lnTo>
                  <a:lnTo>
                    <a:pt x="229085" y="11890"/>
                  </a:lnTo>
                  <a:lnTo>
                    <a:pt x="224145" y="10010"/>
                  </a:lnTo>
                  <a:lnTo>
                    <a:pt x="219148" y="8287"/>
                  </a:lnTo>
                  <a:lnTo>
                    <a:pt x="214099" y="6723"/>
                  </a:lnTo>
                  <a:lnTo>
                    <a:pt x="209004" y="5319"/>
                  </a:lnTo>
                  <a:lnTo>
                    <a:pt x="203866" y="4078"/>
                  </a:lnTo>
                  <a:lnTo>
                    <a:pt x="198692" y="2999"/>
                  </a:lnTo>
                  <a:lnTo>
                    <a:pt x="193486" y="2084"/>
                  </a:lnTo>
                  <a:lnTo>
                    <a:pt x="188254" y="1335"/>
                  </a:lnTo>
                  <a:lnTo>
                    <a:pt x="183000" y="751"/>
                  </a:lnTo>
                  <a:lnTo>
                    <a:pt x="177731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6117" y="5018213"/>
              <a:ext cx="44921" cy="167167"/>
            </a:xfrm>
            <a:custGeom>
              <a:avLst/>
              <a:pathLst>
                <a:path w="44921" h="167167">
                  <a:moveTo>
                    <a:pt x="44921" y="0"/>
                  </a:moveTo>
                  <a:lnTo>
                    <a:pt x="38425" y="126"/>
                  </a:lnTo>
                  <a:lnTo>
                    <a:pt x="31940" y="504"/>
                  </a:lnTo>
                  <a:lnTo>
                    <a:pt x="25473" y="1135"/>
                  </a:lnTo>
                  <a:lnTo>
                    <a:pt x="19037" y="2016"/>
                  </a:lnTo>
                  <a:lnTo>
                    <a:pt x="12639" y="3146"/>
                  </a:lnTo>
                  <a:lnTo>
                    <a:pt x="6290" y="4524"/>
                  </a:lnTo>
                  <a:lnTo>
                    <a:pt x="0" y="6148"/>
                  </a:lnTo>
                  <a:lnTo>
                    <a:pt x="449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6117" y="5024362"/>
              <a:ext cx="44921" cy="161018"/>
            </a:xfrm>
            <a:custGeom>
              <a:avLst/>
              <a:pathLst>
                <a:path w="44921" h="161018">
                  <a:moveTo>
                    <a:pt x="0" y="0"/>
                  </a:moveTo>
                  <a:lnTo>
                    <a:pt x="44921" y="161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6117" y="5024362"/>
              <a:ext cx="44921" cy="161018"/>
            </a:xfrm>
            <a:custGeom>
              <a:avLst/>
              <a:pathLst>
                <a:path w="44921" h="161018">
                  <a:moveTo>
                    <a:pt x="0" y="0"/>
                  </a:moveTo>
                  <a:lnTo>
                    <a:pt x="44921" y="161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6117" y="5024362"/>
              <a:ext cx="44921" cy="161018"/>
            </a:xfrm>
            <a:custGeom>
              <a:avLst/>
              <a:pathLst>
                <a:path w="44921" h="161018">
                  <a:moveTo>
                    <a:pt x="0" y="0"/>
                  </a:moveTo>
                  <a:lnTo>
                    <a:pt x="44921" y="161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91" y="5024362"/>
              <a:ext cx="167147" cy="216149"/>
            </a:xfrm>
            <a:custGeom>
              <a:avLst/>
              <a:pathLst>
                <a:path w="167147" h="216149">
                  <a:moveTo>
                    <a:pt x="122225" y="0"/>
                  </a:moveTo>
                  <a:lnTo>
                    <a:pt x="117088" y="1522"/>
                  </a:lnTo>
                  <a:lnTo>
                    <a:pt x="112002" y="3208"/>
                  </a:lnTo>
                  <a:lnTo>
                    <a:pt x="106972" y="5057"/>
                  </a:lnTo>
                  <a:lnTo>
                    <a:pt x="102005" y="7065"/>
                  </a:lnTo>
                  <a:lnTo>
                    <a:pt x="97104" y="9232"/>
                  </a:lnTo>
                  <a:lnTo>
                    <a:pt x="92275" y="11555"/>
                  </a:lnTo>
                  <a:lnTo>
                    <a:pt x="87523" y="14032"/>
                  </a:lnTo>
                  <a:lnTo>
                    <a:pt x="82853" y="16659"/>
                  </a:lnTo>
                  <a:lnTo>
                    <a:pt x="78270" y="19435"/>
                  </a:lnTo>
                  <a:lnTo>
                    <a:pt x="73778" y="22356"/>
                  </a:lnTo>
                  <a:lnTo>
                    <a:pt x="69382" y="25420"/>
                  </a:lnTo>
                  <a:lnTo>
                    <a:pt x="65086" y="28623"/>
                  </a:lnTo>
                  <a:lnTo>
                    <a:pt x="60895" y="31962"/>
                  </a:lnTo>
                  <a:lnTo>
                    <a:pt x="56814" y="35433"/>
                  </a:lnTo>
                  <a:lnTo>
                    <a:pt x="52846" y="39034"/>
                  </a:lnTo>
                  <a:lnTo>
                    <a:pt x="48995" y="42760"/>
                  </a:lnTo>
                  <a:lnTo>
                    <a:pt x="45265" y="46607"/>
                  </a:lnTo>
                  <a:lnTo>
                    <a:pt x="41661" y="50572"/>
                  </a:lnTo>
                  <a:lnTo>
                    <a:pt x="38186" y="54651"/>
                  </a:lnTo>
                  <a:lnTo>
                    <a:pt x="34843" y="58839"/>
                  </a:lnTo>
                  <a:lnTo>
                    <a:pt x="31636" y="63131"/>
                  </a:lnTo>
                  <a:lnTo>
                    <a:pt x="28568" y="67525"/>
                  </a:lnTo>
                  <a:lnTo>
                    <a:pt x="25643" y="72014"/>
                  </a:lnTo>
                  <a:lnTo>
                    <a:pt x="22863" y="76595"/>
                  </a:lnTo>
                  <a:lnTo>
                    <a:pt x="20232" y="81263"/>
                  </a:lnTo>
                  <a:lnTo>
                    <a:pt x="17751" y="86012"/>
                  </a:lnTo>
                  <a:lnTo>
                    <a:pt x="15424" y="90839"/>
                  </a:lnTo>
                  <a:lnTo>
                    <a:pt x="13253" y="95738"/>
                  </a:lnTo>
                  <a:lnTo>
                    <a:pt x="11239" y="100703"/>
                  </a:lnTo>
                  <a:lnTo>
                    <a:pt x="9386" y="105731"/>
                  </a:lnTo>
                  <a:lnTo>
                    <a:pt x="7696" y="110816"/>
                  </a:lnTo>
                  <a:lnTo>
                    <a:pt x="6169" y="115952"/>
                  </a:lnTo>
                  <a:lnTo>
                    <a:pt x="4807" y="121134"/>
                  </a:lnTo>
                  <a:lnTo>
                    <a:pt x="3612" y="126358"/>
                  </a:lnTo>
                  <a:lnTo>
                    <a:pt x="2585" y="131617"/>
                  </a:lnTo>
                  <a:lnTo>
                    <a:pt x="1727" y="136906"/>
                  </a:lnTo>
                  <a:lnTo>
                    <a:pt x="1040" y="142220"/>
                  </a:lnTo>
                  <a:lnTo>
                    <a:pt x="522" y="147554"/>
                  </a:lnTo>
                  <a:lnTo>
                    <a:pt x="177" y="152901"/>
                  </a:lnTo>
                  <a:lnTo>
                    <a:pt x="2" y="158256"/>
                  </a:lnTo>
                  <a:lnTo>
                    <a:pt x="0" y="163615"/>
                  </a:lnTo>
                  <a:lnTo>
                    <a:pt x="169" y="168970"/>
                  </a:lnTo>
                  <a:lnTo>
                    <a:pt x="509" y="174318"/>
                  </a:lnTo>
                  <a:lnTo>
                    <a:pt x="1021" y="179652"/>
                  </a:lnTo>
                  <a:lnTo>
                    <a:pt x="1704" y="184966"/>
                  </a:lnTo>
                  <a:lnTo>
                    <a:pt x="2556" y="190256"/>
                  </a:lnTo>
                  <a:lnTo>
                    <a:pt x="3578" y="195517"/>
                  </a:lnTo>
                  <a:lnTo>
                    <a:pt x="4767" y="200741"/>
                  </a:lnTo>
                  <a:lnTo>
                    <a:pt x="6124" y="205925"/>
                  </a:lnTo>
                  <a:lnTo>
                    <a:pt x="7646" y="211063"/>
                  </a:lnTo>
                  <a:lnTo>
                    <a:pt x="9332" y="216149"/>
                  </a:lnTo>
                  <a:lnTo>
                    <a:pt x="167147" y="161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63224" y="5018213"/>
              <a:ext cx="324964" cy="334334"/>
            </a:xfrm>
            <a:custGeom>
              <a:avLst/>
              <a:pathLst>
                <a:path w="324964" h="334334">
                  <a:moveTo>
                    <a:pt x="0" y="222298"/>
                  </a:moveTo>
                  <a:lnTo>
                    <a:pt x="1827" y="227274"/>
                  </a:lnTo>
                  <a:lnTo>
                    <a:pt x="3811" y="232189"/>
                  </a:lnTo>
                  <a:lnTo>
                    <a:pt x="5950" y="237040"/>
                  </a:lnTo>
                  <a:lnTo>
                    <a:pt x="8242" y="241820"/>
                  </a:lnTo>
                  <a:lnTo>
                    <a:pt x="10684" y="246525"/>
                  </a:lnTo>
                  <a:lnTo>
                    <a:pt x="13274" y="251150"/>
                  </a:lnTo>
                  <a:lnTo>
                    <a:pt x="16010" y="255691"/>
                  </a:lnTo>
                  <a:lnTo>
                    <a:pt x="18888" y="260142"/>
                  </a:lnTo>
                  <a:lnTo>
                    <a:pt x="21906" y="264500"/>
                  </a:lnTo>
                  <a:lnTo>
                    <a:pt x="25060" y="268761"/>
                  </a:lnTo>
                  <a:lnTo>
                    <a:pt x="28348" y="272919"/>
                  </a:lnTo>
                  <a:lnTo>
                    <a:pt x="31767" y="276971"/>
                  </a:lnTo>
                  <a:lnTo>
                    <a:pt x="35311" y="280912"/>
                  </a:lnTo>
                  <a:lnTo>
                    <a:pt x="38980" y="284739"/>
                  </a:lnTo>
                  <a:lnTo>
                    <a:pt x="42767" y="288448"/>
                  </a:lnTo>
                  <a:lnTo>
                    <a:pt x="46671" y="292035"/>
                  </a:lnTo>
                  <a:lnTo>
                    <a:pt x="50686" y="295496"/>
                  </a:lnTo>
                  <a:lnTo>
                    <a:pt x="54808" y="298828"/>
                  </a:lnTo>
                  <a:lnTo>
                    <a:pt x="59035" y="302028"/>
                  </a:lnTo>
                  <a:lnTo>
                    <a:pt x="63360" y="305092"/>
                  </a:lnTo>
                  <a:lnTo>
                    <a:pt x="67781" y="308018"/>
                  </a:lnTo>
                  <a:lnTo>
                    <a:pt x="72292" y="310802"/>
                  </a:lnTo>
                  <a:lnTo>
                    <a:pt x="76890" y="313441"/>
                  </a:lnTo>
                  <a:lnTo>
                    <a:pt x="81568" y="315933"/>
                  </a:lnTo>
                  <a:lnTo>
                    <a:pt x="86324" y="318276"/>
                  </a:lnTo>
                  <a:lnTo>
                    <a:pt x="91151" y="320467"/>
                  </a:lnTo>
                  <a:lnTo>
                    <a:pt x="96045" y="322504"/>
                  </a:lnTo>
                  <a:lnTo>
                    <a:pt x="101001" y="324384"/>
                  </a:lnTo>
                  <a:lnTo>
                    <a:pt x="106015" y="326106"/>
                  </a:lnTo>
                  <a:lnTo>
                    <a:pt x="111080" y="327669"/>
                  </a:lnTo>
                  <a:lnTo>
                    <a:pt x="116193" y="329070"/>
                  </a:lnTo>
                  <a:lnTo>
                    <a:pt x="121347" y="330308"/>
                  </a:lnTo>
                  <a:lnTo>
                    <a:pt x="126538" y="331383"/>
                  </a:lnTo>
                  <a:lnTo>
                    <a:pt x="131761" y="332292"/>
                  </a:lnTo>
                  <a:lnTo>
                    <a:pt x="137009" y="333035"/>
                  </a:lnTo>
                  <a:lnTo>
                    <a:pt x="142279" y="333611"/>
                  </a:lnTo>
                  <a:lnTo>
                    <a:pt x="147564" y="334020"/>
                  </a:lnTo>
                  <a:lnTo>
                    <a:pt x="152860" y="334261"/>
                  </a:lnTo>
                  <a:lnTo>
                    <a:pt x="158160" y="334334"/>
                  </a:lnTo>
                  <a:lnTo>
                    <a:pt x="163461" y="334239"/>
                  </a:lnTo>
                  <a:lnTo>
                    <a:pt x="168755" y="333976"/>
                  </a:lnTo>
                  <a:lnTo>
                    <a:pt x="174039" y="333545"/>
                  </a:lnTo>
                  <a:lnTo>
                    <a:pt x="179306" y="332947"/>
                  </a:lnTo>
                  <a:lnTo>
                    <a:pt x="184552" y="332182"/>
                  </a:lnTo>
                  <a:lnTo>
                    <a:pt x="189770" y="331252"/>
                  </a:lnTo>
                  <a:lnTo>
                    <a:pt x="194957" y="330156"/>
                  </a:lnTo>
                  <a:lnTo>
                    <a:pt x="200106" y="328896"/>
                  </a:lnTo>
                  <a:lnTo>
                    <a:pt x="205213" y="327474"/>
                  </a:lnTo>
                  <a:lnTo>
                    <a:pt x="210272" y="325891"/>
                  </a:lnTo>
                  <a:lnTo>
                    <a:pt x="215278" y="324147"/>
                  </a:lnTo>
                  <a:lnTo>
                    <a:pt x="220227" y="322247"/>
                  </a:lnTo>
                  <a:lnTo>
                    <a:pt x="225112" y="320190"/>
                  </a:lnTo>
                  <a:lnTo>
                    <a:pt x="229930" y="317979"/>
                  </a:lnTo>
                  <a:lnTo>
                    <a:pt x="234676" y="315617"/>
                  </a:lnTo>
                  <a:lnTo>
                    <a:pt x="239344" y="313105"/>
                  </a:lnTo>
                  <a:lnTo>
                    <a:pt x="243930" y="310446"/>
                  </a:lnTo>
                  <a:lnTo>
                    <a:pt x="248430" y="307644"/>
                  </a:lnTo>
                  <a:lnTo>
                    <a:pt x="252839" y="304700"/>
                  </a:lnTo>
                  <a:lnTo>
                    <a:pt x="257152" y="301618"/>
                  </a:lnTo>
                  <a:lnTo>
                    <a:pt x="261365" y="298401"/>
                  </a:lnTo>
                  <a:lnTo>
                    <a:pt x="265474" y="295051"/>
                  </a:lnTo>
                  <a:lnTo>
                    <a:pt x="269474" y="291574"/>
                  </a:lnTo>
                  <a:lnTo>
                    <a:pt x="273363" y="287971"/>
                  </a:lnTo>
                  <a:lnTo>
                    <a:pt x="277135" y="284246"/>
                  </a:lnTo>
                  <a:lnTo>
                    <a:pt x="280787" y="280404"/>
                  </a:lnTo>
                  <a:lnTo>
                    <a:pt x="284316" y="276448"/>
                  </a:lnTo>
                  <a:lnTo>
                    <a:pt x="287717" y="272382"/>
                  </a:lnTo>
                  <a:lnTo>
                    <a:pt x="290988" y="268210"/>
                  </a:lnTo>
                  <a:lnTo>
                    <a:pt x="294125" y="263937"/>
                  </a:lnTo>
                  <a:lnTo>
                    <a:pt x="297125" y="259566"/>
                  </a:lnTo>
                  <a:lnTo>
                    <a:pt x="299984" y="255103"/>
                  </a:lnTo>
                  <a:lnTo>
                    <a:pt x="302701" y="250551"/>
                  </a:lnTo>
                  <a:lnTo>
                    <a:pt x="305272" y="245915"/>
                  </a:lnTo>
                  <a:lnTo>
                    <a:pt x="307695" y="241200"/>
                  </a:lnTo>
                  <a:lnTo>
                    <a:pt x="309967" y="236410"/>
                  </a:lnTo>
                  <a:lnTo>
                    <a:pt x="312086" y="231551"/>
                  </a:lnTo>
                  <a:lnTo>
                    <a:pt x="314050" y="226627"/>
                  </a:lnTo>
                  <a:lnTo>
                    <a:pt x="315856" y="221644"/>
                  </a:lnTo>
                  <a:lnTo>
                    <a:pt x="317504" y="216605"/>
                  </a:lnTo>
                  <a:lnTo>
                    <a:pt x="318991" y="211517"/>
                  </a:lnTo>
                  <a:lnTo>
                    <a:pt x="320317" y="206385"/>
                  </a:lnTo>
                  <a:lnTo>
                    <a:pt x="321478" y="201212"/>
                  </a:lnTo>
                  <a:lnTo>
                    <a:pt x="322476" y="196006"/>
                  </a:lnTo>
                  <a:lnTo>
                    <a:pt x="323307" y="190771"/>
                  </a:lnTo>
                  <a:lnTo>
                    <a:pt x="323972" y="185511"/>
                  </a:lnTo>
                  <a:lnTo>
                    <a:pt x="324470" y="180234"/>
                  </a:lnTo>
                  <a:lnTo>
                    <a:pt x="324801" y="174943"/>
                  </a:lnTo>
                  <a:lnTo>
                    <a:pt x="324964" y="169644"/>
                  </a:lnTo>
                  <a:lnTo>
                    <a:pt x="324958" y="164343"/>
                  </a:lnTo>
                  <a:lnTo>
                    <a:pt x="324784" y="159045"/>
                  </a:lnTo>
                  <a:lnTo>
                    <a:pt x="324443" y="153755"/>
                  </a:lnTo>
                  <a:lnTo>
                    <a:pt x="323934" y="148479"/>
                  </a:lnTo>
                  <a:lnTo>
                    <a:pt x="323258" y="143221"/>
                  </a:lnTo>
                  <a:lnTo>
                    <a:pt x="322415" y="137987"/>
                  </a:lnTo>
                  <a:lnTo>
                    <a:pt x="321408" y="132783"/>
                  </a:lnTo>
                  <a:lnTo>
                    <a:pt x="320235" y="127613"/>
                  </a:lnTo>
                  <a:lnTo>
                    <a:pt x="318899" y="122483"/>
                  </a:lnTo>
                  <a:lnTo>
                    <a:pt x="317401" y="117398"/>
                  </a:lnTo>
                  <a:lnTo>
                    <a:pt x="315743" y="112363"/>
                  </a:lnTo>
                  <a:lnTo>
                    <a:pt x="313926" y="107383"/>
                  </a:lnTo>
                  <a:lnTo>
                    <a:pt x="311952" y="102463"/>
                  </a:lnTo>
                  <a:lnTo>
                    <a:pt x="309823" y="97609"/>
                  </a:lnTo>
                  <a:lnTo>
                    <a:pt x="307541" y="92824"/>
                  </a:lnTo>
                  <a:lnTo>
                    <a:pt x="305109" y="88114"/>
                  </a:lnTo>
                  <a:lnTo>
                    <a:pt x="302528" y="83483"/>
                  </a:lnTo>
                  <a:lnTo>
                    <a:pt x="299802" y="78937"/>
                  </a:lnTo>
                  <a:lnTo>
                    <a:pt x="296933" y="74479"/>
                  </a:lnTo>
                  <a:lnTo>
                    <a:pt x="293924" y="70115"/>
                  </a:lnTo>
                  <a:lnTo>
                    <a:pt x="290779" y="65848"/>
                  </a:lnTo>
                  <a:lnTo>
                    <a:pt x="287499" y="61683"/>
                  </a:lnTo>
                  <a:lnTo>
                    <a:pt x="284089" y="57624"/>
                  </a:lnTo>
                  <a:lnTo>
                    <a:pt x="280553" y="53676"/>
                  </a:lnTo>
                  <a:lnTo>
                    <a:pt x="276892" y="49841"/>
                  </a:lnTo>
                  <a:lnTo>
                    <a:pt x="273112" y="46124"/>
                  </a:lnTo>
                  <a:lnTo>
                    <a:pt x="269217" y="42529"/>
                  </a:lnTo>
                  <a:lnTo>
                    <a:pt x="265209" y="39060"/>
                  </a:lnTo>
                  <a:lnTo>
                    <a:pt x="261093" y="35719"/>
                  </a:lnTo>
                  <a:lnTo>
                    <a:pt x="256873" y="32511"/>
                  </a:lnTo>
                  <a:lnTo>
                    <a:pt x="252554" y="29437"/>
                  </a:lnTo>
                  <a:lnTo>
                    <a:pt x="248139" y="26503"/>
                  </a:lnTo>
                  <a:lnTo>
                    <a:pt x="243634" y="23710"/>
                  </a:lnTo>
                  <a:lnTo>
                    <a:pt x="239042" y="21061"/>
                  </a:lnTo>
                  <a:lnTo>
                    <a:pt x="234368" y="18559"/>
                  </a:lnTo>
                  <a:lnTo>
                    <a:pt x="229618" y="16206"/>
                  </a:lnTo>
                  <a:lnTo>
                    <a:pt x="224795" y="14005"/>
                  </a:lnTo>
                  <a:lnTo>
                    <a:pt x="219905" y="11958"/>
                  </a:lnTo>
                  <a:lnTo>
                    <a:pt x="214953" y="10068"/>
                  </a:lnTo>
                  <a:lnTo>
                    <a:pt x="209943" y="8335"/>
                  </a:lnTo>
                  <a:lnTo>
                    <a:pt x="204881" y="6762"/>
                  </a:lnTo>
                  <a:lnTo>
                    <a:pt x="199771" y="5350"/>
                  </a:lnTo>
                  <a:lnTo>
                    <a:pt x="194619" y="4101"/>
                  </a:lnTo>
                  <a:lnTo>
                    <a:pt x="189431" y="3016"/>
                  </a:lnTo>
                  <a:lnTo>
                    <a:pt x="184210" y="2097"/>
                  </a:lnTo>
                  <a:lnTo>
                    <a:pt x="178963" y="1343"/>
                  </a:lnTo>
                  <a:lnTo>
                    <a:pt x="173694" y="755"/>
                  </a:lnTo>
                  <a:lnTo>
                    <a:pt x="168410" y="336"/>
                  </a:lnTo>
                  <a:lnTo>
                    <a:pt x="163115" y="84"/>
                  </a:lnTo>
                  <a:lnTo>
                    <a:pt x="157814" y="0"/>
                  </a:lnTo>
                  <a:lnTo>
                    <a:pt x="15781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8147" y="4659281"/>
              <a:ext cx="105087" cy="167167"/>
            </a:xfrm>
            <a:custGeom>
              <a:avLst/>
              <a:pathLst>
                <a:path w="105087" h="167167">
                  <a:moveTo>
                    <a:pt x="105087" y="0"/>
                  </a:moveTo>
                  <a:lnTo>
                    <a:pt x="99406" y="96"/>
                  </a:lnTo>
                  <a:lnTo>
                    <a:pt x="93732" y="386"/>
                  </a:lnTo>
                  <a:lnTo>
                    <a:pt x="88071" y="868"/>
                  </a:lnTo>
                  <a:lnTo>
                    <a:pt x="82429" y="1542"/>
                  </a:lnTo>
                  <a:lnTo>
                    <a:pt x="76814" y="2408"/>
                  </a:lnTo>
                  <a:lnTo>
                    <a:pt x="71231" y="3464"/>
                  </a:lnTo>
                  <a:lnTo>
                    <a:pt x="65687" y="4709"/>
                  </a:lnTo>
                  <a:lnTo>
                    <a:pt x="60189" y="6142"/>
                  </a:lnTo>
                  <a:lnTo>
                    <a:pt x="54743" y="7761"/>
                  </a:lnTo>
                  <a:lnTo>
                    <a:pt x="49355" y="9563"/>
                  </a:lnTo>
                  <a:lnTo>
                    <a:pt x="44031" y="11549"/>
                  </a:lnTo>
                  <a:lnTo>
                    <a:pt x="38778" y="13713"/>
                  </a:lnTo>
                  <a:lnTo>
                    <a:pt x="33601" y="16055"/>
                  </a:lnTo>
                  <a:lnTo>
                    <a:pt x="28507" y="18572"/>
                  </a:lnTo>
                  <a:lnTo>
                    <a:pt x="23502" y="21260"/>
                  </a:lnTo>
                  <a:lnTo>
                    <a:pt x="18590" y="24117"/>
                  </a:lnTo>
                  <a:lnTo>
                    <a:pt x="13779" y="27139"/>
                  </a:lnTo>
                  <a:lnTo>
                    <a:pt x="9073" y="30323"/>
                  </a:lnTo>
                  <a:lnTo>
                    <a:pt x="4478" y="33665"/>
                  </a:lnTo>
                  <a:lnTo>
                    <a:pt x="0" y="37161"/>
                  </a:lnTo>
                  <a:lnTo>
                    <a:pt x="10508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8147" y="4696443"/>
              <a:ext cx="105087" cy="130005"/>
            </a:xfrm>
            <a:custGeom>
              <a:avLst/>
              <a:pathLst>
                <a:path w="105087" h="130005">
                  <a:moveTo>
                    <a:pt x="0" y="0"/>
                  </a:moveTo>
                  <a:lnTo>
                    <a:pt x="105087" y="1300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18147" y="4696443"/>
              <a:ext cx="105087" cy="130005"/>
            </a:xfrm>
            <a:custGeom>
              <a:avLst/>
              <a:pathLst>
                <a:path w="105087" h="130005">
                  <a:moveTo>
                    <a:pt x="0" y="0"/>
                  </a:moveTo>
                  <a:lnTo>
                    <a:pt x="105087" y="1300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67" y="4696443"/>
              <a:ext cx="278110" cy="297168"/>
            </a:xfrm>
            <a:custGeom>
              <a:avLst/>
              <a:pathLst>
                <a:path w="278110" h="297168">
                  <a:moveTo>
                    <a:pt x="62079" y="0"/>
                  </a:moveTo>
                  <a:lnTo>
                    <a:pt x="57989" y="3415"/>
                  </a:lnTo>
                  <a:lnTo>
                    <a:pt x="54010" y="6958"/>
                  </a:lnTo>
                  <a:lnTo>
                    <a:pt x="50146" y="10627"/>
                  </a:lnTo>
                  <a:lnTo>
                    <a:pt x="46401" y="14417"/>
                  </a:lnTo>
                  <a:lnTo>
                    <a:pt x="42779" y="18325"/>
                  </a:lnTo>
                  <a:lnTo>
                    <a:pt x="39283" y="22346"/>
                  </a:lnTo>
                  <a:lnTo>
                    <a:pt x="35917" y="26476"/>
                  </a:lnTo>
                  <a:lnTo>
                    <a:pt x="32684" y="30711"/>
                  </a:lnTo>
                  <a:lnTo>
                    <a:pt x="29588" y="35048"/>
                  </a:lnTo>
                  <a:lnTo>
                    <a:pt x="26631" y="39481"/>
                  </a:lnTo>
                  <a:lnTo>
                    <a:pt x="23818" y="44005"/>
                  </a:lnTo>
                  <a:lnTo>
                    <a:pt x="21150" y="48618"/>
                  </a:lnTo>
                  <a:lnTo>
                    <a:pt x="18630" y="53312"/>
                  </a:lnTo>
                  <a:lnTo>
                    <a:pt x="16261" y="58085"/>
                  </a:lnTo>
                  <a:lnTo>
                    <a:pt x="14046" y="62931"/>
                  </a:lnTo>
                  <a:lnTo>
                    <a:pt x="11986" y="67845"/>
                  </a:lnTo>
                  <a:lnTo>
                    <a:pt x="10084" y="72822"/>
                  </a:lnTo>
                  <a:lnTo>
                    <a:pt x="8341" y="77857"/>
                  </a:lnTo>
                  <a:lnTo>
                    <a:pt x="6760" y="82946"/>
                  </a:lnTo>
                  <a:lnTo>
                    <a:pt x="5342" y="88082"/>
                  </a:lnTo>
                  <a:lnTo>
                    <a:pt x="4088" y="93260"/>
                  </a:lnTo>
                  <a:lnTo>
                    <a:pt x="3000" y="98476"/>
                  </a:lnTo>
                  <a:lnTo>
                    <a:pt x="2078" y="103724"/>
                  </a:lnTo>
                  <a:lnTo>
                    <a:pt x="1324" y="108999"/>
                  </a:lnTo>
                  <a:lnTo>
                    <a:pt x="739" y="114295"/>
                  </a:lnTo>
                  <a:lnTo>
                    <a:pt x="323" y="119607"/>
                  </a:lnTo>
                  <a:lnTo>
                    <a:pt x="76" y="124929"/>
                  </a:lnTo>
                  <a:lnTo>
                    <a:pt x="0" y="130257"/>
                  </a:lnTo>
                  <a:lnTo>
                    <a:pt x="92" y="135584"/>
                  </a:lnTo>
                  <a:lnTo>
                    <a:pt x="355" y="140906"/>
                  </a:lnTo>
                  <a:lnTo>
                    <a:pt x="787" y="146217"/>
                  </a:lnTo>
                  <a:lnTo>
                    <a:pt x="1388" y="151511"/>
                  </a:lnTo>
                  <a:lnTo>
                    <a:pt x="2158" y="156783"/>
                  </a:lnTo>
                  <a:lnTo>
                    <a:pt x="3095" y="162028"/>
                  </a:lnTo>
                  <a:lnTo>
                    <a:pt x="4199" y="167241"/>
                  </a:lnTo>
                  <a:lnTo>
                    <a:pt x="5469" y="172416"/>
                  </a:lnTo>
                  <a:lnTo>
                    <a:pt x="6902" y="177548"/>
                  </a:lnTo>
                  <a:lnTo>
                    <a:pt x="8499" y="182631"/>
                  </a:lnTo>
                  <a:lnTo>
                    <a:pt x="10257" y="187661"/>
                  </a:lnTo>
                  <a:lnTo>
                    <a:pt x="12174" y="192632"/>
                  </a:lnTo>
                  <a:lnTo>
                    <a:pt x="14248" y="197540"/>
                  </a:lnTo>
                  <a:lnTo>
                    <a:pt x="16478" y="202379"/>
                  </a:lnTo>
                  <a:lnTo>
                    <a:pt x="18862" y="207145"/>
                  </a:lnTo>
                  <a:lnTo>
                    <a:pt x="21395" y="211832"/>
                  </a:lnTo>
                  <a:lnTo>
                    <a:pt x="24077" y="216436"/>
                  </a:lnTo>
                  <a:lnTo>
                    <a:pt x="26904" y="220953"/>
                  </a:lnTo>
                  <a:lnTo>
                    <a:pt x="29874" y="225376"/>
                  </a:lnTo>
                  <a:lnTo>
                    <a:pt x="32983" y="229704"/>
                  </a:lnTo>
                  <a:lnTo>
                    <a:pt x="36229" y="233929"/>
                  </a:lnTo>
                  <a:lnTo>
                    <a:pt x="39607" y="238049"/>
                  </a:lnTo>
                  <a:lnTo>
                    <a:pt x="43115" y="242060"/>
                  </a:lnTo>
                  <a:lnTo>
                    <a:pt x="46749" y="245956"/>
                  </a:lnTo>
                  <a:lnTo>
                    <a:pt x="50506" y="249735"/>
                  </a:lnTo>
                  <a:lnTo>
                    <a:pt x="54381" y="253392"/>
                  </a:lnTo>
                  <a:lnTo>
                    <a:pt x="58371" y="256924"/>
                  </a:lnTo>
                  <a:lnTo>
                    <a:pt x="62471" y="260327"/>
                  </a:lnTo>
                  <a:lnTo>
                    <a:pt x="66677" y="263597"/>
                  </a:lnTo>
                  <a:lnTo>
                    <a:pt x="70986" y="266732"/>
                  </a:lnTo>
                  <a:lnTo>
                    <a:pt x="75392" y="269728"/>
                  </a:lnTo>
                  <a:lnTo>
                    <a:pt x="79892" y="272582"/>
                  </a:lnTo>
                  <a:lnTo>
                    <a:pt x="84480" y="275291"/>
                  </a:lnTo>
                  <a:lnTo>
                    <a:pt x="89152" y="277852"/>
                  </a:lnTo>
                  <a:lnTo>
                    <a:pt x="93903" y="280263"/>
                  </a:lnTo>
                  <a:lnTo>
                    <a:pt x="98729" y="282522"/>
                  </a:lnTo>
                  <a:lnTo>
                    <a:pt x="103625" y="284625"/>
                  </a:lnTo>
                  <a:lnTo>
                    <a:pt x="108585" y="286572"/>
                  </a:lnTo>
                  <a:lnTo>
                    <a:pt x="113604" y="288359"/>
                  </a:lnTo>
                  <a:lnTo>
                    <a:pt x="118678" y="289986"/>
                  </a:lnTo>
                  <a:lnTo>
                    <a:pt x="123801" y="291450"/>
                  </a:lnTo>
                  <a:lnTo>
                    <a:pt x="128968" y="292750"/>
                  </a:lnTo>
                  <a:lnTo>
                    <a:pt x="134174" y="293885"/>
                  </a:lnTo>
                  <a:lnTo>
                    <a:pt x="139414" y="294853"/>
                  </a:lnTo>
                  <a:lnTo>
                    <a:pt x="144682" y="295654"/>
                  </a:lnTo>
                  <a:lnTo>
                    <a:pt x="149972" y="296286"/>
                  </a:lnTo>
                  <a:lnTo>
                    <a:pt x="155280" y="296750"/>
                  </a:lnTo>
                  <a:lnTo>
                    <a:pt x="160600" y="297044"/>
                  </a:lnTo>
                  <a:lnTo>
                    <a:pt x="165927" y="297168"/>
                  </a:lnTo>
                  <a:lnTo>
                    <a:pt x="171255" y="297123"/>
                  </a:lnTo>
                  <a:lnTo>
                    <a:pt x="176579" y="296908"/>
                  </a:lnTo>
                  <a:lnTo>
                    <a:pt x="181893" y="296523"/>
                  </a:lnTo>
                  <a:lnTo>
                    <a:pt x="187193" y="295969"/>
                  </a:lnTo>
                  <a:lnTo>
                    <a:pt x="192472" y="295246"/>
                  </a:lnTo>
                  <a:lnTo>
                    <a:pt x="197725" y="294356"/>
                  </a:lnTo>
                  <a:lnTo>
                    <a:pt x="202947" y="293299"/>
                  </a:lnTo>
                  <a:lnTo>
                    <a:pt x="208133" y="292075"/>
                  </a:lnTo>
                  <a:lnTo>
                    <a:pt x="213278" y="290687"/>
                  </a:lnTo>
                  <a:lnTo>
                    <a:pt x="218375" y="289136"/>
                  </a:lnTo>
                  <a:lnTo>
                    <a:pt x="223420" y="287423"/>
                  </a:lnTo>
                  <a:lnTo>
                    <a:pt x="228409" y="285551"/>
                  </a:lnTo>
                  <a:lnTo>
                    <a:pt x="233335" y="283520"/>
                  </a:lnTo>
                  <a:lnTo>
                    <a:pt x="238194" y="281333"/>
                  </a:lnTo>
                  <a:lnTo>
                    <a:pt x="242980" y="278993"/>
                  </a:lnTo>
                  <a:lnTo>
                    <a:pt x="247690" y="276501"/>
                  </a:lnTo>
                  <a:lnTo>
                    <a:pt x="252318" y="273860"/>
                  </a:lnTo>
                  <a:lnTo>
                    <a:pt x="256859" y="271073"/>
                  </a:lnTo>
                  <a:lnTo>
                    <a:pt x="261309" y="268143"/>
                  </a:lnTo>
                  <a:lnTo>
                    <a:pt x="265664" y="265073"/>
                  </a:lnTo>
                  <a:lnTo>
                    <a:pt x="269919" y="261865"/>
                  </a:lnTo>
                  <a:lnTo>
                    <a:pt x="274069" y="258524"/>
                  </a:lnTo>
                  <a:lnTo>
                    <a:pt x="278110" y="255051"/>
                  </a:lnTo>
                  <a:lnTo>
                    <a:pt x="167167" y="130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62" cy="292213"/>
            </a:xfrm>
            <a:custGeom>
              <a:avLst/>
              <a:pathLst>
                <a:path w="167162" h="292213">
                  <a:moveTo>
                    <a:pt x="110943" y="292213"/>
                  </a:moveTo>
                  <a:lnTo>
                    <a:pt x="114913" y="288575"/>
                  </a:lnTo>
                  <a:lnTo>
                    <a:pt x="118763" y="284811"/>
                  </a:lnTo>
                  <a:lnTo>
                    <a:pt x="122490" y="280925"/>
                  </a:lnTo>
                  <a:lnTo>
                    <a:pt x="126091" y="276921"/>
                  </a:lnTo>
                  <a:lnTo>
                    <a:pt x="129560" y="272803"/>
                  </a:lnTo>
                  <a:lnTo>
                    <a:pt x="132895" y="268576"/>
                  </a:lnTo>
                  <a:lnTo>
                    <a:pt x="136092" y="264243"/>
                  </a:lnTo>
                  <a:lnTo>
                    <a:pt x="139148" y="259810"/>
                  </a:lnTo>
                  <a:lnTo>
                    <a:pt x="142059" y="255280"/>
                  </a:lnTo>
                  <a:lnTo>
                    <a:pt x="144823" y="250659"/>
                  </a:lnTo>
                  <a:lnTo>
                    <a:pt x="147437" y="245952"/>
                  </a:lnTo>
                  <a:lnTo>
                    <a:pt x="149898" y="241163"/>
                  </a:lnTo>
                  <a:lnTo>
                    <a:pt x="152203" y="236297"/>
                  </a:lnTo>
                  <a:lnTo>
                    <a:pt x="154351" y="231359"/>
                  </a:lnTo>
                  <a:lnTo>
                    <a:pt x="156338" y="226354"/>
                  </a:lnTo>
                  <a:lnTo>
                    <a:pt x="158163" y="221289"/>
                  </a:lnTo>
                  <a:lnTo>
                    <a:pt x="159824" y="216167"/>
                  </a:lnTo>
                  <a:lnTo>
                    <a:pt x="161320" y="210994"/>
                  </a:lnTo>
                  <a:lnTo>
                    <a:pt x="162647" y="205776"/>
                  </a:lnTo>
                  <a:lnTo>
                    <a:pt x="163806" y="200517"/>
                  </a:lnTo>
                  <a:lnTo>
                    <a:pt x="164796" y="195225"/>
                  </a:lnTo>
                  <a:lnTo>
                    <a:pt x="165614" y="189903"/>
                  </a:lnTo>
                  <a:lnTo>
                    <a:pt x="166260" y="184557"/>
                  </a:lnTo>
                  <a:lnTo>
                    <a:pt x="166734" y="179193"/>
                  </a:lnTo>
                  <a:lnTo>
                    <a:pt x="167035" y="173817"/>
                  </a:lnTo>
                  <a:lnTo>
                    <a:pt x="167162" y="168434"/>
                  </a:lnTo>
                  <a:lnTo>
                    <a:pt x="167116" y="163050"/>
                  </a:lnTo>
                  <a:lnTo>
                    <a:pt x="166897" y="157670"/>
                  </a:lnTo>
                  <a:lnTo>
                    <a:pt x="166504" y="152300"/>
                  </a:lnTo>
                  <a:lnTo>
                    <a:pt x="165939" y="146945"/>
                  </a:lnTo>
                  <a:lnTo>
                    <a:pt x="165202" y="141611"/>
                  </a:lnTo>
                  <a:lnTo>
                    <a:pt x="164293" y="136304"/>
                  </a:lnTo>
                  <a:lnTo>
                    <a:pt x="163214" y="131028"/>
                  </a:lnTo>
                  <a:lnTo>
                    <a:pt x="161965" y="125791"/>
                  </a:lnTo>
                  <a:lnTo>
                    <a:pt x="160549" y="120596"/>
                  </a:lnTo>
                  <a:lnTo>
                    <a:pt x="158966" y="115449"/>
                  </a:lnTo>
                  <a:lnTo>
                    <a:pt x="157218" y="110356"/>
                  </a:lnTo>
                  <a:lnTo>
                    <a:pt x="155306" y="105322"/>
                  </a:lnTo>
                  <a:lnTo>
                    <a:pt x="153234" y="100353"/>
                  </a:lnTo>
                  <a:lnTo>
                    <a:pt x="151003" y="95452"/>
                  </a:lnTo>
                  <a:lnTo>
                    <a:pt x="148615" y="90626"/>
                  </a:lnTo>
                  <a:lnTo>
                    <a:pt x="146073" y="85880"/>
                  </a:lnTo>
                  <a:lnTo>
                    <a:pt x="143379" y="81217"/>
                  </a:lnTo>
                  <a:lnTo>
                    <a:pt x="140536" y="76644"/>
                  </a:lnTo>
                  <a:lnTo>
                    <a:pt x="137548" y="72165"/>
                  </a:lnTo>
                  <a:lnTo>
                    <a:pt x="134417" y="67784"/>
                  </a:lnTo>
                  <a:lnTo>
                    <a:pt x="131147" y="63507"/>
                  </a:lnTo>
                  <a:lnTo>
                    <a:pt x="127740" y="59337"/>
                  </a:lnTo>
                  <a:lnTo>
                    <a:pt x="124201" y="55279"/>
                  </a:lnTo>
                  <a:lnTo>
                    <a:pt x="120533" y="51337"/>
                  </a:lnTo>
                  <a:lnTo>
                    <a:pt x="116740" y="47515"/>
                  </a:lnTo>
                  <a:lnTo>
                    <a:pt x="112826" y="43817"/>
                  </a:lnTo>
                  <a:lnTo>
                    <a:pt x="108795" y="40248"/>
                  </a:lnTo>
                  <a:lnTo>
                    <a:pt x="104651" y="36809"/>
                  </a:lnTo>
                  <a:lnTo>
                    <a:pt x="100398" y="33507"/>
                  </a:lnTo>
                  <a:lnTo>
                    <a:pt x="96041" y="30343"/>
                  </a:lnTo>
                  <a:lnTo>
                    <a:pt x="91585" y="27320"/>
                  </a:lnTo>
                  <a:lnTo>
                    <a:pt x="87034" y="24443"/>
                  </a:lnTo>
                  <a:lnTo>
                    <a:pt x="82392" y="21714"/>
                  </a:lnTo>
                  <a:lnTo>
                    <a:pt x="77665" y="19136"/>
                  </a:lnTo>
                  <a:lnTo>
                    <a:pt x="72857" y="16712"/>
                  </a:lnTo>
                  <a:lnTo>
                    <a:pt x="67973" y="14443"/>
                  </a:lnTo>
                  <a:lnTo>
                    <a:pt x="63019" y="12333"/>
                  </a:lnTo>
                  <a:lnTo>
                    <a:pt x="58000" y="10384"/>
                  </a:lnTo>
                  <a:lnTo>
                    <a:pt x="52921" y="8597"/>
                  </a:lnTo>
                  <a:lnTo>
                    <a:pt x="47786" y="6975"/>
                  </a:lnTo>
                  <a:lnTo>
                    <a:pt x="42602" y="5519"/>
                  </a:lnTo>
                  <a:lnTo>
                    <a:pt x="37374" y="4231"/>
                  </a:lnTo>
                  <a:lnTo>
                    <a:pt x="32107" y="3112"/>
                  </a:lnTo>
                  <a:lnTo>
                    <a:pt x="26807" y="2163"/>
                  </a:lnTo>
                  <a:lnTo>
                    <a:pt x="21479" y="1385"/>
                  </a:lnTo>
                  <a:lnTo>
                    <a:pt x="16129" y="779"/>
                  </a:lnTo>
                  <a:lnTo>
                    <a:pt x="10762" y="346"/>
                  </a:lnTo>
                  <a:lnTo>
                    <a:pt x="538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8561" y="4213821"/>
              <a:ext cx="129910" cy="167167"/>
            </a:xfrm>
            <a:custGeom>
              <a:avLst/>
              <a:pathLst>
                <a:path w="129910" h="167167">
                  <a:moveTo>
                    <a:pt x="129910" y="0"/>
                  </a:moveTo>
                  <a:lnTo>
                    <a:pt x="124400" y="90"/>
                  </a:lnTo>
                  <a:lnTo>
                    <a:pt x="118896" y="363"/>
                  </a:lnTo>
                  <a:lnTo>
                    <a:pt x="113404" y="816"/>
                  </a:lnTo>
                  <a:lnTo>
                    <a:pt x="107930" y="1451"/>
                  </a:lnTo>
                  <a:lnTo>
                    <a:pt x="102480" y="2265"/>
                  </a:lnTo>
                  <a:lnTo>
                    <a:pt x="97060" y="3259"/>
                  </a:lnTo>
                  <a:lnTo>
                    <a:pt x="91675" y="4431"/>
                  </a:lnTo>
                  <a:lnTo>
                    <a:pt x="86332" y="5779"/>
                  </a:lnTo>
                  <a:lnTo>
                    <a:pt x="81036" y="7303"/>
                  </a:lnTo>
                  <a:lnTo>
                    <a:pt x="75794" y="9001"/>
                  </a:lnTo>
                  <a:lnTo>
                    <a:pt x="70610" y="10871"/>
                  </a:lnTo>
                  <a:lnTo>
                    <a:pt x="65491" y="12910"/>
                  </a:lnTo>
                  <a:lnTo>
                    <a:pt x="60441" y="15117"/>
                  </a:lnTo>
                  <a:lnTo>
                    <a:pt x="55468" y="17490"/>
                  </a:lnTo>
                  <a:lnTo>
                    <a:pt x="50575" y="20025"/>
                  </a:lnTo>
                  <a:lnTo>
                    <a:pt x="45768" y="22719"/>
                  </a:lnTo>
                  <a:lnTo>
                    <a:pt x="41053" y="25571"/>
                  </a:lnTo>
                  <a:lnTo>
                    <a:pt x="36434" y="28577"/>
                  </a:lnTo>
                  <a:lnTo>
                    <a:pt x="31917" y="31733"/>
                  </a:lnTo>
                  <a:lnTo>
                    <a:pt x="27506" y="35037"/>
                  </a:lnTo>
                  <a:lnTo>
                    <a:pt x="23207" y="38484"/>
                  </a:lnTo>
                  <a:lnTo>
                    <a:pt x="19023" y="42071"/>
                  </a:lnTo>
                  <a:lnTo>
                    <a:pt x="14960" y="45793"/>
                  </a:lnTo>
                  <a:lnTo>
                    <a:pt x="11022" y="49648"/>
                  </a:lnTo>
                  <a:lnTo>
                    <a:pt x="7213" y="53631"/>
                  </a:lnTo>
                  <a:lnTo>
                    <a:pt x="3538" y="57736"/>
                  </a:lnTo>
                  <a:lnTo>
                    <a:pt x="0" y="61961"/>
                  </a:lnTo>
                  <a:lnTo>
                    <a:pt x="12991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8561" y="4275783"/>
              <a:ext cx="129910" cy="105205"/>
            </a:xfrm>
            <a:custGeom>
              <a:avLst/>
              <a:pathLst>
                <a:path w="129910" h="105205">
                  <a:moveTo>
                    <a:pt x="0" y="0"/>
                  </a:moveTo>
                  <a:lnTo>
                    <a:pt x="129910" y="1052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24" y="4275783"/>
              <a:ext cx="334283" cy="272373"/>
            </a:xfrm>
            <a:custGeom>
              <a:avLst/>
              <a:pathLst>
                <a:path w="334283" h="272373">
                  <a:moveTo>
                    <a:pt x="37237" y="0"/>
                  </a:moveTo>
                  <a:lnTo>
                    <a:pt x="33969" y="4169"/>
                  </a:lnTo>
                  <a:lnTo>
                    <a:pt x="30835" y="8439"/>
                  </a:lnTo>
                  <a:lnTo>
                    <a:pt x="27837" y="12807"/>
                  </a:lnTo>
                  <a:lnTo>
                    <a:pt x="24979" y="17267"/>
                  </a:lnTo>
                  <a:lnTo>
                    <a:pt x="22264" y="21816"/>
                  </a:lnTo>
                  <a:lnTo>
                    <a:pt x="19695" y="26449"/>
                  </a:lnTo>
                  <a:lnTo>
                    <a:pt x="17273" y="31160"/>
                  </a:lnTo>
                  <a:lnTo>
                    <a:pt x="15003" y="35946"/>
                  </a:lnTo>
                  <a:lnTo>
                    <a:pt x="12884" y="40802"/>
                  </a:lnTo>
                  <a:lnTo>
                    <a:pt x="10921" y="45722"/>
                  </a:lnTo>
                  <a:lnTo>
                    <a:pt x="9115" y="50702"/>
                  </a:lnTo>
                  <a:lnTo>
                    <a:pt x="7467" y="55736"/>
                  </a:lnTo>
                  <a:lnTo>
                    <a:pt x="5980" y="60821"/>
                  </a:lnTo>
                  <a:lnTo>
                    <a:pt x="4655" y="65950"/>
                  </a:lnTo>
                  <a:lnTo>
                    <a:pt x="3492" y="71118"/>
                  </a:lnTo>
                  <a:lnTo>
                    <a:pt x="2495" y="76321"/>
                  </a:lnTo>
                  <a:lnTo>
                    <a:pt x="1662" y="81552"/>
                  </a:lnTo>
                  <a:lnTo>
                    <a:pt x="996" y="86807"/>
                  </a:lnTo>
                  <a:lnTo>
                    <a:pt x="496" y="92081"/>
                  </a:lnTo>
                  <a:lnTo>
                    <a:pt x="164" y="97368"/>
                  </a:lnTo>
                  <a:lnTo>
                    <a:pt x="0" y="102663"/>
                  </a:lnTo>
                  <a:lnTo>
                    <a:pt x="3" y="107960"/>
                  </a:lnTo>
                  <a:lnTo>
                    <a:pt x="174" y="113255"/>
                  </a:lnTo>
                  <a:lnTo>
                    <a:pt x="513" y="118542"/>
                  </a:lnTo>
                  <a:lnTo>
                    <a:pt x="1019" y="123815"/>
                  </a:lnTo>
                  <a:lnTo>
                    <a:pt x="1692" y="129069"/>
                  </a:lnTo>
                  <a:lnTo>
                    <a:pt x="2531" y="134300"/>
                  </a:lnTo>
                  <a:lnTo>
                    <a:pt x="3536" y="139501"/>
                  </a:lnTo>
                  <a:lnTo>
                    <a:pt x="4705" y="144668"/>
                  </a:lnTo>
                  <a:lnTo>
                    <a:pt x="6037" y="149795"/>
                  </a:lnTo>
                  <a:lnTo>
                    <a:pt x="7531" y="154878"/>
                  </a:lnTo>
                  <a:lnTo>
                    <a:pt x="9185" y="159910"/>
                  </a:lnTo>
                  <a:lnTo>
                    <a:pt x="10997" y="164888"/>
                  </a:lnTo>
                  <a:lnTo>
                    <a:pt x="12967" y="169805"/>
                  </a:lnTo>
                  <a:lnTo>
                    <a:pt x="15091" y="174658"/>
                  </a:lnTo>
                  <a:lnTo>
                    <a:pt x="17368" y="179441"/>
                  </a:lnTo>
                  <a:lnTo>
                    <a:pt x="19795" y="184150"/>
                  </a:lnTo>
                  <a:lnTo>
                    <a:pt x="22371" y="188779"/>
                  </a:lnTo>
                  <a:lnTo>
                    <a:pt x="25091" y="193324"/>
                  </a:lnTo>
                  <a:lnTo>
                    <a:pt x="27955" y="197781"/>
                  </a:lnTo>
                  <a:lnTo>
                    <a:pt x="30958" y="202145"/>
                  </a:lnTo>
                  <a:lnTo>
                    <a:pt x="34098" y="206412"/>
                  </a:lnTo>
                  <a:lnTo>
                    <a:pt x="37371" y="210577"/>
                  </a:lnTo>
                  <a:lnTo>
                    <a:pt x="40775" y="214636"/>
                  </a:lnTo>
                  <a:lnTo>
                    <a:pt x="44306" y="218585"/>
                  </a:lnTo>
                  <a:lnTo>
                    <a:pt x="47960" y="222420"/>
                  </a:lnTo>
                  <a:lnTo>
                    <a:pt x="51734" y="226138"/>
                  </a:lnTo>
                  <a:lnTo>
                    <a:pt x="55624" y="229734"/>
                  </a:lnTo>
                  <a:lnTo>
                    <a:pt x="59625" y="233205"/>
                  </a:lnTo>
                  <a:lnTo>
                    <a:pt x="63735" y="236548"/>
                  </a:lnTo>
                  <a:lnTo>
                    <a:pt x="67949" y="239758"/>
                  </a:lnTo>
                  <a:lnTo>
                    <a:pt x="72262" y="242834"/>
                  </a:lnTo>
                  <a:lnTo>
                    <a:pt x="76670" y="245771"/>
                  </a:lnTo>
                  <a:lnTo>
                    <a:pt x="81170" y="248568"/>
                  </a:lnTo>
                  <a:lnTo>
                    <a:pt x="85755" y="251220"/>
                  </a:lnTo>
                  <a:lnTo>
                    <a:pt x="90423" y="253725"/>
                  </a:lnTo>
                  <a:lnTo>
                    <a:pt x="95167" y="256082"/>
                  </a:lnTo>
                  <a:lnTo>
                    <a:pt x="99984" y="258287"/>
                  </a:lnTo>
                  <a:lnTo>
                    <a:pt x="104868" y="260338"/>
                  </a:lnTo>
                  <a:lnTo>
                    <a:pt x="109814" y="262234"/>
                  </a:lnTo>
                  <a:lnTo>
                    <a:pt x="114819" y="263971"/>
                  </a:lnTo>
                  <a:lnTo>
                    <a:pt x="119875" y="265550"/>
                  </a:lnTo>
                  <a:lnTo>
                    <a:pt x="124980" y="266967"/>
                  </a:lnTo>
                  <a:lnTo>
                    <a:pt x="130126" y="268222"/>
                  </a:lnTo>
                  <a:lnTo>
                    <a:pt x="135310" y="269313"/>
                  </a:lnTo>
                  <a:lnTo>
                    <a:pt x="140526" y="270239"/>
                  </a:lnTo>
                  <a:lnTo>
                    <a:pt x="145768" y="271000"/>
                  </a:lnTo>
                  <a:lnTo>
                    <a:pt x="151032" y="271594"/>
                  </a:lnTo>
                  <a:lnTo>
                    <a:pt x="156313" y="272021"/>
                  </a:lnTo>
                  <a:lnTo>
                    <a:pt x="161604" y="272281"/>
                  </a:lnTo>
                  <a:lnTo>
                    <a:pt x="166900" y="272373"/>
                  </a:lnTo>
                  <a:lnTo>
                    <a:pt x="172197" y="272296"/>
                  </a:lnTo>
                  <a:lnTo>
                    <a:pt x="177489" y="272053"/>
                  </a:lnTo>
                  <a:lnTo>
                    <a:pt x="182770" y="271641"/>
                  </a:lnTo>
                  <a:lnTo>
                    <a:pt x="188036" y="271063"/>
                  </a:lnTo>
                  <a:lnTo>
                    <a:pt x="193281" y="270317"/>
                  </a:lnTo>
                  <a:lnTo>
                    <a:pt x="198499" y="269407"/>
                  </a:lnTo>
                  <a:lnTo>
                    <a:pt x="203686" y="268331"/>
                  </a:lnTo>
                  <a:lnTo>
                    <a:pt x="208836" y="267091"/>
                  </a:lnTo>
                  <a:lnTo>
                    <a:pt x="213945" y="265689"/>
                  </a:lnTo>
                  <a:lnTo>
                    <a:pt x="219006" y="264125"/>
                  </a:lnTo>
                  <a:lnTo>
                    <a:pt x="224016" y="262403"/>
                  </a:lnTo>
                  <a:lnTo>
                    <a:pt x="228968" y="260522"/>
                  </a:lnTo>
                  <a:lnTo>
                    <a:pt x="233858" y="258485"/>
                  </a:lnTo>
                  <a:lnTo>
                    <a:pt x="238681" y="256294"/>
                  </a:lnTo>
                  <a:lnTo>
                    <a:pt x="243433" y="253952"/>
                  </a:lnTo>
                  <a:lnTo>
                    <a:pt x="248108" y="251460"/>
                  </a:lnTo>
                  <a:lnTo>
                    <a:pt x="252701" y="248821"/>
                  </a:lnTo>
                  <a:lnTo>
                    <a:pt x="257209" y="246038"/>
                  </a:lnTo>
                  <a:lnTo>
                    <a:pt x="261626" y="243114"/>
                  </a:lnTo>
                  <a:lnTo>
                    <a:pt x="265948" y="240051"/>
                  </a:lnTo>
                  <a:lnTo>
                    <a:pt x="270171" y="236853"/>
                  </a:lnTo>
                  <a:lnTo>
                    <a:pt x="274290" y="233523"/>
                  </a:lnTo>
                  <a:lnTo>
                    <a:pt x="278302" y="230063"/>
                  </a:lnTo>
                  <a:lnTo>
                    <a:pt x="282203" y="226479"/>
                  </a:lnTo>
                  <a:lnTo>
                    <a:pt x="285988" y="222772"/>
                  </a:lnTo>
                  <a:lnTo>
                    <a:pt x="289653" y="218948"/>
                  </a:lnTo>
                  <a:lnTo>
                    <a:pt x="293195" y="215009"/>
                  </a:lnTo>
                  <a:lnTo>
                    <a:pt x="296611" y="210960"/>
                  </a:lnTo>
                  <a:lnTo>
                    <a:pt x="299897" y="206805"/>
                  </a:lnTo>
                  <a:lnTo>
                    <a:pt x="303050" y="202548"/>
                  </a:lnTo>
                  <a:lnTo>
                    <a:pt x="306066" y="198193"/>
                  </a:lnTo>
                  <a:lnTo>
                    <a:pt x="308942" y="193744"/>
                  </a:lnTo>
                  <a:lnTo>
                    <a:pt x="311677" y="189207"/>
                  </a:lnTo>
                  <a:lnTo>
                    <a:pt x="314266" y="184586"/>
                  </a:lnTo>
                  <a:lnTo>
                    <a:pt x="316707" y="179884"/>
                  </a:lnTo>
                  <a:lnTo>
                    <a:pt x="318998" y="175108"/>
                  </a:lnTo>
                  <a:lnTo>
                    <a:pt x="321137" y="170261"/>
                  </a:lnTo>
                  <a:lnTo>
                    <a:pt x="323121" y="165350"/>
                  </a:lnTo>
                  <a:lnTo>
                    <a:pt x="324948" y="160377"/>
                  </a:lnTo>
                  <a:lnTo>
                    <a:pt x="326617" y="155350"/>
                  </a:lnTo>
                  <a:lnTo>
                    <a:pt x="328126" y="150272"/>
                  </a:lnTo>
                  <a:lnTo>
                    <a:pt x="329473" y="145149"/>
                  </a:lnTo>
                  <a:lnTo>
                    <a:pt x="330657" y="139985"/>
                  </a:lnTo>
                  <a:lnTo>
                    <a:pt x="331677" y="134787"/>
                  </a:lnTo>
                  <a:lnTo>
                    <a:pt x="332532" y="129559"/>
                  </a:lnTo>
                  <a:lnTo>
                    <a:pt x="333220" y="124306"/>
                  </a:lnTo>
                  <a:lnTo>
                    <a:pt x="333742" y="119035"/>
                  </a:lnTo>
                  <a:lnTo>
                    <a:pt x="334097" y="113749"/>
                  </a:lnTo>
                  <a:lnTo>
                    <a:pt x="334283" y="108455"/>
                  </a:lnTo>
                  <a:lnTo>
                    <a:pt x="167148" y="1052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7153" cy="170417"/>
            </a:xfrm>
            <a:custGeom>
              <a:avLst/>
              <a:pathLst>
                <a:path w="167153" h="170417">
                  <a:moveTo>
                    <a:pt x="167135" y="170417"/>
                  </a:moveTo>
                  <a:lnTo>
                    <a:pt x="167153" y="164992"/>
                  </a:lnTo>
                  <a:lnTo>
                    <a:pt x="166994" y="159569"/>
                  </a:lnTo>
                  <a:lnTo>
                    <a:pt x="166660" y="154154"/>
                  </a:lnTo>
                  <a:lnTo>
                    <a:pt x="166150" y="148754"/>
                  </a:lnTo>
                  <a:lnTo>
                    <a:pt x="165465" y="143372"/>
                  </a:lnTo>
                  <a:lnTo>
                    <a:pt x="164606" y="138015"/>
                  </a:lnTo>
                  <a:lnTo>
                    <a:pt x="163573" y="132690"/>
                  </a:lnTo>
                  <a:lnTo>
                    <a:pt x="162368" y="127400"/>
                  </a:lnTo>
                  <a:lnTo>
                    <a:pt x="160992" y="122153"/>
                  </a:lnTo>
                  <a:lnTo>
                    <a:pt x="159447" y="116952"/>
                  </a:lnTo>
                  <a:lnTo>
                    <a:pt x="157733" y="111805"/>
                  </a:lnTo>
                  <a:lnTo>
                    <a:pt x="155854" y="106716"/>
                  </a:lnTo>
                  <a:lnTo>
                    <a:pt x="153810" y="101691"/>
                  </a:lnTo>
                  <a:lnTo>
                    <a:pt x="151605" y="96734"/>
                  </a:lnTo>
                  <a:lnTo>
                    <a:pt x="149240" y="91852"/>
                  </a:lnTo>
                  <a:lnTo>
                    <a:pt x="146717" y="87049"/>
                  </a:lnTo>
                  <a:lnTo>
                    <a:pt x="144040" y="82331"/>
                  </a:lnTo>
                  <a:lnTo>
                    <a:pt x="141212" y="77701"/>
                  </a:lnTo>
                  <a:lnTo>
                    <a:pt x="138234" y="73166"/>
                  </a:lnTo>
                  <a:lnTo>
                    <a:pt x="135111" y="68730"/>
                  </a:lnTo>
                  <a:lnTo>
                    <a:pt x="131846" y="64398"/>
                  </a:lnTo>
                  <a:lnTo>
                    <a:pt x="128442" y="60174"/>
                  </a:lnTo>
                  <a:lnTo>
                    <a:pt x="124903" y="56063"/>
                  </a:lnTo>
                  <a:lnTo>
                    <a:pt x="121232" y="52068"/>
                  </a:lnTo>
                  <a:lnTo>
                    <a:pt x="117433" y="48195"/>
                  </a:lnTo>
                  <a:lnTo>
                    <a:pt x="113511" y="44447"/>
                  </a:lnTo>
                  <a:lnTo>
                    <a:pt x="109469" y="40829"/>
                  </a:lnTo>
                  <a:lnTo>
                    <a:pt x="105312" y="37343"/>
                  </a:lnTo>
                  <a:lnTo>
                    <a:pt x="101044" y="33994"/>
                  </a:lnTo>
                  <a:lnTo>
                    <a:pt x="96670" y="30786"/>
                  </a:lnTo>
                  <a:lnTo>
                    <a:pt x="92193" y="27721"/>
                  </a:lnTo>
                  <a:lnTo>
                    <a:pt x="87620" y="24803"/>
                  </a:lnTo>
                  <a:lnTo>
                    <a:pt x="82955" y="22035"/>
                  </a:lnTo>
                  <a:lnTo>
                    <a:pt x="78202" y="19419"/>
                  </a:lnTo>
                  <a:lnTo>
                    <a:pt x="73366" y="16960"/>
                  </a:lnTo>
                  <a:lnTo>
                    <a:pt x="68454" y="14658"/>
                  </a:lnTo>
                  <a:lnTo>
                    <a:pt x="63469" y="12517"/>
                  </a:lnTo>
                  <a:lnTo>
                    <a:pt x="58417" y="10539"/>
                  </a:lnTo>
                  <a:lnTo>
                    <a:pt x="53304" y="8726"/>
                  </a:lnTo>
                  <a:lnTo>
                    <a:pt x="48135" y="7080"/>
                  </a:lnTo>
                  <a:lnTo>
                    <a:pt x="42915" y="5602"/>
                  </a:lnTo>
                  <a:lnTo>
                    <a:pt x="37650" y="4295"/>
                  </a:lnTo>
                  <a:lnTo>
                    <a:pt x="32346" y="3159"/>
                  </a:lnTo>
                  <a:lnTo>
                    <a:pt x="27007" y="2196"/>
                  </a:lnTo>
                  <a:lnTo>
                    <a:pt x="21640" y="1406"/>
                  </a:lnTo>
                  <a:lnTo>
                    <a:pt x="16249" y="791"/>
                  </a:lnTo>
                  <a:lnTo>
                    <a:pt x="10842" y="352"/>
                  </a:lnTo>
                  <a:lnTo>
                    <a:pt x="5424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88" y="3707720"/>
              <a:ext cx="167123" cy="167167"/>
            </a:xfrm>
            <a:custGeom>
              <a:avLst/>
              <a:pathLst>
                <a:path w="167123" h="167167">
                  <a:moveTo>
                    <a:pt x="167123" y="0"/>
                  </a:moveTo>
                  <a:lnTo>
                    <a:pt x="161733" y="86"/>
                  </a:lnTo>
                  <a:lnTo>
                    <a:pt x="156349" y="347"/>
                  </a:lnTo>
                  <a:lnTo>
                    <a:pt x="150976" y="781"/>
                  </a:lnTo>
                  <a:lnTo>
                    <a:pt x="145620" y="1388"/>
                  </a:lnTo>
                  <a:lnTo>
                    <a:pt x="140287" y="2168"/>
                  </a:lnTo>
                  <a:lnTo>
                    <a:pt x="134981" y="3119"/>
                  </a:lnTo>
                  <a:lnTo>
                    <a:pt x="129708" y="4240"/>
                  </a:lnTo>
                  <a:lnTo>
                    <a:pt x="124475" y="5531"/>
                  </a:lnTo>
                  <a:lnTo>
                    <a:pt x="119286" y="6990"/>
                  </a:lnTo>
                  <a:lnTo>
                    <a:pt x="114146" y="8616"/>
                  </a:lnTo>
                  <a:lnTo>
                    <a:pt x="109062" y="10406"/>
                  </a:lnTo>
                  <a:lnTo>
                    <a:pt x="104038" y="12360"/>
                  </a:lnTo>
                  <a:lnTo>
                    <a:pt x="99080" y="14474"/>
                  </a:lnTo>
                  <a:lnTo>
                    <a:pt x="94192" y="16747"/>
                  </a:lnTo>
                  <a:lnTo>
                    <a:pt x="89380" y="19177"/>
                  </a:lnTo>
                  <a:lnTo>
                    <a:pt x="84649" y="21760"/>
                  </a:lnTo>
                  <a:lnTo>
                    <a:pt x="80004" y="24495"/>
                  </a:lnTo>
                  <a:lnTo>
                    <a:pt x="75450" y="27378"/>
                  </a:lnTo>
                  <a:lnTo>
                    <a:pt x="70990" y="30406"/>
                  </a:lnTo>
                  <a:lnTo>
                    <a:pt x="66631" y="33577"/>
                  </a:lnTo>
                  <a:lnTo>
                    <a:pt x="62376" y="36886"/>
                  </a:lnTo>
                  <a:lnTo>
                    <a:pt x="58230" y="40331"/>
                  </a:lnTo>
                  <a:lnTo>
                    <a:pt x="54197" y="43908"/>
                  </a:lnTo>
                  <a:lnTo>
                    <a:pt x="50282" y="47613"/>
                  </a:lnTo>
                  <a:lnTo>
                    <a:pt x="46488" y="51442"/>
                  </a:lnTo>
                  <a:lnTo>
                    <a:pt x="42820" y="55392"/>
                  </a:lnTo>
                  <a:lnTo>
                    <a:pt x="39281" y="59457"/>
                  </a:lnTo>
                  <a:lnTo>
                    <a:pt x="35875" y="63635"/>
                  </a:lnTo>
                  <a:lnTo>
                    <a:pt x="32605" y="67921"/>
                  </a:lnTo>
                  <a:lnTo>
                    <a:pt x="29475" y="72309"/>
                  </a:lnTo>
                  <a:lnTo>
                    <a:pt x="26488" y="76796"/>
                  </a:lnTo>
                  <a:lnTo>
                    <a:pt x="23648" y="81378"/>
                  </a:lnTo>
                  <a:lnTo>
                    <a:pt x="20956" y="86048"/>
                  </a:lnTo>
                  <a:lnTo>
                    <a:pt x="18417" y="90803"/>
                  </a:lnTo>
                  <a:lnTo>
                    <a:pt x="16032" y="95637"/>
                  </a:lnTo>
                  <a:lnTo>
                    <a:pt x="13805" y="100545"/>
                  </a:lnTo>
                  <a:lnTo>
                    <a:pt x="11736" y="105523"/>
                  </a:lnTo>
                  <a:lnTo>
                    <a:pt x="9830" y="110565"/>
                  </a:lnTo>
                  <a:lnTo>
                    <a:pt x="8086" y="115666"/>
                  </a:lnTo>
                  <a:lnTo>
                    <a:pt x="6509" y="120820"/>
                  </a:lnTo>
                  <a:lnTo>
                    <a:pt x="5098" y="126023"/>
                  </a:lnTo>
                  <a:lnTo>
                    <a:pt x="3856" y="131268"/>
                  </a:lnTo>
                  <a:lnTo>
                    <a:pt x="2783" y="136550"/>
                  </a:lnTo>
                  <a:lnTo>
                    <a:pt x="1881" y="141865"/>
                  </a:lnTo>
                  <a:lnTo>
                    <a:pt x="1152" y="147206"/>
                  </a:lnTo>
                  <a:lnTo>
                    <a:pt x="594" y="152567"/>
                  </a:lnTo>
                  <a:lnTo>
                    <a:pt x="210" y="157944"/>
                  </a:lnTo>
                  <a:lnTo>
                    <a:pt x="0" y="163330"/>
                  </a:lnTo>
                  <a:lnTo>
                    <a:pt x="16712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50" y="3713441"/>
              <a:ext cx="334323" cy="328609"/>
            </a:xfrm>
            <a:custGeom>
              <a:avLst/>
              <a:pathLst>
                <a:path w="334323" h="328609">
                  <a:moveTo>
                    <a:pt x="37" y="157609"/>
                  </a:moveTo>
                  <a:lnTo>
                    <a:pt x="0" y="162912"/>
                  </a:lnTo>
                  <a:lnTo>
                    <a:pt x="130" y="168213"/>
                  </a:lnTo>
                  <a:lnTo>
                    <a:pt x="429" y="173507"/>
                  </a:lnTo>
                  <a:lnTo>
                    <a:pt x="895" y="178790"/>
                  </a:lnTo>
                  <a:lnTo>
                    <a:pt x="1529" y="184055"/>
                  </a:lnTo>
                  <a:lnTo>
                    <a:pt x="2329" y="189297"/>
                  </a:lnTo>
                  <a:lnTo>
                    <a:pt x="3296" y="194511"/>
                  </a:lnTo>
                  <a:lnTo>
                    <a:pt x="4427" y="199692"/>
                  </a:lnTo>
                  <a:lnTo>
                    <a:pt x="5722" y="204834"/>
                  </a:lnTo>
                  <a:lnTo>
                    <a:pt x="7179" y="209933"/>
                  </a:lnTo>
                  <a:lnTo>
                    <a:pt x="8798" y="214982"/>
                  </a:lnTo>
                  <a:lnTo>
                    <a:pt x="10575" y="219978"/>
                  </a:lnTo>
                  <a:lnTo>
                    <a:pt x="12511" y="224915"/>
                  </a:lnTo>
                  <a:lnTo>
                    <a:pt x="14602" y="229789"/>
                  </a:lnTo>
                  <a:lnTo>
                    <a:pt x="16846" y="234593"/>
                  </a:lnTo>
                  <a:lnTo>
                    <a:pt x="19242" y="239324"/>
                  </a:lnTo>
                  <a:lnTo>
                    <a:pt x="21786" y="243977"/>
                  </a:lnTo>
                  <a:lnTo>
                    <a:pt x="24477" y="248546"/>
                  </a:lnTo>
                  <a:lnTo>
                    <a:pt x="27312" y="253028"/>
                  </a:lnTo>
                  <a:lnTo>
                    <a:pt x="30287" y="257417"/>
                  </a:lnTo>
                  <a:lnTo>
                    <a:pt x="33400" y="261710"/>
                  </a:lnTo>
                  <a:lnTo>
                    <a:pt x="36647" y="265903"/>
                  </a:lnTo>
                  <a:lnTo>
                    <a:pt x="40026" y="269990"/>
                  </a:lnTo>
                  <a:lnTo>
                    <a:pt x="43533" y="273967"/>
                  </a:lnTo>
                  <a:lnTo>
                    <a:pt x="47164" y="277832"/>
                  </a:lnTo>
                  <a:lnTo>
                    <a:pt x="50916" y="281580"/>
                  </a:lnTo>
                  <a:lnTo>
                    <a:pt x="54785" y="285206"/>
                  </a:lnTo>
                  <a:lnTo>
                    <a:pt x="58766" y="288708"/>
                  </a:lnTo>
                  <a:lnTo>
                    <a:pt x="62857" y="292082"/>
                  </a:lnTo>
                  <a:lnTo>
                    <a:pt x="67053" y="295325"/>
                  </a:lnTo>
                  <a:lnTo>
                    <a:pt x="71350" y="298433"/>
                  </a:lnTo>
                  <a:lnTo>
                    <a:pt x="75743" y="301403"/>
                  </a:lnTo>
                  <a:lnTo>
                    <a:pt x="80228" y="304232"/>
                  </a:lnTo>
                  <a:lnTo>
                    <a:pt x="84801" y="306917"/>
                  </a:lnTo>
                  <a:lnTo>
                    <a:pt x="89457" y="309456"/>
                  </a:lnTo>
                  <a:lnTo>
                    <a:pt x="94190" y="311846"/>
                  </a:lnTo>
                  <a:lnTo>
                    <a:pt x="98997" y="314085"/>
                  </a:lnTo>
                  <a:lnTo>
                    <a:pt x="103873" y="316170"/>
                  </a:lnTo>
                  <a:lnTo>
                    <a:pt x="108812" y="318100"/>
                  </a:lnTo>
                  <a:lnTo>
                    <a:pt x="113810" y="319872"/>
                  </a:lnTo>
                  <a:lnTo>
                    <a:pt x="118862" y="321484"/>
                  </a:lnTo>
                  <a:lnTo>
                    <a:pt x="123963" y="322936"/>
                  </a:lnTo>
                  <a:lnTo>
                    <a:pt x="129106" y="324224"/>
                  </a:lnTo>
                  <a:lnTo>
                    <a:pt x="134289" y="325350"/>
                  </a:lnTo>
                  <a:lnTo>
                    <a:pt x="139504" y="326310"/>
                  </a:lnTo>
                  <a:lnTo>
                    <a:pt x="144747" y="327104"/>
                  </a:lnTo>
                  <a:lnTo>
                    <a:pt x="150012" y="327732"/>
                  </a:lnTo>
                  <a:lnTo>
                    <a:pt x="155295" y="328192"/>
                  </a:lnTo>
                  <a:lnTo>
                    <a:pt x="160590" y="328484"/>
                  </a:lnTo>
                  <a:lnTo>
                    <a:pt x="165891" y="328609"/>
                  </a:lnTo>
                  <a:lnTo>
                    <a:pt x="171194" y="328565"/>
                  </a:lnTo>
                  <a:lnTo>
                    <a:pt x="176493" y="328353"/>
                  </a:lnTo>
                  <a:lnTo>
                    <a:pt x="181782" y="327973"/>
                  </a:lnTo>
                  <a:lnTo>
                    <a:pt x="187056" y="327425"/>
                  </a:lnTo>
                  <a:lnTo>
                    <a:pt x="192311" y="326711"/>
                  </a:lnTo>
                  <a:lnTo>
                    <a:pt x="197540" y="325830"/>
                  </a:lnTo>
                  <a:lnTo>
                    <a:pt x="202739" y="324783"/>
                  </a:lnTo>
                  <a:lnTo>
                    <a:pt x="207902" y="323573"/>
                  </a:lnTo>
                  <a:lnTo>
                    <a:pt x="213023" y="322199"/>
                  </a:lnTo>
                  <a:lnTo>
                    <a:pt x="218099" y="320663"/>
                  </a:lnTo>
                  <a:lnTo>
                    <a:pt x="223123" y="318968"/>
                  </a:lnTo>
                  <a:lnTo>
                    <a:pt x="228092" y="317113"/>
                  </a:lnTo>
                  <a:lnTo>
                    <a:pt x="232998" y="315102"/>
                  </a:lnTo>
                  <a:lnTo>
                    <a:pt x="237839" y="312937"/>
                  </a:lnTo>
                  <a:lnTo>
                    <a:pt x="242608" y="310619"/>
                  </a:lnTo>
                  <a:lnTo>
                    <a:pt x="247302" y="308151"/>
                  </a:lnTo>
                  <a:lnTo>
                    <a:pt x="251915" y="305535"/>
                  </a:lnTo>
                  <a:lnTo>
                    <a:pt x="256442" y="302774"/>
                  </a:lnTo>
                  <a:lnTo>
                    <a:pt x="260880" y="299871"/>
                  </a:lnTo>
                  <a:lnTo>
                    <a:pt x="265223" y="296829"/>
                  </a:lnTo>
                  <a:lnTo>
                    <a:pt x="269468" y="293651"/>
                  </a:lnTo>
                  <a:lnTo>
                    <a:pt x="273610" y="290339"/>
                  </a:lnTo>
                  <a:lnTo>
                    <a:pt x="277644" y="286898"/>
                  </a:lnTo>
                  <a:lnTo>
                    <a:pt x="281568" y="283331"/>
                  </a:lnTo>
                  <a:lnTo>
                    <a:pt x="285376" y="279641"/>
                  </a:lnTo>
                  <a:lnTo>
                    <a:pt x="289066" y="275832"/>
                  </a:lnTo>
                  <a:lnTo>
                    <a:pt x="292632" y="271907"/>
                  </a:lnTo>
                  <a:lnTo>
                    <a:pt x="296073" y="267872"/>
                  </a:lnTo>
                  <a:lnTo>
                    <a:pt x="299384" y="263730"/>
                  </a:lnTo>
                  <a:lnTo>
                    <a:pt x="302561" y="259484"/>
                  </a:lnTo>
                  <a:lnTo>
                    <a:pt x="305603" y="255141"/>
                  </a:lnTo>
                  <a:lnTo>
                    <a:pt x="308505" y="250702"/>
                  </a:lnTo>
                  <a:lnTo>
                    <a:pt x="311265" y="246174"/>
                  </a:lnTo>
                  <a:lnTo>
                    <a:pt x="313880" y="241561"/>
                  </a:lnTo>
                  <a:lnTo>
                    <a:pt x="316347" y="236867"/>
                  </a:lnTo>
                  <a:lnTo>
                    <a:pt x="318664" y="232097"/>
                  </a:lnTo>
                  <a:lnTo>
                    <a:pt x="320829" y="227256"/>
                  </a:lnTo>
                  <a:lnTo>
                    <a:pt x="322839" y="222349"/>
                  </a:lnTo>
                  <a:lnTo>
                    <a:pt x="324692" y="217381"/>
                  </a:lnTo>
                  <a:lnTo>
                    <a:pt x="326387" y="212356"/>
                  </a:lnTo>
                  <a:lnTo>
                    <a:pt x="327922" y="207280"/>
                  </a:lnTo>
                  <a:lnTo>
                    <a:pt x="329295" y="202158"/>
                  </a:lnTo>
                  <a:lnTo>
                    <a:pt x="330504" y="196995"/>
                  </a:lnTo>
                  <a:lnTo>
                    <a:pt x="331550" y="191796"/>
                  </a:lnTo>
                  <a:lnTo>
                    <a:pt x="332430" y="186567"/>
                  </a:lnTo>
                  <a:lnTo>
                    <a:pt x="333143" y="181312"/>
                  </a:lnTo>
                  <a:lnTo>
                    <a:pt x="333690" y="176038"/>
                  </a:lnTo>
                  <a:lnTo>
                    <a:pt x="334069" y="170748"/>
                  </a:lnTo>
                  <a:lnTo>
                    <a:pt x="334280" y="165450"/>
                  </a:lnTo>
                  <a:lnTo>
                    <a:pt x="334323" y="160147"/>
                  </a:lnTo>
                  <a:lnTo>
                    <a:pt x="334198" y="154846"/>
                  </a:lnTo>
                  <a:lnTo>
                    <a:pt x="333904" y="149551"/>
                  </a:lnTo>
                  <a:lnTo>
                    <a:pt x="333443" y="144268"/>
                  </a:lnTo>
                  <a:lnTo>
                    <a:pt x="332815" y="139003"/>
                  </a:lnTo>
                  <a:lnTo>
                    <a:pt x="332019" y="133760"/>
                  </a:lnTo>
                  <a:lnTo>
                    <a:pt x="331058" y="128545"/>
                  </a:lnTo>
                  <a:lnTo>
                    <a:pt x="329932" y="123363"/>
                  </a:lnTo>
                  <a:lnTo>
                    <a:pt x="328642" y="118219"/>
                  </a:lnTo>
                  <a:lnTo>
                    <a:pt x="327190" y="113119"/>
                  </a:lnTo>
                  <a:lnTo>
                    <a:pt x="325577" y="108067"/>
                  </a:lnTo>
                  <a:lnTo>
                    <a:pt x="323804" y="103070"/>
                  </a:lnTo>
                  <a:lnTo>
                    <a:pt x="321874" y="98131"/>
                  </a:lnTo>
                  <a:lnTo>
                    <a:pt x="319788" y="93255"/>
                  </a:lnTo>
                  <a:lnTo>
                    <a:pt x="317548" y="88449"/>
                  </a:lnTo>
                  <a:lnTo>
                    <a:pt x="315157" y="83715"/>
                  </a:lnTo>
                  <a:lnTo>
                    <a:pt x="312617" y="79060"/>
                  </a:lnTo>
                  <a:lnTo>
                    <a:pt x="309931" y="74488"/>
                  </a:lnTo>
                  <a:lnTo>
                    <a:pt x="307101" y="70004"/>
                  </a:lnTo>
                  <a:lnTo>
                    <a:pt x="304130" y="65611"/>
                  </a:lnTo>
                  <a:lnTo>
                    <a:pt x="301021" y="61315"/>
                  </a:lnTo>
                  <a:lnTo>
                    <a:pt x="297778" y="57120"/>
                  </a:lnTo>
                  <a:lnTo>
                    <a:pt x="294403" y="53029"/>
                  </a:lnTo>
                  <a:lnTo>
                    <a:pt x="290901" y="49048"/>
                  </a:lnTo>
                  <a:lnTo>
                    <a:pt x="287273" y="45180"/>
                  </a:lnTo>
                  <a:lnTo>
                    <a:pt x="283525" y="41428"/>
                  </a:lnTo>
                  <a:lnTo>
                    <a:pt x="279660" y="37798"/>
                  </a:lnTo>
                  <a:lnTo>
                    <a:pt x="275681" y="34292"/>
                  </a:lnTo>
                  <a:lnTo>
                    <a:pt x="271594" y="30914"/>
                  </a:lnTo>
                  <a:lnTo>
                    <a:pt x="267401" y="27667"/>
                  </a:lnTo>
                  <a:lnTo>
                    <a:pt x="263107" y="24555"/>
                  </a:lnTo>
                  <a:lnTo>
                    <a:pt x="258717" y="21581"/>
                  </a:lnTo>
                  <a:lnTo>
                    <a:pt x="254235" y="18747"/>
                  </a:lnTo>
                  <a:lnTo>
                    <a:pt x="249665" y="16057"/>
                  </a:lnTo>
                  <a:lnTo>
                    <a:pt x="245012" y="13513"/>
                  </a:lnTo>
                  <a:lnTo>
                    <a:pt x="240281" y="11118"/>
                  </a:lnTo>
                  <a:lnTo>
                    <a:pt x="235476" y="8875"/>
                  </a:lnTo>
                  <a:lnTo>
                    <a:pt x="230602" y="6785"/>
                  </a:lnTo>
                  <a:lnTo>
                    <a:pt x="225665" y="4850"/>
                  </a:lnTo>
                  <a:lnTo>
                    <a:pt x="220669" y="3073"/>
                  </a:lnTo>
                  <a:lnTo>
                    <a:pt x="215618" y="1456"/>
                  </a:lnTo>
                  <a:lnTo>
                    <a:pt x="210520" y="0"/>
                  </a:lnTo>
                  <a:lnTo>
                    <a:pt x="167161" y="1614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43359" cy="167167"/>
            </a:xfrm>
            <a:custGeom>
              <a:avLst/>
              <a:pathLst>
                <a:path w="43359" h="167167">
                  <a:moveTo>
                    <a:pt x="43359" y="5721"/>
                  </a:moveTo>
                  <a:lnTo>
                    <a:pt x="37278" y="4209"/>
                  </a:lnTo>
                  <a:lnTo>
                    <a:pt x="31145" y="2927"/>
                  </a:lnTo>
                  <a:lnTo>
                    <a:pt x="24969" y="1875"/>
                  </a:lnTo>
                  <a:lnTo>
                    <a:pt x="18757" y="1055"/>
                  </a:lnTo>
                  <a:lnTo>
                    <a:pt x="12519" y="469"/>
                  </a:lnTo>
                  <a:lnTo>
                    <a:pt x="6264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2025-06-05T18:34:52Z</dcterms:modified>
  <cp:category/>
</cp:coreProperties>
</file>