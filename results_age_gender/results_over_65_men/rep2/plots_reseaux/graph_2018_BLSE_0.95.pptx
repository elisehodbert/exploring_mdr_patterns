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33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66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68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33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3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03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3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43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0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27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90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1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48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66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5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0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66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67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34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8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4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84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60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35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68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35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67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09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0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3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27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84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7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53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5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5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53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53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82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09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66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68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90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1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166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68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4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84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66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68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60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35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68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5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166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68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0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1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3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3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0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43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1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3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7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4282" y="3170392"/>
              <a:ext cx="49496" cy="167167"/>
            </a:xfrm>
            <a:custGeom>
              <a:avLst/>
              <a:pathLst>
                <a:path w="49496" h="167167">
                  <a:moveTo>
                    <a:pt x="49496" y="0"/>
                  </a:moveTo>
                  <a:lnTo>
                    <a:pt x="43216" y="117"/>
                  </a:lnTo>
                  <a:lnTo>
                    <a:pt x="36945" y="471"/>
                  </a:lnTo>
                  <a:lnTo>
                    <a:pt x="30692" y="1060"/>
                  </a:lnTo>
                  <a:lnTo>
                    <a:pt x="24466" y="1884"/>
                  </a:lnTo>
                  <a:lnTo>
                    <a:pt x="18274" y="2941"/>
                  </a:lnTo>
                  <a:lnTo>
                    <a:pt x="12127" y="4230"/>
                  </a:lnTo>
                  <a:lnTo>
                    <a:pt x="6033" y="5749"/>
                  </a:lnTo>
                  <a:lnTo>
                    <a:pt x="0" y="7495"/>
                  </a:lnTo>
                  <a:lnTo>
                    <a:pt x="494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2" y="3171039"/>
              <a:ext cx="334330" cy="333677"/>
            </a:xfrm>
            <a:custGeom>
              <a:avLst/>
              <a:pathLst>
                <a:path w="334330" h="333677">
                  <a:moveTo>
                    <a:pt x="117670" y="6849"/>
                  </a:moveTo>
                  <a:lnTo>
                    <a:pt x="112635" y="8497"/>
                  </a:lnTo>
                  <a:lnTo>
                    <a:pt x="107656" y="10304"/>
                  </a:lnTo>
                  <a:lnTo>
                    <a:pt x="102736" y="12269"/>
                  </a:lnTo>
                  <a:lnTo>
                    <a:pt x="97880" y="14388"/>
                  </a:lnTo>
                  <a:lnTo>
                    <a:pt x="93095" y="16659"/>
                  </a:lnTo>
                  <a:lnTo>
                    <a:pt x="88383" y="19082"/>
                  </a:lnTo>
                  <a:lnTo>
                    <a:pt x="83751" y="21652"/>
                  </a:lnTo>
                  <a:lnTo>
                    <a:pt x="79203" y="24368"/>
                  </a:lnTo>
                  <a:lnTo>
                    <a:pt x="74743" y="27227"/>
                  </a:lnTo>
                  <a:lnTo>
                    <a:pt x="70375" y="30225"/>
                  </a:lnTo>
                  <a:lnTo>
                    <a:pt x="66105" y="33360"/>
                  </a:lnTo>
                  <a:lnTo>
                    <a:pt x="61937" y="36629"/>
                  </a:lnTo>
                  <a:lnTo>
                    <a:pt x="57874" y="40029"/>
                  </a:lnTo>
                  <a:lnTo>
                    <a:pt x="53921" y="43556"/>
                  </a:lnTo>
                  <a:lnTo>
                    <a:pt x="50081" y="47206"/>
                  </a:lnTo>
                  <a:lnTo>
                    <a:pt x="46359" y="50976"/>
                  </a:lnTo>
                  <a:lnTo>
                    <a:pt x="42759" y="54862"/>
                  </a:lnTo>
                  <a:lnTo>
                    <a:pt x="39283" y="58860"/>
                  </a:lnTo>
                  <a:lnTo>
                    <a:pt x="35936" y="62966"/>
                  </a:lnTo>
                  <a:lnTo>
                    <a:pt x="32721" y="67176"/>
                  </a:lnTo>
                  <a:lnTo>
                    <a:pt x="29640" y="71486"/>
                  </a:lnTo>
                  <a:lnTo>
                    <a:pt x="26698" y="75891"/>
                  </a:lnTo>
                  <a:lnTo>
                    <a:pt x="23897" y="80388"/>
                  </a:lnTo>
                  <a:lnTo>
                    <a:pt x="21240" y="84971"/>
                  </a:lnTo>
                  <a:lnTo>
                    <a:pt x="18729" y="89635"/>
                  </a:lnTo>
                  <a:lnTo>
                    <a:pt x="16367" y="94377"/>
                  </a:lnTo>
                  <a:lnTo>
                    <a:pt x="14157" y="99192"/>
                  </a:lnTo>
                  <a:lnTo>
                    <a:pt x="12101" y="104074"/>
                  </a:lnTo>
                  <a:lnTo>
                    <a:pt x="10200" y="109019"/>
                  </a:lnTo>
                  <a:lnTo>
                    <a:pt x="8457" y="114021"/>
                  </a:lnTo>
                  <a:lnTo>
                    <a:pt x="6873" y="119077"/>
                  </a:lnTo>
                  <a:lnTo>
                    <a:pt x="5450" y="124179"/>
                  </a:lnTo>
                  <a:lnTo>
                    <a:pt x="4190" y="129325"/>
                  </a:lnTo>
                  <a:lnTo>
                    <a:pt x="3093" y="134508"/>
                  </a:lnTo>
                  <a:lnTo>
                    <a:pt x="2161" y="139723"/>
                  </a:lnTo>
                  <a:lnTo>
                    <a:pt x="1395" y="144964"/>
                  </a:lnTo>
                  <a:lnTo>
                    <a:pt x="795" y="150228"/>
                  </a:lnTo>
                  <a:lnTo>
                    <a:pt x="362" y="155508"/>
                  </a:lnTo>
                  <a:lnTo>
                    <a:pt x="97" y="160799"/>
                  </a:lnTo>
                  <a:lnTo>
                    <a:pt x="0" y="166095"/>
                  </a:lnTo>
                  <a:lnTo>
                    <a:pt x="70" y="171392"/>
                  </a:lnTo>
                  <a:lnTo>
                    <a:pt x="308" y="176685"/>
                  </a:lnTo>
                  <a:lnTo>
                    <a:pt x="714" y="181967"/>
                  </a:lnTo>
                  <a:lnTo>
                    <a:pt x="1287" y="187233"/>
                  </a:lnTo>
                  <a:lnTo>
                    <a:pt x="2027" y="192479"/>
                  </a:lnTo>
                  <a:lnTo>
                    <a:pt x="2932" y="197698"/>
                  </a:lnTo>
                  <a:lnTo>
                    <a:pt x="4003" y="202887"/>
                  </a:lnTo>
                  <a:lnTo>
                    <a:pt x="5237" y="208038"/>
                  </a:lnTo>
                  <a:lnTo>
                    <a:pt x="6634" y="213149"/>
                  </a:lnTo>
                  <a:lnTo>
                    <a:pt x="8192" y="218212"/>
                  </a:lnTo>
                  <a:lnTo>
                    <a:pt x="9909" y="223223"/>
                  </a:lnTo>
                  <a:lnTo>
                    <a:pt x="11785" y="228178"/>
                  </a:lnTo>
                  <a:lnTo>
                    <a:pt x="13817" y="233070"/>
                  </a:lnTo>
                  <a:lnTo>
                    <a:pt x="16003" y="237896"/>
                  </a:lnTo>
                  <a:lnTo>
                    <a:pt x="18340" y="242650"/>
                  </a:lnTo>
                  <a:lnTo>
                    <a:pt x="20827" y="247327"/>
                  </a:lnTo>
                  <a:lnTo>
                    <a:pt x="23461" y="251923"/>
                  </a:lnTo>
                  <a:lnTo>
                    <a:pt x="26239" y="256434"/>
                  </a:lnTo>
                  <a:lnTo>
                    <a:pt x="29159" y="260854"/>
                  </a:lnTo>
                  <a:lnTo>
                    <a:pt x="32217" y="265180"/>
                  </a:lnTo>
                  <a:lnTo>
                    <a:pt x="35411" y="269406"/>
                  </a:lnTo>
                  <a:lnTo>
                    <a:pt x="38737" y="273530"/>
                  </a:lnTo>
                  <a:lnTo>
                    <a:pt x="42193" y="277545"/>
                  </a:lnTo>
                  <a:lnTo>
                    <a:pt x="45773" y="281449"/>
                  </a:lnTo>
                  <a:lnTo>
                    <a:pt x="49476" y="285238"/>
                  </a:lnTo>
                  <a:lnTo>
                    <a:pt x="53297" y="288908"/>
                  </a:lnTo>
                  <a:lnTo>
                    <a:pt x="57232" y="292454"/>
                  </a:lnTo>
                  <a:lnTo>
                    <a:pt x="61278" y="295875"/>
                  </a:lnTo>
                  <a:lnTo>
                    <a:pt x="65429" y="299165"/>
                  </a:lnTo>
                  <a:lnTo>
                    <a:pt x="69683" y="302322"/>
                  </a:lnTo>
                  <a:lnTo>
                    <a:pt x="74035" y="305343"/>
                  </a:lnTo>
                  <a:lnTo>
                    <a:pt x="78481" y="308224"/>
                  </a:lnTo>
                  <a:lnTo>
                    <a:pt x="83016" y="310963"/>
                  </a:lnTo>
                  <a:lnTo>
                    <a:pt x="87635" y="313557"/>
                  </a:lnTo>
                  <a:lnTo>
                    <a:pt x="92334" y="316003"/>
                  </a:lnTo>
                  <a:lnTo>
                    <a:pt x="97108" y="318299"/>
                  </a:lnTo>
                  <a:lnTo>
                    <a:pt x="101952" y="320443"/>
                  </a:lnTo>
                  <a:lnTo>
                    <a:pt x="106862" y="322432"/>
                  </a:lnTo>
                  <a:lnTo>
                    <a:pt x="111833" y="324264"/>
                  </a:lnTo>
                  <a:lnTo>
                    <a:pt x="116859" y="325938"/>
                  </a:lnTo>
                  <a:lnTo>
                    <a:pt x="121935" y="327452"/>
                  </a:lnTo>
                  <a:lnTo>
                    <a:pt x="127057" y="328805"/>
                  </a:lnTo>
                  <a:lnTo>
                    <a:pt x="132220" y="329994"/>
                  </a:lnTo>
                  <a:lnTo>
                    <a:pt x="137417" y="331019"/>
                  </a:lnTo>
                  <a:lnTo>
                    <a:pt x="142644" y="331879"/>
                  </a:lnTo>
                  <a:lnTo>
                    <a:pt x="147896" y="332573"/>
                  </a:lnTo>
                  <a:lnTo>
                    <a:pt x="153167" y="333101"/>
                  </a:lnTo>
                  <a:lnTo>
                    <a:pt x="158453" y="333461"/>
                  </a:lnTo>
                  <a:lnTo>
                    <a:pt x="163747" y="333653"/>
                  </a:lnTo>
                  <a:lnTo>
                    <a:pt x="169044" y="333677"/>
                  </a:lnTo>
                  <a:lnTo>
                    <a:pt x="174340" y="333534"/>
                  </a:lnTo>
                  <a:lnTo>
                    <a:pt x="179628" y="333223"/>
                  </a:lnTo>
                  <a:lnTo>
                    <a:pt x="184904" y="332744"/>
                  </a:lnTo>
                  <a:lnTo>
                    <a:pt x="190162" y="332099"/>
                  </a:lnTo>
                  <a:lnTo>
                    <a:pt x="195397" y="331287"/>
                  </a:lnTo>
                  <a:lnTo>
                    <a:pt x="200604" y="330310"/>
                  </a:lnTo>
                  <a:lnTo>
                    <a:pt x="205777" y="329168"/>
                  </a:lnTo>
                  <a:lnTo>
                    <a:pt x="210911" y="327863"/>
                  </a:lnTo>
                  <a:lnTo>
                    <a:pt x="216002" y="326396"/>
                  </a:lnTo>
                  <a:lnTo>
                    <a:pt x="221043" y="324768"/>
                  </a:lnTo>
                  <a:lnTo>
                    <a:pt x="226030" y="322981"/>
                  </a:lnTo>
                  <a:lnTo>
                    <a:pt x="230958" y="321038"/>
                  </a:lnTo>
                  <a:lnTo>
                    <a:pt x="235822" y="318939"/>
                  </a:lnTo>
                  <a:lnTo>
                    <a:pt x="240617" y="316687"/>
                  </a:lnTo>
                  <a:lnTo>
                    <a:pt x="245339" y="314284"/>
                  </a:lnTo>
                  <a:lnTo>
                    <a:pt x="249981" y="311733"/>
                  </a:lnTo>
                  <a:lnTo>
                    <a:pt x="254541" y="309036"/>
                  </a:lnTo>
                  <a:lnTo>
                    <a:pt x="259013" y="306196"/>
                  </a:lnTo>
                  <a:lnTo>
                    <a:pt x="263393" y="303215"/>
                  </a:lnTo>
                  <a:lnTo>
                    <a:pt x="267676" y="300098"/>
                  </a:lnTo>
                  <a:lnTo>
                    <a:pt x="271858" y="296846"/>
                  </a:lnTo>
                  <a:lnTo>
                    <a:pt x="275935" y="293463"/>
                  </a:lnTo>
                  <a:lnTo>
                    <a:pt x="279902" y="289953"/>
                  </a:lnTo>
                  <a:lnTo>
                    <a:pt x="283757" y="286319"/>
                  </a:lnTo>
                  <a:lnTo>
                    <a:pt x="287494" y="282564"/>
                  </a:lnTo>
                  <a:lnTo>
                    <a:pt x="291111" y="278693"/>
                  </a:lnTo>
                  <a:lnTo>
                    <a:pt x="294603" y="274710"/>
                  </a:lnTo>
                  <a:lnTo>
                    <a:pt x="297967" y="270617"/>
                  </a:lnTo>
                  <a:lnTo>
                    <a:pt x="301200" y="266420"/>
                  </a:lnTo>
                  <a:lnTo>
                    <a:pt x="304298" y="262123"/>
                  </a:lnTo>
                  <a:lnTo>
                    <a:pt x="307258" y="257730"/>
                  </a:lnTo>
                  <a:lnTo>
                    <a:pt x="310078" y="253245"/>
                  </a:lnTo>
                  <a:lnTo>
                    <a:pt x="312754" y="248673"/>
                  </a:lnTo>
                  <a:lnTo>
                    <a:pt x="315284" y="244019"/>
                  </a:lnTo>
                  <a:lnTo>
                    <a:pt x="317666" y="239287"/>
                  </a:lnTo>
                  <a:lnTo>
                    <a:pt x="319896" y="234482"/>
                  </a:lnTo>
                  <a:lnTo>
                    <a:pt x="321972" y="229608"/>
                  </a:lnTo>
                  <a:lnTo>
                    <a:pt x="323894" y="224671"/>
                  </a:lnTo>
                  <a:lnTo>
                    <a:pt x="325658" y="219676"/>
                  </a:lnTo>
                  <a:lnTo>
                    <a:pt x="327262" y="214627"/>
                  </a:lnTo>
                  <a:lnTo>
                    <a:pt x="328706" y="209530"/>
                  </a:lnTo>
                  <a:lnTo>
                    <a:pt x="329988" y="204390"/>
                  </a:lnTo>
                  <a:lnTo>
                    <a:pt x="331106" y="199212"/>
                  </a:lnTo>
                  <a:lnTo>
                    <a:pt x="332060" y="194001"/>
                  </a:lnTo>
                  <a:lnTo>
                    <a:pt x="332848" y="188762"/>
                  </a:lnTo>
                  <a:lnTo>
                    <a:pt x="333469" y="183501"/>
                  </a:lnTo>
                  <a:lnTo>
                    <a:pt x="333924" y="178223"/>
                  </a:lnTo>
                  <a:lnTo>
                    <a:pt x="334211" y="172933"/>
                  </a:lnTo>
                  <a:lnTo>
                    <a:pt x="334330" y="167637"/>
                  </a:lnTo>
                  <a:lnTo>
                    <a:pt x="334282" y="162340"/>
                  </a:lnTo>
                  <a:lnTo>
                    <a:pt x="334065" y="157047"/>
                  </a:lnTo>
                  <a:lnTo>
                    <a:pt x="333681" y="151763"/>
                  </a:lnTo>
                  <a:lnTo>
                    <a:pt x="333130" y="146494"/>
                  </a:lnTo>
                  <a:lnTo>
                    <a:pt x="332412" y="141246"/>
                  </a:lnTo>
                  <a:lnTo>
                    <a:pt x="331528" y="136022"/>
                  </a:lnTo>
                  <a:lnTo>
                    <a:pt x="330479" y="130830"/>
                  </a:lnTo>
                  <a:lnTo>
                    <a:pt x="329266" y="125673"/>
                  </a:lnTo>
                  <a:lnTo>
                    <a:pt x="327891" y="120557"/>
                  </a:lnTo>
                  <a:lnTo>
                    <a:pt x="326354" y="115487"/>
                  </a:lnTo>
                  <a:lnTo>
                    <a:pt x="324657" y="110469"/>
                  </a:lnTo>
                  <a:lnTo>
                    <a:pt x="322802" y="105507"/>
                  </a:lnTo>
                  <a:lnTo>
                    <a:pt x="320790" y="100606"/>
                  </a:lnTo>
                  <a:lnTo>
                    <a:pt x="318624" y="95771"/>
                  </a:lnTo>
                  <a:lnTo>
                    <a:pt x="316307" y="91008"/>
                  </a:lnTo>
                  <a:lnTo>
                    <a:pt x="313839" y="86320"/>
                  </a:lnTo>
                  <a:lnTo>
                    <a:pt x="311224" y="81713"/>
                  </a:lnTo>
                  <a:lnTo>
                    <a:pt x="308465" y="77191"/>
                  </a:lnTo>
                  <a:lnTo>
                    <a:pt x="305563" y="72758"/>
                  </a:lnTo>
                  <a:lnTo>
                    <a:pt x="302523" y="68420"/>
                  </a:lnTo>
                  <a:lnTo>
                    <a:pt x="299346" y="64181"/>
                  </a:lnTo>
                  <a:lnTo>
                    <a:pt x="296037" y="60044"/>
                  </a:lnTo>
                  <a:lnTo>
                    <a:pt x="292599" y="56014"/>
                  </a:lnTo>
                  <a:lnTo>
                    <a:pt x="289034" y="52095"/>
                  </a:lnTo>
                  <a:lnTo>
                    <a:pt x="285347" y="48291"/>
                  </a:lnTo>
                  <a:lnTo>
                    <a:pt x="281542" y="44605"/>
                  </a:lnTo>
                  <a:lnTo>
                    <a:pt x="277621" y="41042"/>
                  </a:lnTo>
                  <a:lnTo>
                    <a:pt x="273590" y="37606"/>
                  </a:lnTo>
                  <a:lnTo>
                    <a:pt x="269452" y="34298"/>
                  </a:lnTo>
                  <a:lnTo>
                    <a:pt x="265211" y="31124"/>
                  </a:lnTo>
                  <a:lnTo>
                    <a:pt x="260871" y="28085"/>
                  </a:lnTo>
                  <a:lnTo>
                    <a:pt x="256438" y="25185"/>
                  </a:lnTo>
                  <a:lnTo>
                    <a:pt x="251914" y="22428"/>
                  </a:lnTo>
                  <a:lnTo>
                    <a:pt x="247306" y="19815"/>
                  </a:lnTo>
                  <a:lnTo>
                    <a:pt x="242617" y="17349"/>
                  </a:lnTo>
                  <a:lnTo>
                    <a:pt x="237853" y="15033"/>
                  </a:lnTo>
                  <a:lnTo>
                    <a:pt x="233017" y="12869"/>
                  </a:lnTo>
                  <a:lnTo>
                    <a:pt x="228116" y="10860"/>
                  </a:lnTo>
                  <a:lnTo>
                    <a:pt x="223153" y="9007"/>
                  </a:lnTo>
                  <a:lnTo>
                    <a:pt x="218134" y="7312"/>
                  </a:lnTo>
                  <a:lnTo>
                    <a:pt x="213063" y="5777"/>
                  </a:lnTo>
                  <a:lnTo>
                    <a:pt x="207947" y="4403"/>
                  </a:lnTo>
                  <a:lnTo>
                    <a:pt x="202790" y="3193"/>
                  </a:lnTo>
                  <a:lnTo>
                    <a:pt x="197596" y="2146"/>
                  </a:lnTo>
                  <a:lnTo>
                    <a:pt x="192373" y="1264"/>
                  </a:lnTo>
                  <a:lnTo>
                    <a:pt x="187124" y="549"/>
                  </a:lnTo>
                  <a:lnTo>
                    <a:pt x="181855" y="0"/>
                  </a:lnTo>
                  <a:lnTo>
                    <a:pt x="167166" y="1665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14688" cy="167167"/>
            </a:xfrm>
            <a:custGeom>
              <a:avLst/>
              <a:pathLst>
                <a:path w="14688" h="167167">
                  <a:moveTo>
                    <a:pt x="14688" y="6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54" y="2633064"/>
              <a:ext cx="167156" cy="181550"/>
            </a:xfrm>
            <a:custGeom>
              <a:avLst/>
              <a:pathLst>
                <a:path w="167156" h="181550">
                  <a:moveTo>
                    <a:pt x="167156" y="0"/>
                  </a:moveTo>
                  <a:lnTo>
                    <a:pt x="161726" y="88"/>
                  </a:lnTo>
                  <a:lnTo>
                    <a:pt x="156302" y="352"/>
                  </a:lnTo>
                  <a:lnTo>
                    <a:pt x="150889" y="793"/>
                  </a:lnTo>
                  <a:lnTo>
                    <a:pt x="145493" y="1409"/>
                  </a:lnTo>
                  <a:lnTo>
                    <a:pt x="140120" y="2200"/>
                  </a:lnTo>
                  <a:lnTo>
                    <a:pt x="134776" y="3166"/>
                  </a:lnTo>
                  <a:lnTo>
                    <a:pt x="129465" y="4304"/>
                  </a:lnTo>
                  <a:lnTo>
                    <a:pt x="124195" y="5614"/>
                  </a:lnTo>
                  <a:lnTo>
                    <a:pt x="118970" y="7095"/>
                  </a:lnTo>
                  <a:lnTo>
                    <a:pt x="113796" y="8745"/>
                  </a:lnTo>
                  <a:lnTo>
                    <a:pt x="108678" y="10562"/>
                  </a:lnTo>
                  <a:lnTo>
                    <a:pt x="103621" y="12544"/>
                  </a:lnTo>
                  <a:lnTo>
                    <a:pt x="98632" y="14689"/>
                  </a:lnTo>
                  <a:lnTo>
                    <a:pt x="93715" y="16996"/>
                  </a:lnTo>
                  <a:lnTo>
                    <a:pt x="88876" y="19461"/>
                  </a:lnTo>
                  <a:lnTo>
                    <a:pt x="84119" y="22081"/>
                  </a:lnTo>
                  <a:lnTo>
                    <a:pt x="79450" y="24855"/>
                  </a:lnTo>
                  <a:lnTo>
                    <a:pt x="74874" y="27779"/>
                  </a:lnTo>
                  <a:lnTo>
                    <a:pt x="70395" y="30850"/>
                  </a:lnTo>
                  <a:lnTo>
                    <a:pt x="66018" y="34066"/>
                  </a:lnTo>
                  <a:lnTo>
                    <a:pt x="61748" y="37421"/>
                  </a:lnTo>
                  <a:lnTo>
                    <a:pt x="57589" y="40914"/>
                  </a:lnTo>
                  <a:lnTo>
                    <a:pt x="53545" y="44539"/>
                  </a:lnTo>
                  <a:lnTo>
                    <a:pt x="49622" y="48295"/>
                  </a:lnTo>
                  <a:lnTo>
                    <a:pt x="45823" y="52175"/>
                  </a:lnTo>
                  <a:lnTo>
                    <a:pt x="42151" y="56177"/>
                  </a:lnTo>
                  <a:lnTo>
                    <a:pt x="38612" y="60296"/>
                  </a:lnTo>
                  <a:lnTo>
                    <a:pt x="35208" y="64528"/>
                  </a:lnTo>
                  <a:lnTo>
                    <a:pt x="31944" y="68869"/>
                  </a:lnTo>
                  <a:lnTo>
                    <a:pt x="28822" y="73313"/>
                  </a:lnTo>
                  <a:lnTo>
                    <a:pt x="25846" y="77856"/>
                  </a:lnTo>
                  <a:lnTo>
                    <a:pt x="23020" y="82493"/>
                  </a:lnTo>
                  <a:lnTo>
                    <a:pt x="20345" y="87220"/>
                  </a:lnTo>
                  <a:lnTo>
                    <a:pt x="17826" y="92031"/>
                  </a:lnTo>
                  <a:lnTo>
                    <a:pt x="15464" y="96921"/>
                  </a:lnTo>
                  <a:lnTo>
                    <a:pt x="13262" y="101886"/>
                  </a:lnTo>
                  <a:lnTo>
                    <a:pt x="11223" y="106919"/>
                  </a:lnTo>
                  <a:lnTo>
                    <a:pt x="9348" y="112016"/>
                  </a:lnTo>
                  <a:lnTo>
                    <a:pt x="7640" y="117171"/>
                  </a:lnTo>
                  <a:lnTo>
                    <a:pt x="6100" y="122379"/>
                  </a:lnTo>
                  <a:lnTo>
                    <a:pt x="4730" y="127635"/>
                  </a:lnTo>
                  <a:lnTo>
                    <a:pt x="3532" y="132932"/>
                  </a:lnTo>
                  <a:lnTo>
                    <a:pt x="2506" y="138265"/>
                  </a:lnTo>
                  <a:lnTo>
                    <a:pt x="1654" y="143628"/>
                  </a:lnTo>
                  <a:lnTo>
                    <a:pt x="977" y="149017"/>
                  </a:lnTo>
                  <a:lnTo>
                    <a:pt x="475" y="154425"/>
                  </a:lnTo>
                  <a:lnTo>
                    <a:pt x="149" y="159846"/>
                  </a:lnTo>
                  <a:lnTo>
                    <a:pt x="0" y="165275"/>
                  </a:lnTo>
                  <a:lnTo>
                    <a:pt x="26" y="170705"/>
                  </a:lnTo>
                  <a:lnTo>
                    <a:pt x="229" y="176132"/>
                  </a:lnTo>
                  <a:lnTo>
                    <a:pt x="609" y="18155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463" y="2800231"/>
              <a:ext cx="166547" cy="14383"/>
            </a:xfrm>
            <a:custGeom>
              <a:avLst/>
              <a:pathLst>
                <a:path w="166547" h="14383">
                  <a:moveTo>
                    <a:pt x="0" y="14383"/>
                  </a:moveTo>
                  <a:lnTo>
                    <a:pt x="16654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463" y="2664487"/>
              <a:ext cx="333712" cy="302905"/>
            </a:xfrm>
            <a:custGeom>
              <a:avLst/>
              <a:pathLst>
                <a:path w="333712" h="302905">
                  <a:moveTo>
                    <a:pt x="0" y="150126"/>
                  </a:moveTo>
                  <a:lnTo>
                    <a:pt x="540" y="155409"/>
                  </a:lnTo>
                  <a:lnTo>
                    <a:pt x="1249" y="160673"/>
                  </a:lnTo>
                  <a:lnTo>
                    <a:pt x="2124" y="165911"/>
                  </a:lnTo>
                  <a:lnTo>
                    <a:pt x="3165" y="171118"/>
                  </a:lnTo>
                  <a:lnTo>
                    <a:pt x="4372" y="176290"/>
                  </a:lnTo>
                  <a:lnTo>
                    <a:pt x="5741" y="181421"/>
                  </a:lnTo>
                  <a:lnTo>
                    <a:pt x="7274" y="186506"/>
                  </a:lnTo>
                  <a:lnTo>
                    <a:pt x="8966" y="191540"/>
                  </a:lnTo>
                  <a:lnTo>
                    <a:pt x="10818" y="196518"/>
                  </a:lnTo>
                  <a:lnTo>
                    <a:pt x="12827" y="201434"/>
                  </a:lnTo>
                  <a:lnTo>
                    <a:pt x="14992" y="206283"/>
                  </a:lnTo>
                  <a:lnTo>
                    <a:pt x="17309" y="211062"/>
                  </a:lnTo>
                  <a:lnTo>
                    <a:pt x="19777" y="215764"/>
                  </a:lnTo>
                  <a:lnTo>
                    <a:pt x="22392" y="220386"/>
                  </a:lnTo>
                  <a:lnTo>
                    <a:pt x="25154" y="224923"/>
                  </a:lnTo>
                  <a:lnTo>
                    <a:pt x="28058" y="229369"/>
                  </a:lnTo>
                  <a:lnTo>
                    <a:pt x="31102" y="233721"/>
                  </a:lnTo>
                  <a:lnTo>
                    <a:pt x="34283" y="237974"/>
                  </a:lnTo>
                  <a:lnTo>
                    <a:pt x="37597" y="242123"/>
                  </a:lnTo>
                  <a:lnTo>
                    <a:pt x="41041" y="246166"/>
                  </a:lnTo>
                  <a:lnTo>
                    <a:pt x="44612" y="250097"/>
                  </a:lnTo>
                  <a:lnTo>
                    <a:pt x="48306" y="253912"/>
                  </a:lnTo>
                  <a:lnTo>
                    <a:pt x="52119" y="257609"/>
                  </a:lnTo>
                  <a:lnTo>
                    <a:pt x="56048" y="261182"/>
                  </a:lnTo>
                  <a:lnTo>
                    <a:pt x="60088" y="264629"/>
                  </a:lnTo>
                  <a:lnTo>
                    <a:pt x="64236" y="267945"/>
                  </a:lnTo>
                  <a:lnTo>
                    <a:pt x="68487" y="271129"/>
                  </a:lnTo>
                  <a:lnTo>
                    <a:pt x="72837" y="274175"/>
                  </a:lnTo>
                  <a:lnTo>
                    <a:pt x="77281" y="277082"/>
                  </a:lnTo>
                  <a:lnTo>
                    <a:pt x="81816" y="279846"/>
                  </a:lnTo>
                  <a:lnTo>
                    <a:pt x="86436" y="282465"/>
                  </a:lnTo>
                  <a:lnTo>
                    <a:pt x="91137" y="284936"/>
                  </a:lnTo>
                  <a:lnTo>
                    <a:pt x="95914" y="287256"/>
                  </a:lnTo>
                  <a:lnTo>
                    <a:pt x="100763" y="289423"/>
                  </a:lnTo>
                  <a:lnTo>
                    <a:pt x="105678" y="291435"/>
                  </a:lnTo>
                  <a:lnTo>
                    <a:pt x="110654" y="293290"/>
                  </a:lnTo>
                  <a:lnTo>
                    <a:pt x="115687" y="294986"/>
                  </a:lnTo>
                  <a:lnTo>
                    <a:pt x="120771" y="296521"/>
                  </a:lnTo>
                  <a:lnTo>
                    <a:pt x="125901" y="297894"/>
                  </a:lnTo>
                  <a:lnTo>
                    <a:pt x="131072" y="299103"/>
                  </a:lnTo>
                  <a:lnTo>
                    <a:pt x="136279" y="300148"/>
                  </a:lnTo>
                  <a:lnTo>
                    <a:pt x="141517" y="301026"/>
                  </a:lnTo>
                  <a:lnTo>
                    <a:pt x="146779" y="301738"/>
                  </a:lnTo>
                  <a:lnTo>
                    <a:pt x="152062" y="302282"/>
                  </a:lnTo>
                  <a:lnTo>
                    <a:pt x="157360" y="302658"/>
                  </a:lnTo>
                  <a:lnTo>
                    <a:pt x="162666" y="302866"/>
                  </a:lnTo>
                  <a:lnTo>
                    <a:pt x="167977" y="302905"/>
                  </a:lnTo>
                  <a:lnTo>
                    <a:pt x="173286" y="302775"/>
                  </a:lnTo>
                  <a:lnTo>
                    <a:pt x="178588" y="302476"/>
                  </a:lnTo>
                  <a:lnTo>
                    <a:pt x="183879" y="302010"/>
                  </a:lnTo>
                  <a:lnTo>
                    <a:pt x="189151" y="301375"/>
                  </a:lnTo>
                  <a:lnTo>
                    <a:pt x="194401" y="300574"/>
                  </a:lnTo>
                  <a:lnTo>
                    <a:pt x="199623" y="299606"/>
                  </a:lnTo>
                  <a:lnTo>
                    <a:pt x="204811" y="298473"/>
                  </a:lnTo>
                  <a:lnTo>
                    <a:pt x="209961" y="297175"/>
                  </a:lnTo>
                  <a:lnTo>
                    <a:pt x="215067" y="295714"/>
                  </a:lnTo>
                  <a:lnTo>
                    <a:pt x="220124" y="294092"/>
                  </a:lnTo>
                  <a:lnTo>
                    <a:pt x="225127" y="292311"/>
                  </a:lnTo>
                  <a:lnTo>
                    <a:pt x="230071" y="290371"/>
                  </a:lnTo>
                  <a:lnTo>
                    <a:pt x="234950" y="288275"/>
                  </a:lnTo>
                  <a:lnTo>
                    <a:pt x="239761" y="286025"/>
                  </a:lnTo>
                  <a:lnTo>
                    <a:pt x="244498" y="283624"/>
                  </a:lnTo>
                  <a:lnTo>
                    <a:pt x="249156" y="281073"/>
                  </a:lnTo>
                  <a:lnTo>
                    <a:pt x="253731" y="278376"/>
                  </a:lnTo>
                  <a:lnTo>
                    <a:pt x="258217" y="275534"/>
                  </a:lnTo>
                  <a:lnTo>
                    <a:pt x="262612" y="272552"/>
                  </a:lnTo>
                  <a:lnTo>
                    <a:pt x="266909" y="269431"/>
                  </a:lnTo>
                  <a:lnTo>
                    <a:pt x="271105" y="266176"/>
                  </a:lnTo>
                  <a:lnTo>
                    <a:pt x="275195" y="262789"/>
                  </a:lnTo>
                  <a:lnTo>
                    <a:pt x="279176" y="259273"/>
                  </a:lnTo>
                  <a:lnTo>
                    <a:pt x="283043" y="255633"/>
                  </a:lnTo>
                  <a:lnTo>
                    <a:pt x="286792" y="251872"/>
                  </a:lnTo>
                  <a:lnTo>
                    <a:pt x="290421" y="247994"/>
                  </a:lnTo>
                  <a:lnTo>
                    <a:pt x="293924" y="244003"/>
                  </a:lnTo>
                  <a:lnTo>
                    <a:pt x="297298" y="239902"/>
                  </a:lnTo>
                  <a:lnTo>
                    <a:pt x="300541" y="235696"/>
                  </a:lnTo>
                  <a:lnTo>
                    <a:pt x="303648" y="231389"/>
                  </a:lnTo>
                  <a:lnTo>
                    <a:pt x="306617" y="226986"/>
                  </a:lnTo>
                  <a:lnTo>
                    <a:pt x="309445" y="222491"/>
                  </a:lnTo>
                  <a:lnTo>
                    <a:pt x="312128" y="217908"/>
                  </a:lnTo>
                  <a:lnTo>
                    <a:pt x="314665" y="213242"/>
                  </a:lnTo>
                  <a:lnTo>
                    <a:pt x="317052" y="208498"/>
                  </a:lnTo>
                  <a:lnTo>
                    <a:pt x="319287" y="203680"/>
                  </a:lnTo>
                  <a:lnTo>
                    <a:pt x="321368" y="198794"/>
                  </a:lnTo>
                  <a:lnTo>
                    <a:pt x="323293" y="193845"/>
                  </a:lnTo>
                  <a:lnTo>
                    <a:pt x="325059" y="188836"/>
                  </a:lnTo>
                  <a:lnTo>
                    <a:pt x="326666" y="183774"/>
                  </a:lnTo>
                  <a:lnTo>
                    <a:pt x="328111" y="178664"/>
                  </a:lnTo>
                  <a:lnTo>
                    <a:pt x="329392" y="173510"/>
                  </a:lnTo>
                  <a:lnTo>
                    <a:pt x="330510" y="168318"/>
                  </a:lnTo>
                  <a:lnTo>
                    <a:pt x="331462" y="163094"/>
                  </a:lnTo>
                  <a:lnTo>
                    <a:pt x="332247" y="157841"/>
                  </a:lnTo>
                  <a:lnTo>
                    <a:pt x="332866" y="152567"/>
                  </a:lnTo>
                  <a:lnTo>
                    <a:pt x="333316" y="147275"/>
                  </a:lnTo>
                  <a:lnTo>
                    <a:pt x="333598" y="141972"/>
                  </a:lnTo>
                  <a:lnTo>
                    <a:pt x="333712" y="136662"/>
                  </a:lnTo>
                  <a:lnTo>
                    <a:pt x="333657" y="131352"/>
                  </a:lnTo>
                  <a:lnTo>
                    <a:pt x="333433" y="126046"/>
                  </a:lnTo>
                  <a:lnTo>
                    <a:pt x="333041" y="120750"/>
                  </a:lnTo>
                  <a:lnTo>
                    <a:pt x="332480" y="115469"/>
                  </a:lnTo>
                  <a:lnTo>
                    <a:pt x="331753" y="110208"/>
                  </a:lnTo>
                  <a:lnTo>
                    <a:pt x="330858" y="104973"/>
                  </a:lnTo>
                  <a:lnTo>
                    <a:pt x="329798" y="99769"/>
                  </a:lnTo>
                  <a:lnTo>
                    <a:pt x="328573" y="94602"/>
                  </a:lnTo>
                  <a:lnTo>
                    <a:pt x="327184" y="89476"/>
                  </a:lnTo>
                  <a:lnTo>
                    <a:pt x="325633" y="84397"/>
                  </a:lnTo>
                  <a:lnTo>
                    <a:pt x="323922" y="79369"/>
                  </a:lnTo>
                  <a:lnTo>
                    <a:pt x="322052" y="74399"/>
                  </a:lnTo>
                  <a:lnTo>
                    <a:pt x="320025" y="69490"/>
                  </a:lnTo>
                  <a:lnTo>
                    <a:pt x="317843" y="64648"/>
                  </a:lnTo>
                  <a:lnTo>
                    <a:pt x="315508" y="59878"/>
                  </a:lnTo>
                  <a:lnTo>
                    <a:pt x="313023" y="55185"/>
                  </a:lnTo>
                  <a:lnTo>
                    <a:pt x="310390" y="50573"/>
                  </a:lnTo>
                  <a:lnTo>
                    <a:pt x="307612" y="46046"/>
                  </a:lnTo>
                  <a:lnTo>
                    <a:pt x="304692" y="41611"/>
                  </a:lnTo>
                  <a:lnTo>
                    <a:pt x="301632" y="37270"/>
                  </a:lnTo>
                  <a:lnTo>
                    <a:pt x="298436" y="33029"/>
                  </a:lnTo>
                  <a:lnTo>
                    <a:pt x="295107" y="28891"/>
                  </a:lnTo>
                  <a:lnTo>
                    <a:pt x="291648" y="24861"/>
                  </a:lnTo>
                  <a:lnTo>
                    <a:pt x="288062" y="20944"/>
                  </a:lnTo>
                  <a:lnTo>
                    <a:pt x="284354" y="17142"/>
                  </a:lnTo>
                  <a:lnTo>
                    <a:pt x="280528" y="13459"/>
                  </a:lnTo>
                  <a:lnTo>
                    <a:pt x="276586" y="9900"/>
                  </a:lnTo>
                  <a:lnTo>
                    <a:pt x="272533" y="6468"/>
                  </a:lnTo>
                  <a:lnTo>
                    <a:pt x="268373" y="3167"/>
                  </a:lnTo>
                  <a:lnTo>
                    <a:pt x="264110" y="0"/>
                  </a:lnTo>
                  <a:lnTo>
                    <a:pt x="166547" y="135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97563" cy="167167"/>
            </a:xfrm>
            <a:custGeom>
              <a:avLst/>
              <a:pathLst>
                <a:path w="97563" h="167167">
                  <a:moveTo>
                    <a:pt x="97563" y="31423"/>
                  </a:moveTo>
                  <a:lnTo>
                    <a:pt x="92806" y="28127"/>
                  </a:lnTo>
                  <a:lnTo>
                    <a:pt x="87937" y="24998"/>
                  </a:lnTo>
                  <a:lnTo>
                    <a:pt x="82963" y="22040"/>
                  </a:lnTo>
                  <a:lnTo>
                    <a:pt x="77890" y="19255"/>
                  </a:lnTo>
                  <a:lnTo>
                    <a:pt x="72723" y="16647"/>
                  </a:lnTo>
                  <a:lnTo>
                    <a:pt x="67470" y="14220"/>
                  </a:lnTo>
                  <a:lnTo>
                    <a:pt x="62135" y="11976"/>
                  </a:lnTo>
                  <a:lnTo>
                    <a:pt x="56726" y="9919"/>
                  </a:lnTo>
                  <a:lnTo>
                    <a:pt x="51249" y="8049"/>
                  </a:lnTo>
                  <a:lnTo>
                    <a:pt x="45710" y="6371"/>
                  </a:lnTo>
                  <a:lnTo>
                    <a:pt x="40117" y="4885"/>
                  </a:lnTo>
                  <a:lnTo>
                    <a:pt x="34476" y="3593"/>
                  </a:lnTo>
                  <a:lnTo>
                    <a:pt x="28793" y="2498"/>
                  </a:lnTo>
                  <a:lnTo>
                    <a:pt x="23076" y="1600"/>
                  </a:lnTo>
                  <a:lnTo>
                    <a:pt x="17331" y="900"/>
                  </a:lnTo>
                  <a:lnTo>
                    <a:pt x="11565" y="400"/>
                  </a:lnTo>
                  <a:lnTo>
                    <a:pt x="578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2880" y="2126963"/>
              <a:ext cx="75591" cy="167167"/>
            </a:xfrm>
            <a:custGeom>
              <a:avLst/>
              <a:pathLst>
                <a:path w="75591" h="167167">
                  <a:moveTo>
                    <a:pt x="75591" y="0"/>
                  </a:moveTo>
                  <a:lnTo>
                    <a:pt x="69559" y="108"/>
                  </a:lnTo>
                  <a:lnTo>
                    <a:pt x="63534" y="435"/>
                  </a:lnTo>
                  <a:lnTo>
                    <a:pt x="57526" y="979"/>
                  </a:lnTo>
                  <a:lnTo>
                    <a:pt x="51540" y="1739"/>
                  </a:lnTo>
                  <a:lnTo>
                    <a:pt x="45586" y="2714"/>
                  </a:lnTo>
                  <a:lnTo>
                    <a:pt x="39671" y="3904"/>
                  </a:lnTo>
                  <a:lnTo>
                    <a:pt x="33803" y="5307"/>
                  </a:lnTo>
                  <a:lnTo>
                    <a:pt x="27989" y="6920"/>
                  </a:lnTo>
                  <a:lnTo>
                    <a:pt x="22238" y="8742"/>
                  </a:lnTo>
                  <a:lnTo>
                    <a:pt x="16556" y="10771"/>
                  </a:lnTo>
                  <a:lnTo>
                    <a:pt x="10950" y="13003"/>
                  </a:lnTo>
                  <a:lnTo>
                    <a:pt x="5429" y="15436"/>
                  </a:lnTo>
                  <a:lnTo>
                    <a:pt x="0" y="18067"/>
                  </a:lnTo>
                  <a:lnTo>
                    <a:pt x="7559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52880" y="2145031"/>
              <a:ext cx="75591" cy="149099"/>
            </a:xfrm>
            <a:custGeom>
              <a:avLst/>
              <a:pathLst>
                <a:path w="75591" h="149099">
                  <a:moveTo>
                    <a:pt x="0" y="0"/>
                  </a:moveTo>
                  <a:lnTo>
                    <a:pt x="75591" y="149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20" y="2145031"/>
              <a:ext cx="267186" cy="316265"/>
            </a:xfrm>
            <a:custGeom>
              <a:avLst/>
              <a:pathLst>
                <a:path w="267186" h="316265">
                  <a:moveTo>
                    <a:pt x="91559" y="0"/>
                  </a:moveTo>
                  <a:lnTo>
                    <a:pt x="86848" y="2483"/>
                  </a:lnTo>
                  <a:lnTo>
                    <a:pt x="82217" y="5116"/>
                  </a:lnTo>
                  <a:lnTo>
                    <a:pt x="77673" y="7895"/>
                  </a:lnTo>
                  <a:lnTo>
                    <a:pt x="73220" y="10818"/>
                  </a:lnTo>
                  <a:lnTo>
                    <a:pt x="68862" y="13880"/>
                  </a:lnTo>
                  <a:lnTo>
                    <a:pt x="64604" y="17080"/>
                  </a:lnTo>
                  <a:lnTo>
                    <a:pt x="60450" y="20414"/>
                  </a:lnTo>
                  <a:lnTo>
                    <a:pt x="56405" y="23879"/>
                  </a:lnTo>
                  <a:lnTo>
                    <a:pt x="52472" y="27471"/>
                  </a:lnTo>
                  <a:lnTo>
                    <a:pt x="48655" y="31186"/>
                  </a:lnTo>
                  <a:lnTo>
                    <a:pt x="44958" y="35021"/>
                  </a:lnTo>
                  <a:lnTo>
                    <a:pt x="41386" y="38972"/>
                  </a:lnTo>
                  <a:lnTo>
                    <a:pt x="37941" y="43035"/>
                  </a:lnTo>
                  <a:lnTo>
                    <a:pt x="34628" y="47205"/>
                  </a:lnTo>
                  <a:lnTo>
                    <a:pt x="31449" y="51479"/>
                  </a:lnTo>
                  <a:lnTo>
                    <a:pt x="28408" y="55852"/>
                  </a:lnTo>
                  <a:lnTo>
                    <a:pt x="25507" y="60319"/>
                  </a:lnTo>
                  <a:lnTo>
                    <a:pt x="22751" y="64877"/>
                  </a:lnTo>
                  <a:lnTo>
                    <a:pt x="20141" y="69520"/>
                  </a:lnTo>
                  <a:lnTo>
                    <a:pt x="17680" y="74244"/>
                  </a:lnTo>
                  <a:lnTo>
                    <a:pt x="15371" y="79044"/>
                  </a:lnTo>
                  <a:lnTo>
                    <a:pt x="13216" y="83915"/>
                  </a:lnTo>
                  <a:lnTo>
                    <a:pt x="11218" y="88853"/>
                  </a:lnTo>
                  <a:lnTo>
                    <a:pt x="9378" y="93851"/>
                  </a:lnTo>
                  <a:lnTo>
                    <a:pt x="7697" y="98906"/>
                  </a:lnTo>
                  <a:lnTo>
                    <a:pt x="6179" y="104011"/>
                  </a:lnTo>
                  <a:lnTo>
                    <a:pt x="4825" y="109162"/>
                  </a:lnTo>
                  <a:lnTo>
                    <a:pt x="3635" y="114354"/>
                  </a:lnTo>
                  <a:lnTo>
                    <a:pt x="2611" y="119581"/>
                  </a:lnTo>
                  <a:lnTo>
                    <a:pt x="1754" y="124838"/>
                  </a:lnTo>
                  <a:lnTo>
                    <a:pt x="1065" y="130120"/>
                  </a:lnTo>
                  <a:lnTo>
                    <a:pt x="544" y="135421"/>
                  </a:lnTo>
                  <a:lnTo>
                    <a:pt x="193" y="140736"/>
                  </a:lnTo>
                  <a:lnTo>
                    <a:pt x="12" y="146059"/>
                  </a:lnTo>
                  <a:lnTo>
                    <a:pt x="0" y="151386"/>
                  </a:lnTo>
                  <a:lnTo>
                    <a:pt x="157" y="156710"/>
                  </a:lnTo>
                  <a:lnTo>
                    <a:pt x="484" y="162026"/>
                  </a:lnTo>
                  <a:lnTo>
                    <a:pt x="981" y="167329"/>
                  </a:lnTo>
                  <a:lnTo>
                    <a:pt x="1646" y="172614"/>
                  </a:lnTo>
                  <a:lnTo>
                    <a:pt x="2479" y="177875"/>
                  </a:lnTo>
                  <a:lnTo>
                    <a:pt x="3479" y="183107"/>
                  </a:lnTo>
                  <a:lnTo>
                    <a:pt x="4646" y="188304"/>
                  </a:lnTo>
                  <a:lnTo>
                    <a:pt x="5978" y="193461"/>
                  </a:lnTo>
                  <a:lnTo>
                    <a:pt x="7473" y="198573"/>
                  </a:lnTo>
                  <a:lnTo>
                    <a:pt x="9130" y="203636"/>
                  </a:lnTo>
                  <a:lnTo>
                    <a:pt x="10948" y="208642"/>
                  </a:lnTo>
                  <a:lnTo>
                    <a:pt x="12924" y="213589"/>
                  </a:lnTo>
                  <a:lnTo>
                    <a:pt x="15057" y="218469"/>
                  </a:lnTo>
                  <a:lnTo>
                    <a:pt x="17344" y="223280"/>
                  </a:lnTo>
                  <a:lnTo>
                    <a:pt x="19783" y="228015"/>
                  </a:lnTo>
                  <a:lnTo>
                    <a:pt x="22372" y="232670"/>
                  </a:lnTo>
                  <a:lnTo>
                    <a:pt x="25108" y="237240"/>
                  </a:lnTo>
                  <a:lnTo>
                    <a:pt x="27988" y="241720"/>
                  </a:lnTo>
                  <a:lnTo>
                    <a:pt x="31010" y="246107"/>
                  </a:lnTo>
                  <a:lnTo>
                    <a:pt x="34169" y="250395"/>
                  </a:lnTo>
                  <a:lnTo>
                    <a:pt x="37464" y="254580"/>
                  </a:lnTo>
                  <a:lnTo>
                    <a:pt x="40890" y="258658"/>
                  </a:lnTo>
                  <a:lnTo>
                    <a:pt x="44445" y="262625"/>
                  </a:lnTo>
                  <a:lnTo>
                    <a:pt x="48124" y="266477"/>
                  </a:lnTo>
                  <a:lnTo>
                    <a:pt x="51924" y="270209"/>
                  </a:lnTo>
                  <a:lnTo>
                    <a:pt x="55841" y="273819"/>
                  </a:lnTo>
                  <a:lnTo>
                    <a:pt x="59871" y="277302"/>
                  </a:lnTo>
                  <a:lnTo>
                    <a:pt x="64010" y="280655"/>
                  </a:lnTo>
                  <a:lnTo>
                    <a:pt x="68253" y="283874"/>
                  </a:lnTo>
                  <a:lnTo>
                    <a:pt x="72597" y="286956"/>
                  </a:lnTo>
                  <a:lnTo>
                    <a:pt x="77037" y="289899"/>
                  </a:lnTo>
                  <a:lnTo>
                    <a:pt x="81569" y="292698"/>
                  </a:lnTo>
                  <a:lnTo>
                    <a:pt x="86187" y="295352"/>
                  </a:lnTo>
                  <a:lnTo>
                    <a:pt x="90887" y="297857"/>
                  </a:lnTo>
                  <a:lnTo>
                    <a:pt x="95665" y="300211"/>
                  </a:lnTo>
                  <a:lnTo>
                    <a:pt x="100516" y="302412"/>
                  </a:lnTo>
                  <a:lnTo>
                    <a:pt x="105434" y="304457"/>
                  </a:lnTo>
                  <a:lnTo>
                    <a:pt x="110415" y="306344"/>
                  </a:lnTo>
                  <a:lnTo>
                    <a:pt x="115453" y="308072"/>
                  </a:lnTo>
                  <a:lnTo>
                    <a:pt x="120544" y="309638"/>
                  </a:lnTo>
                  <a:lnTo>
                    <a:pt x="125683" y="311042"/>
                  </a:lnTo>
                  <a:lnTo>
                    <a:pt x="130863" y="312281"/>
                  </a:lnTo>
                  <a:lnTo>
                    <a:pt x="136080" y="313354"/>
                  </a:lnTo>
                  <a:lnTo>
                    <a:pt x="141329" y="314260"/>
                  </a:lnTo>
                  <a:lnTo>
                    <a:pt x="146604" y="314999"/>
                  </a:lnTo>
                  <a:lnTo>
                    <a:pt x="151900" y="315570"/>
                  </a:lnTo>
                  <a:lnTo>
                    <a:pt x="157211" y="315971"/>
                  </a:lnTo>
                  <a:lnTo>
                    <a:pt x="162532" y="316203"/>
                  </a:lnTo>
                  <a:lnTo>
                    <a:pt x="167858" y="316265"/>
                  </a:lnTo>
                  <a:lnTo>
                    <a:pt x="173184" y="316158"/>
                  </a:lnTo>
                  <a:lnTo>
                    <a:pt x="178503" y="315881"/>
                  </a:lnTo>
                  <a:lnTo>
                    <a:pt x="183811" y="315435"/>
                  </a:lnTo>
                  <a:lnTo>
                    <a:pt x="189102" y="314820"/>
                  </a:lnTo>
                  <a:lnTo>
                    <a:pt x="194370" y="314036"/>
                  </a:lnTo>
                  <a:lnTo>
                    <a:pt x="199611" y="313085"/>
                  </a:lnTo>
                  <a:lnTo>
                    <a:pt x="204819" y="311968"/>
                  </a:lnTo>
                  <a:lnTo>
                    <a:pt x="209989" y="310685"/>
                  </a:lnTo>
                  <a:lnTo>
                    <a:pt x="215115" y="309238"/>
                  </a:lnTo>
                  <a:lnTo>
                    <a:pt x="220192" y="307629"/>
                  </a:lnTo>
                  <a:lnTo>
                    <a:pt x="225216" y="305859"/>
                  </a:lnTo>
                  <a:lnTo>
                    <a:pt x="230181" y="303929"/>
                  </a:lnTo>
                  <a:lnTo>
                    <a:pt x="235081" y="301843"/>
                  </a:lnTo>
                  <a:lnTo>
                    <a:pt x="239913" y="299601"/>
                  </a:lnTo>
                  <a:lnTo>
                    <a:pt x="244671" y="297206"/>
                  </a:lnTo>
                  <a:lnTo>
                    <a:pt x="249350" y="294662"/>
                  </a:lnTo>
                  <a:lnTo>
                    <a:pt x="253946" y="291969"/>
                  </a:lnTo>
                  <a:lnTo>
                    <a:pt x="258453" y="289131"/>
                  </a:lnTo>
                  <a:lnTo>
                    <a:pt x="262868" y="286151"/>
                  </a:lnTo>
                  <a:lnTo>
                    <a:pt x="267186" y="283032"/>
                  </a:lnTo>
                  <a:lnTo>
                    <a:pt x="167151" y="149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67" cy="301100"/>
            </a:xfrm>
            <a:custGeom>
              <a:avLst/>
              <a:pathLst>
                <a:path w="167167" h="301100">
                  <a:moveTo>
                    <a:pt x="100034" y="301100"/>
                  </a:moveTo>
                  <a:lnTo>
                    <a:pt x="104275" y="297825"/>
                  </a:lnTo>
                  <a:lnTo>
                    <a:pt x="108409" y="294416"/>
                  </a:lnTo>
                  <a:lnTo>
                    <a:pt x="112431" y="290877"/>
                  </a:lnTo>
                  <a:lnTo>
                    <a:pt x="116338" y="287210"/>
                  </a:lnTo>
                  <a:lnTo>
                    <a:pt x="120125" y="283420"/>
                  </a:lnTo>
                  <a:lnTo>
                    <a:pt x="123789" y="279511"/>
                  </a:lnTo>
                  <a:lnTo>
                    <a:pt x="127325" y="275486"/>
                  </a:lnTo>
                  <a:lnTo>
                    <a:pt x="130731" y="271350"/>
                  </a:lnTo>
                  <a:lnTo>
                    <a:pt x="134003" y="267107"/>
                  </a:lnTo>
                  <a:lnTo>
                    <a:pt x="137137" y="262762"/>
                  </a:lnTo>
                  <a:lnTo>
                    <a:pt x="140130" y="258318"/>
                  </a:lnTo>
                  <a:lnTo>
                    <a:pt x="142979" y="253780"/>
                  </a:lnTo>
                  <a:lnTo>
                    <a:pt x="145681" y="249154"/>
                  </a:lnTo>
                  <a:lnTo>
                    <a:pt x="148234" y="244443"/>
                  </a:lnTo>
                  <a:lnTo>
                    <a:pt x="150634" y="239653"/>
                  </a:lnTo>
                  <a:lnTo>
                    <a:pt x="152880" y="234788"/>
                  </a:lnTo>
                  <a:lnTo>
                    <a:pt x="154968" y="229854"/>
                  </a:lnTo>
                  <a:lnTo>
                    <a:pt x="156897" y="224856"/>
                  </a:lnTo>
                  <a:lnTo>
                    <a:pt x="158666" y="219798"/>
                  </a:lnTo>
                  <a:lnTo>
                    <a:pt x="160271" y="214686"/>
                  </a:lnTo>
                  <a:lnTo>
                    <a:pt x="161711" y="209526"/>
                  </a:lnTo>
                  <a:lnTo>
                    <a:pt x="162986" y="204321"/>
                  </a:lnTo>
                  <a:lnTo>
                    <a:pt x="164093" y="199079"/>
                  </a:lnTo>
                  <a:lnTo>
                    <a:pt x="165031" y="193804"/>
                  </a:lnTo>
                  <a:lnTo>
                    <a:pt x="165800" y="188502"/>
                  </a:lnTo>
                  <a:lnTo>
                    <a:pt x="166398" y="183177"/>
                  </a:lnTo>
                  <a:lnTo>
                    <a:pt x="166826" y="177837"/>
                  </a:lnTo>
                  <a:lnTo>
                    <a:pt x="167082" y="172485"/>
                  </a:lnTo>
                  <a:lnTo>
                    <a:pt x="167167" y="167128"/>
                  </a:lnTo>
                  <a:lnTo>
                    <a:pt x="167080" y="161771"/>
                  </a:lnTo>
                  <a:lnTo>
                    <a:pt x="166821" y="156419"/>
                  </a:lnTo>
                  <a:lnTo>
                    <a:pt x="166391" y="151078"/>
                  </a:lnTo>
                  <a:lnTo>
                    <a:pt x="165790" y="145754"/>
                  </a:lnTo>
                  <a:lnTo>
                    <a:pt x="165019" y="140452"/>
                  </a:lnTo>
                  <a:lnTo>
                    <a:pt x="164078" y="135178"/>
                  </a:lnTo>
                  <a:lnTo>
                    <a:pt x="162968" y="129936"/>
                  </a:lnTo>
                  <a:lnTo>
                    <a:pt x="161691" y="124732"/>
                  </a:lnTo>
                  <a:lnTo>
                    <a:pt x="160248" y="119572"/>
                  </a:lnTo>
                  <a:lnTo>
                    <a:pt x="158641" y="114461"/>
                  </a:lnTo>
                  <a:lnTo>
                    <a:pt x="156870" y="109405"/>
                  </a:lnTo>
                  <a:lnTo>
                    <a:pt x="154939" y="104407"/>
                  </a:lnTo>
                  <a:lnTo>
                    <a:pt x="152848" y="99474"/>
                  </a:lnTo>
                  <a:lnTo>
                    <a:pt x="150600" y="94610"/>
                  </a:lnTo>
                  <a:lnTo>
                    <a:pt x="148197" y="89821"/>
                  </a:lnTo>
                  <a:lnTo>
                    <a:pt x="145643" y="85112"/>
                  </a:lnTo>
                  <a:lnTo>
                    <a:pt x="142938" y="80487"/>
                  </a:lnTo>
                  <a:lnTo>
                    <a:pt x="140087" y="75950"/>
                  </a:lnTo>
                  <a:lnTo>
                    <a:pt x="137092" y="71508"/>
                  </a:lnTo>
                  <a:lnTo>
                    <a:pt x="133956" y="67164"/>
                  </a:lnTo>
                  <a:lnTo>
                    <a:pt x="130682" y="62922"/>
                  </a:lnTo>
                  <a:lnTo>
                    <a:pt x="127274" y="58788"/>
                  </a:lnTo>
                  <a:lnTo>
                    <a:pt x="123736" y="54765"/>
                  </a:lnTo>
                  <a:lnTo>
                    <a:pt x="120070" y="50857"/>
                  </a:lnTo>
                  <a:lnTo>
                    <a:pt x="116281" y="47069"/>
                  </a:lnTo>
                  <a:lnTo>
                    <a:pt x="112373" y="43404"/>
                  </a:lnTo>
                  <a:lnTo>
                    <a:pt x="108349" y="39867"/>
                  </a:lnTo>
                  <a:lnTo>
                    <a:pt x="104214" y="36460"/>
                  </a:lnTo>
                  <a:lnTo>
                    <a:pt x="99971" y="33187"/>
                  </a:lnTo>
                  <a:lnTo>
                    <a:pt x="95626" y="30052"/>
                  </a:lnTo>
                  <a:lnTo>
                    <a:pt x="91183" y="27058"/>
                  </a:lnTo>
                  <a:lnTo>
                    <a:pt x="86646" y="24208"/>
                  </a:lnTo>
                  <a:lnTo>
                    <a:pt x="82020" y="21505"/>
                  </a:lnTo>
                  <a:lnTo>
                    <a:pt x="77310" y="18951"/>
                  </a:lnTo>
                  <a:lnTo>
                    <a:pt x="72521" y="16549"/>
                  </a:lnTo>
                  <a:lnTo>
                    <a:pt x="67657" y="14303"/>
                  </a:lnTo>
                  <a:lnTo>
                    <a:pt x="62723" y="12213"/>
                  </a:lnTo>
                  <a:lnTo>
                    <a:pt x="57725" y="10283"/>
                  </a:lnTo>
                  <a:lnTo>
                    <a:pt x="52668" y="8513"/>
                  </a:lnTo>
                  <a:lnTo>
                    <a:pt x="47556" y="6907"/>
                  </a:lnTo>
                  <a:lnTo>
                    <a:pt x="42396" y="5465"/>
                  </a:lnTo>
                  <a:lnTo>
                    <a:pt x="37192" y="4189"/>
                  </a:lnTo>
                  <a:lnTo>
                    <a:pt x="31950" y="3081"/>
                  </a:lnTo>
                  <a:lnTo>
                    <a:pt x="26675" y="2142"/>
                  </a:lnTo>
                  <a:lnTo>
                    <a:pt x="21373" y="1372"/>
                  </a:lnTo>
                  <a:lnTo>
                    <a:pt x="16049" y="772"/>
                  </a:lnTo>
                  <a:lnTo>
                    <a:pt x="10708" y="343"/>
                  </a:lnTo>
                  <a:lnTo>
                    <a:pt x="535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5179" y="1681503"/>
              <a:ext cx="28055" cy="167167"/>
            </a:xfrm>
            <a:custGeom>
              <a:avLst/>
              <a:pathLst>
                <a:path w="28055" h="167167">
                  <a:moveTo>
                    <a:pt x="28055" y="0"/>
                  </a:moveTo>
                  <a:lnTo>
                    <a:pt x="21010" y="148"/>
                  </a:lnTo>
                  <a:lnTo>
                    <a:pt x="13977" y="593"/>
                  </a:lnTo>
                  <a:lnTo>
                    <a:pt x="6970" y="1335"/>
                  </a:lnTo>
                  <a:lnTo>
                    <a:pt x="0" y="2371"/>
                  </a:lnTo>
                  <a:lnTo>
                    <a:pt x="2805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95179" y="168387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72" y="1683874"/>
              <a:ext cx="334321" cy="331959"/>
            </a:xfrm>
            <a:custGeom>
              <a:avLst/>
              <a:pathLst>
                <a:path w="334321" h="331959">
                  <a:moveTo>
                    <a:pt x="139107" y="0"/>
                  </a:moveTo>
                  <a:lnTo>
                    <a:pt x="133898" y="972"/>
                  </a:lnTo>
                  <a:lnTo>
                    <a:pt x="128722" y="2108"/>
                  </a:lnTo>
                  <a:lnTo>
                    <a:pt x="123584" y="3408"/>
                  </a:lnTo>
                  <a:lnTo>
                    <a:pt x="118491" y="4871"/>
                  </a:lnTo>
                  <a:lnTo>
                    <a:pt x="113446" y="6494"/>
                  </a:lnTo>
                  <a:lnTo>
                    <a:pt x="108455" y="8276"/>
                  </a:lnTo>
                  <a:lnTo>
                    <a:pt x="103524" y="10216"/>
                  </a:lnTo>
                  <a:lnTo>
                    <a:pt x="98656" y="12310"/>
                  </a:lnTo>
                  <a:lnTo>
                    <a:pt x="93857" y="14558"/>
                  </a:lnTo>
                  <a:lnTo>
                    <a:pt x="89132" y="16957"/>
                  </a:lnTo>
                  <a:lnTo>
                    <a:pt x="84485" y="19505"/>
                  </a:lnTo>
                  <a:lnTo>
                    <a:pt x="79921" y="22199"/>
                  </a:lnTo>
                  <a:lnTo>
                    <a:pt x="75445" y="25036"/>
                  </a:lnTo>
                  <a:lnTo>
                    <a:pt x="71062" y="28013"/>
                  </a:lnTo>
                  <a:lnTo>
                    <a:pt x="66774" y="31128"/>
                  </a:lnTo>
                  <a:lnTo>
                    <a:pt x="62588" y="34377"/>
                  </a:lnTo>
                  <a:lnTo>
                    <a:pt x="58507" y="37757"/>
                  </a:lnTo>
                  <a:lnTo>
                    <a:pt x="54534" y="41265"/>
                  </a:lnTo>
                  <a:lnTo>
                    <a:pt x="50676" y="44897"/>
                  </a:lnTo>
                  <a:lnTo>
                    <a:pt x="46934" y="48649"/>
                  </a:lnTo>
                  <a:lnTo>
                    <a:pt x="43313" y="52519"/>
                  </a:lnTo>
                  <a:lnTo>
                    <a:pt x="39816" y="56501"/>
                  </a:lnTo>
                  <a:lnTo>
                    <a:pt x="36447" y="60592"/>
                  </a:lnTo>
                  <a:lnTo>
                    <a:pt x="33210" y="64787"/>
                  </a:lnTo>
                  <a:lnTo>
                    <a:pt x="30108" y="69083"/>
                  </a:lnTo>
                  <a:lnTo>
                    <a:pt x="27143" y="73476"/>
                  </a:lnTo>
                  <a:lnTo>
                    <a:pt x="24318" y="77960"/>
                  </a:lnTo>
                  <a:lnTo>
                    <a:pt x="21638" y="82531"/>
                  </a:lnTo>
                  <a:lnTo>
                    <a:pt x="19103" y="87185"/>
                  </a:lnTo>
                  <a:lnTo>
                    <a:pt x="16718" y="91917"/>
                  </a:lnTo>
                  <a:lnTo>
                    <a:pt x="14483" y="96722"/>
                  </a:lnTo>
                  <a:lnTo>
                    <a:pt x="12402" y="101596"/>
                  </a:lnTo>
                  <a:lnTo>
                    <a:pt x="10477" y="106533"/>
                  </a:lnTo>
                  <a:lnTo>
                    <a:pt x="8709" y="111529"/>
                  </a:lnTo>
                  <a:lnTo>
                    <a:pt x="7100" y="116578"/>
                  </a:lnTo>
                  <a:lnTo>
                    <a:pt x="5652" y="121676"/>
                  </a:lnTo>
                  <a:lnTo>
                    <a:pt x="4367" y="126817"/>
                  </a:lnTo>
                  <a:lnTo>
                    <a:pt x="3245" y="131996"/>
                  </a:lnTo>
                  <a:lnTo>
                    <a:pt x="2287" y="137208"/>
                  </a:lnTo>
                  <a:lnTo>
                    <a:pt x="1496" y="142448"/>
                  </a:lnTo>
                  <a:lnTo>
                    <a:pt x="871" y="147710"/>
                  </a:lnTo>
                  <a:lnTo>
                    <a:pt x="413" y="152990"/>
                  </a:lnTo>
                  <a:lnTo>
                    <a:pt x="122" y="158281"/>
                  </a:lnTo>
                  <a:lnTo>
                    <a:pt x="0" y="163579"/>
                  </a:lnTo>
                  <a:lnTo>
                    <a:pt x="45" y="168878"/>
                  </a:lnTo>
                  <a:lnTo>
                    <a:pt x="258" y="174173"/>
                  </a:lnTo>
                  <a:lnTo>
                    <a:pt x="639" y="179459"/>
                  </a:lnTo>
                  <a:lnTo>
                    <a:pt x="1188" y="184729"/>
                  </a:lnTo>
                  <a:lnTo>
                    <a:pt x="1903" y="189980"/>
                  </a:lnTo>
                  <a:lnTo>
                    <a:pt x="2784" y="195206"/>
                  </a:lnTo>
                  <a:lnTo>
                    <a:pt x="3831" y="200401"/>
                  </a:lnTo>
                  <a:lnTo>
                    <a:pt x="5041" y="205560"/>
                  </a:lnTo>
                  <a:lnTo>
                    <a:pt x="6415" y="210678"/>
                  </a:lnTo>
                  <a:lnTo>
                    <a:pt x="7950" y="215750"/>
                  </a:lnTo>
                  <a:lnTo>
                    <a:pt x="9645" y="220771"/>
                  </a:lnTo>
                  <a:lnTo>
                    <a:pt x="11499" y="225736"/>
                  </a:lnTo>
                  <a:lnTo>
                    <a:pt x="13508" y="230639"/>
                  </a:lnTo>
                  <a:lnTo>
                    <a:pt x="15673" y="235477"/>
                  </a:lnTo>
                  <a:lnTo>
                    <a:pt x="17989" y="240243"/>
                  </a:lnTo>
                  <a:lnTo>
                    <a:pt x="20455" y="244933"/>
                  </a:lnTo>
                  <a:lnTo>
                    <a:pt x="23069" y="249543"/>
                  </a:lnTo>
                  <a:lnTo>
                    <a:pt x="25828" y="254068"/>
                  </a:lnTo>
                  <a:lnTo>
                    <a:pt x="28728" y="258503"/>
                  </a:lnTo>
                  <a:lnTo>
                    <a:pt x="31768" y="262844"/>
                  </a:lnTo>
                  <a:lnTo>
                    <a:pt x="34944" y="267086"/>
                  </a:lnTo>
                  <a:lnTo>
                    <a:pt x="38253" y="271225"/>
                  </a:lnTo>
                  <a:lnTo>
                    <a:pt x="41691" y="275258"/>
                  </a:lnTo>
                  <a:lnTo>
                    <a:pt x="45255" y="279179"/>
                  </a:lnTo>
                  <a:lnTo>
                    <a:pt x="48942" y="282986"/>
                  </a:lnTo>
                  <a:lnTo>
                    <a:pt x="52748" y="286674"/>
                  </a:lnTo>
                  <a:lnTo>
                    <a:pt x="56668" y="290239"/>
                  </a:lnTo>
                  <a:lnTo>
                    <a:pt x="60700" y="293678"/>
                  </a:lnTo>
                  <a:lnTo>
                    <a:pt x="64839" y="296988"/>
                  </a:lnTo>
                  <a:lnTo>
                    <a:pt x="69080" y="300165"/>
                  </a:lnTo>
                  <a:lnTo>
                    <a:pt x="73420" y="303206"/>
                  </a:lnTo>
                  <a:lnTo>
                    <a:pt x="77854" y="306108"/>
                  </a:lnTo>
                  <a:lnTo>
                    <a:pt x="82378" y="308867"/>
                  </a:lnTo>
                  <a:lnTo>
                    <a:pt x="86988" y="311482"/>
                  </a:lnTo>
                  <a:lnTo>
                    <a:pt x="91677" y="313950"/>
                  </a:lnTo>
                  <a:lnTo>
                    <a:pt x="96443" y="316268"/>
                  </a:lnTo>
                  <a:lnTo>
                    <a:pt x="101280" y="318433"/>
                  </a:lnTo>
                  <a:lnTo>
                    <a:pt x="106183" y="320444"/>
                  </a:lnTo>
                  <a:lnTo>
                    <a:pt x="111147" y="322299"/>
                  </a:lnTo>
                  <a:lnTo>
                    <a:pt x="116167" y="323995"/>
                  </a:lnTo>
                  <a:lnTo>
                    <a:pt x="121239" y="325532"/>
                  </a:lnTo>
                  <a:lnTo>
                    <a:pt x="126357" y="326906"/>
                  </a:lnTo>
                  <a:lnTo>
                    <a:pt x="131516" y="328118"/>
                  </a:lnTo>
                  <a:lnTo>
                    <a:pt x="136710" y="329166"/>
                  </a:lnTo>
                  <a:lnTo>
                    <a:pt x="141936" y="330049"/>
                  </a:lnTo>
                  <a:lnTo>
                    <a:pt x="147186" y="330765"/>
                  </a:lnTo>
                  <a:lnTo>
                    <a:pt x="152457" y="331315"/>
                  </a:lnTo>
                  <a:lnTo>
                    <a:pt x="157743" y="331698"/>
                  </a:lnTo>
                  <a:lnTo>
                    <a:pt x="163038" y="331912"/>
                  </a:lnTo>
                  <a:lnTo>
                    <a:pt x="168337" y="331959"/>
                  </a:lnTo>
                  <a:lnTo>
                    <a:pt x="173635" y="331838"/>
                  </a:lnTo>
                  <a:lnTo>
                    <a:pt x="178926" y="331549"/>
                  </a:lnTo>
                  <a:lnTo>
                    <a:pt x="184206" y="331092"/>
                  </a:lnTo>
                  <a:lnTo>
                    <a:pt x="189468" y="330468"/>
                  </a:lnTo>
                  <a:lnTo>
                    <a:pt x="194708" y="329678"/>
                  </a:lnTo>
                  <a:lnTo>
                    <a:pt x="199921" y="328722"/>
                  </a:lnTo>
                  <a:lnTo>
                    <a:pt x="205100" y="327602"/>
                  </a:lnTo>
                  <a:lnTo>
                    <a:pt x="210241" y="326317"/>
                  </a:lnTo>
                  <a:lnTo>
                    <a:pt x="215340" y="324871"/>
                  </a:lnTo>
                  <a:lnTo>
                    <a:pt x="220389" y="323263"/>
                  </a:lnTo>
                  <a:lnTo>
                    <a:pt x="225385" y="321496"/>
                  </a:lnTo>
                  <a:lnTo>
                    <a:pt x="230323" y="319572"/>
                  </a:lnTo>
                  <a:lnTo>
                    <a:pt x="235197" y="317492"/>
                  </a:lnTo>
                  <a:lnTo>
                    <a:pt x="240003" y="315259"/>
                  </a:lnTo>
                  <a:lnTo>
                    <a:pt x="244736" y="312875"/>
                  </a:lnTo>
                  <a:lnTo>
                    <a:pt x="249390" y="310342"/>
                  </a:lnTo>
                  <a:lnTo>
                    <a:pt x="253962" y="307662"/>
                  </a:lnTo>
                  <a:lnTo>
                    <a:pt x="258447" y="304839"/>
                  </a:lnTo>
                  <a:lnTo>
                    <a:pt x="262840" y="301875"/>
                  </a:lnTo>
                  <a:lnTo>
                    <a:pt x="267137" y="298774"/>
                  </a:lnTo>
                  <a:lnTo>
                    <a:pt x="271333" y="295538"/>
                  </a:lnTo>
                  <a:lnTo>
                    <a:pt x="275425" y="292170"/>
                  </a:lnTo>
                  <a:lnTo>
                    <a:pt x="279408" y="288674"/>
                  </a:lnTo>
                  <a:lnTo>
                    <a:pt x="283278" y="285054"/>
                  </a:lnTo>
                  <a:lnTo>
                    <a:pt x="287032" y="281313"/>
                  </a:lnTo>
                  <a:lnTo>
                    <a:pt x="290665" y="277455"/>
                  </a:lnTo>
                  <a:lnTo>
                    <a:pt x="294173" y="273484"/>
                  </a:lnTo>
                  <a:lnTo>
                    <a:pt x="297555" y="269404"/>
                  </a:lnTo>
                  <a:lnTo>
                    <a:pt x="300805" y="265218"/>
                  </a:lnTo>
                  <a:lnTo>
                    <a:pt x="303921" y="260932"/>
                  </a:lnTo>
                  <a:lnTo>
                    <a:pt x="306899" y="256549"/>
                  </a:lnTo>
                  <a:lnTo>
                    <a:pt x="309737" y="252073"/>
                  </a:lnTo>
                  <a:lnTo>
                    <a:pt x="312432" y="247510"/>
                  </a:lnTo>
                  <a:lnTo>
                    <a:pt x="314981" y="242864"/>
                  </a:lnTo>
                  <a:lnTo>
                    <a:pt x="317381" y="238140"/>
                  </a:lnTo>
                  <a:lnTo>
                    <a:pt x="319630" y="233341"/>
                  </a:lnTo>
                  <a:lnTo>
                    <a:pt x="321726" y="228474"/>
                  </a:lnTo>
                  <a:lnTo>
                    <a:pt x="323667" y="223543"/>
                  </a:lnTo>
                  <a:lnTo>
                    <a:pt x="325451" y="218553"/>
                  </a:lnTo>
                  <a:lnTo>
                    <a:pt x="327075" y="213509"/>
                  </a:lnTo>
                  <a:lnTo>
                    <a:pt x="328539" y="208415"/>
                  </a:lnTo>
                  <a:lnTo>
                    <a:pt x="329840" y="203278"/>
                  </a:lnTo>
                  <a:lnTo>
                    <a:pt x="330978" y="198103"/>
                  </a:lnTo>
                  <a:lnTo>
                    <a:pt x="331952" y="192894"/>
                  </a:lnTo>
                  <a:lnTo>
                    <a:pt x="332759" y="187656"/>
                  </a:lnTo>
                  <a:lnTo>
                    <a:pt x="333401" y="182396"/>
                  </a:lnTo>
                  <a:lnTo>
                    <a:pt x="333875" y="177118"/>
                  </a:lnTo>
                  <a:lnTo>
                    <a:pt x="334182" y="171827"/>
                  </a:lnTo>
                  <a:lnTo>
                    <a:pt x="334321" y="166530"/>
                  </a:lnTo>
                  <a:lnTo>
                    <a:pt x="334292" y="161231"/>
                  </a:lnTo>
                  <a:lnTo>
                    <a:pt x="334095" y="155935"/>
                  </a:lnTo>
                  <a:lnTo>
                    <a:pt x="333730" y="150648"/>
                  </a:lnTo>
                  <a:lnTo>
                    <a:pt x="333198" y="145376"/>
                  </a:lnTo>
                  <a:lnTo>
                    <a:pt x="332499" y="140123"/>
                  </a:lnTo>
                  <a:lnTo>
                    <a:pt x="331634" y="134894"/>
                  </a:lnTo>
                  <a:lnTo>
                    <a:pt x="330604" y="129696"/>
                  </a:lnTo>
                  <a:lnTo>
                    <a:pt x="329409" y="124533"/>
                  </a:lnTo>
                  <a:lnTo>
                    <a:pt x="328051" y="119411"/>
                  </a:lnTo>
                  <a:lnTo>
                    <a:pt x="326532" y="114334"/>
                  </a:lnTo>
                  <a:lnTo>
                    <a:pt x="324852" y="109308"/>
                  </a:lnTo>
                  <a:lnTo>
                    <a:pt x="323014" y="104338"/>
                  </a:lnTo>
                  <a:lnTo>
                    <a:pt x="321020" y="99428"/>
                  </a:lnTo>
                  <a:lnTo>
                    <a:pt x="318870" y="94584"/>
                  </a:lnTo>
                  <a:lnTo>
                    <a:pt x="316569" y="89811"/>
                  </a:lnTo>
                  <a:lnTo>
                    <a:pt x="314117" y="85113"/>
                  </a:lnTo>
                  <a:lnTo>
                    <a:pt x="311517" y="80495"/>
                  </a:lnTo>
                  <a:lnTo>
                    <a:pt x="308773" y="75961"/>
                  </a:lnTo>
                  <a:lnTo>
                    <a:pt x="305886" y="71518"/>
                  </a:lnTo>
                  <a:lnTo>
                    <a:pt x="302859" y="67167"/>
                  </a:lnTo>
                  <a:lnTo>
                    <a:pt x="299697" y="62915"/>
                  </a:lnTo>
                  <a:lnTo>
                    <a:pt x="296401" y="58766"/>
                  </a:lnTo>
                  <a:lnTo>
                    <a:pt x="292975" y="54722"/>
                  </a:lnTo>
                  <a:lnTo>
                    <a:pt x="289423" y="50790"/>
                  </a:lnTo>
                  <a:lnTo>
                    <a:pt x="285748" y="46972"/>
                  </a:lnTo>
                  <a:lnTo>
                    <a:pt x="281954" y="43272"/>
                  </a:lnTo>
                  <a:lnTo>
                    <a:pt x="278044" y="39695"/>
                  </a:lnTo>
                  <a:lnTo>
                    <a:pt x="274023" y="36243"/>
                  </a:lnTo>
                  <a:lnTo>
                    <a:pt x="269895" y="32921"/>
                  </a:lnTo>
                  <a:lnTo>
                    <a:pt x="265663" y="29731"/>
                  </a:lnTo>
                  <a:lnTo>
                    <a:pt x="261332" y="26676"/>
                  </a:lnTo>
                  <a:lnTo>
                    <a:pt x="256907" y="23761"/>
                  </a:lnTo>
                  <a:lnTo>
                    <a:pt x="252392" y="20987"/>
                  </a:lnTo>
                  <a:lnTo>
                    <a:pt x="247791" y="18358"/>
                  </a:lnTo>
                  <a:lnTo>
                    <a:pt x="243108" y="15876"/>
                  </a:lnTo>
                  <a:lnTo>
                    <a:pt x="238350" y="13543"/>
                  </a:lnTo>
                  <a:lnTo>
                    <a:pt x="167163" y="1647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1187" cy="167167"/>
            </a:xfrm>
            <a:custGeom>
              <a:avLst/>
              <a:pathLst>
                <a:path w="71187" h="167167">
                  <a:moveTo>
                    <a:pt x="71187" y="15915"/>
                  </a:moveTo>
                  <a:lnTo>
                    <a:pt x="66029" y="13593"/>
                  </a:lnTo>
                  <a:lnTo>
                    <a:pt x="60796" y="11447"/>
                  </a:lnTo>
                  <a:lnTo>
                    <a:pt x="55493" y="9479"/>
                  </a:lnTo>
                  <a:lnTo>
                    <a:pt x="50126" y="7692"/>
                  </a:lnTo>
                  <a:lnTo>
                    <a:pt x="44702" y="6087"/>
                  </a:lnTo>
                  <a:lnTo>
                    <a:pt x="39227" y="4667"/>
                  </a:lnTo>
                  <a:lnTo>
                    <a:pt x="33707" y="3433"/>
                  </a:lnTo>
                  <a:lnTo>
                    <a:pt x="28148" y="2386"/>
                  </a:lnTo>
                  <a:lnTo>
                    <a:pt x="22557" y="1528"/>
                  </a:lnTo>
                  <a:lnTo>
                    <a:pt x="16940" y="860"/>
                  </a:lnTo>
                  <a:lnTo>
                    <a:pt x="11304" y="382"/>
                  </a:lnTo>
                  <a:lnTo>
                    <a:pt x="565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77" y="1322571"/>
              <a:ext cx="334325" cy="334316"/>
            </a:xfrm>
            <a:custGeom>
              <a:avLst/>
              <a:pathLst>
                <a:path w="334325" h="334316">
                  <a:moveTo>
                    <a:pt x="167161" y="0"/>
                  </a:moveTo>
                  <a:lnTo>
                    <a:pt x="161882" y="83"/>
                  </a:lnTo>
                  <a:lnTo>
                    <a:pt x="156608" y="333"/>
                  </a:lnTo>
                  <a:lnTo>
                    <a:pt x="151345" y="749"/>
                  </a:lnTo>
                  <a:lnTo>
                    <a:pt x="146097" y="1332"/>
                  </a:lnTo>
                  <a:lnTo>
                    <a:pt x="140871" y="2080"/>
                  </a:lnTo>
                  <a:lnTo>
                    <a:pt x="135670" y="2992"/>
                  </a:lnTo>
                  <a:lnTo>
                    <a:pt x="130501" y="4069"/>
                  </a:lnTo>
                  <a:lnTo>
                    <a:pt x="125369" y="5308"/>
                  </a:lnTo>
                  <a:lnTo>
                    <a:pt x="120278" y="6708"/>
                  </a:lnTo>
                  <a:lnTo>
                    <a:pt x="115234" y="8269"/>
                  </a:lnTo>
                  <a:lnTo>
                    <a:pt x="110242" y="9988"/>
                  </a:lnTo>
                  <a:lnTo>
                    <a:pt x="105307" y="11864"/>
                  </a:lnTo>
                  <a:lnTo>
                    <a:pt x="100433" y="13895"/>
                  </a:lnTo>
                  <a:lnTo>
                    <a:pt x="95626" y="16078"/>
                  </a:lnTo>
                  <a:lnTo>
                    <a:pt x="90891" y="18413"/>
                  </a:lnTo>
                  <a:lnTo>
                    <a:pt x="86231" y="20896"/>
                  </a:lnTo>
                  <a:lnTo>
                    <a:pt x="81652" y="23524"/>
                  </a:lnTo>
                  <a:lnTo>
                    <a:pt x="77159" y="26296"/>
                  </a:lnTo>
                  <a:lnTo>
                    <a:pt x="72755" y="29209"/>
                  </a:lnTo>
                  <a:lnTo>
                    <a:pt x="68445" y="32259"/>
                  </a:lnTo>
                  <a:lnTo>
                    <a:pt x="64234" y="35444"/>
                  </a:lnTo>
                  <a:lnTo>
                    <a:pt x="60126" y="38760"/>
                  </a:lnTo>
                  <a:lnTo>
                    <a:pt x="56124" y="42204"/>
                  </a:lnTo>
                  <a:lnTo>
                    <a:pt x="52233" y="45773"/>
                  </a:lnTo>
                  <a:lnTo>
                    <a:pt x="48457" y="49463"/>
                  </a:lnTo>
                  <a:lnTo>
                    <a:pt x="44799" y="53270"/>
                  </a:lnTo>
                  <a:lnTo>
                    <a:pt x="41263" y="57191"/>
                  </a:lnTo>
                  <a:lnTo>
                    <a:pt x="37853" y="61222"/>
                  </a:lnTo>
                  <a:lnTo>
                    <a:pt x="34572" y="65358"/>
                  </a:lnTo>
                  <a:lnTo>
                    <a:pt x="31423" y="69596"/>
                  </a:lnTo>
                  <a:lnTo>
                    <a:pt x="28409" y="73931"/>
                  </a:lnTo>
                  <a:lnTo>
                    <a:pt x="25534" y="78360"/>
                  </a:lnTo>
                  <a:lnTo>
                    <a:pt x="22800" y="82877"/>
                  </a:lnTo>
                  <a:lnTo>
                    <a:pt x="20210" y="87478"/>
                  </a:lnTo>
                  <a:lnTo>
                    <a:pt x="17767" y="92158"/>
                  </a:lnTo>
                  <a:lnTo>
                    <a:pt x="15473" y="96913"/>
                  </a:lnTo>
                  <a:lnTo>
                    <a:pt x="13330" y="101739"/>
                  </a:lnTo>
                  <a:lnTo>
                    <a:pt x="11340" y="106629"/>
                  </a:lnTo>
                  <a:lnTo>
                    <a:pt x="9506" y="111580"/>
                  </a:lnTo>
                  <a:lnTo>
                    <a:pt x="7829" y="116587"/>
                  </a:lnTo>
                  <a:lnTo>
                    <a:pt x="6311" y="121644"/>
                  </a:lnTo>
                  <a:lnTo>
                    <a:pt x="4954" y="126746"/>
                  </a:lnTo>
                  <a:lnTo>
                    <a:pt x="3758" y="131889"/>
                  </a:lnTo>
                  <a:lnTo>
                    <a:pt x="2726" y="137066"/>
                  </a:lnTo>
                  <a:lnTo>
                    <a:pt x="1857" y="142274"/>
                  </a:lnTo>
                  <a:lnTo>
                    <a:pt x="1154" y="147507"/>
                  </a:lnTo>
                  <a:lnTo>
                    <a:pt x="616" y="152759"/>
                  </a:lnTo>
                  <a:lnTo>
                    <a:pt x="244" y="158026"/>
                  </a:lnTo>
                  <a:lnTo>
                    <a:pt x="38" y="163302"/>
                  </a:lnTo>
                  <a:lnTo>
                    <a:pt x="0" y="168581"/>
                  </a:lnTo>
                  <a:lnTo>
                    <a:pt x="128" y="173860"/>
                  </a:lnTo>
                  <a:lnTo>
                    <a:pt x="422" y="179131"/>
                  </a:lnTo>
                  <a:lnTo>
                    <a:pt x="883" y="184391"/>
                  </a:lnTo>
                  <a:lnTo>
                    <a:pt x="1510" y="189633"/>
                  </a:lnTo>
                  <a:lnTo>
                    <a:pt x="2302" y="194853"/>
                  </a:lnTo>
                  <a:lnTo>
                    <a:pt x="3259" y="200046"/>
                  </a:lnTo>
                  <a:lnTo>
                    <a:pt x="4379" y="205205"/>
                  </a:lnTo>
                  <a:lnTo>
                    <a:pt x="5661" y="210327"/>
                  </a:lnTo>
                  <a:lnTo>
                    <a:pt x="7105" y="215406"/>
                  </a:lnTo>
                  <a:lnTo>
                    <a:pt x="8708" y="220436"/>
                  </a:lnTo>
                  <a:lnTo>
                    <a:pt x="10469" y="225413"/>
                  </a:lnTo>
                  <a:lnTo>
                    <a:pt x="12387" y="230333"/>
                  </a:lnTo>
                  <a:lnTo>
                    <a:pt x="14459" y="235189"/>
                  </a:lnTo>
                  <a:lnTo>
                    <a:pt x="16683" y="239977"/>
                  </a:lnTo>
                  <a:lnTo>
                    <a:pt x="19057" y="244693"/>
                  </a:lnTo>
                  <a:lnTo>
                    <a:pt x="21580" y="249331"/>
                  </a:lnTo>
                  <a:lnTo>
                    <a:pt x="24247" y="253888"/>
                  </a:lnTo>
                  <a:lnTo>
                    <a:pt x="27057" y="258358"/>
                  </a:lnTo>
                  <a:lnTo>
                    <a:pt x="30007" y="262737"/>
                  </a:lnTo>
                  <a:lnTo>
                    <a:pt x="33093" y="267021"/>
                  </a:lnTo>
                  <a:lnTo>
                    <a:pt x="36313" y="271205"/>
                  </a:lnTo>
                  <a:lnTo>
                    <a:pt x="39664" y="275285"/>
                  </a:lnTo>
                  <a:lnTo>
                    <a:pt x="43142" y="279257"/>
                  </a:lnTo>
                  <a:lnTo>
                    <a:pt x="46744" y="283118"/>
                  </a:lnTo>
                  <a:lnTo>
                    <a:pt x="50465" y="286863"/>
                  </a:lnTo>
                  <a:lnTo>
                    <a:pt x="54304" y="290488"/>
                  </a:lnTo>
                  <a:lnTo>
                    <a:pt x="58254" y="293991"/>
                  </a:lnTo>
                  <a:lnTo>
                    <a:pt x="62314" y="297367"/>
                  </a:lnTo>
                  <a:lnTo>
                    <a:pt x="66478" y="300613"/>
                  </a:lnTo>
                  <a:lnTo>
                    <a:pt x="70742" y="303726"/>
                  </a:lnTo>
                  <a:lnTo>
                    <a:pt x="75103" y="306703"/>
                  </a:lnTo>
                  <a:lnTo>
                    <a:pt x="79555" y="309540"/>
                  </a:lnTo>
                  <a:lnTo>
                    <a:pt x="84095" y="312236"/>
                  </a:lnTo>
                  <a:lnTo>
                    <a:pt x="88718" y="314787"/>
                  </a:lnTo>
                  <a:lnTo>
                    <a:pt x="93419" y="317190"/>
                  </a:lnTo>
                  <a:lnTo>
                    <a:pt x="98193" y="319444"/>
                  </a:lnTo>
                  <a:lnTo>
                    <a:pt x="103037" y="321546"/>
                  </a:lnTo>
                  <a:lnTo>
                    <a:pt x="107944" y="323494"/>
                  </a:lnTo>
                  <a:lnTo>
                    <a:pt x="112910" y="325287"/>
                  </a:lnTo>
                  <a:lnTo>
                    <a:pt x="117931" y="326921"/>
                  </a:lnTo>
                  <a:lnTo>
                    <a:pt x="123000" y="328396"/>
                  </a:lnTo>
                  <a:lnTo>
                    <a:pt x="128114" y="329710"/>
                  </a:lnTo>
                  <a:lnTo>
                    <a:pt x="133266" y="330862"/>
                  </a:lnTo>
                  <a:lnTo>
                    <a:pt x="138453" y="331851"/>
                  </a:lnTo>
                  <a:lnTo>
                    <a:pt x="143668" y="332675"/>
                  </a:lnTo>
                  <a:lnTo>
                    <a:pt x="148906" y="333335"/>
                  </a:lnTo>
                  <a:lnTo>
                    <a:pt x="154163" y="333828"/>
                  </a:lnTo>
                  <a:lnTo>
                    <a:pt x="159432" y="334156"/>
                  </a:lnTo>
                  <a:lnTo>
                    <a:pt x="164710" y="334316"/>
                  </a:lnTo>
                  <a:lnTo>
                    <a:pt x="169990" y="334310"/>
                  </a:lnTo>
                  <a:lnTo>
                    <a:pt x="175267" y="334138"/>
                  </a:lnTo>
                  <a:lnTo>
                    <a:pt x="180535" y="333799"/>
                  </a:lnTo>
                  <a:lnTo>
                    <a:pt x="185791" y="333293"/>
                  </a:lnTo>
                  <a:lnTo>
                    <a:pt x="191028" y="332622"/>
                  </a:lnTo>
                  <a:lnTo>
                    <a:pt x="196241" y="331786"/>
                  </a:lnTo>
                  <a:lnTo>
                    <a:pt x="201425" y="330785"/>
                  </a:lnTo>
                  <a:lnTo>
                    <a:pt x="206575" y="329621"/>
                  </a:lnTo>
                  <a:lnTo>
                    <a:pt x="211686" y="328296"/>
                  </a:lnTo>
                  <a:lnTo>
                    <a:pt x="216752" y="326809"/>
                  </a:lnTo>
                  <a:lnTo>
                    <a:pt x="221769" y="325164"/>
                  </a:lnTo>
                  <a:lnTo>
                    <a:pt x="226731" y="323360"/>
                  </a:lnTo>
                  <a:lnTo>
                    <a:pt x="231634" y="321401"/>
                  </a:lnTo>
                  <a:lnTo>
                    <a:pt x="236472" y="319288"/>
                  </a:lnTo>
                  <a:lnTo>
                    <a:pt x="241242" y="317023"/>
                  </a:lnTo>
                  <a:lnTo>
                    <a:pt x="245937" y="314609"/>
                  </a:lnTo>
                  <a:lnTo>
                    <a:pt x="250554" y="312048"/>
                  </a:lnTo>
                  <a:lnTo>
                    <a:pt x="255088" y="309342"/>
                  </a:lnTo>
                  <a:lnTo>
                    <a:pt x="259534" y="306494"/>
                  </a:lnTo>
                  <a:lnTo>
                    <a:pt x="263888" y="303508"/>
                  </a:lnTo>
                  <a:lnTo>
                    <a:pt x="268145" y="300385"/>
                  </a:lnTo>
                  <a:lnTo>
                    <a:pt x="272302" y="297130"/>
                  </a:lnTo>
                  <a:lnTo>
                    <a:pt x="276354" y="293745"/>
                  </a:lnTo>
                  <a:lnTo>
                    <a:pt x="280297" y="290233"/>
                  </a:lnTo>
                  <a:lnTo>
                    <a:pt x="284127" y="286599"/>
                  </a:lnTo>
                  <a:lnTo>
                    <a:pt x="287840" y="282846"/>
                  </a:lnTo>
                  <a:lnTo>
                    <a:pt x="291433" y="278977"/>
                  </a:lnTo>
                  <a:lnTo>
                    <a:pt x="294902" y="274997"/>
                  </a:lnTo>
                  <a:lnTo>
                    <a:pt x="298243" y="270909"/>
                  </a:lnTo>
                  <a:lnTo>
                    <a:pt x="301454" y="266717"/>
                  </a:lnTo>
                  <a:lnTo>
                    <a:pt x="304531" y="262427"/>
                  </a:lnTo>
                  <a:lnTo>
                    <a:pt x="307471" y="258041"/>
                  </a:lnTo>
                  <a:lnTo>
                    <a:pt x="310271" y="253565"/>
                  </a:lnTo>
                  <a:lnTo>
                    <a:pt x="312928" y="249002"/>
                  </a:lnTo>
                  <a:lnTo>
                    <a:pt x="315439" y="244358"/>
                  </a:lnTo>
                  <a:lnTo>
                    <a:pt x="317803" y="239637"/>
                  </a:lnTo>
                  <a:lnTo>
                    <a:pt x="320016" y="234844"/>
                  </a:lnTo>
                  <a:lnTo>
                    <a:pt x="322077" y="229983"/>
                  </a:lnTo>
                  <a:lnTo>
                    <a:pt x="323984" y="225059"/>
                  </a:lnTo>
                  <a:lnTo>
                    <a:pt x="325734" y="220078"/>
                  </a:lnTo>
                  <a:lnTo>
                    <a:pt x="327326" y="215044"/>
                  </a:lnTo>
                  <a:lnTo>
                    <a:pt x="328758" y="209962"/>
                  </a:lnTo>
                  <a:lnTo>
                    <a:pt x="330029" y="204837"/>
                  </a:lnTo>
                  <a:lnTo>
                    <a:pt x="331137" y="199675"/>
                  </a:lnTo>
                  <a:lnTo>
                    <a:pt x="332082" y="194481"/>
                  </a:lnTo>
                  <a:lnTo>
                    <a:pt x="332862" y="189259"/>
                  </a:lnTo>
                  <a:lnTo>
                    <a:pt x="333477" y="184015"/>
                  </a:lnTo>
                  <a:lnTo>
                    <a:pt x="333926" y="178754"/>
                  </a:lnTo>
                  <a:lnTo>
                    <a:pt x="334209" y="173482"/>
                  </a:lnTo>
                  <a:lnTo>
                    <a:pt x="334325" y="168204"/>
                  </a:lnTo>
                  <a:lnTo>
                    <a:pt x="334275" y="162924"/>
                  </a:lnTo>
                  <a:lnTo>
                    <a:pt x="334057" y="157649"/>
                  </a:lnTo>
                  <a:lnTo>
                    <a:pt x="333673" y="152383"/>
                  </a:lnTo>
                  <a:lnTo>
                    <a:pt x="333123" y="147132"/>
                  </a:lnTo>
                  <a:lnTo>
                    <a:pt x="332408" y="141901"/>
                  </a:lnTo>
                  <a:lnTo>
                    <a:pt x="331528" y="136695"/>
                  </a:lnTo>
                  <a:lnTo>
                    <a:pt x="330483" y="131520"/>
                  </a:lnTo>
                  <a:lnTo>
                    <a:pt x="329276" y="126380"/>
                  </a:lnTo>
                  <a:lnTo>
                    <a:pt x="327907" y="121280"/>
                  </a:lnTo>
                  <a:lnTo>
                    <a:pt x="326378" y="116227"/>
                  </a:lnTo>
                  <a:lnTo>
                    <a:pt x="324690" y="111224"/>
                  </a:lnTo>
                  <a:lnTo>
                    <a:pt x="322845" y="106277"/>
                  </a:lnTo>
                  <a:lnTo>
                    <a:pt x="320844" y="101391"/>
                  </a:lnTo>
                  <a:lnTo>
                    <a:pt x="318690" y="96571"/>
                  </a:lnTo>
                  <a:lnTo>
                    <a:pt x="316385" y="91821"/>
                  </a:lnTo>
                  <a:lnTo>
                    <a:pt x="313931" y="87146"/>
                  </a:lnTo>
                  <a:lnTo>
                    <a:pt x="311331" y="82551"/>
                  </a:lnTo>
                  <a:lnTo>
                    <a:pt x="308587" y="78040"/>
                  </a:lnTo>
                  <a:lnTo>
                    <a:pt x="305702" y="73618"/>
                  </a:lnTo>
                  <a:lnTo>
                    <a:pt x="302679" y="69290"/>
                  </a:lnTo>
                  <a:lnTo>
                    <a:pt x="299520" y="65059"/>
                  </a:lnTo>
                  <a:lnTo>
                    <a:pt x="296229" y="60930"/>
                  </a:lnTo>
                  <a:lnTo>
                    <a:pt x="292810" y="56907"/>
                  </a:lnTo>
                  <a:lnTo>
                    <a:pt x="289265" y="52994"/>
                  </a:lnTo>
                  <a:lnTo>
                    <a:pt x="285599" y="49195"/>
                  </a:lnTo>
                  <a:lnTo>
                    <a:pt x="281814" y="45514"/>
                  </a:lnTo>
                  <a:lnTo>
                    <a:pt x="277915" y="41954"/>
                  </a:lnTo>
                  <a:lnTo>
                    <a:pt x="273906" y="38518"/>
                  </a:lnTo>
                  <a:lnTo>
                    <a:pt x="269790" y="35212"/>
                  </a:lnTo>
                  <a:lnTo>
                    <a:pt x="265572" y="32036"/>
                  </a:lnTo>
                  <a:lnTo>
                    <a:pt x="261255" y="28996"/>
                  </a:lnTo>
                  <a:lnTo>
                    <a:pt x="256845" y="26093"/>
                  </a:lnTo>
                  <a:lnTo>
                    <a:pt x="252345" y="23332"/>
                  </a:lnTo>
                  <a:lnTo>
                    <a:pt x="247760" y="20713"/>
                  </a:lnTo>
                  <a:lnTo>
                    <a:pt x="243095" y="18241"/>
                  </a:lnTo>
                  <a:lnTo>
                    <a:pt x="238354" y="15917"/>
                  </a:lnTo>
                  <a:lnTo>
                    <a:pt x="233542" y="13744"/>
                  </a:lnTo>
                  <a:lnTo>
                    <a:pt x="228664" y="11725"/>
                  </a:lnTo>
                  <a:lnTo>
                    <a:pt x="223724" y="9860"/>
                  </a:lnTo>
                  <a:lnTo>
                    <a:pt x="218728" y="8152"/>
                  </a:lnTo>
                  <a:lnTo>
                    <a:pt x="213681" y="6603"/>
                  </a:lnTo>
                  <a:lnTo>
                    <a:pt x="208587" y="5214"/>
                  </a:lnTo>
                  <a:lnTo>
                    <a:pt x="203452" y="3986"/>
                  </a:lnTo>
                  <a:lnTo>
                    <a:pt x="198281" y="2922"/>
                  </a:lnTo>
                  <a:lnTo>
                    <a:pt x="193078" y="2021"/>
                  </a:lnTo>
                  <a:lnTo>
                    <a:pt x="187850" y="1285"/>
                  </a:lnTo>
                  <a:lnTo>
                    <a:pt x="182601" y="714"/>
                  </a:lnTo>
                  <a:lnTo>
                    <a:pt x="177337" y="310"/>
                  </a:lnTo>
                  <a:lnTo>
                    <a:pt x="172063" y="7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4901" cy="167167"/>
            </a:xfrm>
            <a:custGeom>
              <a:avLst/>
              <a:pathLst>
                <a:path w="4901" h="167167">
                  <a:moveTo>
                    <a:pt x="4901" y="7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9" y="1071028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2" y="1342"/>
                  </a:lnTo>
                  <a:lnTo>
                    <a:pt x="140755" y="2096"/>
                  </a:lnTo>
                  <a:lnTo>
                    <a:pt x="135535" y="3016"/>
                  </a:lnTo>
                  <a:lnTo>
                    <a:pt x="130346" y="4101"/>
                  </a:lnTo>
                  <a:lnTo>
                    <a:pt x="125195" y="5350"/>
                  </a:lnTo>
                  <a:lnTo>
                    <a:pt x="120085" y="6761"/>
                  </a:lnTo>
                  <a:lnTo>
                    <a:pt x="115023" y="8334"/>
                  </a:lnTo>
                  <a:lnTo>
                    <a:pt x="110014" y="10067"/>
                  </a:lnTo>
                  <a:lnTo>
                    <a:pt x="105062" y="11957"/>
                  </a:lnTo>
                  <a:lnTo>
                    <a:pt x="100172" y="14003"/>
                  </a:lnTo>
                  <a:lnTo>
                    <a:pt x="95350" y="16204"/>
                  </a:lnTo>
                  <a:lnTo>
                    <a:pt x="90599" y="18556"/>
                  </a:lnTo>
                  <a:lnTo>
                    <a:pt x="85926" y="21058"/>
                  </a:lnTo>
                  <a:lnTo>
                    <a:pt x="81335" y="23707"/>
                  </a:lnTo>
                  <a:lnTo>
                    <a:pt x="76829" y="26499"/>
                  </a:lnTo>
                  <a:lnTo>
                    <a:pt x="72415" y="29434"/>
                  </a:lnTo>
                  <a:lnTo>
                    <a:pt x="68096" y="32507"/>
                  </a:lnTo>
                  <a:lnTo>
                    <a:pt x="63876" y="35715"/>
                  </a:lnTo>
                  <a:lnTo>
                    <a:pt x="59760" y="39055"/>
                  </a:lnTo>
                  <a:lnTo>
                    <a:pt x="55753" y="42524"/>
                  </a:lnTo>
                  <a:lnTo>
                    <a:pt x="51857" y="46119"/>
                  </a:lnTo>
                  <a:lnTo>
                    <a:pt x="48077" y="49835"/>
                  </a:lnTo>
                  <a:lnTo>
                    <a:pt x="44417" y="53669"/>
                  </a:lnTo>
                  <a:lnTo>
                    <a:pt x="40880" y="57617"/>
                  </a:lnTo>
                  <a:lnTo>
                    <a:pt x="37470" y="61676"/>
                  </a:lnTo>
                  <a:lnTo>
                    <a:pt x="34191" y="65840"/>
                  </a:lnTo>
                  <a:lnTo>
                    <a:pt x="31045" y="70107"/>
                  </a:lnTo>
                  <a:lnTo>
                    <a:pt x="28036" y="74471"/>
                  </a:lnTo>
                  <a:lnTo>
                    <a:pt x="25167" y="78928"/>
                  </a:lnTo>
                  <a:lnTo>
                    <a:pt x="22441" y="83474"/>
                  </a:lnTo>
                  <a:lnTo>
                    <a:pt x="19860" y="88104"/>
                  </a:lnTo>
                  <a:lnTo>
                    <a:pt x="17428" y="92813"/>
                  </a:lnTo>
                  <a:lnTo>
                    <a:pt x="15145" y="97598"/>
                  </a:lnTo>
                  <a:lnTo>
                    <a:pt x="13016" y="102452"/>
                  </a:lnTo>
                  <a:lnTo>
                    <a:pt x="11042" y="107371"/>
                  </a:lnTo>
                  <a:lnTo>
                    <a:pt x="9224" y="112350"/>
                  </a:lnTo>
                  <a:lnTo>
                    <a:pt x="7566" y="117385"/>
                  </a:lnTo>
                  <a:lnTo>
                    <a:pt x="6068" y="122470"/>
                  </a:lnTo>
                  <a:lnTo>
                    <a:pt x="4732" y="127599"/>
                  </a:lnTo>
                  <a:lnTo>
                    <a:pt x="3559" y="132769"/>
                  </a:lnTo>
                  <a:lnTo>
                    <a:pt x="2550" y="137972"/>
                  </a:lnTo>
                  <a:lnTo>
                    <a:pt x="1708" y="143206"/>
                  </a:lnTo>
                  <a:lnTo>
                    <a:pt x="1031" y="148463"/>
                  </a:lnTo>
                  <a:lnTo>
                    <a:pt x="522" y="153739"/>
                  </a:lnTo>
                  <a:lnTo>
                    <a:pt x="180" y="159029"/>
                  </a:lnTo>
                  <a:lnTo>
                    <a:pt x="6" y="164327"/>
                  </a:lnTo>
                  <a:lnTo>
                    <a:pt x="0" y="169627"/>
                  </a:lnTo>
                  <a:lnTo>
                    <a:pt x="162" y="174926"/>
                  </a:lnTo>
                  <a:lnTo>
                    <a:pt x="491" y="180216"/>
                  </a:lnTo>
                  <a:lnTo>
                    <a:pt x="989" y="185493"/>
                  </a:lnTo>
                  <a:lnTo>
                    <a:pt x="1654" y="190752"/>
                  </a:lnTo>
                  <a:lnTo>
                    <a:pt x="2485" y="195987"/>
                  </a:lnTo>
                  <a:lnTo>
                    <a:pt x="3481" y="201194"/>
                  </a:lnTo>
                  <a:lnTo>
                    <a:pt x="4642" y="206366"/>
                  </a:lnTo>
                  <a:lnTo>
                    <a:pt x="5967" y="211498"/>
                  </a:lnTo>
                  <a:lnTo>
                    <a:pt x="7453" y="216586"/>
                  </a:lnTo>
                  <a:lnTo>
                    <a:pt x="9100" y="221625"/>
                  </a:lnTo>
                  <a:lnTo>
                    <a:pt x="10906" y="226608"/>
                  </a:lnTo>
                  <a:lnTo>
                    <a:pt x="12870" y="231532"/>
                  </a:lnTo>
                  <a:lnTo>
                    <a:pt x="14988" y="236391"/>
                  </a:lnTo>
                  <a:lnTo>
                    <a:pt x="17259" y="241180"/>
                  </a:lnTo>
                  <a:lnTo>
                    <a:pt x="19681" y="245895"/>
                  </a:lnTo>
                  <a:lnTo>
                    <a:pt x="22251" y="250531"/>
                  </a:lnTo>
                  <a:lnTo>
                    <a:pt x="24967" y="255083"/>
                  </a:lnTo>
                  <a:lnTo>
                    <a:pt x="27826" y="259547"/>
                  </a:lnTo>
                  <a:lnTo>
                    <a:pt x="30825" y="263918"/>
                  </a:lnTo>
                  <a:lnTo>
                    <a:pt x="33961" y="268191"/>
                  </a:lnTo>
                  <a:lnTo>
                    <a:pt x="37231" y="272363"/>
                  </a:lnTo>
                  <a:lnTo>
                    <a:pt x="40631" y="276429"/>
                  </a:lnTo>
                  <a:lnTo>
                    <a:pt x="44159" y="280386"/>
                  </a:lnTo>
                  <a:lnTo>
                    <a:pt x="47811" y="284228"/>
                  </a:lnTo>
                  <a:lnTo>
                    <a:pt x="51582" y="287953"/>
                  </a:lnTo>
                  <a:lnTo>
                    <a:pt x="55470" y="291556"/>
                  </a:lnTo>
                  <a:lnTo>
                    <a:pt x="59470" y="295035"/>
                  </a:lnTo>
                  <a:lnTo>
                    <a:pt x="63578" y="298384"/>
                  </a:lnTo>
                  <a:lnTo>
                    <a:pt x="67790" y="301602"/>
                  </a:lnTo>
                  <a:lnTo>
                    <a:pt x="72102" y="304685"/>
                  </a:lnTo>
                  <a:lnTo>
                    <a:pt x="76510" y="307629"/>
                  </a:lnTo>
                  <a:lnTo>
                    <a:pt x="81009" y="310432"/>
                  </a:lnTo>
                  <a:lnTo>
                    <a:pt x="85595" y="313091"/>
                  </a:lnTo>
                  <a:lnTo>
                    <a:pt x="90262" y="315603"/>
                  </a:lnTo>
                  <a:lnTo>
                    <a:pt x="95007" y="317966"/>
                  </a:lnTo>
                  <a:lnTo>
                    <a:pt x="99824" y="320178"/>
                  </a:lnTo>
                  <a:lnTo>
                    <a:pt x="104709" y="322236"/>
                  </a:lnTo>
                  <a:lnTo>
                    <a:pt x="109657" y="324137"/>
                  </a:lnTo>
                  <a:lnTo>
                    <a:pt x="114663" y="325881"/>
                  </a:lnTo>
                  <a:lnTo>
                    <a:pt x="119721" y="327465"/>
                  </a:lnTo>
                  <a:lnTo>
                    <a:pt x="124827" y="328888"/>
                  </a:lnTo>
                  <a:lnTo>
                    <a:pt x="129976" y="330149"/>
                  </a:lnTo>
                  <a:lnTo>
                    <a:pt x="135162" y="331246"/>
                  </a:lnTo>
                  <a:lnTo>
                    <a:pt x="140380" y="332177"/>
                  </a:lnTo>
                  <a:lnTo>
                    <a:pt x="145625" y="332943"/>
                  </a:lnTo>
                  <a:lnTo>
                    <a:pt x="150892" y="333542"/>
                  </a:lnTo>
                  <a:lnTo>
                    <a:pt x="156175" y="333974"/>
                  </a:lnTo>
                  <a:lnTo>
                    <a:pt x="161469" y="334238"/>
                  </a:lnTo>
                  <a:lnTo>
                    <a:pt x="166769" y="334334"/>
                  </a:lnTo>
                  <a:lnTo>
                    <a:pt x="172069" y="334262"/>
                  </a:lnTo>
                  <a:lnTo>
                    <a:pt x="177365" y="334022"/>
                  </a:lnTo>
                  <a:lnTo>
                    <a:pt x="182650" y="333614"/>
                  </a:lnTo>
                  <a:lnTo>
                    <a:pt x="187919" y="333039"/>
                  </a:lnTo>
                  <a:lnTo>
                    <a:pt x="193168" y="332297"/>
                  </a:lnTo>
                  <a:lnTo>
                    <a:pt x="198390" y="331389"/>
                  </a:lnTo>
                  <a:lnTo>
                    <a:pt x="203581" y="330316"/>
                  </a:lnTo>
                  <a:lnTo>
                    <a:pt x="208735" y="329079"/>
                  </a:lnTo>
                  <a:lnTo>
                    <a:pt x="213848" y="327679"/>
                  </a:lnTo>
                  <a:lnTo>
                    <a:pt x="218913" y="326118"/>
                  </a:lnTo>
                  <a:lnTo>
                    <a:pt x="223927" y="324397"/>
                  </a:lnTo>
                  <a:lnTo>
                    <a:pt x="228883" y="322518"/>
                  </a:lnTo>
                  <a:lnTo>
                    <a:pt x="233778" y="320482"/>
                  </a:lnTo>
                  <a:lnTo>
                    <a:pt x="238605" y="318293"/>
                  </a:lnTo>
                  <a:lnTo>
                    <a:pt x="243360" y="315951"/>
                  </a:lnTo>
                  <a:lnTo>
                    <a:pt x="248039" y="313460"/>
                  </a:lnTo>
                  <a:lnTo>
                    <a:pt x="252637" y="310822"/>
                  </a:lnTo>
                  <a:lnTo>
                    <a:pt x="257149" y="308039"/>
                  </a:lnTo>
                  <a:lnTo>
                    <a:pt x="261570" y="305115"/>
                  </a:lnTo>
                  <a:lnTo>
                    <a:pt x="265896" y="302052"/>
                  </a:lnTo>
                  <a:lnTo>
                    <a:pt x="270123" y="298853"/>
                  </a:lnTo>
                  <a:lnTo>
                    <a:pt x="274246" y="295522"/>
                  </a:lnTo>
                  <a:lnTo>
                    <a:pt x="278262" y="292062"/>
                  </a:lnTo>
                  <a:lnTo>
                    <a:pt x="282166" y="288477"/>
                  </a:lnTo>
                  <a:lnTo>
                    <a:pt x="285954" y="284769"/>
                  </a:lnTo>
                  <a:lnTo>
                    <a:pt x="289623" y="280943"/>
                  </a:lnTo>
                  <a:lnTo>
                    <a:pt x="293169" y="277003"/>
                  </a:lnTo>
                  <a:lnTo>
                    <a:pt x="296588" y="272952"/>
                  </a:lnTo>
                  <a:lnTo>
                    <a:pt x="299876" y="268795"/>
                  </a:lnTo>
                  <a:lnTo>
                    <a:pt x="303032" y="264536"/>
                  </a:lnTo>
                  <a:lnTo>
                    <a:pt x="306051" y="260179"/>
                  </a:lnTo>
                  <a:lnTo>
                    <a:pt x="308930" y="255728"/>
                  </a:lnTo>
                  <a:lnTo>
                    <a:pt x="311666" y="251189"/>
                  </a:lnTo>
                  <a:lnTo>
                    <a:pt x="314258" y="246565"/>
                  </a:lnTo>
                  <a:lnTo>
                    <a:pt x="316701" y="241861"/>
                  </a:lnTo>
                  <a:lnTo>
                    <a:pt x="318994" y="237081"/>
                  </a:lnTo>
                  <a:lnTo>
                    <a:pt x="321134" y="232232"/>
                  </a:lnTo>
                  <a:lnTo>
                    <a:pt x="323120" y="227317"/>
                  </a:lnTo>
                  <a:lnTo>
                    <a:pt x="324948" y="222342"/>
                  </a:lnTo>
                  <a:lnTo>
                    <a:pt x="326618" y="217311"/>
                  </a:lnTo>
                  <a:lnTo>
                    <a:pt x="328128" y="212230"/>
                  </a:lnTo>
                  <a:lnTo>
                    <a:pt x="329476" y="207104"/>
                  </a:lnTo>
                  <a:lnTo>
                    <a:pt x="330660" y="201937"/>
                  </a:lnTo>
                  <a:lnTo>
                    <a:pt x="331680" y="196735"/>
                  </a:lnTo>
                  <a:lnTo>
                    <a:pt x="332535" y="191504"/>
                  </a:lnTo>
                  <a:lnTo>
                    <a:pt x="333224" y="186248"/>
                  </a:lnTo>
                  <a:lnTo>
                    <a:pt x="333745" y="180973"/>
                  </a:lnTo>
                  <a:lnTo>
                    <a:pt x="334099" y="175684"/>
                  </a:lnTo>
                  <a:lnTo>
                    <a:pt x="334285" y="170387"/>
                  </a:lnTo>
                  <a:lnTo>
                    <a:pt x="334303" y="165086"/>
                  </a:lnTo>
                  <a:lnTo>
                    <a:pt x="334153" y="159788"/>
                  </a:lnTo>
                  <a:lnTo>
                    <a:pt x="333835" y="154496"/>
                  </a:lnTo>
                  <a:lnTo>
                    <a:pt x="333350" y="149218"/>
                  </a:lnTo>
                  <a:lnTo>
                    <a:pt x="332697" y="143958"/>
                  </a:lnTo>
                  <a:lnTo>
                    <a:pt x="331878" y="138720"/>
                  </a:lnTo>
                  <a:lnTo>
                    <a:pt x="330893" y="133512"/>
                  </a:lnTo>
                  <a:lnTo>
                    <a:pt x="329744" y="128337"/>
                  </a:lnTo>
                  <a:lnTo>
                    <a:pt x="328431" y="123202"/>
                  </a:lnTo>
                  <a:lnTo>
                    <a:pt x="326956" y="118111"/>
                  </a:lnTo>
                  <a:lnTo>
                    <a:pt x="325321" y="113068"/>
                  </a:lnTo>
                  <a:lnTo>
                    <a:pt x="323526" y="108081"/>
                  </a:lnTo>
                  <a:lnTo>
                    <a:pt x="321574" y="103153"/>
                  </a:lnTo>
                  <a:lnTo>
                    <a:pt x="319467" y="98289"/>
                  </a:lnTo>
                  <a:lnTo>
                    <a:pt x="317206" y="93494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64523"/>
              <a:ext cx="150057" cy="73672"/>
            </a:xfrm>
            <a:custGeom>
              <a:avLst/>
              <a:pathLst>
                <a:path w="150057" h="73672">
                  <a:moveTo>
                    <a:pt x="150057" y="0"/>
                  </a:moveTo>
                  <a:lnTo>
                    <a:pt x="0" y="736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63425"/>
              <a:ext cx="150057" cy="74770"/>
            </a:xfrm>
            <a:custGeom>
              <a:avLst/>
              <a:pathLst>
                <a:path w="150057" h="74770">
                  <a:moveTo>
                    <a:pt x="150057" y="1098"/>
                  </a:moveTo>
                  <a:lnTo>
                    <a:pt x="149513" y="0"/>
                  </a:lnTo>
                  <a:lnTo>
                    <a:pt x="0" y="74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49513" cy="167167"/>
            </a:xfrm>
            <a:custGeom>
              <a:avLst/>
              <a:pathLst>
                <a:path w="149513" h="167167">
                  <a:moveTo>
                    <a:pt x="149513" y="92396"/>
                  </a:moveTo>
                  <a:lnTo>
                    <a:pt x="146999" y="87568"/>
                  </a:lnTo>
                  <a:lnTo>
                    <a:pt x="144330" y="82825"/>
                  </a:lnTo>
                  <a:lnTo>
                    <a:pt x="141508" y="78171"/>
                  </a:lnTo>
                  <a:lnTo>
                    <a:pt x="138536" y="73611"/>
                  </a:lnTo>
                  <a:lnTo>
                    <a:pt x="135416" y="69151"/>
                  </a:lnTo>
                  <a:lnTo>
                    <a:pt x="132154" y="64794"/>
                  </a:lnTo>
                  <a:lnTo>
                    <a:pt x="128751" y="60546"/>
                  </a:lnTo>
                  <a:lnTo>
                    <a:pt x="125212" y="56411"/>
                  </a:lnTo>
                  <a:lnTo>
                    <a:pt x="121540" y="52393"/>
                  </a:lnTo>
                  <a:lnTo>
                    <a:pt x="117739" y="48497"/>
                  </a:lnTo>
                  <a:lnTo>
                    <a:pt x="113813" y="44727"/>
                  </a:lnTo>
                  <a:lnTo>
                    <a:pt x="109767" y="41087"/>
                  </a:lnTo>
                  <a:lnTo>
                    <a:pt x="105604" y="37580"/>
                  </a:lnTo>
                  <a:lnTo>
                    <a:pt x="101329" y="34211"/>
                  </a:lnTo>
                  <a:lnTo>
                    <a:pt x="96947" y="30983"/>
                  </a:lnTo>
                  <a:lnTo>
                    <a:pt x="92462" y="27899"/>
                  </a:lnTo>
                  <a:lnTo>
                    <a:pt x="87879" y="24962"/>
                  </a:lnTo>
                  <a:lnTo>
                    <a:pt x="83203" y="22177"/>
                  </a:lnTo>
                  <a:lnTo>
                    <a:pt x="78439" y="19545"/>
                  </a:lnTo>
                  <a:lnTo>
                    <a:pt x="73591" y="17070"/>
                  </a:lnTo>
                  <a:lnTo>
                    <a:pt x="68666" y="14753"/>
                  </a:lnTo>
                  <a:lnTo>
                    <a:pt x="63668" y="12599"/>
                  </a:lnTo>
                  <a:lnTo>
                    <a:pt x="58602" y="10608"/>
                  </a:lnTo>
                  <a:lnTo>
                    <a:pt x="53474" y="8783"/>
                  </a:lnTo>
                  <a:lnTo>
                    <a:pt x="48290" y="7126"/>
                  </a:lnTo>
                  <a:lnTo>
                    <a:pt x="43054" y="5639"/>
                  </a:lnTo>
                  <a:lnTo>
                    <a:pt x="37772" y="4323"/>
                  </a:lnTo>
                  <a:lnTo>
                    <a:pt x="32451" y="3180"/>
                  </a:lnTo>
                  <a:lnTo>
                    <a:pt x="27095" y="2210"/>
                  </a:lnTo>
                  <a:lnTo>
                    <a:pt x="21711" y="1415"/>
                  </a:lnTo>
                  <a:lnTo>
                    <a:pt x="16303" y="796"/>
                  </a:lnTo>
                  <a:lnTo>
                    <a:pt x="10878" y="354"/>
                  </a:lnTo>
                  <a:lnTo>
                    <a:pt x="544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21071" y="941493"/>
              <a:ext cx="102472" cy="167167"/>
            </a:xfrm>
            <a:custGeom>
              <a:avLst/>
              <a:pathLst>
                <a:path w="102472" h="167167">
                  <a:moveTo>
                    <a:pt x="102472" y="0"/>
                  </a:moveTo>
                  <a:lnTo>
                    <a:pt x="96958" y="90"/>
                  </a:lnTo>
                  <a:lnTo>
                    <a:pt x="91450" y="363"/>
                  </a:lnTo>
                  <a:lnTo>
                    <a:pt x="85953" y="818"/>
                  </a:lnTo>
                  <a:lnTo>
                    <a:pt x="80475" y="1453"/>
                  </a:lnTo>
                  <a:lnTo>
                    <a:pt x="75021" y="2269"/>
                  </a:lnTo>
                  <a:lnTo>
                    <a:pt x="69596" y="3264"/>
                  </a:lnTo>
                  <a:lnTo>
                    <a:pt x="64208" y="4438"/>
                  </a:lnTo>
                  <a:lnTo>
                    <a:pt x="58861" y="5788"/>
                  </a:lnTo>
                  <a:lnTo>
                    <a:pt x="53561" y="7315"/>
                  </a:lnTo>
                  <a:lnTo>
                    <a:pt x="48315" y="9015"/>
                  </a:lnTo>
                  <a:lnTo>
                    <a:pt x="43128" y="10888"/>
                  </a:lnTo>
                  <a:lnTo>
                    <a:pt x="38005" y="12930"/>
                  </a:lnTo>
                  <a:lnTo>
                    <a:pt x="32952" y="15141"/>
                  </a:lnTo>
                  <a:lnTo>
                    <a:pt x="27975" y="17517"/>
                  </a:lnTo>
                  <a:lnTo>
                    <a:pt x="23079" y="20056"/>
                  </a:lnTo>
                  <a:lnTo>
                    <a:pt x="18270" y="22754"/>
                  </a:lnTo>
                  <a:lnTo>
                    <a:pt x="13552" y="25611"/>
                  </a:lnTo>
                  <a:lnTo>
                    <a:pt x="8931" y="28621"/>
                  </a:lnTo>
                  <a:lnTo>
                    <a:pt x="4412" y="31782"/>
                  </a:lnTo>
                  <a:lnTo>
                    <a:pt x="0" y="35090"/>
                  </a:lnTo>
                  <a:lnTo>
                    <a:pt x="10247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21071" y="976583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82" y="956380"/>
              <a:ext cx="334327" cy="319439"/>
            </a:xfrm>
            <a:custGeom>
              <a:avLst/>
              <a:pathLst>
                <a:path w="334327" h="319439">
                  <a:moveTo>
                    <a:pt x="64689" y="20203"/>
                  </a:moveTo>
                  <a:lnTo>
                    <a:pt x="60555" y="23516"/>
                  </a:lnTo>
                  <a:lnTo>
                    <a:pt x="56528" y="26959"/>
                  </a:lnTo>
                  <a:lnTo>
                    <a:pt x="52612" y="30528"/>
                  </a:lnTo>
                  <a:lnTo>
                    <a:pt x="48811" y="34220"/>
                  </a:lnTo>
                  <a:lnTo>
                    <a:pt x="45129" y="38030"/>
                  </a:lnTo>
                  <a:lnTo>
                    <a:pt x="41570" y="41954"/>
                  </a:lnTo>
                  <a:lnTo>
                    <a:pt x="38136" y="45990"/>
                  </a:lnTo>
                  <a:lnTo>
                    <a:pt x="34833" y="50132"/>
                  </a:lnTo>
                  <a:lnTo>
                    <a:pt x="31662" y="54377"/>
                  </a:lnTo>
                  <a:lnTo>
                    <a:pt x="28628" y="58720"/>
                  </a:lnTo>
                  <a:lnTo>
                    <a:pt x="25732" y="63157"/>
                  </a:lnTo>
                  <a:lnTo>
                    <a:pt x="22979" y="67684"/>
                  </a:lnTo>
                  <a:lnTo>
                    <a:pt x="20371" y="72296"/>
                  </a:lnTo>
                  <a:lnTo>
                    <a:pt x="17910" y="76988"/>
                  </a:lnTo>
                  <a:lnTo>
                    <a:pt x="15598" y="81755"/>
                  </a:lnTo>
                  <a:lnTo>
                    <a:pt x="13440" y="86594"/>
                  </a:lnTo>
                  <a:lnTo>
                    <a:pt x="11435" y="91498"/>
                  </a:lnTo>
                  <a:lnTo>
                    <a:pt x="9587" y="96464"/>
                  </a:lnTo>
                  <a:lnTo>
                    <a:pt x="7898" y="101485"/>
                  </a:lnTo>
                  <a:lnTo>
                    <a:pt x="6368" y="106558"/>
                  </a:lnTo>
                  <a:lnTo>
                    <a:pt x="5000" y="111677"/>
                  </a:lnTo>
                  <a:lnTo>
                    <a:pt x="3794" y="116836"/>
                  </a:lnTo>
                  <a:lnTo>
                    <a:pt x="2753" y="122031"/>
                  </a:lnTo>
                  <a:lnTo>
                    <a:pt x="1877" y="127256"/>
                  </a:lnTo>
                  <a:lnTo>
                    <a:pt x="1167" y="132507"/>
                  </a:lnTo>
                  <a:lnTo>
                    <a:pt x="624" y="137777"/>
                  </a:lnTo>
                  <a:lnTo>
                    <a:pt x="248" y="143062"/>
                  </a:lnTo>
                  <a:lnTo>
                    <a:pt x="40" y="148356"/>
                  </a:lnTo>
                  <a:lnTo>
                    <a:pt x="0" y="153654"/>
                  </a:lnTo>
                  <a:lnTo>
                    <a:pt x="127" y="158951"/>
                  </a:lnTo>
                  <a:lnTo>
                    <a:pt x="422" y="164241"/>
                  </a:lnTo>
                  <a:lnTo>
                    <a:pt x="885" y="169519"/>
                  </a:lnTo>
                  <a:lnTo>
                    <a:pt x="1515" y="174780"/>
                  </a:lnTo>
                  <a:lnTo>
                    <a:pt x="2311" y="180018"/>
                  </a:lnTo>
                  <a:lnTo>
                    <a:pt x="3273" y="185228"/>
                  </a:lnTo>
                  <a:lnTo>
                    <a:pt x="4400" y="190406"/>
                  </a:lnTo>
                  <a:lnTo>
                    <a:pt x="5690" y="195544"/>
                  </a:lnTo>
                  <a:lnTo>
                    <a:pt x="7142" y="200640"/>
                  </a:lnTo>
                  <a:lnTo>
                    <a:pt x="8755" y="205687"/>
                  </a:lnTo>
                  <a:lnTo>
                    <a:pt x="10527" y="210680"/>
                  </a:lnTo>
                  <a:lnTo>
                    <a:pt x="12456" y="215614"/>
                  </a:lnTo>
                  <a:lnTo>
                    <a:pt x="14541" y="220485"/>
                  </a:lnTo>
                  <a:lnTo>
                    <a:pt x="16779" y="225287"/>
                  </a:lnTo>
                  <a:lnTo>
                    <a:pt x="19168" y="230016"/>
                  </a:lnTo>
                  <a:lnTo>
                    <a:pt x="21706" y="234667"/>
                  </a:lnTo>
                  <a:lnTo>
                    <a:pt x="24390" y="239235"/>
                  </a:lnTo>
                  <a:lnTo>
                    <a:pt x="27218" y="243716"/>
                  </a:lnTo>
                  <a:lnTo>
                    <a:pt x="30186" y="248105"/>
                  </a:lnTo>
                  <a:lnTo>
                    <a:pt x="33291" y="252398"/>
                  </a:lnTo>
                  <a:lnTo>
                    <a:pt x="36531" y="256590"/>
                  </a:lnTo>
                  <a:lnTo>
                    <a:pt x="39902" y="260677"/>
                  </a:lnTo>
                  <a:lnTo>
                    <a:pt x="43401" y="264656"/>
                  </a:lnTo>
                  <a:lnTo>
                    <a:pt x="47025" y="268521"/>
                  </a:lnTo>
                  <a:lnTo>
                    <a:pt x="50769" y="272270"/>
                  </a:lnTo>
                  <a:lnTo>
                    <a:pt x="54630" y="275898"/>
                  </a:lnTo>
                  <a:lnTo>
                    <a:pt x="58604" y="279403"/>
                  </a:lnTo>
                  <a:lnTo>
                    <a:pt x="62687" y="282779"/>
                  </a:lnTo>
                  <a:lnTo>
                    <a:pt x="66875" y="286024"/>
                  </a:lnTo>
                  <a:lnTo>
                    <a:pt x="71164" y="289135"/>
                  </a:lnTo>
                  <a:lnTo>
                    <a:pt x="75549" y="292109"/>
                  </a:lnTo>
                  <a:lnTo>
                    <a:pt x="80027" y="294942"/>
                  </a:lnTo>
                  <a:lnTo>
                    <a:pt x="84591" y="297631"/>
                  </a:lnTo>
                  <a:lnTo>
                    <a:pt x="89239" y="300175"/>
                  </a:lnTo>
                  <a:lnTo>
                    <a:pt x="93965" y="302570"/>
                  </a:lnTo>
                  <a:lnTo>
                    <a:pt x="98765" y="304814"/>
                  </a:lnTo>
                  <a:lnTo>
                    <a:pt x="103633" y="306905"/>
                  </a:lnTo>
                  <a:lnTo>
                    <a:pt x="108565" y="308841"/>
                  </a:lnTo>
                  <a:lnTo>
                    <a:pt x="113556" y="310619"/>
                  </a:lnTo>
                  <a:lnTo>
                    <a:pt x="118601" y="312238"/>
                  </a:lnTo>
                  <a:lnTo>
                    <a:pt x="123694" y="313697"/>
                  </a:lnTo>
                  <a:lnTo>
                    <a:pt x="128832" y="314993"/>
                  </a:lnTo>
                  <a:lnTo>
                    <a:pt x="134007" y="316126"/>
                  </a:lnTo>
                  <a:lnTo>
                    <a:pt x="139216" y="317095"/>
                  </a:lnTo>
                  <a:lnTo>
                    <a:pt x="144453" y="317897"/>
                  </a:lnTo>
                  <a:lnTo>
                    <a:pt x="149713" y="318534"/>
                  </a:lnTo>
                  <a:lnTo>
                    <a:pt x="154991" y="319003"/>
                  </a:lnTo>
                  <a:lnTo>
                    <a:pt x="160280" y="319305"/>
                  </a:lnTo>
                  <a:lnTo>
                    <a:pt x="165577" y="319439"/>
                  </a:lnTo>
                  <a:lnTo>
                    <a:pt x="170875" y="319406"/>
                  </a:lnTo>
                  <a:lnTo>
                    <a:pt x="176170" y="319204"/>
                  </a:lnTo>
                  <a:lnTo>
                    <a:pt x="181455" y="318835"/>
                  </a:lnTo>
                  <a:lnTo>
                    <a:pt x="186726" y="318298"/>
                  </a:lnTo>
                  <a:lnTo>
                    <a:pt x="191977" y="317595"/>
                  </a:lnTo>
                  <a:lnTo>
                    <a:pt x="197204" y="316725"/>
                  </a:lnTo>
                  <a:lnTo>
                    <a:pt x="202400" y="315691"/>
                  </a:lnTo>
                  <a:lnTo>
                    <a:pt x="207561" y="314492"/>
                  </a:lnTo>
                  <a:lnTo>
                    <a:pt x="212681" y="313130"/>
                  </a:lnTo>
                  <a:lnTo>
                    <a:pt x="217756" y="311607"/>
                  </a:lnTo>
                  <a:lnTo>
                    <a:pt x="222780" y="309923"/>
                  </a:lnTo>
                  <a:lnTo>
                    <a:pt x="227747" y="308081"/>
                  </a:lnTo>
                  <a:lnTo>
                    <a:pt x="232654" y="306083"/>
                  </a:lnTo>
                  <a:lnTo>
                    <a:pt x="237496" y="303930"/>
                  </a:lnTo>
                  <a:lnTo>
                    <a:pt x="242266" y="301625"/>
                  </a:lnTo>
                  <a:lnTo>
                    <a:pt x="246961" y="299170"/>
                  </a:lnTo>
                  <a:lnTo>
                    <a:pt x="251576" y="296568"/>
                  </a:lnTo>
                  <a:lnTo>
                    <a:pt x="256107" y="293820"/>
                  </a:lnTo>
                  <a:lnTo>
                    <a:pt x="260547" y="290930"/>
                  </a:lnTo>
                  <a:lnTo>
                    <a:pt x="264894" y="287901"/>
                  </a:lnTo>
                  <a:lnTo>
                    <a:pt x="269143" y="284736"/>
                  </a:lnTo>
                  <a:lnTo>
                    <a:pt x="273290" y="281437"/>
                  </a:lnTo>
                  <a:lnTo>
                    <a:pt x="277329" y="278009"/>
                  </a:lnTo>
                  <a:lnTo>
                    <a:pt x="281258" y="274455"/>
                  </a:lnTo>
                  <a:lnTo>
                    <a:pt x="285073" y="270778"/>
                  </a:lnTo>
                  <a:lnTo>
                    <a:pt x="288769" y="266981"/>
                  </a:lnTo>
                  <a:lnTo>
                    <a:pt x="292343" y="263070"/>
                  </a:lnTo>
                  <a:lnTo>
                    <a:pt x="295791" y="259047"/>
                  </a:lnTo>
                  <a:lnTo>
                    <a:pt x="299110" y="254917"/>
                  </a:lnTo>
                  <a:lnTo>
                    <a:pt x="302296" y="250684"/>
                  </a:lnTo>
                  <a:lnTo>
                    <a:pt x="305347" y="246352"/>
                  </a:lnTo>
                  <a:lnTo>
                    <a:pt x="308259" y="241926"/>
                  </a:lnTo>
                  <a:lnTo>
                    <a:pt x="311029" y="237409"/>
                  </a:lnTo>
                  <a:lnTo>
                    <a:pt x="313654" y="232807"/>
                  </a:lnTo>
                  <a:lnTo>
                    <a:pt x="316133" y="228125"/>
                  </a:lnTo>
                  <a:lnTo>
                    <a:pt x="318461" y="223366"/>
                  </a:lnTo>
                  <a:lnTo>
                    <a:pt x="320638" y="218535"/>
                  </a:lnTo>
                  <a:lnTo>
                    <a:pt x="322661" y="213638"/>
                  </a:lnTo>
                  <a:lnTo>
                    <a:pt x="324527" y="208679"/>
                  </a:lnTo>
                  <a:lnTo>
                    <a:pt x="326235" y="203664"/>
                  </a:lnTo>
                  <a:lnTo>
                    <a:pt x="327784" y="198597"/>
                  </a:lnTo>
                  <a:lnTo>
                    <a:pt x="329171" y="193484"/>
                  </a:lnTo>
                  <a:lnTo>
                    <a:pt x="330395" y="188329"/>
                  </a:lnTo>
                  <a:lnTo>
                    <a:pt x="331456" y="183138"/>
                  </a:lnTo>
                  <a:lnTo>
                    <a:pt x="332351" y="177916"/>
                  </a:lnTo>
                  <a:lnTo>
                    <a:pt x="333081" y="172668"/>
                  </a:lnTo>
                  <a:lnTo>
                    <a:pt x="333644" y="167399"/>
                  </a:lnTo>
                  <a:lnTo>
                    <a:pt x="334039" y="162116"/>
                  </a:lnTo>
                  <a:lnTo>
                    <a:pt x="334267" y="156823"/>
                  </a:lnTo>
                  <a:lnTo>
                    <a:pt x="334327" y="151525"/>
                  </a:lnTo>
                  <a:lnTo>
                    <a:pt x="334219" y="146227"/>
                  </a:lnTo>
                  <a:lnTo>
                    <a:pt x="333943" y="140936"/>
                  </a:lnTo>
                  <a:lnTo>
                    <a:pt x="333500" y="135657"/>
                  </a:lnTo>
                  <a:lnTo>
                    <a:pt x="332890" y="130394"/>
                  </a:lnTo>
                  <a:lnTo>
                    <a:pt x="332113" y="125153"/>
                  </a:lnTo>
                  <a:lnTo>
                    <a:pt x="331171" y="119939"/>
                  </a:lnTo>
                  <a:lnTo>
                    <a:pt x="330063" y="114758"/>
                  </a:lnTo>
                  <a:lnTo>
                    <a:pt x="328792" y="109614"/>
                  </a:lnTo>
                  <a:lnTo>
                    <a:pt x="327359" y="104513"/>
                  </a:lnTo>
                  <a:lnTo>
                    <a:pt x="325765" y="99460"/>
                  </a:lnTo>
                  <a:lnTo>
                    <a:pt x="324011" y="94461"/>
                  </a:lnTo>
                  <a:lnTo>
                    <a:pt x="322100" y="89519"/>
                  </a:lnTo>
                  <a:lnTo>
                    <a:pt x="320034" y="84641"/>
                  </a:lnTo>
                  <a:lnTo>
                    <a:pt x="317813" y="79830"/>
                  </a:lnTo>
                  <a:lnTo>
                    <a:pt x="315442" y="75092"/>
                  </a:lnTo>
                  <a:lnTo>
                    <a:pt x="312921" y="70432"/>
                  </a:lnTo>
                  <a:lnTo>
                    <a:pt x="310254" y="65854"/>
                  </a:lnTo>
                  <a:lnTo>
                    <a:pt x="307443" y="61362"/>
                  </a:lnTo>
                  <a:lnTo>
                    <a:pt x="304492" y="56963"/>
                  </a:lnTo>
                  <a:lnTo>
                    <a:pt x="301402" y="52658"/>
                  </a:lnTo>
                  <a:lnTo>
                    <a:pt x="298178" y="48454"/>
                  </a:lnTo>
                  <a:lnTo>
                    <a:pt x="294822" y="44354"/>
                  </a:lnTo>
                  <a:lnTo>
                    <a:pt x="291337" y="40363"/>
                  </a:lnTo>
                  <a:lnTo>
                    <a:pt x="287728" y="36484"/>
                  </a:lnTo>
                  <a:lnTo>
                    <a:pt x="283998" y="32721"/>
                  </a:lnTo>
                  <a:lnTo>
                    <a:pt x="280150" y="29079"/>
                  </a:lnTo>
                  <a:lnTo>
                    <a:pt x="276189" y="25560"/>
                  </a:lnTo>
                  <a:lnTo>
                    <a:pt x="272119" y="22168"/>
                  </a:lnTo>
                  <a:lnTo>
                    <a:pt x="267943" y="18908"/>
                  </a:lnTo>
                  <a:lnTo>
                    <a:pt x="263666" y="15781"/>
                  </a:lnTo>
                  <a:lnTo>
                    <a:pt x="259291" y="12791"/>
                  </a:lnTo>
                  <a:lnTo>
                    <a:pt x="254825" y="9942"/>
                  </a:lnTo>
                  <a:lnTo>
                    <a:pt x="250270" y="7235"/>
                  </a:lnTo>
                  <a:lnTo>
                    <a:pt x="245632" y="4674"/>
                  </a:lnTo>
                  <a:lnTo>
                    <a:pt x="240915" y="2261"/>
                  </a:lnTo>
                  <a:lnTo>
                    <a:pt x="236123" y="0"/>
                  </a:lnTo>
                  <a:lnTo>
                    <a:pt x="167161" y="152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68962" cy="167167"/>
            </a:xfrm>
            <a:custGeom>
              <a:avLst/>
              <a:pathLst>
                <a:path w="68962" h="167167">
                  <a:moveTo>
                    <a:pt x="68962" y="14887"/>
                  </a:moveTo>
                  <a:lnTo>
                    <a:pt x="63523" y="12539"/>
                  </a:lnTo>
                  <a:lnTo>
                    <a:pt x="58005" y="10386"/>
                  </a:lnTo>
                  <a:lnTo>
                    <a:pt x="52414" y="8429"/>
                  </a:lnTo>
                  <a:lnTo>
                    <a:pt x="46757" y="6672"/>
                  </a:lnTo>
                  <a:lnTo>
                    <a:pt x="41042" y="5116"/>
                  </a:lnTo>
                  <a:lnTo>
                    <a:pt x="35275" y="3764"/>
                  </a:lnTo>
                  <a:lnTo>
                    <a:pt x="29464" y="2617"/>
                  </a:lnTo>
                  <a:lnTo>
                    <a:pt x="23615" y="1676"/>
                  </a:lnTo>
                  <a:lnTo>
                    <a:pt x="17737" y="943"/>
                  </a:lnTo>
                  <a:lnTo>
                    <a:pt x="11837" y="419"/>
                  </a:lnTo>
                  <a:lnTo>
                    <a:pt x="592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0863" y="941493"/>
              <a:ext cx="105352" cy="167167"/>
            </a:xfrm>
            <a:custGeom>
              <a:avLst/>
              <a:pathLst>
                <a:path w="105352" h="167167">
                  <a:moveTo>
                    <a:pt x="105352" y="0"/>
                  </a:moveTo>
                  <a:lnTo>
                    <a:pt x="99654" y="97"/>
                  </a:lnTo>
                  <a:lnTo>
                    <a:pt x="93963" y="388"/>
                  </a:lnTo>
                  <a:lnTo>
                    <a:pt x="88285" y="873"/>
                  </a:lnTo>
                  <a:lnTo>
                    <a:pt x="82626" y="1551"/>
                  </a:lnTo>
                  <a:lnTo>
                    <a:pt x="76995" y="2422"/>
                  </a:lnTo>
                  <a:lnTo>
                    <a:pt x="71396" y="3485"/>
                  </a:lnTo>
                  <a:lnTo>
                    <a:pt x="65836" y="4737"/>
                  </a:lnTo>
                  <a:lnTo>
                    <a:pt x="60323" y="6178"/>
                  </a:lnTo>
                  <a:lnTo>
                    <a:pt x="54862" y="7807"/>
                  </a:lnTo>
                  <a:lnTo>
                    <a:pt x="49459" y="9620"/>
                  </a:lnTo>
                  <a:lnTo>
                    <a:pt x="44121" y="11617"/>
                  </a:lnTo>
                  <a:lnTo>
                    <a:pt x="38855" y="13795"/>
                  </a:lnTo>
                  <a:lnTo>
                    <a:pt x="33666" y="16150"/>
                  </a:lnTo>
                  <a:lnTo>
                    <a:pt x="28560" y="18681"/>
                  </a:lnTo>
                  <a:lnTo>
                    <a:pt x="23544" y="21385"/>
                  </a:lnTo>
                  <a:lnTo>
                    <a:pt x="18622" y="24258"/>
                  </a:lnTo>
                  <a:lnTo>
                    <a:pt x="13801" y="27298"/>
                  </a:lnTo>
                  <a:lnTo>
                    <a:pt x="9087" y="30499"/>
                  </a:lnTo>
                  <a:lnTo>
                    <a:pt x="4485" y="33860"/>
                  </a:lnTo>
                  <a:lnTo>
                    <a:pt x="0" y="37376"/>
                  </a:lnTo>
                  <a:lnTo>
                    <a:pt x="1053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62" y="978869"/>
              <a:ext cx="167153" cy="262242"/>
            </a:xfrm>
            <a:custGeom>
              <a:avLst/>
              <a:pathLst>
                <a:path w="167153" h="262242">
                  <a:moveTo>
                    <a:pt x="61801" y="0"/>
                  </a:moveTo>
                  <a:lnTo>
                    <a:pt x="57676" y="3459"/>
                  </a:lnTo>
                  <a:lnTo>
                    <a:pt x="53665" y="7050"/>
                  </a:lnTo>
                  <a:lnTo>
                    <a:pt x="49771" y="10768"/>
                  </a:lnTo>
                  <a:lnTo>
                    <a:pt x="45999" y="14610"/>
                  </a:lnTo>
                  <a:lnTo>
                    <a:pt x="42353" y="18571"/>
                  </a:lnTo>
                  <a:lnTo>
                    <a:pt x="38836" y="22647"/>
                  </a:lnTo>
                  <a:lnTo>
                    <a:pt x="35453" y="26835"/>
                  </a:lnTo>
                  <a:lnTo>
                    <a:pt x="32206" y="31129"/>
                  </a:lnTo>
                  <a:lnTo>
                    <a:pt x="29099" y="35526"/>
                  </a:lnTo>
                  <a:lnTo>
                    <a:pt x="26135" y="40020"/>
                  </a:lnTo>
                  <a:lnTo>
                    <a:pt x="23317" y="44607"/>
                  </a:lnTo>
                  <a:lnTo>
                    <a:pt x="20649" y="49283"/>
                  </a:lnTo>
                  <a:lnTo>
                    <a:pt x="18132" y="54043"/>
                  </a:lnTo>
                  <a:lnTo>
                    <a:pt x="15771" y="58881"/>
                  </a:lnTo>
                  <a:lnTo>
                    <a:pt x="13566" y="63792"/>
                  </a:lnTo>
                  <a:lnTo>
                    <a:pt x="11520" y="68772"/>
                  </a:lnTo>
                  <a:lnTo>
                    <a:pt x="9636" y="73815"/>
                  </a:lnTo>
                  <a:lnTo>
                    <a:pt x="7915" y="78916"/>
                  </a:lnTo>
                  <a:lnTo>
                    <a:pt x="6360" y="84070"/>
                  </a:lnTo>
                  <a:lnTo>
                    <a:pt x="4971" y="89272"/>
                  </a:lnTo>
                  <a:lnTo>
                    <a:pt x="3750" y="94515"/>
                  </a:lnTo>
                  <a:lnTo>
                    <a:pt x="2699" y="99795"/>
                  </a:lnTo>
                  <a:lnTo>
                    <a:pt x="1818" y="105107"/>
                  </a:lnTo>
                  <a:lnTo>
                    <a:pt x="1109" y="110443"/>
                  </a:lnTo>
                  <a:lnTo>
                    <a:pt x="572" y="115800"/>
                  </a:lnTo>
                  <a:lnTo>
                    <a:pt x="208" y="121172"/>
                  </a:lnTo>
                  <a:lnTo>
                    <a:pt x="17" y="126552"/>
                  </a:lnTo>
                  <a:lnTo>
                    <a:pt x="0" y="131936"/>
                  </a:lnTo>
                  <a:lnTo>
                    <a:pt x="155" y="137317"/>
                  </a:lnTo>
                  <a:lnTo>
                    <a:pt x="484" y="142691"/>
                  </a:lnTo>
                  <a:lnTo>
                    <a:pt x="986" y="148051"/>
                  </a:lnTo>
                  <a:lnTo>
                    <a:pt x="1660" y="153392"/>
                  </a:lnTo>
                  <a:lnTo>
                    <a:pt x="2506" y="158709"/>
                  </a:lnTo>
                  <a:lnTo>
                    <a:pt x="3523" y="163996"/>
                  </a:lnTo>
                  <a:lnTo>
                    <a:pt x="4709" y="169247"/>
                  </a:lnTo>
                  <a:lnTo>
                    <a:pt x="6064" y="174458"/>
                  </a:lnTo>
                  <a:lnTo>
                    <a:pt x="7586" y="179622"/>
                  </a:lnTo>
                  <a:lnTo>
                    <a:pt x="9273" y="184734"/>
                  </a:lnTo>
                  <a:lnTo>
                    <a:pt x="11124" y="189789"/>
                  </a:lnTo>
                  <a:lnTo>
                    <a:pt x="13137" y="194783"/>
                  </a:lnTo>
                  <a:lnTo>
                    <a:pt x="15310" y="199708"/>
                  </a:lnTo>
                  <a:lnTo>
                    <a:pt x="17640" y="204562"/>
                  </a:lnTo>
                  <a:lnTo>
                    <a:pt x="20125" y="209337"/>
                  </a:lnTo>
                  <a:lnTo>
                    <a:pt x="22763" y="214031"/>
                  </a:lnTo>
                  <a:lnTo>
                    <a:pt x="25550" y="218637"/>
                  </a:lnTo>
                  <a:lnTo>
                    <a:pt x="28485" y="223150"/>
                  </a:lnTo>
                  <a:lnTo>
                    <a:pt x="31563" y="227567"/>
                  </a:lnTo>
                  <a:lnTo>
                    <a:pt x="34782" y="231883"/>
                  </a:lnTo>
                  <a:lnTo>
                    <a:pt x="38138" y="236092"/>
                  </a:lnTo>
                  <a:lnTo>
                    <a:pt x="41628" y="240191"/>
                  </a:lnTo>
                  <a:lnTo>
                    <a:pt x="45248" y="244176"/>
                  </a:lnTo>
                  <a:lnTo>
                    <a:pt x="48994" y="248042"/>
                  </a:lnTo>
                  <a:lnTo>
                    <a:pt x="52863" y="251786"/>
                  </a:lnTo>
                  <a:lnTo>
                    <a:pt x="56851" y="255403"/>
                  </a:lnTo>
                  <a:lnTo>
                    <a:pt x="60953" y="258890"/>
                  </a:lnTo>
                  <a:lnTo>
                    <a:pt x="65165" y="262242"/>
                  </a:lnTo>
                  <a:lnTo>
                    <a:pt x="167153" y="12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84228" y="941493"/>
              <a:ext cx="269151" cy="334318"/>
            </a:xfrm>
            <a:custGeom>
              <a:avLst/>
              <a:pathLst>
                <a:path w="269151" h="334318">
                  <a:moveTo>
                    <a:pt x="0" y="299619"/>
                  </a:moveTo>
                  <a:lnTo>
                    <a:pt x="4278" y="302805"/>
                  </a:lnTo>
                  <a:lnTo>
                    <a:pt x="8656" y="305854"/>
                  </a:lnTo>
                  <a:lnTo>
                    <a:pt x="13128" y="308762"/>
                  </a:lnTo>
                  <a:lnTo>
                    <a:pt x="17692" y="311525"/>
                  </a:lnTo>
                  <a:lnTo>
                    <a:pt x="22341" y="314141"/>
                  </a:lnTo>
                  <a:lnTo>
                    <a:pt x="27071" y="316608"/>
                  </a:lnTo>
                  <a:lnTo>
                    <a:pt x="31878" y="318922"/>
                  </a:lnTo>
                  <a:lnTo>
                    <a:pt x="36756" y="321082"/>
                  </a:lnTo>
                  <a:lnTo>
                    <a:pt x="41700" y="323085"/>
                  </a:lnTo>
                  <a:lnTo>
                    <a:pt x="46706" y="324929"/>
                  </a:lnTo>
                  <a:lnTo>
                    <a:pt x="51768" y="326613"/>
                  </a:lnTo>
                  <a:lnTo>
                    <a:pt x="56882" y="328134"/>
                  </a:lnTo>
                  <a:lnTo>
                    <a:pt x="62041" y="329491"/>
                  </a:lnTo>
                  <a:lnTo>
                    <a:pt x="67241" y="330683"/>
                  </a:lnTo>
                  <a:lnTo>
                    <a:pt x="72476" y="331709"/>
                  </a:lnTo>
                  <a:lnTo>
                    <a:pt x="77741" y="332567"/>
                  </a:lnTo>
                  <a:lnTo>
                    <a:pt x="83031" y="333256"/>
                  </a:lnTo>
                  <a:lnTo>
                    <a:pt x="88341" y="333776"/>
                  </a:lnTo>
                  <a:lnTo>
                    <a:pt x="93664" y="334127"/>
                  </a:lnTo>
                  <a:lnTo>
                    <a:pt x="98996" y="334308"/>
                  </a:lnTo>
                  <a:lnTo>
                    <a:pt x="104330" y="334318"/>
                  </a:lnTo>
                  <a:lnTo>
                    <a:pt x="109663" y="334158"/>
                  </a:lnTo>
                  <a:lnTo>
                    <a:pt x="114987" y="333828"/>
                  </a:lnTo>
                  <a:lnTo>
                    <a:pt x="120298" y="333328"/>
                  </a:lnTo>
                  <a:lnTo>
                    <a:pt x="125591" y="332660"/>
                  </a:lnTo>
                  <a:lnTo>
                    <a:pt x="130860" y="331822"/>
                  </a:lnTo>
                  <a:lnTo>
                    <a:pt x="136099" y="330817"/>
                  </a:lnTo>
                  <a:lnTo>
                    <a:pt x="141303" y="329645"/>
                  </a:lnTo>
                  <a:lnTo>
                    <a:pt x="146468" y="328308"/>
                  </a:lnTo>
                  <a:lnTo>
                    <a:pt x="151587" y="326807"/>
                  </a:lnTo>
                  <a:lnTo>
                    <a:pt x="156656" y="325143"/>
                  </a:lnTo>
                  <a:lnTo>
                    <a:pt x="161669" y="323318"/>
                  </a:lnTo>
                  <a:lnTo>
                    <a:pt x="166621" y="321334"/>
                  </a:lnTo>
                  <a:lnTo>
                    <a:pt x="171507" y="319193"/>
                  </a:lnTo>
                  <a:lnTo>
                    <a:pt x="176323" y="316897"/>
                  </a:lnTo>
                  <a:lnTo>
                    <a:pt x="181063" y="314449"/>
                  </a:lnTo>
                  <a:lnTo>
                    <a:pt x="185722" y="311851"/>
                  </a:lnTo>
                  <a:lnTo>
                    <a:pt x="190296" y="309105"/>
                  </a:lnTo>
                  <a:lnTo>
                    <a:pt x="194780" y="306215"/>
                  </a:lnTo>
                  <a:lnTo>
                    <a:pt x="199170" y="303184"/>
                  </a:lnTo>
                  <a:lnTo>
                    <a:pt x="203460" y="300013"/>
                  </a:lnTo>
                  <a:lnTo>
                    <a:pt x="207647" y="296708"/>
                  </a:lnTo>
                  <a:lnTo>
                    <a:pt x="211727" y="293271"/>
                  </a:lnTo>
                  <a:lnTo>
                    <a:pt x="215695" y="289705"/>
                  </a:lnTo>
                  <a:lnTo>
                    <a:pt x="219547" y="286014"/>
                  </a:lnTo>
                  <a:lnTo>
                    <a:pt x="223280" y="282202"/>
                  </a:lnTo>
                  <a:lnTo>
                    <a:pt x="226888" y="278273"/>
                  </a:lnTo>
                  <a:lnTo>
                    <a:pt x="230370" y="274231"/>
                  </a:lnTo>
                  <a:lnTo>
                    <a:pt x="233721" y="270080"/>
                  </a:lnTo>
                  <a:lnTo>
                    <a:pt x="236938" y="265825"/>
                  </a:lnTo>
                  <a:lnTo>
                    <a:pt x="240017" y="261468"/>
                  </a:lnTo>
                  <a:lnTo>
                    <a:pt x="242956" y="257016"/>
                  </a:lnTo>
                  <a:lnTo>
                    <a:pt x="245751" y="252472"/>
                  </a:lnTo>
                  <a:lnTo>
                    <a:pt x="248400" y="247841"/>
                  </a:lnTo>
                  <a:lnTo>
                    <a:pt x="250899" y="243128"/>
                  </a:lnTo>
                  <a:lnTo>
                    <a:pt x="253247" y="238338"/>
                  </a:lnTo>
                  <a:lnTo>
                    <a:pt x="255441" y="233475"/>
                  </a:lnTo>
                  <a:lnTo>
                    <a:pt x="257479" y="228545"/>
                  </a:lnTo>
                  <a:lnTo>
                    <a:pt x="259358" y="223552"/>
                  </a:lnTo>
                  <a:lnTo>
                    <a:pt x="261077" y="218502"/>
                  </a:lnTo>
                  <a:lnTo>
                    <a:pt x="262634" y="213400"/>
                  </a:lnTo>
                  <a:lnTo>
                    <a:pt x="264028" y="208250"/>
                  </a:lnTo>
                  <a:lnTo>
                    <a:pt x="265256" y="203059"/>
                  </a:lnTo>
                  <a:lnTo>
                    <a:pt x="266318" y="197831"/>
                  </a:lnTo>
                  <a:lnTo>
                    <a:pt x="267213" y="192572"/>
                  </a:lnTo>
                  <a:lnTo>
                    <a:pt x="267940" y="187286"/>
                  </a:lnTo>
                  <a:lnTo>
                    <a:pt x="268497" y="181981"/>
                  </a:lnTo>
                  <a:lnTo>
                    <a:pt x="268885" y="176660"/>
                  </a:lnTo>
                  <a:lnTo>
                    <a:pt x="269103" y="171330"/>
                  </a:lnTo>
                  <a:lnTo>
                    <a:pt x="269151" y="165995"/>
                  </a:lnTo>
                  <a:lnTo>
                    <a:pt x="269028" y="160662"/>
                  </a:lnTo>
                  <a:lnTo>
                    <a:pt x="268735" y="155335"/>
                  </a:lnTo>
                  <a:lnTo>
                    <a:pt x="268273" y="150021"/>
                  </a:lnTo>
                  <a:lnTo>
                    <a:pt x="267641" y="144723"/>
                  </a:lnTo>
                  <a:lnTo>
                    <a:pt x="266841" y="139449"/>
                  </a:lnTo>
                  <a:lnTo>
                    <a:pt x="265872" y="134203"/>
                  </a:lnTo>
                  <a:lnTo>
                    <a:pt x="264737" y="128990"/>
                  </a:lnTo>
                  <a:lnTo>
                    <a:pt x="263436" y="123817"/>
                  </a:lnTo>
                  <a:lnTo>
                    <a:pt x="261971" y="118687"/>
                  </a:lnTo>
                  <a:lnTo>
                    <a:pt x="260342" y="113607"/>
                  </a:lnTo>
                  <a:lnTo>
                    <a:pt x="258553" y="108581"/>
                  </a:lnTo>
                  <a:lnTo>
                    <a:pt x="256603" y="103615"/>
                  </a:lnTo>
                  <a:lnTo>
                    <a:pt x="254497" y="98714"/>
                  </a:lnTo>
                  <a:lnTo>
                    <a:pt x="252235" y="93883"/>
                  </a:lnTo>
                  <a:lnTo>
                    <a:pt x="249820" y="89126"/>
                  </a:lnTo>
                  <a:lnTo>
                    <a:pt x="247255" y="84448"/>
                  </a:lnTo>
                  <a:lnTo>
                    <a:pt x="244541" y="79855"/>
                  </a:lnTo>
                  <a:lnTo>
                    <a:pt x="241683" y="75351"/>
                  </a:lnTo>
                  <a:lnTo>
                    <a:pt x="238682" y="70940"/>
                  </a:lnTo>
                  <a:lnTo>
                    <a:pt x="235542" y="66628"/>
                  </a:lnTo>
                  <a:lnTo>
                    <a:pt x="232266" y="62417"/>
                  </a:lnTo>
                  <a:lnTo>
                    <a:pt x="228857" y="58314"/>
                  </a:lnTo>
                  <a:lnTo>
                    <a:pt x="225319" y="54321"/>
                  </a:lnTo>
                  <a:lnTo>
                    <a:pt x="221655" y="50443"/>
                  </a:lnTo>
                  <a:lnTo>
                    <a:pt x="217870" y="46684"/>
                  </a:lnTo>
                  <a:lnTo>
                    <a:pt x="213966" y="43048"/>
                  </a:lnTo>
                  <a:lnTo>
                    <a:pt x="209949" y="39538"/>
                  </a:lnTo>
                  <a:lnTo>
                    <a:pt x="205821" y="36158"/>
                  </a:lnTo>
                  <a:lnTo>
                    <a:pt x="201588" y="32911"/>
                  </a:lnTo>
                  <a:lnTo>
                    <a:pt x="197254" y="29801"/>
                  </a:lnTo>
                  <a:lnTo>
                    <a:pt x="192822" y="26832"/>
                  </a:lnTo>
                  <a:lnTo>
                    <a:pt x="188298" y="24005"/>
                  </a:lnTo>
                  <a:lnTo>
                    <a:pt x="183686" y="21323"/>
                  </a:lnTo>
                  <a:lnTo>
                    <a:pt x="178990" y="18791"/>
                  </a:lnTo>
                  <a:lnTo>
                    <a:pt x="174217" y="16409"/>
                  </a:lnTo>
                  <a:lnTo>
                    <a:pt x="169370" y="14181"/>
                  </a:lnTo>
                  <a:lnTo>
                    <a:pt x="164454" y="12109"/>
                  </a:lnTo>
                  <a:lnTo>
                    <a:pt x="159474" y="10195"/>
                  </a:lnTo>
                  <a:lnTo>
                    <a:pt x="154436" y="8441"/>
                  </a:lnTo>
                  <a:lnTo>
                    <a:pt x="149345" y="6848"/>
                  </a:lnTo>
                  <a:lnTo>
                    <a:pt x="144205" y="5418"/>
                  </a:lnTo>
                  <a:lnTo>
                    <a:pt x="139022" y="4154"/>
                  </a:lnTo>
                  <a:lnTo>
                    <a:pt x="133802" y="3055"/>
                  </a:lnTo>
                  <a:lnTo>
                    <a:pt x="128549" y="2123"/>
                  </a:lnTo>
                  <a:lnTo>
                    <a:pt x="123269" y="1360"/>
                  </a:lnTo>
                  <a:lnTo>
                    <a:pt x="117968" y="765"/>
                  </a:lnTo>
                  <a:lnTo>
                    <a:pt x="112650" y="340"/>
                  </a:lnTo>
                  <a:lnTo>
                    <a:pt x="107321" y="85"/>
                  </a:lnTo>
                  <a:lnTo>
                    <a:pt x="101987" y="0"/>
                  </a:lnTo>
                  <a:lnTo>
                    <a:pt x="1019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44" y="1071028"/>
              <a:ext cx="283945" cy="334327"/>
            </a:xfrm>
            <a:custGeom>
              <a:avLst/>
              <a:pathLst>
                <a:path w="283945" h="334327">
                  <a:moveTo>
                    <a:pt x="167157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8" y="761"/>
                  </a:lnTo>
                  <a:lnTo>
                    <a:pt x="145930" y="1353"/>
                  </a:lnTo>
                  <a:lnTo>
                    <a:pt x="140664" y="2112"/>
                  </a:lnTo>
                  <a:lnTo>
                    <a:pt x="135425" y="3039"/>
                  </a:lnTo>
                  <a:lnTo>
                    <a:pt x="130218" y="4132"/>
                  </a:lnTo>
                  <a:lnTo>
                    <a:pt x="125048" y="5390"/>
                  </a:lnTo>
                  <a:lnTo>
                    <a:pt x="119921" y="6812"/>
                  </a:lnTo>
                  <a:lnTo>
                    <a:pt x="114841" y="8396"/>
                  </a:lnTo>
                  <a:lnTo>
                    <a:pt x="109815" y="10142"/>
                  </a:lnTo>
                  <a:lnTo>
                    <a:pt x="104847" y="12046"/>
                  </a:lnTo>
                  <a:lnTo>
                    <a:pt x="99942" y="14108"/>
                  </a:lnTo>
                  <a:lnTo>
                    <a:pt x="95105" y="16324"/>
                  </a:lnTo>
                  <a:lnTo>
                    <a:pt x="90341" y="18694"/>
                  </a:lnTo>
                  <a:lnTo>
                    <a:pt x="85655" y="21214"/>
                  </a:lnTo>
                  <a:lnTo>
                    <a:pt x="81051" y="23881"/>
                  </a:lnTo>
                  <a:lnTo>
                    <a:pt x="76535" y="26694"/>
                  </a:lnTo>
                  <a:lnTo>
                    <a:pt x="72110" y="29649"/>
                  </a:lnTo>
                  <a:lnTo>
                    <a:pt x="67782" y="32744"/>
                  </a:lnTo>
                  <a:lnTo>
                    <a:pt x="63554" y="35974"/>
                  </a:lnTo>
                  <a:lnTo>
                    <a:pt x="59431" y="39338"/>
                  </a:lnTo>
                  <a:lnTo>
                    <a:pt x="55418" y="42831"/>
                  </a:lnTo>
                  <a:lnTo>
                    <a:pt x="51518" y="46450"/>
                  </a:lnTo>
                  <a:lnTo>
                    <a:pt x="47734" y="50191"/>
                  </a:lnTo>
                  <a:lnTo>
                    <a:pt x="44072" y="54051"/>
                  </a:lnTo>
                  <a:lnTo>
                    <a:pt x="40535" y="58026"/>
                  </a:lnTo>
                  <a:lnTo>
                    <a:pt x="37125" y="62111"/>
                  </a:lnTo>
                  <a:lnTo>
                    <a:pt x="33848" y="66302"/>
                  </a:lnTo>
                  <a:lnTo>
                    <a:pt x="30705" y="70595"/>
                  </a:lnTo>
                  <a:lnTo>
                    <a:pt x="27701" y="74987"/>
                  </a:lnTo>
                  <a:lnTo>
                    <a:pt x="24838" y="79472"/>
                  </a:lnTo>
                  <a:lnTo>
                    <a:pt x="22120" y="84045"/>
                  </a:lnTo>
                  <a:lnTo>
                    <a:pt x="19548" y="88703"/>
                  </a:lnTo>
                  <a:lnTo>
                    <a:pt x="17125" y="93440"/>
                  </a:lnTo>
                  <a:lnTo>
                    <a:pt x="14855" y="98252"/>
                  </a:lnTo>
                  <a:lnTo>
                    <a:pt x="12739" y="103134"/>
                  </a:lnTo>
                  <a:lnTo>
                    <a:pt x="10779" y="108081"/>
                  </a:lnTo>
                  <a:lnTo>
                    <a:pt x="8978" y="113088"/>
                  </a:lnTo>
                  <a:lnTo>
                    <a:pt x="7337" y="118149"/>
                  </a:lnTo>
                  <a:lnTo>
                    <a:pt x="5858" y="123260"/>
                  </a:lnTo>
                  <a:lnTo>
                    <a:pt x="4543" y="128415"/>
                  </a:lnTo>
                  <a:lnTo>
                    <a:pt x="3392" y="133610"/>
                  </a:lnTo>
                  <a:lnTo>
                    <a:pt x="2407" y="138839"/>
                  </a:lnTo>
                  <a:lnTo>
                    <a:pt x="1589" y="144096"/>
                  </a:lnTo>
                  <a:lnTo>
                    <a:pt x="938" y="149377"/>
                  </a:lnTo>
                  <a:lnTo>
                    <a:pt x="456" y="154676"/>
                  </a:lnTo>
                  <a:lnTo>
                    <a:pt x="143" y="159987"/>
                  </a:lnTo>
                  <a:lnTo>
                    <a:pt x="0" y="165306"/>
                  </a:lnTo>
                  <a:lnTo>
                    <a:pt x="25" y="170627"/>
                  </a:lnTo>
                  <a:lnTo>
                    <a:pt x="220" y="175944"/>
                  </a:lnTo>
                  <a:lnTo>
                    <a:pt x="584" y="181252"/>
                  </a:lnTo>
                  <a:lnTo>
                    <a:pt x="1116" y="186546"/>
                  </a:lnTo>
                  <a:lnTo>
                    <a:pt x="1817" y="191820"/>
                  </a:lnTo>
                  <a:lnTo>
                    <a:pt x="2685" y="197070"/>
                  </a:lnTo>
                  <a:lnTo>
                    <a:pt x="3720" y="202289"/>
                  </a:lnTo>
                  <a:lnTo>
                    <a:pt x="4921" y="207472"/>
                  </a:lnTo>
                  <a:lnTo>
                    <a:pt x="6286" y="212615"/>
                  </a:lnTo>
                  <a:lnTo>
                    <a:pt x="7814" y="217712"/>
                  </a:lnTo>
                  <a:lnTo>
                    <a:pt x="9503" y="222757"/>
                  </a:lnTo>
                  <a:lnTo>
                    <a:pt x="11352" y="227746"/>
                  </a:lnTo>
                  <a:lnTo>
                    <a:pt x="13359" y="232674"/>
                  </a:lnTo>
                  <a:lnTo>
                    <a:pt x="15521" y="237535"/>
                  </a:lnTo>
                  <a:lnTo>
                    <a:pt x="17838" y="242325"/>
                  </a:lnTo>
                  <a:lnTo>
                    <a:pt x="20305" y="247039"/>
                  </a:lnTo>
                  <a:lnTo>
                    <a:pt x="22921" y="251672"/>
                  </a:lnTo>
                  <a:lnTo>
                    <a:pt x="25684" y="256220"/>
                  </a:lnTo>
                  <a:lnTo>
                    <a:pt x="28589" y="260677"/>
                  </a:lnTo>
                  <a:lnTo>
                    <a:pt x="31636" y="265039"/>
                  </a:lnTo>
                  <a:lnTo>
                    <a:pt x="34819" y="269303"/>
                  </a:lnTo>
                  <a:lnTo>
                    <a:pt x="38136" y="273463"/>
                  </a:lnTo>
                  <a:lnTo>
                    <a:pt x="41585" y="277515"/>
                  </a:lnTo>
                  <a:lnTo>
                    <a:pt x="45160" y="281455"/>
                  </a:lnTo>
                  <a:lnTo>
                    <a:pt x="48859" y="285280"/>
                  </a:lnTo>
                  <a:lnTo>
                    <a:pt x="52678" y="288985"/>
                  </a:lnTo>
                  <a:lnTo>
                    <a:pt x="56612" y="292566"/>
                  </a:lnTo>
                  <a:lnTo>
                    <a:pt x="60659" y="296021"/>
                  </a:lnTo>
                  <a:lnTo>
                    <a:pt x="64814" y="299345"/>
                  </a:lnTo>
                  <a:lnTo>
                    <a:pt x="69072" y="302535"/>
                  </a:lnTo>
                  <a:lnTo>
                    <a:pt x="73430" y="305588"/>
                  </a:lnTo>
                  <a:lnTo>
                    <a:pt x="77883" y="308500"/>
                  </a:lnTo>
                  <a:lnTo>
                    <a:pt x="82426" y="311270"/>
                  </a:lnTo>
                  <a:lnTo>
                    <a:pt x="87055" y="313893"/>
                  </a:lnTo>
                  <a:lnTo>
                    <a:pt x="91765" y="316368"/>
                  </a:lnTo>
                  <a:lnTo>
                    <a:pt x="96551" y="318692"/>
                  </a:lnTo>
                  <a:lnTo>
                    <a:pt x="101409" y="320862"/>
                  </a:lnTo>
                  <a:lnTo>
                    <a:pt x="106334" y="322877"/>
                  </a:lnTo>
                  <a:lnTo>
                    <a:pt x="111320" y="324733"/>
                  </a:lnTo>
                  <a:lnTo>
                    <a:pt x="116363" y="326431"/>
                  </a:lnTo>
                  <a:lnTo>
                    <a:pt x="121457" y="327966"/>
                  </a:lnTo>
                  <a:lnTo>
                    <a:pt x="126597" y="329339"/>
                  </a:lnTo>
                  <a:lnTo>
                    <a:pt x="131779" y="330548"/>
                  </a:lnTo>
                  <a:lnTo>
                    <a:pt x="136996" y="331591"/>
                  </a:lnTo>
                  <a:lnTo>
                    <a:pt x="142244" y="332468"/>
                  </a:lnTo>
                  <a:lnTo>
                    <a:pt x="147518" y="333177"/>
                  </a:lnTo>
                  <a:lnTo>
                    <a:pt x="152811" y="333718"/>
                  </a:lnTo>
                  <a:lnTo>
                    <a:pt x="158118" y="334090"/>
                  </a:lnTo>
                  <a:lnTo>
                    <a:pt x="163435" y="334293"/>
                  </a:lnTo>
                  <a:lnTo>
                    <a:pt x="168756" y="334327"/>
                  </a:lnTo>
                  <a:lnTo>
                    <a:pt x="174075" y="334191"/>
                  </a:lnTo>
                  <a:lnTo>
                    <a:pt x="179387" y="333886"/>
                  </a:lnTo>
                  <a:lnTo>
                    <a:pt x="184686" y="333413"/>
                  </a:lnTo>
                  <a:lnTo>
                    <a:pt x="189968" y="332771"/>
                  </a:lnTo>
                  <a:lnTo>
                    <a:pt x="195227" y="331961"/>
                  </a:lnTo>
                  <a:lnTo>
                    <a:pt x="200457" y="330984"/>
                  </a:lnTo>
                  <a:lnTo>
                    <a:pt x="205654" y="329841"/>
                  </a:lnTo>
                  <a:lnTo>
                    <a:pt x="210811" y="328534"/>
                  </a:lnTo>
                  <a:lnTo>
                    <a:pt x="215924" y="327063"/>
                  </a:lnTo>
                  <a:lnTo>
                    <a:pt x="220988" y="325430"/>
                  </a:lnTo>
                  <a:lnTo>
                    <a:pt x="225998" y="323636"/>
                  </a:lnTo>
                  <a:lnTo>
                    <a:pt x="230948" y="321684"/>
                  </a:lnTo>
                  <a:lnTo>
                    <a:pt x="235833" y="319576"/>
                  </a:lnTo>
                  <a:lnTo>
                    <a:pt x="240648" y="317313"/>
                  </a:lnTo>
                  <a:lnTo>
                    <a:pt x="245389" y="314898"/>
                  </a:lnTo>
                  <a:lnTo>
                    <a:pt x="250051" y="312334"/>
                  </a:lnTo>
                  <a:lnTo>
                    <a:pt x="254629" y="309622"/>
                  </a:lnTo>
                  <a:lnTo>
                    <a:pt x="259118" y="306766"/>
                  </a:lnTo>
                  <a:lnTo>
                    <a:pt x="263514" y="303769"/>
                  </a:lnTo>
                  <a:lnTo>
                    <a:pt x="267813" y="300633"/>
                  </a:lnTo>
                  <a:lnTo>
                    <a:pt x="272009" y="297362"/>
                  </a:lnTo>
                  <a:lnTo>
                    <a:pt x="276100" y="293959"/>
                  </a:lnTo>
                  <a:lnTo>
                    <a:pt x="280080" y="290428"/>
                  </a:lnTo>
                  <a:lnTo>
                    <a:pt x="283945" y="28677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16788" cy="119605"/>
            </a:xfrm>
            <a:custGeom>
              <a:avLst/>
              <a:pathLst>
                <a:path w="116788" h="119605">
                  <a:moveTo>
                    <a:pt x="116788" y="119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079651"/>
              <a:ext cx="167167" cy="278149"/>
            </a:xfrm>
            <a:custGeom>
              <a:avLst/>
              <a:pathLst>
                <a:path w="167167" h="278149">
                  <a:moveTo>
                    <a:pt x="116788" y="278149"/>
                  </a:moveTo>
                  <a:lnTo>
                    <a:pt x="120551" y="274356"/>
                  </a:lnTo>
                  <a:lnTo>
                    <a:pt x="124190" y="270444"/>
                  </a:lnTo>
                  <a:lnTo>
                    <a:pt x="127702" y="266419"/>
                  </a:lnTo>
                  <a:lnTo>
                    <a:pt x="131084" y="262283"/>
                  </a:lnTo>
                  <a:lnTo>
                    <a:pt x="134332" y="258041"/>
                  </a:lnTo>
                  <a:lnTo>
                    <a:pt x="137443" y="253697"/>
                  </a:lnTo>
                  <a:lnTo>
                    <a:pt x="140414" y="249257"/>
                  </a:lnTo>
                  <a:lnTo>
                    <a:pt x="143241" y="244723"/>
                  </a:lnTo>
                  <a:lnTo>
                    <a:pt x="145922" y="240102"/>
                  </a:lnTo>
                  <a:lnTo>
                    <a:pt x="148453" y="235397"/>
                  </a:lnTo>
                  <a:lnTo>
                    <a:pt x="150833" y="230614"/>
                  </a:lnTo>
                  <a:lnTo>
                    <a:pt x="153059" y="225757"/>
                  </a:lnTo>
                  <a:lnTo>
                    <a:pt x="155129" y="220832"/>
                  </a:lnTo>
                  <a:lnTo>
                    <a:pt x="157040" y="215843"/>
                  </a:lnTo>
                  <a:lnTo>
                    <a:pt x="158791" y="210795"/>
                  </a:lnTo>
                  <a:lnTo>
                    <a:pt x="160380" y="205694"/>
                  </a:lnTo>
                  <a:lnTo>
                    <a:pt x="161805" y="200545"/>
                  </a:lnTo>
                  <a:lnTo>
                    <a:pt x="163064" y="195353"/>
                  </a:lnTo>
                  <a:lnTo>
                    <a:pt x="164157" y="190123"/>
                  </a:lnTo>
                  <a:lnTo>
                    <a:pt x="165082" y="184861"/>
                  </a:lnTo>
                  <a:lnTo>
                    <a:pt x="165839" y="179572"/>
                  </a:lnTo>
                  <a:lnTo>
                    <a:pt x="166426" y="174262"/>
                  </a:lnTo>
                  <a:lnTo>
                    <a:pt x="166844" y="168936"/>
                  </a:lnTo>
                  <a:lnTo>
                    <a:pt x="167090" y="163599"/>
                  </a:lnTo>
                  <a:lnTo>
                    <a:pt x="167167" y="158257"/>
                  </a:lnTo>
                  <a:lnTo>
                    <a:pt x="167072" y="152915"/>
                  </a:lnTo>
                  <a:lnTo>
                    <a:pt x="166807" y="147579"/>
                  </a:lnTo>
                  <a:lnTo>
                    <a:pt x="166371" y="142254"/>
                  </a:lnTo>
                  <a:lnTo>
                    <a:pt x="165766" y="136946"/>
                  </a:lnTo>
                  <a:lnTo>
                    <a:pt x="164991" y="131660"/>
                  </a:lnTo>
                  <a:lnTo>
                    <a:pt x="164048" y="126401"/>
                  </a:lnTo>
                  <a:lnTo>
                    <a:pt x="162937" y="121175"/>
                  </a:lnTo>
                  <a:lnTo>
                    <a:pt x="161659" y="115987"/>
                  </a:lnTo>
                  <a:lnTo>
                    <a:pt x="160217" y="110843"/>
                  </a:lnTo>
                  <a:lnTo>
                    <a:pt x="158611" y="105748"/>
                  </a:lnTo>
                  <a:lnTo>
                    <a:pt x="156842" y="100706"/>
                  </a:lnTo>
                  <a:lnTo>
                    <a:pt x="154914" y="95724"/>
                  </a:lnTo>
                  <a:lnTo>
                    <a:pt x="152828" y="90805"/>
                  </a:lnTo>
                  <a:lnTo>
                    <a:pt x="150585" y="85956"/>
                  </a:lnTo>
                  <a:lnTo>
                    <a:pt x="148188" y="81181"/>
                  </a:lnTo>
                  <a:lnTo>
                    <a:pt x="145640" y="76485"/>
                  </a:lnTo>
                  <a:lnTo>
                    <a:pt x="142944" y="71873"/>
                  </a:lnTo>
                  <a:lnTo>
                    <a:pt x="140101" y="67349"/>
                  </a:lnTo>
                  <a:lnTo>
                    <a:pt x="137115" y="62919"/>
                  </a:lnTo>
                  <a:lnTo>
                    <a:pt x="133990" y="58586"/>
                  </a:lnTo>
                  <a:lnTo>
                    <a:pt x="130727" y="54355"/>
                  </a:lnTo>
                  <a:lnTo>
                    <a:pt x="127331" y="50231"/>
                  </a:lnTo>
                  <a:lnTo>
                    <a:pt x="123805" y="46217"/>
                  </a:lnTo>
                  <a:lnTo>
                    <a:pt x="120152" y="42318"/>
                  </a:lnTo>
                  <a:lnTo>
                    <a:pt x="116376" y="38538"/>
                  </a:lnTo>
                  <a:lnTo>
                    <a:pt x="112482" y="34881"/>
                  </a:lnTo>
                  <a:lnTo>
                    <a:pt x="108473" y="31349"/>
                  </a:lnTo>
                  <a:lnTo>
                    <a:pt x="104353" y="27948"/>
                  </a:lnTo>
                  <a:lnTo>
                    <a:pt x="100126" y="24680"/>
                  </a:lnTo>
                  <a:lnTo>
                    <a:pt x="95797" y="21549"/>
                  </a:lnTo>
                  <a:lnTo>
                    <a:pt x="91371" y="18557"/>
                  </a:lnTo>
                  <a:lnTo>
                    <a:pt x="86851" y="15709"/>
                  </a:lnTo>
                  <a:lnTo>
                    <a:pt x="82242" y="13007"/>
                  </a:lnTo>
                  <a:lnTo>
                    <a:pt x="77549" y="10453"/>
                  </a:lnTo>
                  <a:lnTo>
                    <a:pt x="72777" y="8050"/>
                  </a:lnTo>
                  <a:lnTo>
                    <a:pt x="67931" y="5801"/>
                  </a:lnTo>
                  <a:lnTo>
                    <a:pt x="63015" y="3709"/>
                  </a:lnTo>
                  <a:lnTo>
                    <a:pt x="58035" y="1774"/>
                  </a:lnTo>
                  <a:lnTo>
                    <a:pt x="52996" y="0"/>
                  </a:lnTo>
                  <a:lnTo>
                    <a:pt x="0" y="1585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52996" cy="167167"/>
            </a:xfrm>
            <a:custGeom>
              <a:avLst/>
              <a:pathLst>
                <a:path w="52996" h="167167">
                  <a:moveTo>
                    <a:pt x="52996" y="8622"/>
                  </a:moveTo>
                  <a:lnTo>
                    <a:pt x="47280" y="6825"/>
                  </a:lnTo>
                  <a:lnTo>
                    <a:pt x="41504" y="5234"/>
                  </a:lnTo>
                  <a:lnTo>
                    <a:pt x="35674" y="3850"/>
                  </a:lnTo>
                  <a:lnTo>
                    <a:pt x="29799" y="2677"/>
                  </a:lnTo>
                  <a:lnTo>
                    <a:pt x="23885" y="1715"/>
                  </a:lnTo>
                  <a:lnTo>
                    <a:pt x="17940" y="965"/>
                  </a:lnTo>
                  <a:lnTo>
                    <a:pt x="11973" y="429"/>
                  </a:lnTo>
                  <a:lnTo>
                    <a:pt x="599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1476" y="1322571"/>
              <a:ext cx="127244" cy="167167"/>
            </a:xfrm>
            <a:custGeom>
              <a:avLst/>
              <a:pathLst>
                <a:path w="127244" h="167167">
                  <a:moveTo>
                    <a:pt x="127244" y="0"/>
                  </a:moveTo>
                  <a:lnTo>
                    <a:pt x="121683" y="92"/>
                  </a:lnTo>
                  <a:lnTo>
                    <a:pt x="116127" y="370"/>
                  </a:lnTo>
                  <a:lnTo>
                    <a:pt x="110584" y="832"/>
                  </a:lnTo>
                  <a:lnTo>
                    <a:pt x="105060" y="1478"/>
                  </a:lnTo>
                  <a:lnTo>
                    <a:pt x="99560" y="2308"/>
                  </a:lnTo>
                  <a:lnTo>
                    <a:pt x="94091" y="3320"/>
                  </a:lnTo>
                  <a:lnTo>
                    <a:pt x="88658" y="4514"/>
                  </a:lnTo>
                  <a:lnTo>
                    <a:pt x="83269" y="5887"/>
                  </a:lnTo>
                  <a:lnTo>
                    <a:pt x="77928" y="7440"/>
                  </a:lnTo>
                  <a:lnTo>
                    <a:pt x="72641" y="9169"/>
                  </a:lnTo>
                  <a:lnTo>
                    <a:pt x="67415" y="11073"/>
                  </a:lnTo>
                  <a:lnTo>
                    <a:pt x="62255" y="13149"/>
                  </a:lnTo>
                  <a:lnTo>
                    <a:pt x="57167" y="15397"/>
                  </a:lnTo>
                  <a:lnTo>
                    <a:pt x="52157" y="17812"/>
                  </a:lnTo>
                  <a:lnTo>
                    <a:pt x="47230" y="20393"/>
                  </a:lnTo>
                  <a:lnTo>
                    <a:pt x="42391" y="23136"/>
                  </a:lnTo>
                  <a:lnTo>
                    <a:pt x="37646" y="26038"/>
                  </a:lnTo>
                  <a:lnTo>
                    <a:pt x="33001" y="29097"/>
                  </a:lnTo>
                  <a:lnTo>
                    <a:pt x="28460" y="32309"/>
                  </a:lnTo>
                  <a:lnTo>
                    <a:pt x="24028" y="35670"/>
                  </a:lnTo>
                  <a:lnTo>
                    <a:pt x="19710" y="39177"/>
                  </a:lnTo>
                  <a:lnTo>
                    <a:pt x="15512" y="42825"/>
                  </a:lnTo>
                  <a:lnTo>
                    <a:pt x="11437" y="46611"/>
                  </a:lnTo>
                  <a:lnTo>
                    <a:pt x="7491" y="50530"/>
                  </a:lnTo>
                  <a:lnTo>
                    <a:pt x="3677" y="54579"/>
                  </a:lnTo>
                  <a:lnTo>
                    <a:pt x="0" y="58752"/>
                  </a:lnTo>
                  <a:lnTo>
                    <a:pt x="12724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55" y="1381324"/>
              <a:ext cx="334324" cy="275568"/>
            </a:xfrm>
            <a:custGeom>
              <a:avLst/>
              <a:pathLst>
                <a:path w="334324" h="275568">
                  <a:moveTo>
                    <a:pt x="39921" y="0"/>
                  </a:moveTo>
                  <a:lnTo>
                    <a:pt x="36530" y="4110"/>
                  </a:lnTo>
                  <a:lnTo>
                    <a:pt x="33272" y="8327"/>
                  </a:lnTo>
                  <a:lnTo>
                    <a:pt x="30150" y="12646"/>
                  </a:lnTo>
                  <a:lnTo>
                    <a:pt x="27167" y="17061"/>
                  </a:lnTo>
                  <a:lnTo>
                    <a:pt x="24326" y="21570"/>
                  </a:lnTo>
                  <a:lnTo>
                    <a:pt x="21631" y="26167"/>
                  </a:lnTo>
                  <a:lnTo>
                    <a:pt x="19083" y="30847"/>
                  </a:lnTo>
                  <a:lnTo>
                    <a:pt x="16686" y="35607"/>
                  </a:lnTo>
                  <a:lnTo>
                    <a:pt x="14442" y="40440"/>
                  </a:lnTo>
                  <a:lnTo>
                    <a:pt x="12353" y="45342"/>
                  </a:lnTo>
                  <a:lnTo>
                    <a:pt x="10421" y="50309"/>
                  </a:lnTo>
                  <a:lnTo>
                    <a:pt x="8649" y="55334"/>
                  </a:lnTo>
                  <a:lnTo>
                    <a:pt x="7038" y="60414"/>
                  </a:lnTo>
                  <a:lnTo>
                    <a:pt x="5589" y="65542"/>
                  </a:lnTo>
                  <a:lnTo>
                    <a:pt x="4305" y="70714"/>
                  </a:lnTo>
                  <a:lnTo>
                    <a:pt x="3186" y="75924"/>
                  </a:lnTo>
                  <a:lnTo>
                    <a:pt x="2233" y="81167"/>
                  </a:lnTo>
                  <a:lnTo>
                    <a:pt x="1449" y="86438"/>
                  </a:lnTo>
                  <a:lnTo>
                    <a:pt x="833" y="91731"/>
                  </a:lnTo>
                  <a:lnTo>
                    <a:pt x="385" y="97041"/>
                  </a:lnTo>
                  <a:lnTo>
                    <a:pt x="108" y="102363"/>
                  </a:lnTo>
                  <a:lnTo>
                    <a:pt x="0" y="107691"/>
                  </a:lnTo>
                  <a:lnTo>
                    <a:pt x="61" y="113019"/>
                  </a:lnTo>
                  <a:lnTo>
                    <a:pt x="293" y="118343"/>
                  </a:lnTo>
                  <a:lnTo>
                    <a:pt x="694" y="123657"/>
                  </a:lnTo>
                  <a:lnTo>
                    <a:pt x="1265" y="128955"/>
                  </a:lnTo>
                  <a:lnTo>
                    <a:pt x="2004" y="134232"/>
                  </a:lnTo>
                  <a:lnTo>
                    <a:pt x="2910" y="139484"/>
                  </a:lnTo>
                  <a:lnTo>
                    <a:pt x="3984" y="144703"/>
                  </a:lnTo>
                  <a:lnTo>
                    <a:pt x="5224" y="149886"/>
                  </a:lnTo>
                  <a:lnTo>
                    <a:pt x="6628" y="155026"/>
                  </a:lnTo>
                  <a:lnTo>
                    <a:pt x="8195" y="160120"/>
                  </a:lnTo>
                  <a:lnTo>
                    <a:pt x="9924" y="165160"/>
                  </a:lnTo>
                  <a:lnTo>
                    <a:pt x="11812" y="170143"/>
                  </a:lnTo>
                  <a:lnTo>
                    <a:pt x="13859" y="175064"/>
                  </a:lnTo>
                  <a:lnTo>
                    <a:pt x="16061" y="179916"/>
                  </a:lnTo>
                  <a:lnTo>
                    <a:pt x="18417" y="184696"/>
                  </a:lnTo>
                  <a:lnTo>
                    <a:pt x="20924" y="189398"/>
                  </a:lnTo>
                  <a:lnTo>
                    <a:pt x="23579" y="194018"/>
                  </a:lnTo>
                  <a:lnTo>
                    <a:pt x="26381" y="198552"/>
                  </a:lnTo>
                  <a:lnTo>
                    <a:pt x="29325" y="202993"/>
                  </a:lnTo>
                  <a:lnTo>
                    <a:pt x="32410" y="207338"/>
                  </a:lnTo>
                  <a:lnTo>
                    <a:pt x="35631" y="211583"/>
                  </a:lnTo>
                  <a:lnTo>
                    <a:pt x="38987" y="215723"/>
                  </a:lnTo>
                  <a:lnTo>
                    <a:pt x="42472" y="219754"/>
                  </a:lnTo>
                  <a:lnTo>
                    <a:pt x="46084" y="223672"/>
                  </a:lnTo>
                  <a:lnTo>
                    <a:pt x="49819" y="227473"/>
                  </a:lnTo>
                  <a:lnTo>
                    <a:pt x="53674" y="231153"/>
                  </a:lnTo>
                  <a:lnTo>
                    <a:pt x="57644" y="234708"/>
                  </a:lnTo>
                  <a:lnTo>
                    <a:pt x="61725" y="238134"/>
                  </a:lnTo>
                  <a:lnTo>
                    <a:pt x="65913" y="241429"/>
                  </a:lnTo>
                  <a:lnTo>
                    <a:pt x="70204" y="244589"/>
                  </a:lnTo>
                  <a:lnTo>
                    <a:pt x="74594" y="247610"/>
                  </a:lnTo>
                  <a:lnTo>
                    <a:pt x="79077" y="250490"/>
                  </a:lnTo>
                  <a:lnTo>
                    <a:pt x="83650" y="253226"/>
                  </a:lnTo>
                  <a:lnTo>
                    <a:pt x="88309" y="255814"/>
                  </a:lnTo>
                  <a:lnTo>
                    <a:pt x="93047" y="258252"/>
                  </a:lnTo>
                  <a:lnTo>
                    <a:pt x="97860" y="260539"/>
                  </a:lnTo>
                  <a:lnTo>
                    <a:pt x="102744" y="262670"/>
                  </a:lnTo>
                  <a:lnTo>
                    <a:pt x="107694" y="264645"/>
                  </a:lnTo>
                  <a:lnTo>
                    <a:pt x="112703" y="266462"/>
                  </a:lnTo>
                  <a:lnTo>
                    <a:pt x="117769" y="268117"/>
                  </a:lnTo>
                  <a:lnTo>
                    <a:pt x="122884" y="269610"/>
                  </a:lnTo>
                  <a:lnTo>
                    <a:pt x="128044" y="270940"/>
                  </a:lnTo>
                  <a:lnTo>
                    <a:pt x="133244" y="272104"/>
                  </a:lnTo>
                  <a:lnTo>
                    <a:pt x="138479" y="273102"/>
                  </a:lnTo>
                  <a:lnTo>
                    <a:pt x="143743" y="273933"/>
                  </a:lnTo>
                  <a:lnTo>
                    <a:pt x="149030" y="274595"/>
                  </a:lnTo>
                  <a:lnTo>
                    <a:pt x="154336" y="275089"/>
                  </a:lnTo>
                  <a:lnTo>
                    <a:pt x="159655" y="275413"/>
                  </a:lnTo>
                  <a:lnTo>
                    <a:pt x="164982" y="275568"/>
                  </a:lnTo>
                  <a:lnTo>
                    <a:pt x="170311" y="275552"/>
                  </a:lnTo>
                  <a:lnTo>
                    <a:pt x="175637" y="275367"/>
                  </a:lnTo>
                  <a:lnTo>
                    <a:pt x="180954" y="275012"/>
                  </a:lnTo>
                  <a:lnTo>
                    <a:pt x="186257" y="274488"/>
                  </a:lnTo>
                  <a:lnTo>
                    <a:pt x="191540" y="273795"/>
                  </a:lnTo>
                  <a:lnTo>
                    <a:pt x="196799" y="272934"/>
                  </a:lnTo>
                  <a:lnTo>
                    <a:pt x="202028" y="271906"/>
                  </a:lnTo>
                  <a:lnTo>
                    <a:pt x="207221" y="270712"/>
                  </a:lnTo>
                  <a:lnTo>
                    <a:pt x="212374" y="269353"/>
                  </a:lnTo>
                  <a:lnTo>
                    <a:pt x="217481" y="267830"/>
                  </a:lnTo>
                  <a:lnTo>
                    <a:pt x="222536" y="266145"/>
                  </a:lnTo>
                  <a:lnTo>
                    <a:pt x="227536" y="264300"/>
                  </a:lnTo>
                  <a:lnTo>
                    <a:pt x="232473" y="262297"/>
                  </a:lnTo>
                  <a:lnTo>
                    <a:pt x="237345" y="260137"/>
                  </a:lnTo>
                  <a:lnTo>
                    <a:pt x="242145" y="257823"/>
                  </a:lnTo>
                  <a:lnTo>
                    <a:pt x="246869" y="255357"/>
                  </a:lnTo>
                  <a:lnTo>
                    <a:pt x="251513" y="252742"/>
                  </a:lnTo>
                  <a:lnTo>
                    <a:pt x="256070" y="249981"/>
                  </a:lnTo>
                  <a:lnTo>
                    <a:pt x="260537" y="247075"/>
                  </a:lnTo>
                  <a:lnTo>
                    <a:pt x="264909" y="244028"/>
                  </a:lnTo>
                  <a:lnTo>
                    <a:pt x="269182" y="240844"/>
                  </a:lnTo>
                  <a:lnTo>
                    <a:pt x="273351" y="237525"/>
                  </a:lnTo>
                  <a:lnTo>
                    <a:pt x="277412" y="234075"/>
                  </a:lnTo>
                  <a:lnTo>
                    <a:pt x="281362" y="230497"/>
                  </a:lnTo>
                  <a:lnTo>
                    <a:pt x="285195" y="226795"/>
                  </a:lnTo>
                  <a:lnTo>
                    <a:pt x="288908" y="222973"/>
                  </a:lnTo>
                  <a:lnTo>
                    <a:pt x="292498" y="219035"/>
                  </a:lnTo>
                  <a:lnTo>
                    <a:pt x="295960" y="214984"/>
                  </a:lnTo>
                  <a:lnTo>
                    <a:pt x="299291" y="210824"/>
                  </a:lnTo>
                  <a:lnTo>
                    <a:pt x="302488" y="206561"/>
                  </a:lnTo>
                  <a:lnTo>
                    <a:pt x="305548" y="202198"/>
                  </a:lnTo>
                  <a:lnTo>
                    <a:pt x="308466" y="197740"/>
                  </a:lnTo>
                  <a:lnTo>
                    <a:pt x="311242" y="193190"/>
                  </a:lnTo>
                  <a:lnTo>
                    <a:pt x="313871" y="188555"/>
                  </a:lnTo>
                  <a:lnTo>
                    <a:pt x="316350" y="183838"/>
                  </a:lnTo>
                  <a:lnTo>
                    <a:pt x="318679" y="179045"/>
                  </a:lnTo>
                  <a:lnTo>
                    <a:pt x="320853" y="174180"/>
                  </a:lnTo>
                  <a:lnTo>
                    <a:pt x="322871" y="169248"/>
                  </a:lnTo>
                  <a:lnTo>
                    <a:pt x="324731" y="164254"/>
                  </a:lnTo>
                  <a:lnTo>
                    <a:pt x="326431" y="159204"/>
                  </a:lnTo>
                  <a:lnTo>
                    <a:pt x="327969" y="154101"/>
                  </a:lnTo>
                  <a:lnTo>
                    <a:pt x="329343" y="148953"/>
                  </a:lnTo>
                  <a:lnTo>
                    <a:pt x="330553" y="143763"/>
                  </a:lnTo>
                  <a:lnTo>
                    <a:pt x="331596" y="138537"/>
                  </a:lnTo>
                  <a:lnTo>
                    <a:pt x="332473" y="133281"/>
                  </a:lnTo>
                  <a:lnTo>
                    <a:pt x="333182" y="128000"/>
                  </a:lnTo>
                  <a:lnTo>
                    <a:pt x="333721" y="122698"/>
                  </a:lnTo>
                  <a:lnTo>
                    <a:pt x="334092" y="117382"/>
                  </a:lnTo>
                  <a:lnTo>
                    <a:pt x="334293" y="112057"/>
                  </a:lnTo>
                  <a:lnTo>
                    <a:pt x="334324" y="106728"/>
                  </a:lnTo>
                  <a:lnTo>
                    <a:pt x="334186" y="101401"/>
                  </a:lnTo>
                  <a:lnTo>
                    <a:pt x="333877" y="96081"/>
                  </a:lnTo>
                  <a:lnTo>
                    <a:pt x="333399" y="90774"/>
                  </a:lnTo>
                  <a:lnTo>
                    <a:pt x="332753" y="85484"/>
                  </a:lnTo>
                  <a:lnTo>
                    <a:pt x="331938" y="80218"/>
                  </a:lnTo>
                  <a:lnTo>
                    <a:pt x="330955" y="74981"/>
                  </a:lnTo>
                  <a:lnTo>
                    <a:pt x="329806" y="69777"/>
                  </a:lnTo>
                  <a:lnTo>
                    <a:pt x="328492" y="64613"/>
                  </a:lnTo>
                  <a:lnTo>
                    <a:pt x="327014" y="59493"/>
                  </a:lnTo>
                  <a:lnTo>
                    <a:pt x="325374" y="54423"/>
                  </a:lnTo>
                  <a:lnTo>
                    <a:pt x="323572" y="49408"/>
                  </a:lnTo>
                  <a:lnTo>
                    <a:pt x="321612" y="44452"/>
                  </a:lnTo>
                  <a:lnTo>
                    <a:pt x="319495" y="39562"/>
                  </a:lnTo>
                  <a:lnTo>
                    <a:pt x="317223" y="34742"/>
                  </a:lnTo>
                  <a:lnTo>
                    <a:pt x="167165" y="108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50057" cy="167167"/>
            </a:xfrm>
            <a:custGeom>
              <a:avLst/>
              <a:pathLst>
                <a:path w="150057" h="167167">
                  <a:moveTo>
                    <a:pt x="150057" y="93494"/>
                  </a:moveTo>
                  <a:lnTo>
                    <a:pt x="147562" y="88616"/>
                  </a:lnTo>
                  <a:lnTo>
                    <a:pt x="144909" y="83823"/>
                  </a:lnTo>
                  <a:lnTo>
                    <a:pt x="142100" y="79119"/>
                  </a:lnTo>
                  <a:lnTo>
                    <a:pt x="139138" y="74509"/>
                  </a:lnTo>
                  <a:lnTo>
                    <a:pt x="136027" y="69999"/>
                  </a:lnTo>
                  <a:lnTo>
                    <a:pt x="132769" y="65594"/>
                  </a:lnTo>
                  <a:lnTo>
                    <a:pt x="129369" y="61297"/>
                  </a:lnTo>
                  <a:lnTo>
                    <a:pt x="125831" y="57115"/>
                  </a:lnTo>
                  <a:lnTo>
                    <a:pt x="122157" y="53050"/>
                  </a:lnTo>
                  <a:lnTo>
                    <a:pt x="118351" y="49108"/>
                  </a:lnTo>
                  <a:lnTo>
                    <a:pt x="114419" y="45293"/>
                  </a:lnTo>
                  <a:lnTo>
                    <a:pt x="110363" y="41609"/>
                  </a:lnTo>
                  <a:lnTo>
                    <a:pt x="106190" y="38060"/>
                  </a:lnTo>
                  <a:lnTo>
                    <a:pt x="101902" y="34649"/>
                  </a:lnTo>
                  <a:lnTo>
                    <a:pt x="97504" y="31381"/>
                  </a:lnTo>
                  <a:lnTo>
                    <a:pt x="93002" y="28259"/>
                  </a:lnTo>
                  <a:lnTo>
                    <a:pt x="88400" y="25286"/>
                  </a:lnTo>
                  <a:lnTo>
                    <a:pt x="83703" y="22465"/>
                  </a:lnTo>
                  <a:lnTo>
                    <a:pt x="78916" y="19800"/>
                  </a:lnTo>
                  <a:lnTo>
                    <a:pt x="74044" y="17293"/>
                  </a:lnTo>
                  <a:lnTo>
                    <a:pt x="69093" y="14947"/>
                  </a:lnTo>
                  <a:lnTo>
                    <a:pt x="64067" y="12764"/>
                  </a:lnTo>
                  <a:lnTo>
                    <a:pt x="58973" y="10747"/>
                  </a:lnTo>
                  <a:lnTo>
                    <a:pt x="53815" y="8899"/>
                  </a:lnTo>
                  <a:lnTo>
                    <a:pt x="48600" y="7220"/>
                  </a:lnTo>
                  <a:lnTo>
                    <a:pt x="43332" y="5713"/>
                  </a:lnTo>
                  <a:lnTo>
                    <a:pt x="38018" y="4380"/>
                  </a:lnTo>
                  <a:lnTo>
                    <a:pt x="32663" y="3222"/>
                  </a:lnTo>
                  <a:lnTo>
                    <a:pt x="27273" y="2239"/>
                  </a:lnTo>
                  <a:lnTo>
                    <a:pt x="21853" y="1434"/>
                  </a:lnTo>
                  <a:lnTo>
                    <a:pt x="16411" y="807"/>
                  </a:lnTo>
                  <a:lnTo>
                    <a:pt x="10950" y="359"/>
                  </a:lnTo>
                  <a:lnTo>
                    <a:pt x="547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4002" y="1681503"/>
              <a:ext cx="92522" cy="167167"/>
            </a:xfrm>
            <a:custGeom>
              <a:avLst/>
              <a:pathLst>
                <a:path w="92522" h="167167">
                  <a:moveTo>
                    <a:pt x="92522" y="0"/>
                  </a:moveTo>
                  <a:lnTo>
                    <a:pt x="86756" y="99"/>
                  </a:lnTo>
                  <a:lnTo>
                    <a:pt x="80996" y="397"/>
                  </a:lnTo>
                  <a:lnTo>
                    <a:pt x="75250" y="894"/>
                  </a:lnTo>
                  <a:lnTo>
                    <a:pt x="69525" y="1589"/>
                  </a:lnTo>
                  <a:lnTo>
                    <a:pt x="63827" y="2481"/>
                  </a:lnTo>
                  <a:lnTo>
                    <a:pt x="58163" y="3569"/>
                  </a:lnTo>
                  <a:lnTo>
                    <a:pt x="52541" y="4851"/>
                  </a:lnTo>
                  <a:lnTo>
                    <a:pt x="46965" y="6327"/>
                  </a:lnTo>
                  <a:lnTo>
                    <a:pt x="41444" y="7994"/>
                  </a:lnTo>
                  <a:lnTo>
                    <a:pt x="35984" y="9851"/>
                  </a:lnTo>
                  <a:lnTo>
                    <a:pt x="30591" y="11895"/>
                  </a:lnTo>
                  <a:lnTo>
                    <a:pt x="25272" y="14123"/>
                  </a:lnTo>
                  <a:lnTo>
                    <a:pt x="20033" y="16534"/>
                  </a:lnTo>
                  <a:lnTo>
                    <a:pt x="14880" y="19124"/>
                  </a:lnTo>
                  <a:lnTo>
                    <a:pt x="9819" y="21891"/>
                  </a:lnTo>
                  <a:lnTo>
                    <a:pt x="4857" y="24830"/>
                  </a:lnTo>
                  <a:lnTo>
                    <a:pt x="0" y="27939"/>
                  </a:lnTo>
                  <a:lnTo>
                    <a:pt x="925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58" y="1681503"/>
              <a:ext cx="334322" cy="334328"/>
            </a:xfrm>
            <a:custGeom>
              <a:avLst/>
              <a:pathLst>
                <a:path w="334322" h="334328">
                  <a:moveTo>
                    <a:pt x="74643" y="27939"/>
                  </a:moveTo>
                  <a:lnTo>
                    <a:pt x="70284" y="30936"/>
                  </a:lnTo>
                  <a:lnTo>
                    <a:pt x="66022" y="34070"/>
                  </a:lnTo>
                  <a:lnTo>
                    <a:pt x="61861" y="37337"/>
                  </a:lnTo>
                  <a:lnTo>
                    <a:pt x="57806" y="40734"/>
                  </a:lnTo>
                  <a:lnTo>
                    <a:pt x="53860" y="44258"/>
                  </a:lnTo>
                  <a:lnTo>
                    <a:pt x="50027" y="47905"/>
                  </a:lnTo>
                  <a:lnTo>
                    <a:pt x="46312" y="51671"/>
                  </a:lnTo>
                  <a:lnTo>
                    <a:pt x="42718" y="55553"/>
                  </a:lnTo>
                  <a:lnTo>
                    <a:pt x="39249" y="59547"/>
                  </a:lnTo>
                  <a:lnTo>
                    <a:pt x="35907" y="63649"/>
                  </a:lnTo>
                  <a:lnTo>
                    <a:pt x="32697" y="67854"/>
                  </a:lnTo>
                  <a:lnTo>
                    <a:pt x="29622" y="72158"/>
                  </a:lnTo>
                  <a:lnTo>
                    <a:pt x="26685" y="76558"/>
                  </a:lnTo>
                  <a:lnTo>
                    <a:pt x="23888" y="81049"/>
                  </a:lnTo>
                  <a:lnTo>
                    <a:pt x="21235" y="85626"/>
                  </a:lnTo>
                  <a:lnTo>
                    <a:pt x="18728" y="90284"/>
                  </a:lnTo>
                  <a:lnTo>
                    <a:pt x="16369" y="95020"/>
                  </a:lnTo>
                  <a:lnTo>
                    <a:pt x="14162" y="99828"/>
                  </a:lnTo>
                  <a:lnTo>
                    <a:pt x="12107" y="104703"/>
                  </a:lnTo>
                  <a:lnTo>
                    <a:pt x="10209" y="109641"/>
                  </a:lnTo>
                  <a:lnTo>
                    <a:pt x="8467" y="114636"/>
                  </a:lnTo>
                  <a:lnTo>
                    <a:pt x="6884" y="119684"/>
                  </a:lnTo>
                  <a:lnTo>
                    <a:pt x="5462" y="124779"/>
                  </a:lnTo>
                  <a:lnTo>
                    <a:pt x="4202" y="129917"/>
                  </a:lnTo>
                  <a:lnTo>
                    <a:pt x="3105" y="135093"/>
                  </a:lnTo>
                  <a:lnTo>
                    <a:pt x="2172" y="140300"/>
                  </a:lnTo>
                  <a:lnTo>
                    <a:pt x="1404" y="145535"/>
                  </a:lnTo>
                  <a:lnTo>
                    <a:pt x="803" y="150791"/>
                  </a:lnTo>
                  <a:lnTo>
                    <a:pt x="368" y="156063"/>
                  </a:lnTo>
                  <a:lnTo>
                    <a:pt x="100" y="161346"/>
                  </a:lnTo>
                  <a:lnTo>
                    <a:pt x="0" y="166636"/>
                  </a:lnTo>
                  <a:lnTo>
                    <a:pt x="66" y="171926"/>
                  </a:lnTo>
                  <a:lnTo>
                    <a:pt x="301" y="177211"/>
                  </a:lnTo>
                  <a:lnTo>
                    <a:pt x="702" y="182486"/>
                  </a:lnTo>
                  <a:lnTo>
                    <a:pt x="1270" y="187746"/>
                  </a:lnTo>
                  <a:lnTo>
                    <a:pt x="2004" y="192985"/>
                  </a:lnTo>
                  <a:lnTo>
                    <a:pt x="2904" y="198198"/>
                  </a:lnTo>
                  <a:lnTo>
                    <a:pt x="3968" y="203380"/>
                  </a:lnTo>
                  <a:lnTo>
                    <a:pt x="5196" y="208526"/>
                  </a:lnTo>
                  <a:lnTo>
                    <a:pt x="6586" y="213631"/>
                  </a:lnTo>
                  <a:lnTo>
                    <a:pt x="8136" y="218689"/>
                  </a:lnTo>
                  <a:lnTo>
                    <a:pt x="9846" y="223695"/>
                  </a:lnTo>
                  <a:lnTo>
                    <a:pt x="11714" y="228645"/>
                  </a:lnTo>
                  <a:lnTo>
                    <a:pt x="13737" y="233533"/>
                  </a:lnTo>
                  <a:lnTo>
                    <a:pt x="15914" y="238354"/>
                  </a:lnTo>
                  <a:lnTo>
                    <a:pt x="18242" y="243105"/>
                  </a:lnTo>
                  <a:lnTo>
                    <a:pt x="20719" y="247779"/>
                  </a:lnTo>
                  <a:lnTo>
                    <a:pt x="23344" y="252373"/>
                  </a:lnTo>
                  <a:lnTo>
                    <a:pt x="26112" y="256881"/>
                  </a:lnTo>
                  <a:lnTo>
                    <a:pt x="29021" y="261300"/>
                  </a:lnTo>
                  <a:lnTo>
                    <a:pt x="32069" y="265624"/>
                  </a:lnTo>
                  <a:lnTo>
                    <a:pt x="35252" y="269849"/>
                  </a:lnTo>
                  <a:lnTo>
                    <a:pt x="38567" y="273972"/>
                  </a:lnTo>
                  <a:lnTo>
                    <a:pt x="42011" y="277988"/>
                  </a:lnTo>
                  <a:lnTo>
                    <a:pt x="45581" y="281892"/>
                  </a:lnTo>
                  <a:lnTo>
                    <a:pt x="49272" y="285682"/>
                  </a:lnTo>
                  <a:lnTo>
                    <a:pt x="53081" y="289353"/>
                  </a:lnTo>
                  <a:lnTo>
                    <a:pt x="57004" y="292902"/>
                  </a:lnTo>
                  <a:lnTo>
                    <a:pt x="61038" y="296325"/>
                  </a:lnTo>
                  <a:lnTo>
                    <a:pt x="65178" y="299619"/>
                  </a:lnTo>
                  <a:lnTo>
                    <a:pt x="69421" y="302779"/>
                  </a:lnTo>
                  <a:lnTo>
                    <a:pt x="73761" y="305805"/>
                  </a:lnTo>
                  <a:lnTo>
                    <a:pt x="78194" y="308691"/>
                  </a:lnTo>
                  <a:lnTo>
                    <a:pt x="82717" y="311435"/>
                  </a:lnTo>
                  <a:lnTo>
                    <a:pt x="87324" y="314035"/>
                  </a:lnTo>
                  <a:lnTo>
                    <a:pt x="92012" y="316488"/>
                  </a:lnTo>
                  <a:lnTo>
                    <a:pt x="96774" y="318791"/>
                  </a:lnTo>
                  <a:lnTo>
                    <a:pt x="101607" y="320943"/>
                  </a:lnTo>
                  <a:lnTo>
                    <a:pt x="106506" y="322940"/>
                  </a:lnTo>
                  <a:lnTo>
                    <a:pt x="111466" y="324782"/>
                  </a:lnTo>
                  <a:lnTo>
                    <a:pt x="116481" y="326465"/>
                  </a:lnTo>
                  <a:lnTo>
                    <a:pt x="121547" y="327989"/>
                  </a:lnTo>
                  <a:lnTo>
                    <a:pt x="126659" y="329352"/>
                  </a:lnTo>
                  <a:lnTo>
                    <a:pt x="131811" y="330553"/>
                  </a:lnTo>
                  <a:lnTo>
                    <a:pt x="136999" y="331590"/>
                  </a:lnTo>
                  <a:lnTo>
                    <a:pt x="142216" y="332462"/>
                  </a:lnTo>
                  <a:lnTo>
                    <a:pt x="147459" y="333169"/>
                  </a:lnTo>
                  <a:lnTo>
                    <a:pt x="152722" y="333709"/>
                  </a:lnTo>
                  <a:lnTo>
                    <a:pt x="157999" y="334083"/>
                  </a:lnTo>
                  <a:lnTo>
                    <a:pt x="163285" y="334289"/>
                  </a:lnTo>
                  <a:lnTo>
                    <a:pt x="168576" y="334328"/>
                  </a:lnTo>
                  <a:lnTo>
                    <a:pt x="173864" y="334200"/>
                  </a:lnTo>
                  <a:lnTo>
                    <a:pt x="179146" y="333905"/>
                  </a:lnTo>
                  <a:lnTo>
                    <a:pt x="184416" y="333442"/>
                  </a:lnTo>
                  <a:lnTo>
                    <a:pt x="189669" y="332813"/>
                  </a:lnTo>
                  <a:lnTo>
                    <a:pt x="194899" y="332018"/>
                  </a:lnTo>
                  <a:lnTo>
                    <a:pt x="200102" y="331058"/>
                  </a:lnTo>
                  <a:lnTo>
                    <a:pt x="205271" y="329933"/>
                  </a:lnTo>
                  <a:lnTo>
                    <a:pt x="210403" y="328646"/>
                  </a:lnTo>
                  <a:lnTo>
                    <a:pt x="215491" y="327197"/>
                  </a:lnTo>
                  <a:lnTo>
                    <a:pt x="220530" y="325588"/>
                  </a:lnTo>
                  <a:lnTo>
                    <a:pt x="225516" y="323820"/>
                  </a:lnTo>
                  <a:lnTo>
                    <a:pt x="230444" y="321895"/>
                  </a:lnTo>
                  <a:lnTo>
                    <a:pt x="235308" y="319815"/>
                  </a:lnTo>
                  <a:lnTo>
                    <a:pt x="240105" y="317583"/>
                  </a:lnTo>
                  <a:lnTo>
                    <a:pt x="244828" y="315200"/>
                  </a:lnTo>
                  <a:lnTo>
                    <a:pt x="249473" y="312668"/>
                  </a:lnTo>
                  <a:lnTo>
                    <a:pt x="254036" y="309991"/>
                  </a:lnTo>
                  <a:lnTo>
                    <a:pt x="258512" y="307170"/>
                  </a:lnTo>
                  <a:lnTo>
                    <a:pt x="262896" y="304210"/>
                  </a:lnTo>
                  <a:lnTo>
                    <a:pt x="267184" y="301112"/>
                  </a:lnTo>
                  <a:lnTo>
                    <a:pt x="271373" y="297880"/>
                  </a:lnTo>
                  <a:lnTo>
                    <a:pt x="275457" y="294517"/>
                  </a:lnTo>
                  <a:lnTo>
                    <a:pt x="279432" y="291027"/>
                  </a:lnTo>
                  <a:lnTo>
                    <a:pt x="283295" y="287412"/>
                  </a:lnTo>
                  <a:lnTo>
                    <a:pt x="287042" y="283678"/>
                  </a:lnTo>
                  <a:lnTo>
                    <a:pt x="290669" y="279826"/>
                  </a:lnTo>
                  <a:lnTo>
                    <a:pt x="294172" y="275862"/>
                  </a:lnTo>
                  <a:lnTo>
                    <a:pt x="297548" y="271788"/>
                  </a:lnTo>
                  <a:lnTo>
                    <a:pt x="300793" y="267610"/>
                  </a:lnTo>
                  <a:lnTo>
                    <a:pt x="303904" y="263332"/>
                  </a:lnTo>
                  <a:lnTo>
                    <a:pt x="306879" y="258957"/>
                  </a:lnTo>
                  <a:lnTo>
                    <a:pt x="309713" y="254490"/>
                  </a:lnTo>
                  <a:lnTo>
                    <a:pt x="312405" y="249936"/>
                  </a:lnTo>
                  <a:lnTo>
                    <a:pt x="314951" y="245298"/>
                  </a:lnTo>
                  <a:lnTo>
                    <a:pt x="317349" y="240583"/>
                  </a:lnTo>
                  <a:lnTo>
                    <a:pt x="319597" y="235794"/>
                  </a:lnTo>
                  <a:lnTo>
                    <a:pt x="321693" y="230936"/>
                  </a:lnTo>
                  <a:lnTo>
                    <a:pt x="323633" y="226015"/>
                  </a:lnTo>
                  <a:lnTo>
                    <a:pt x="325417" y="221034"/>
                  </a:lnTo>
                  <a:lnTo>
                    <a:pt x="327042" y="216000"/>
                  </a:lnTo>
                  <a:lnTo>
                    <a:pt x="328507" y="210916"/>
                  </a:lnTo>
                  <a:lnTo>
                    <a:pt x="329811" y="205789"/>
                  </a:lnTo>
                  <a:lnTo>
                    <a:pt x="330951" y="200623"/>
                  </a:lnTo>
                  <a:lnTo>
                    <a:pt x="331928" y="195424"/>
                  </a:lnTo>
                  <a:lnTo>
                    <a:pt x="332740" y="190196"/>
                  </a:lnTo>
                  <a:lnTo>
                    <a:pt x="333385" y="184945"/>
                  </a:lnTo>
                  <a:lnTo>
                    <a:pt x="333865" y="179677"/>
                  </a:lnTo>
                  <a:lnTo>
                    <a:pt x="334177" y="174396"/>
                  </a:lnTo>
                  <a:lnTo>
                    <a:pt x="334322" y="169107"/>
                  </a:lnTo>
                  <a:lnTo>
                    <a:pt x="334300" y="163817"/>
                  </a:lnTo>
                  <a:lnTo>
                    <a:pt x="334110" y="158530"/>
                  </a:lnTo>
                  <a:lnTo>
                    <a:pt x="333753" y="153252"/>
                  </a:lnTo>
                  <a:lnTo>
                    <a:pt x="333230" y="147988"/>
                  </a:lnTo>
                  <a:lnTo>
                    <a:pt x="332540" y="142743"/>
                  </a:lnTo>
                  <a:lnTo>
                    <a:pt x="331684" y="137522"/>
                  </a:lnTo>
                  <a:lnTo>
                    <a:pt x="330664" y="132331"/>
                  </a:lnTo>
                  <a:lnTo>
                    <a:pt x="329479" y="127175"/>
                  </a:lnTo>
                  <a:lnTo>
                    <a:pt x="328133" y="122059"/>
                  </a:lnTo>
                  <a:lnTo>
                    <a:pt x="326625" y="116988"/>
                  </a:lnTo>
                  <a:lnTo>
                    <a:pt x="324957" y="111967"/>
                  </a:lnTo>
                  <a:lnTo>
                    <a:pt x="323131" y="107002"/>
                  </a:lnTo>
                  <a:lnTo>
                    <a:pt x="321149" y="102097"/>
                  </a:lnTo>
                  <a:lnTo>
                    <a:pt x="319013" y="97257"/>
                  </a:lnTo>
                  <a:lnTo>
                    <a:pt x="316725" y="92487"/>
                  </a:lnTo>
                  <a:lnTo>
                    <a:pt x="314287" y="87792"/>
                  </a:lnTo>
                  <a:lnTo>
                    <a:pt x="311702" y="83177"/>
                  </a:lnTo>
                  <a:lnTo>
                    <a:pt x="308972" y="78645"/>
                  </a:lnTo>
                  <a:lnTo>
                    <a:pt x="306100" y="74202"/>
                  </a:lnTo>
                  <a:lnTo>
                    <a:pt x="303088" y="69853"/>
                  </a:lnTo>
                  <a:lnTo>
                    <a:pt x="299941" y="65600"/>
                  </a:lnTo>
                  <a:lnTo>
                    <a:pt x="296661" y="61450"/>
                  </a:lnTo>
                  <a:lnTo>
                    <a:pt x="293251" y="57405"/>
                  </a:lnTo>
                  <a:lnTo>
                    <a:pt x="289714" y="53471"/>
                  </a:lnTo>
                  <a:lnTo>
                    <a:pt x="286055" y="49650"/>
                  </a:lnTo>
                  <a:lnTo>
                    <a:pt x="282277" y="45947"/>
                  </a:lnTo>
                  <a:lnTo>
                    <a:pt x="278384" y="42365"/>
                  </a:lnTo>
                  <a:lnTo>
                    <a:pt x="274379" y="38908"/>
                  </a:lnTo>
                  <a:lnTo>
                    <a:pt x="270267" y="35580"/>
                  </a:lnTo>
                  <a:lnTo>
                    <a:pt x="266052" y="32383"/>
                  </a:lnTo>
                  <a:lnTo>
                    <a:pt x="261737" y="29322"/>
                  </a:lnTo>
                  <a:lnTo>
                    <a:pt x="257328" y="26398"/>
                  </a:lnTo>
                  <a:lnTo>
                    <a:pt x="252828" y="23616"/>
                  </a:lnTo>
                  <a:lnTo>
                    <a:pt x="248243" y="20977"/>
                  </a:lnTo>
                  <a:lnTo>
                    <a:pt x="243577" y="18485"/>
                  </a:lnTo>
                  <a:lnTo>
                    <a:pt x="238834" y="16141"/>
                  </a:lnTo>
                  <a:lnTo>
                    <a:pt x="234019" y="13949"/>
                  </a:lnTo>
                  <a:lnTo>
                    <a:pt x="229137" y="11911"/>
                  </a:lnTo>
                  <a:lnTo>
                    <a:pt x="224194" y="10027"/>
                  </a:lnTo>
                  <a:lnTo>
                    <a:pt x="219193" y="8302"/>
                  </a:lnTo>
                  <a:lnTo>
                    <a:pt x="214140" y="6735"/>
                  </a:lnTo>
                  <a:lnTo>
                    <a:pt x="209040" y="5329"/>
                  </a:lnTo>
                  <a:lnTo>
                    <a:pt x="203898" y="4085"/>
                  </a:lnTo>
                  <a:lnTo>
                    <a:pt x="198719" y="3004"/>
                  </a:lnTo>
                  <a:lnTo>
                    <a:pt x="193508" y="2088"/>
                  </a:lnTo>
                  <a:lnTo>
                    <a:pt x="188272" y="1337"/>
                  </a:lnTo>
                  <a:lnTo>
                    <a:pt x="183014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36494" y="2126963"/>
              <a:ext cx="44793" cy="167167"/>
            </a:xfrm>
            <a:custGeom>
              <a:avLst/>
              <a:pathLst>
                <a:path w="44793" h="167167">
                  <a:moveTo>
                    <a:pt x="44793" y="0"/>
                  </a:moveTo>
                  <a:lnTo>
                    <a:pt x="38316" y="125"/>
                  </a:lnTo>
                  <a:lnTo>
                    <a:pt x="31849" y="501"/>
                  </a:lnTo>
                  <a:lnTo>
                    <a:pt x="25402" y="1128"/>
                  </a:lnTo>
                  <a:lnTo>
                    <a:pt x="18984" y="2004"/>
                  </a:lnTo>
                  <a:lnTo>
                    <a:pt x="12604" y="3128"/>
                  </a:lnTo>
                  <a:lnTo>
                    <a:pt x="6273" y="4498"/>
                  </a:lnTo>
                  <a:lnTo>
                    <a:pt x="0" y="6113"/>
                  </a:lnTo>
                  <a:lnTo>
                    <a:pt x="4479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36494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0" y="2128112"/>
              <a:ext cx="334333" cy="333170"/>
            </a:xfrm>
            <a:custGeom>
              <a:avLst/>
              <a:pathLst>
                <a:path w="334333" h="333170">
                  <a:moveTo>
                    <a:pt x="122374" y="4964"/>
                  </a:moveTo>
                  <a:lnTo>
                    <a:pt x="117293" y="6464"/>
                  </a:lnTo>
                  <a:lnTo>
                    <a:pt x="112262" y="8124"/>
                  </a:lnTo>
                  <a:lnTo>
                    <a:pt x="107287" y="9943"/>
                  </a:lnTo>
                  <a:lnTo>
                    <a:pt x="102372" y="11919"/>
                  </a:lnTo>
                  <a:lnTo>
                    <a:pt x="97521" y="14050"/>
                  </a:lnTo>
                  <a:lnTo>
                    <a:pt x="92741" y="16333"/>
                  </a:lnTo>
                  <a:lnTo>
                    <a:pt x="88035" y="18766"/>
                  </a:lnTo>
                  <a:lnTo>
                    <a:pt x="83409" y="21347"/>
                  </a:lnTo>
                  <a:lnTo>
                    <a:pt x="78867" y="24074"/>
                  </a:lnTo>
                  <a:lnTo>
                    <a:pt x="74414" y="26943"/>
                  </a:lnTo>
                  <a:lnTo>
                    <a:pt x="70054" y="29952"/>
                  </a:lnTo>
                  <a:lnTo>
                    <a:pt x="65791" y="33097"/>
                  </a:lnTo>
                  <a:lnTo>
                    <a:pt x="61630" y="36376"/>
                  </a:lnTo>
                  <a:lnTo>
                    <a:pt x="57575" y="39786"/>
                  </a:lnTo>
                  <a:lnTo>
                    <a:pt x="53631" y="43321"/>
                  </a:lnTo>
                  <a:lnTo>
                    <a:pt x="49800" y="46981"/>
                  </a:lnTo>
                  <a:lnTo>
                    <a:pt x="46087" y="50759"/>
                  </a:lnTo>
                  <a:lnTo>
                    <a:pt x="42496" y="54654"/>
                  </a:lnTo>
                  <a:lnTo>
                    <a:pt x="39030" y="58660"/>
                  </a:lnTo>
                  <a:lnTo>
                    <a:pt x="35692" y="62774"/>
                  </a:lnTo>
                  <a:lnTo>
                    <a:pt x="32487" y="66992"/>
                  </a:lnTo>
                  <a:lnTo>
                    <a:pt x="29417" y="71309"/>
                  </a:lnTo>
                  <a:lnTo>
                    <a:pt x="26485" y="75721"/>
                  </a:lnTo>
                  <a:lnTo>
                    <a:pt x="23694" y="80224"/>
                  </a:lnTo>
                  <a:lnTo>
                    <a:pt x="21048" y="84814"/>
                  </a:lnTo>
                  <a:lnTo>
                    <a:pt x="18548" y="89484"/>
                  </a:lnTo>
                  <a:lnTo>
                    <a:pt x="16198" y="94232"/>
                  </a:lnTo>
                  <a:lnTo>
                    <a:pt x="13999" y="99052"/>
                  </a:lnTo>
                  <a:lnTo>
                    <a:pt x="11954" y="103939"/>
                  </a:lnTo>
                  <a:lnTo>
                    <a:pt x="10065" y="108888"/>
                  </a:lnTo>
                  <a:lnTo>
                    <a:pt x="8333" y="113894"/>
                  </a:lnTo>
                  <a:lnTo>
                    <a:pt x="6762" y="118953"/>
                  </a:lnTo>
                  <a:lnTo>
                    <a:pt x="5351" y="124060"/>
                  </a:lnTo>
                  <a:lnTo>
                    <a:pt x="4103" y="129208"/>
                  </a:lnTo>
                  <a:lnTo>
                    <a:pt x="3018" y="134394"/>
                  </a:lnTo>
                  <a:lnTo>
                    <a:pt x="2098" y="139611"/>
                  </a:lnTo>
                  <a:lnTo>
                    <a:pt x="1345" y="144854"/>
                  </a:lnTo>
                  <a:lnTo>
                    <a:pt x="757" y="150119"/>
                  </a:lnTo>
                  <a:lnTo>
                    <a:pt x="337" y="155400"/>
                  </a:lnTo>
                  <a:lnTo>
                    <a:pt x="84" y="160692"/>
                  </a:lnTo>
                  <a:lnTo>
                    <a:pt x="0" y="165988"/>
                  </a:lnTo>
                  <a:lnTo>
                    <a:pt x="83" y="171285"/>
                  </a:lnTo>
                  <a:lnTo>
                    <a:pt x="333" y="176577"/>
                  </a:lnTo>
                  <a:lnTo>
                    <a:pt x="752" y="181858"/>
                  </a:lnTo>
                  <a:lnTo>
                    <a:pt x="1337" y="187123"/>
                  </a:lnTo>
                  <a:lnTo>
                    <a:pt x="2089" y="192367"/>
                  </a:lnTo>
                  <a:lnTo>
                    <a:pt x="3007" y="197584"/>
                  </a:lnTo>
                  <a:lnTo>
                    <a:pt x="4090" y="202770"/>
                  </a:lnTo>
                  <a:lnTo>
                    <a:pt x="5336" y="207919"/>
                  </a:lnTo>
                  <a:lnTo>
                    <a:pt x="6745" y="213026"/>
                  </a:lnTo>
                  <a:lnTo>
                    <a:pt x="8315" y="218085"/>
                  </a:lnTo>
                  <a:lnTo>
                    <a:pt x="10045" y="223093"/>
                  </a:lnTo>
                  <a:lnTo>
                    <a:pt x="11932" y="228043"/>
                  </a:lnTo>
                  <a:lnTo>
                    <a:pt x="13975" y="232930"/>
                  </a:lnTo>
                  <a:lnTo>
                    <a:pt x="16172" y="237751"/>
                  </a:lnTo>
                  <a:lnTo>
                    <a:pt x="18521" y="242499"/>
                  </a:lnTo>
                  <a:lnTo>
                    <a:pt x="21019" y="247171"/>
                  </a:lnTo>
                  <a:lnTo>
                    <a:pt x="23664" y="251761"/>
                  </a:lnTo>
                  <a:lnTo>
                    <a:pt x="26453" y="256265"/>
                  </a:lnTo>
                  <a:lnTo>
                    <a:pt x="29383" y="260678"/>
                  </a:lnTo>
                  <a:lnTo>
                    <a:pt x="32452" y="264997"/>
                  </a:lnTo>
                  <a:lnTo>
                    <a:pt x="35655" y="269215"/>
                  </a:lnTo>
                  <a:lnTo>
                    <a:pt x="38991" y="273331"/>
                  </a:lnTo>
                  <a:lnTo>
                    <a:pt x="42456" y="277338"/>
                  </a:lnTo>
                  <a:lnTo>
                    <a:pt x="46046" y="281234"/>
                  </a:lnTo>
                  <a:lnTo>
                    <a:pt x="49758" y="285014"/>
                  </a:lnTo>
                  <a:lnTo>
                    <a:pt x="53587" y="288674"/>
                  </a:lnTo>
                  <a:lnTo>
                    <a:pt x="57531" y="292212"/>
                  </a:lnTo>
                  <a:lnTo>
                    <a:pt x="61584" y="295622"/>
                  </a:lnTo>
                  <a:lnTo>
                    <a:pt x="65744" y="298903"/>
                  </a:lnTo>
                  <a:lnTo>
                    <a:pt x="70005" y="302050"/>
                  </a:lnTo>
                  <a:lnTo>
                    <a:pt x="74365" y="305060"/>
                  </a:lnTo>
                  <a:lnTo>
                    <a:pt x="78817" y="307931"/>
                  </a:lnTo>
                  <a:lnTo>
                    <a:pt x="83358" y="310659"/>
                  </a:lnTo>
                  <a:lnTo>
                    <a:pt x="87983" y="313242"/>
                  </a:lnTo>
                  <a:lnTo>
                    <a:pt x="92688" y="315677"/>
                  </a:lnTo>
                  <a:lnTo>
                    <a:pt x="97467" y="317962"/>
                  </a:lnTo>
                  <a:lnTo>
                    <a:pt x="102317" y="320094"/>
                  </a:lnTo>
                  <a:lnTo>
                    <a:pt x="107231" y="322072"/>
                  </a:lnTo>
                  <a:lnTo>
                    <a:pt x="112206" y="323892"/>
                  </a:lnTo>
                  <a:lnTo>
                    <a:pt x="117236" y="325555"/>
                  </a:lnTo>
                  <a:lnTo>
                    <a:pt x="122317" y="327057"/>
                  </a:lnTo>
                  <a:lnTo>
                    <a:pt x="127442" y="328397"/>
                  </a:lnTo>
                  <a:lnTo>
                    <a:pt x="132607" y="329574"/>
                  </a:lnTo>
                  <a:lnTo>
                    <a:pt x="137807" y="330587"/>
                  </a:lnTo>
                  <a:lnTo>
                    <a:pt x="143036" y="331435"/>
                  </a:lnTo>
                  <a:lnTo>
                    <a:pt x="148289" y="332116"/>
                  </a:lnTo>
                  <a:lnTo>
                    <a:pt x="153562" y="332631"/>
                  </a:lnTo>
                  <a:lnTo>
                    <a:pt x="158848" y="332978"/>
                  </a:lnTo>
                  <a:lnTo>
                    <a:pt x="164143" y="333158"/>
                  </a:lnTo>
                  <a:lnTo>
                    <a:pt x="169440" y="333170"/>
                  </a:lnTo>
                  <a:lnTo>
                    <a:pt x="174735" y="333014"/>
                  </a:lnTo>
                  <a:lnTo>
                    <a:pt x="180023" y="332690"/>
                  </a:lnTo>
                  <a:lnTo>
                    <a:pt x="185298" y="332199"/>
                  </a:lnTo>
                  <a:lnTo>
                    <a:pt x="190554" y="331541"/>
                  </a:lnTo>
                  <a:lnTo>
                    <a:pt x="195787" y="330717"/>
                  </a:lnTo>
                  <a:lnTo>
                    <a:pt x="200992" y="329728"/>
                  </a:lnTo>
                  <a:lnTo>
                    <a:pt x="206162" y="328574"/>
                  </a:lnTo>
                  <a:lnTo>
                    <a:pt x="211293" y="327256"/>
                  </a:lnTo>
                  <a:lnTo>
                    <a:pt x="216380" y="325777"/>
                  </a:lnTo>
                  <a:lnTo>
                    <a:pt x="221418" y="324138"/>
                  </a:lnTo>
                  <a:lnTo>
                    <a:pt x="226401" y="322339"/>
                  </a:lnTo>
                  <a:lnTo>
                    <a:pt x="231324" y="320384"/>
                  </a:lnTo>
                  <a:lnTo>
                    <a:pt x="236183" y="318274"/>
                  </a:lnTo>
                  <a:lnTo>
                    <a:pt x="240973" y="316010"/>
                  </a:lnTo>
                  <a:lnTo>
                    <a:pt x="245688" y="313596"/>
                  </a:lnTo>
                  <a:lnTo>
                    <a:pt x="250325" y="311034"/>
                  </a:lnTo>
                  <a:lnTo>
                    <a:pt x="254878" y="308326"/>
                  </a:lnTo>
                  <a:lnTo>
                    <a:pt x="259344" y="305476"/>
                  </a:lnTo>
                  <a:lnTo>
                    <a:pt x="263716" y="302485"/>
                  </a:lnTo>
                  <a:lnTo>
                    <a:pt x="267992" y="299357"/>
                  </a:lnTo>
                  <a:lnTo>
                    <a:pt x="272166" y="296095"/>
                  </a:lnTo>
                  <a:lnTo>
                    <a:pt x="276235" y="292703"/>
                  </a:lnTo>
                  <a:lnTo>
                    <a:pt x="280194" y="289184"/>
                  </a:lnTo>
                  <a:lnTo>
                    <a:pt x="284040" y="285540"/>
                  </a:lnTo>
                  <a:lnTo>
                    <a:pt x="287769" y="281777"/>
                  </a:lnTo>
                  <a:lnTo>
                    <a:pt x="291376" y="277897"/>
                  </a:lnTo>
                  <a:lnTo>
                    <a:pt x="294859" y="273906"/>
                  </a:lnTo>
                  <a:lnTo>
                    <a:pt x="298213" y="269805"/>
                  </a:lnTo>
                  <a:lnTo>
                    <a:pt x="301436" y="265601"/>
                  </a:lnTo>
                  <a:lnTo>
                    <a:pt x="304524" y="261296"/>
                  </a:lnTo>
                  <a:lnTo>
                    <a:pt x="307474" y="256896"/>
                  </a:lnTo>
                  <a:lnTo>
                    <a:pt x="310283" y="252405"/>
                  </a:lnTo>
                  <a:lnTo>
                    <a:pt x="312949" y="247827"/>
                  </a:lnTo>
                  <a:lnTo>
                    <a:pt x="315468" y="243166"/>
                  </a:lnTo>
                  <a:lnTo>
                    <a:pt x="317838" y="238428"/>
                  </a:lnTo>
                  <a:lnTo>
                    <a:pt x="320057" y="233618"/>
                  </a:lnTo>
                  <a:lnTo>
                    <a:pt x="322122" y="228739"/>
                  </a:lnTo>
                  <a:lnTo>
                    <a:pt x="324031" y="223798"/>
                  </a:lnTo>
                  <a:lnTo>
                    <a:pt x="325783" y="218799"/>
                  </a:lnTo>
                  <a:lnTo>
                    <a:pt x="327376" y="213746"/>
                  </a:lnTo>
                  <a:lnTo>
                    <a:pt x="328808" y="208646"/>
                  </a:lnTo>
                  <a:lnTo>
                    <a:pt x="330078" y="203503"/>
                  </a:lnTo>
                  <a:lnTo>
                    <a:pt x="331183" y="198322"/>
                  </a:lnTo>
                  <a:lnTo>
                    <a:pt x="332125" y="193109"/>
                  </a:lnTo>
                  <a:lnTo>
                    <a:pt x="332900" y="187868"/>
                  </a:lnTo>
                  <a:lnTo>
                    <a:pt x="333509" y="182606"/>
                  </a:lnTo>
                  <a:lnTo>
                    <a:pt x="333951" y="177327"/>
                  </a:lnTo>
                  <a:lnTo>
                    <a:pt x="334226" y="172036"/>
                  </a:lnTo>
                  <a:lnTo>
                    <a:pt x="334333" y="166740"/>
                  </a:lnTo>
                  <a:lnTo>
                    <a:pt x="334272" y="161442"/>
                  </a:lnTo>
                  <a:lnTo>
                    <a:pt x="334043" y="156150"/>
                  </a:lnTo>
                  <a:lnTo>
                    <a:pt x="333646" y="150867"/>
                  </a:lnTo>
                  <a:lnTo>
                    <a:pt x="333083" y="145600"/>
                  </a:lnTo>
                  <a:lnTo>
                    <a:pt x="332352" y="140353"/>
                  </a:lnTo>
                  <a:lnTo>
                    <a:pt x="331456" y="135131"/>
                  </a:lnTo>
                  <a:lnTo>
                    <a:pt x="330395" y="129941"/>
                  </a:lnTo>
                  <a:lnTo>
                    <a:pt x="329170" y="124787"/>
                  </a:lnTo>
                  <a:lnTo>
                    <a:pt x="327782" y="119675"/>
                  </a:lnTo>
                  <a:lnTo>
                    <a:pt x="326233" y="114609"/>
                  </a:lnTo>
                  <a:lnTo>
                    <a:pt x="324524" y="109594"/>
                  </a:lnTo>
                  <a:lnTo>
                    <a:pt x="322657" y="104637"/>
                  </a:lnTo>
                  <a:lnTo>
                    <a:pt x="320634" y="99741"/>
                  </a:lnTo>
                  <a:lnTo>
                    <a:pt x="318457" y="94911"/>
                  </a:lnTo>
                  <a:lnTo>
                    <a:pt x="316128" y="90153"/>
                  </a:lnTo>
                  <a:lnTo>
                    <a:pt x="313649" y="85471"/>
                  </a:lnTo>
                  <a:lnTo>
                    <a:pt x="311024" y="80870"/>
                  </a:lnTo>
                  <a:lnTo>
                    <a:pt x="308253" y="76355"/>
                  </a:lnTo>
                  <a:lnTo>
                    <a:pt x="305341" y="71929"/>
                  </a:lnTo>
                  <a:lnTo>
                    <a:pt x="302291" y="67598"/>
                  </a:lnTo>
                  <a:lnTo>
                    <a:pt x="299104" y="63366"/>
                  </a:lnTo>
                  <a:lnTo>
                    <a:pt x="295785" y="59237"/>
                  </a:lnTo>
                  <a:lnTo>
                    <a:pt x="292337" y="55215"/>
                  </a:lnTo>
                  <a:lnTo>
                    <a:pt x="288764" y="51305"/>
                  </a:lnTo>
                  <a:lnTo>
                    <a:pt x="285068" y="47509"/>
                  </a:lnTo>
                  <a:lnTo>
                    <a:pt x="281253" y="43833"/>
                  </a:lnTo>
                  <a:lnTo>
                    <a:pt x="277325" y="40279"/>
                  </a:lnTo>
                  <a:lnTo>
                    <a:pt x="273285" y="36852"/>
                  </a:lnTo>
                  <a:lnTo>
                    <a:pt x="269139" y="33554"/>
                  </a:lnTo>
                  <a:lnTo>
                    <a:pt x="264891" y="30390"/>
                  </a:lnTo>
                  <a:lnTo>
                    <a:pt x="260544" y="27361"/>
                  </a:lnTo>
                  <a:lnTo>
                    <a:pt x="256104" y="24472"/>
                  </a:lnTo>
                  <a:lnTo>
                    <a:pt x="251574" y="21725"/>
                  </a:lnTo>
                  <a:lnTo>
                    <a:pt x="246959" y="19123"/>
                  </a:lnTo>
                  <a:lnTo>
                    <a:pt x="242265" y="16669"/>
                  </a:lnTo>
                  <a:lnTo>
                    <a:pt x="237495" y="14364"/>
                  </a:lnTo>
                  <a:lnTo>
                    <a:pt x="232654" y="12212"/>
                  </a:lnTo>
                  <a:lnTo>
                    <a:pt x="227748" y="10214"/>
                  </a:lnTo>
                  <a:lnTo>
                    <a:pt x="222780" y="8373"/>
                  </a:lnTo>
                  <a:lnTo>
                    <a:pt x="217757" y="6690"/>
                  </a:lnTo>
                  <a:lnTo>
                    <a:pt x="212683" y="5167"/>
                  </a:lnTo>
                  <a:lnTo>
                    <a:pt x="207564" y="3805"/>
                  </a:lnTo>
                  <a:lnTo>
                    <a:pt x="202404" y="2607"/>
                  </a:lnTo>
                  <a:lnTo>
                    <a:pt x="197208" y="1572"/>
                  </a:lnTo>
                  <a:lnTo>
                    <a:pt x="191982" y="703"/>
                  </a:lnTo>
                  <a:lnTo>
                    <a:pt x="186732" y="0"/>
                  </a:lnTo>
                  <a:lnTo>
                    <a:pt x="167167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19564" cy="167167"/>
            </a:xfrm>
            <a:custGeom>
              <a:avLst/>
              <a:pathLst>
                <a:path w="19564" h="167167">
                  <a:moveTo>
                    <a:pt x="19564" y="1148"/>
                  </a:moveTo>
                  <a:lnTo>
                    <a:pt x="9799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92" y="2633064"/>
              <a:ext cx="334322" cy="334328"/>
            </a:xfrm>
            <a:custGeom>
              <a:avLst/>
              <a:pathLst>
                <a:path w="334322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2" y="761"/>
                  </a:lnTo>
                  <a:lnTo>
                    <a:pt x="145936" y="1352"/>
                  </a:lnTo>
                  <a:lnTo>
                    <a:pt x="140672" y="2111"/>
                  </a:lnTo>
                  <a:lnTo>
                    <a:pt x="135434" y="3037"/>
                  </a:lnTo>
                  <a:lnTo>
                    <a:pt x="130229" y="4129"/>
                  </a:lnTo>
                  <a:lnTo>
                    <a:pt x="125061" y="5386"/>
                  </a:lnTo>
                  <a:lnTo>
                    <a:pt x="119935" y="6807"/>
                  </a:lnTo>
                  <a:lnTo>
                    <a:pt x="114857" y="8391"/>
                  </a:lnTo>
                  <a:lnTo>
                    <a:pt x="109833" y="10135"/>
                  </a:lnTo>
                  <a:lnTo>
                    <a:pt x="104866" y="12038"/>
                  </a:lnTo>
                  <a:lnTo>
                    <a:pt x="99962" y="14098"/>
                  </a:lnTo>
                  <a:lnTo>
                    <a:pt x="95126" y="16314"/>
                  </a:lnTo>
                  <a:lnTo>
                    <a:pt x="90364" y="18681"/>
                  </a:lnTo>
                  <a:lnTo>
                    <a:pt x="85679" y="21200"/>
                  </a:lnTo>
                  <a:lnTo>
                    <a:pt x="81076" y="23866"/>
                  </a:lnTo>
                  <a:lnTo>
                    <a:pt x="76561" y="26677"/>
                  </a:lnTo>
                  <a:lnTo>
                    <a:pt x="72137" y="29630"/>
                  </a:lnTo>
                  <a:lnTo>
                    <a:pt x="67810" y="32722"/>
                  </a:lnTo>
                  <a:lnTo>
                    <a:pt x="63583" y="35951"/>
                  </a:lnTo>
                  <a:lnTo>
                    <a:pt x="59461" y="39313"/>
                  </a:lnTo>
                  <a:lnTo>
                    <a:pt x="55448" y="42803"/>
                  </a:lnTo>
                  <a:lnTo>
                    <a:pt x="51548" y="46420"/>
                  </a:lnTo>
                  <a:lnTo>
                    <a:pt x="47765" y="50159"/>
                  </a:lnTo>
                  <a:lnTo>
                    <a:pt x="44103" y="54017"/>
                  </a:lnTo>
                  <a:lnTo>
                    <a:pt x="40565" y="57989"/>
                  </a:lnTo>
                  <a:lnTo>
                    <a:pt x="37156" y="62071"/>
                  </a:lnTo>
                  <a:lnTo>
                    <a:pt x="33878" y="66260"/>
                  </a:lnTo>
                  <a:lnTo>
                    <a:pt x="30736" y="70552"/>
                  </a:lnTo>
                  <a:lnTo>
                    <a:pt x="27731" y="74941"/>
                  </a:lnTo>
                  <a:lnTo>
                    <a:pt x="24867" y="79423"/>
                  </a:lnTo>
                  <a:lnTo>
                    <a:pt x="22148" y="83994"/>
                  </a:lnTo>
                  <a:lnTo>
                    <a:pt x="19575" y="88649"/>
                  </a:lnTo>
                  <a:lnTo>
                    <a:pt x="17152" y="93384"/>
                  </a:lnTo>
                  <a:lnTo>
                    <a:pt x="14881" y="98194"/>
                  </a:lnTo>
                  <a:lnTo>
                    <a:pt x="12763" y="103073"/>
                  </a:lnTo>
                  <a:lnTo>
                    <a:pt x="10803" y="108017"/>
                  </a:lnTo>
                  <a:lnTo>
                    <a:pt x="9000" y="113021"/>
                  </a:lnTo>
                  <a:lnTo>
                    <a:pt x="7357" y="118080"/>
                  </a:lnTo>
                  <a:lnTo>
                    <a:pt x="5877" y="123189"/>
                  </a:lnTo>
                  <a:lnTo>
                    <a:pt x="4559" y="128342"/>
                  </a:lnTo>
                  <a:lnTo>
                    <a:pt x="3406" y="133535"/>
                  </a:lnTo>
                  <a:lnTo>
                    <a:pt x="2419" y="138761"/>
                  </a:lnTo>
                  <a:lnTo>
                    <a:pt x="1599" y="144016"/>
                  </a:lnTo>
                  <a:lnTo>
                    <a:pt x="946" y="149295"/>
                  </a:lnTo>
                  <a:lnTo>
                    <a:pt x="462" y="154592"/>
                  </a:lnTo>
                  <a:lnTo>
                    <a:pt x="146" y="159901"/>
                  </a:lnTo>
                  <a:lnTo>
                    <a:pt x="0" y="165218"/>
                  </a:lnTo>
                  <a:lnTo>
                    <a:pt x="22" y="170537"/>
                  </a:lnTo>
                  <a:lnTo>
                    <a:pt x="214" y="175853"/>
                  </a:lnTo>
                  <a:lnTo>
                    <a:pt x="575" y="181159"/>
                  </a:lnTo>
                  <a:lnTo>
                    <a:pt x="1104" y="186452"/>
                  </a:lnTo>
                  <a:lnTo>
                    <a:pt x="1802" y="191725"/>
                  </a:lnTo>
                  <a:lnTo>
                    <a:pt x="2667" y="196973"/>
                  </a:lnTo>
                  <a:lnTo>
                    <a:pt x="3698" y="202191"/>
                  </a:lnTo>
                  <a:lnTo>
                    <a:pt x="4895" y="207373"/>
                  </a:lnTo>
                  <a:lnTo>
                    <a:pt x="6257" y="212515"/>
                  </a:lnTo>
                  <a:lnTo>
                    <a:pt x="7781" y="217611"/>
                  </a:lnTo>
                  <a:lnTo>
                    <a:pt x="9466" y="222656"/>
                  </a:lnTo>
                  <a:lnTo>
                    <a:pt x="11311" y="227644"/>
                  </a:lnTo>
                  <a:lnTo>
                    <a:pt x="13314" y="232572"/>
                  </a:lnTo>
                  <a:lnTo>
                    <a:pt x="15473" y="237433"/>
                  </a:lnTo>
                  <a:lnTo>
                    <a:pt x="17785" y="242223"/>
                  </a:lnTo>
                  <a:lnTo>
                    <a:pt x="20248" y="246937"/>
                  </a:lnTo>
                  <a:lnTo>
                    <a:pt x="22861" y="251570"/>
                  </a:lnTo>
                  <a:lnTo>
                    <a:pt x="25619" y="256118"/>
                  </a:lnTo>
                  <a:lnTo>
                    <a:pt x="28520" y="260576"/>
                  </a:lnTo>
                  <a:lnTo>
                    <a:pt x="31562" y="264939"/>
                  </a:lnTo>
                  <a:lnTo>
                    <a:pt x="34741" y="269203"/>
                  </a:lnTo>
                  <a:lnTo>
                    <a:pt x="38054" y="273364"/>
                  </a:lnTo>
                  <a:lnTo>
                    <a:pt x="41498" y="277418"/>
                  </a:lnTo>
                  <a:lnTo>
                    <a:pt x="45069" y="281359"/>
                  </a:lnTo>
                  <a:lnTo>
                    <a:pt x="48764" y="285186"/>
                  </a:lnTo>
                  <a:lnTo>
                    <a:pt x="52579" y="288892"/>
                  </a:lnTo>
                  <a:lnTo>
                    <a:pt x="56509" y="292476"/>
                  </a:lnTo>
                  <a:lnTo>
                    <a:pt x="60552" y="295933"/>
                  </a:lnTo>
                  <a:lnTo>
                    <a:pt x="64702" y="299259"/>
                  </a:lnTo>
                  <a:lnTo>
                    <a:pt x="68957" y="302451"/>
                  </a:lnTo>
                  <a:lnTo>
                    <a:pt x="73310" y="305507"/>
                  </a:lnTo>
                  <a:lnTo>
                    <a:pt x="77759" y="308423"/>
                  </a:lnTo>
                  <a:lnTo>
                    <a:pt x="82298" y="311195"/>
                  </a:lnTo>
                  <a:lnTo>
                    <a:pt x="86923" y="313822"/>
                  </a:lnTo>
                  <a:lnTo>
                    <a:pt x="91629" y="316300"/>
                  </a:lnTo>
                  <a:lnTo>
                    <a:pt x="96412" y="318627"/>
                  </a:lnTo>
                  <a:lnTo>
                    <a:pt x="101266" y="320801"/>
                  </a:lnTo>
                  <a:lnTo>
                    <a:pt x="106187" y="322820"/>
                  </a:lnTo>
                  <a:lnTo>
                    <a:pt x="111170" y="324681"/>
                  </a:lnTo>
                  <a:lnTo>
                    <a:pt x="116210" y="326382"/>
                  </a:lnTo>
                  <a:lnTo>
                    <a:pt x="121301" y="327922"/>
                  </a:lnTo>
                  <a:lnTo>
                    <a:pt x="126438" y="329300"/>
                  </a:lnTo>
                  <a:lnTo>
                    <a:pt x="131617" y="330513"/>
                  </a:lnTo>
                  <a:lnTo>
                    <a:pt x="136831" y="331561"/>
                  </a:lnTo>
                  <a:lnTo>
                    <a:pt x="142077" y="332442"/>
                  </a:lnTo>
                  <a:lnTo>
                    <a:pt x="147347" y="333157"/>
                  </a:lnTo>
                  <a:lnTo>
                    <a:pt x="152638" y="333703"/>
                  </a:lnTo>
                  <a:lnTo>
                    <a:pt x="157944" y="334080"/>
                  </a:lnTo>
                  <a:lnTo>
                    <a:pt x="163259" y="334289"/>
                  </a:lnTo>
                  <a:lnTo>
                    <a:pt x="168577" y="334328"/>
                  </a:lnTo>
                  <a:lnTo>
                    <a:pt x="173895" y="334198"/>
                  </a:lnTo>
                  <a:lnTo>
                    <a:pt x="179205" y="333900"/>
                  </a:lnTo>
                  <a:lnTo>
                    <a:pt x="184503" y="333432"/>
                  </a:lnTo>
                  <a:lnTo>
                    <a:pt x="189784" y="332796"/>
                  </a:lnTo>
                  <a:lnTo>
                    <a:pt x="195042" y="331992"/>
                  </a:lnTo>
                  <a:lnTo>
                    <a:pt x="200272" y="331021"/>
                  </a:lnTo>
                  <a:lnTo>
                    <a:pt x="205468" y="329885"/>
                  </a:lnTo>
                  <a:lnTo>
                    <a:pt x="210625" y="328584"/>
                  </a:lnTo>
                  <a:lnTo>
                    <a:pt x="215738" y="327119"/>
                  </a:lnTo>
                  <a:lnTo>
                    <a:pt x="220802" y="325493"/>
                  </a:lnTo>
                  <a:lnTo>
                    <a:pt x="225812" y="323706"/>
                  </a:lnTo>
                  <a:lnTo>
                    <a:pt x="230762" y="321760"/>
                  </a:lnTo>
                  <a:lnTo>
                    <a:pt x="235648" y="319659"/>
                  </a:lnTo>
                  <a:lnTo>
                    <a:pt x="240465" y="317402"/>
                  </a:lnTo>
                  <a:lnTo>
                    <a:pt x="245208" y="314994"/>
                  </a:lnTo>
                  <a:lnTo>
                    <a:pt x="249871" y="312436"/>
                  </a:lnTo>
                  <a:lnTo>
                    <a:pt x="254451" y="309731"/>
                  </a:lnTo>
                  <a:lnTo>
                    <a:pt x="258942" y="306882"/>
                  </a:lnTo>
                  <a:lnTo>
                    <a:pt x="263340" y="303891"/>
                  </a:lnTo>
                  <a:lnTo>
                    <a:pt x="267641" y="300762"/>
                  </a:lnTo>
                  <a:lnTo>
                    <a:pt x="271841" y="297497"/>
                  </a:lnTo>
                  <a:lnTo>
                    <a:pt x="275934" y="294101"/>
                  </a:lnTo>
                  <a:lnTo>
                    <a:pt x="279917" y="290576"/>
                  </a:lnTo>
                  <a:lnTo>
                    <a:pt x="283786" y="286926"/>
                  </a:lnTo>
                  <a:lnTo>
                    <a:pt x="287537" y="283155"/>
                  </a:lnTo>
                  <a:lnTo>
                    <a:pt x="291166" y="279266"/>
                  </a:lnTo>
                  <a:lnTo>
                    <a:pt x="294670" y="275264"/>
                  </a:lnTo>
                  <a:lnTo>
                    <a:pt x="298044" y="271153"/>
                  </a:lnTo>
                  <a:lnTo>
                    <a:pt x="301286" y="266936"/>
                  </a:lnTo>
                  <a:lnTo>
                    <a:pt x="304392" y="262619"/>
                  </a:lnTo>
                  <a:lnTo>
                    <a:pt x="307360" y="258204"/>
                  </a:lnTo>
                  <a:lnTo>
                    <a:pt x="310185" y="253698"/>
                  </a:lnTo>
                  <a:lnTo>
                    <a:pt x="312865" y="249104"/>
                  </a:lnTo>
                  <a:lnTo>
                    <a:pt x="315398" y="244427"/>
                  </a:lnTo>
                  <a:lnTo>
                    <a:pt x="317781" y="239671"/>
                  </a:lnTo>
                  <a:lnTo>
                    <a:pt x="320012" y="234843"/>
                  </a:lnTo>
                  <a:lnTo>
                    <a:pt x="322087" y="229946"/>
                  </a:lnTo>
                  <a:lnTo>
                    <a:pt x="324006" y="224985"/>
                  </a:lnTo>
                  <a:lnTo>
                    <a:pt x="325766" y="219965"/>
                  </a:lnTo>
                  <a:lnTo>
                    <a:pt x="327365" y="214893"/>
                  </a:lnTo>
                  <a:lnTo>
                    <a:pt x="328803" y="209772"/>
                  </a:lnTo>
                  <a:lnTo>
                    <a:pt x="330076" y="204608"/>
                  </a:lnTo>
                  <a:lnTo>
                    <a:pt x="331185" y="199405"/>
                  </a:lnTo>
                  <a:lnTo>
                    <a:pt x="332128" y="194171"/>
                  </a:lnTo>
                  <a:lnTo>
                    <a:pt x="332903" y="188909"/>
                  </a:lnTo>
                  <a:lnTo>
                    <a:pt x="333511" y="183625"/>
                  </a:lnTo>
                  <a:lnTo>
                    <a:pt x="333950" y="178324"/>
                  </a:lnTo>
                  <a:lnTo>
                    <a:pt x="334221" y="173012"/>
                  </a:lnTo>
                  <a:lnTo>
                    <a:pt x="334322" y="167694"/>
                  </a:lnTo>
                  <a:lnTo>
                    <a:pt x="334254" y="162375"/>
                  </a:lnTo>
                  <a:lnTo>
                    <a:pt x="334017" y="15706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90126"/>
              <a:ext cx="166861" cy="10105"/>
            </a:xfrm>
            <a:custGeom>
              <a:avLst/>
              <a:pathLst>
                <a:path w="166861" h="10105">
                  <a:moveTo>
                    <a:pt x="166861" y="0"/>
                  </a:moveTo>
                  <a:lnTo>
                    <a:pt x="0" y="10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54002"/>
              <a:ext cx="166861" cy="146229"/>
            </a:xfrm>
            <a:custGeom>
              <a:avLst/>
              <a:pathLst>
                <a:path w="166861" h="146229">
                  <a:moveTo>
                    <a:pt x="166861" y="136124"/>
                  </a:moveTo>
                  <a:lnTo>
                    <a:pt x="166429" y="130544"/>
                  </a:lnTo>
                  <a:lnTo>
                    <a:pt x="165811" y="124981"/>
                  </a:lnTo>
                  <a:lnTo>
                    <a:pt x="165007" y="119443"/>
                  </a:lnTo>
                  <a:lnTo>
                    <a:pt x="164018" y="113934"/>
                  </a:lnTo>
                  <a:lnTo>
                    <a:pt x="162845" y="108462"/>
                  </a:lnTo>
                  <a:lnTo>
                    <a:pt x="161489" y="103032"/>
                  </a:lnTo>
                  <a:lnTo>
                    <a:pt x="159953" y="97650"/>
                  </a:lnTo>
                  <a:lnTo>
                    <a:pt x="158237" y="92323"/>
                  </a:lnTo>
                  <a:lnTo>
                    <a:pt x="156344" y="87056"/>
                  </a:lnTo>
                  <a:lnTo>
                    <a:pt x="154275" y="81856"/>
                  </a:lnTo>
                  <a:lnTo>
                    <a:pt x="152034" y="76728"/>
                  </a:lnTo>
                  <a:lnTo>
                    <a:pt x="149622" y="71677"/>
                  </a:lnTo>
                  <a:lnTo>
                    <a:pt x="147043" y="66710"/>
                  </a:lnTo>
                  <a:lnTo>
                    <a:pt x="144299" y="61833"/>
                  </a:lnTo>
                  <a:lnTo>
                    <a:pt x="141393" y="57050"/>
                  </a:lnTo>
                  <a:lnTo>
                    <a:pt x="138328" y="52367"/>
                  </a:lnTo>
                  <a:lnTo>
                    <a:pt x="135109" y="47789"/>
                  </a:lnTo>
                  <a:lnTo>
                    <a:pt x="131738" y="43321"/>
                  </a:lnTo>
                  <a:lnTo>
                    <a:pt x="128219" y="38969"/>
                  </a:lnTo>
                  <a:lnTo>
                    <a:pt x="124557" y="34737"/>
                  </a:lnTo>
                  <a:lnTo>
                    <a:pt x="120755" y="30630"/>
                  </a:lnTo>
                  <a:lnTo>
                    <a:pt x="116817" y="26652"/>
                  </a:lnTo>
                  <a:lnTo>
                    <a:pt x="112749" y="22809"/>
                  </a:lnTo>
                  <a:lnTo>
                    <a:pt x="108554" y="19104"/>
                  </a:lnTo>
                  <a:lnTo>
                    <a:pt x="104238" y="15541"/>
                  </a:lnTo>
                  <a:lnTo>
                    <a:pt x="99805" y="12125"/>
                  </a:lnTo>
                  <a:lnTo>
                    <a:pt x="95260" y="8859"/>
                  </a:lnTo>
                  <a:lnTo>
                    <a:pt x="90608" y="5747"/>
                  </a:lnTo>
                  <a:lnTo>
                    <a:pt x="85855" y="2793"/>
                  </a:lnTo>
                  <a:lnTo>
                    <a:pt x="81005" y="0"/>
                  </a:lnTo>
                  <a:lnTo>
                    <a:pt x="0" y="1462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81005" cy="167167"/>
            </a:xfrm>
            <a:custGeom>
              <a:avLst/>
              <a:pathLst>
                <a:path w="81005" h="167167">
                  <a:moveTo>
                    <a:pt x="81005" y="20938"/>
                  </a:moveTo>
                  <a:lnTo>
                    <a:pt x="76028" y="18289"/>
                  </a:lnTo>
                  <a:lnTo>
                    <a:pt x="70965" y="15810"/>
                  </a:lnTo>
                  <a:lnTo>
                    <a:pt x="65821" y="13503"/>
                  </a:lnTo>
                  <a:lnTo>
                    <a:pt x="60602" y="11371"/>
                  </a:lnTo>
                  <a:lnTo>
                    <a:pt x="55315" y="9417"/>
                  </a:lnTo>
                  <a:lnTo>
                    <a:pt x="49964" y="7641"/>
                  </a:lnTo>
                  <a:lnTo>
                    <a:pt x="44557" y="6047"/>
                  </a:lnTo>
                  <a:lnTo>
                    <a:pt x="39098" y="4636"/>
                  </a:lnTo>
                  <a:lnTo>
                    <a:pt x="33596" y="3410"/>
                  </a:lnTo>
                  <a:lnTo>
                    <a:pt x="28055" y="2371"/>
                  </a:lnTo>
                  <a:lnTo>
                    <a:pt x="22482" y="1518"/>
                  </a:lnTo>
                  <a:lnTo>
                    <a:pt x="16884" y="854"/>
                  </a:lnTo>
                  <a:lnTo>
                    <a:pt x="11267" y="380"/>
                  </a:lnTo>
                  <a:lnTo>
                    <a:pt x="563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26" y="3170392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4" y="753"/>
                  </a:lnTo>
                  <a:lnTo>
                    <a:pt x="146033" y="1339"/>
                  </a:lnTo>
                  <a:lnTo>
                    <a:pt x="140792" y="2091"/>
                  </a:lnTo>
                  <a:lnTo>
                    <a:pt x="135578" y="3009"/>
                  </a:lnTo>
                  <a:lnTo>
                    <a:pt x="130396" y="4091"/>
                  </a:lnTo>
                  <a:lnTo>
                    <a:pt x="125250" y="5336"/>
                  </a:lnTo>
                  <a:lnTo>
                    <a:pt x="120147" y="6745"/>
                  </a:lnTo>
                  <a:lnTo>
                    <a:pt x="115091" y="8313"/>
                  </a:lnTo>
                  <a:lnTo>
                    <a:pt x="110087" y="10042"/>
                  </a:lnTo>
                  <a:lnTo>
                    <a:pt x="105140" y="11928"/>
                  </a:lnTo>
                  <a:lnTo>
                    <a:pt x="100255" y="13969"/>
                  </a:lnTo>
                  <a:lnTo>
                    <a:pt x="95438" y="16164"/>
                  </a:lnTo>
                  <a:lnTo>
                    <a:pt x="90692" y="18511"/>
                  </a:lnTo>
                  <a:lnTo>
                    <a:pt x="86023" y="21007"/>
                  </a:lnTo>
                  <a:lnTo>
                    <a:pt x="81436" y="23649"/>
                  </a:lnTo>
                  <a:lnTo>
                    <a:pt x="76934" y="26435"/>
                  </a:lnTo>
                  <a:lnTo>
                    <a:pt x="72523" y="29363"/>
                  </a:lnTo>
                  <a:lnTo>
                    <a:pt x="68207" y="32428"/>
                  </a:lnTo>
                  <a:lnTo>
                    <a:pt x="63990" y="35629"/>
                  </a:lnTo>
                  <a:lnTo>
                    <a:pt x="59876" y="38962"/>
                  </a:lnTo>
                  <a:lnTo>
                    <a:pt x="55870" y="42423"/>
                  </a:lnTo>
                  <a:lnTo>
                    <a:pt x="51976" y="46009"/>
                  </a:lnTo>
                  <a:lnTo>
                    <a:pt x="48197" y="49717"/>
                  </a:lnTo>
                  <a:lnTo>
                    <a:pt x="44538" y="53543"/>
                  </a:lnTo>
                  <a:lnTo>
                    <a:pt x="41001" y="57483"/>
                  </a:lnTo>
                  <a:lnTo>
                    <a:pt x="37591" y="61532"/>
                  </a:lnTo>
                  <a:lnTo>
                    <a:pt x="34311" y="65688"/>
                  </a:lnTo>
                  <a:lnTo>
                    <a:pt x="31165" y="69945"/>
                  </a:lnTo>
                  <a:lnTo>
                    <a:pt x="28154" y="74300"/>
                  </a:lnTo>
                  <a:lnTo>
                    <a:pt x="25283" y="78748"/>
                  </a:lnTo>
                  <a:lnTo>
                    <a:pt x="22555" y="83285"/>
                  </a:lnTo>
                  <a:lnTo>
                    <a:pt x="19971" y="87906"/>
                  </a:lnTo>
                  <a:lnTo>
                    <a:pt x="17535" y="92606"/>
                  </a:lnTo>
                  <a:lnTo>
                    <a:pt x="15249" y="97381"/>
                  </a:lnTo>
                  <a:lnTo>
                    <a:pt x="13115" y="102227"/>
                  </a:lnTo>
                  <a:lnTo>
                    <a:pt x="11136" y="107137"/>
                  </a:lnTo>
                  <a:lnTo>
                    <a:pt x="9314" y="112107"/>
                  </a:lnTo>
                  <a:lnTo>
                    <a:pt x="7649" y="117133"/>
                  </a:lnTo>
                  <a:lnTo>
                    <a:pt x="6145" y="122209"/>
                  </a:lnTo>
                  <a:lnTo>
                    <a:pt x="4802" y="127330"/>
                  </a:lnTo>
                  <a:lnTo>
                    <a:pt x="3622" y="132491"/>
                  </a:lnTo>
                  <a:lnTo>
                    <a:pt x="2606" y="137687"/>
                  </a:lnTo>
                  <a:lnTo>
                    <a:pt x="1755" y="142912"/>
                  </a:lnTo>
                  <a:lnTo>
                    <a:pt x="1070" y="148161"/>
                  </a:lnTo>
                  <a:lnTo>
                    <a:pt x="551" y="153430"/>
                  </a:lnTo>
                  <a:lnTo>
                    <a:pt x="200" y="158712"/>
                  </a:lnTo>
                  <a:lnTo>
                    <a:pt x="16" y="164003"/>
                  </a:lnTo>
                  <a:lnTo>
                    <a:pt x="0" y="169297"/>
                  </a:lnTo>
                  <a:lnTo>
                    <a:pt x="151" y="174589"/>
                  </a:lnTo>
                  <a:lnTo>
                    <a:pt x="470" y="179874"/>
                  </a:lnTo>
                  <a:lnTo>
                    <a:pt x="956" y="185146"/>
                  </a:lnTo>
                  <a:lnTo>
                    <a:pt x="1608" y="190399"/>
                  </a:lnTo>
                  <a:lnTo>
                    <a:pt x="2427" y="195630"/>
                  </a:lnTo>
                  <a:lnTo>
                    <a:pt x="3411" y="200832"/>
                  </a:lnTo>
                  <a:lnTo>
                    <a:pt x="4559" y="206000"/>
                  </a:lnTo>
                  <a:lnTo>
                    <a:pt x="5870" y="211129"/>
                  </a:lnTo>
                  <a:lnTo>
                    <a:pt x="7343" y="216214"/>
                  </a:lnTo>
                  <a:lnTo>
                    <a:pt x="8976" y="221250"/>
                  </a:lnTo>
                  <a:lnTo>
                    <a:pt x="10768" y="226232"/>
                  </a:lnTo>
                  <a:lnTo>
                    <a:pt x="12717" y="231154"/>
                  </a:lnTo>
                  <a:lnTo>
                    <a:pt x="14821" y="236012"/>
                  </a:lnTo>
                  <a:lnTo>
                    <a:pt x="17077" y="240801"/>
                  </a:lnTo>
                  <a:lnTo>
                    <a:pt x="19484" y="245517"/>
                  </a:lnTo>
                  <a:lnTo>
                    <a:pt x="22039" y="250153"/>
                  </a:lnTo>
                  <a:lnTo>
                    <a:pt x="24740" y="254707"/>
                  </a:lnTo>
                  <a:lnTo>
                    <a:pt x="27583" y="259173"/>
                  </a:lnTo>
                  <a:lnTo>
                    <a:pt x="30566" y="263546"/>
                  </a:lnTo>
                  <a:lnTo>
                    <a:pt x="33687" y="267823"/>
                  </a:lnTo>
                  <a:lnTo>
                    <a:pt x="36941" y="271999"/>
                  </a:lnTo>
                  <a:lnTo>
                    <a:pt x="40326" y="276069"/>
                  </a:lnTo>
                  <a:lnTo>
                    <a:pt x="43838" y="280031"/>
                  </a:lnTo>
                  <a:lnTo>
                    <a:pt x="47474" y="283879"/>
                  </a:lnTo>
                  <a:lnTo>
                    <a:pt x="51229" y="287610"/>
                  </a:lnTo>
                  <a:lnTo>
                    <a:pt x="55101" y="291221"/>
                  </a:lnTo>
                  <a:lnTo>
                    <a:pt x="59086" y="294707"/>
                  </a:lnTo>
                  <a:lnTo>
                    <a:pt x="63179" y="298065"/>
                  </a:lnTo>
                  <a:lnTo>
                    <a:pt x="67376" y="301291"/>
                  </a:lnTo>
                  <a:lnTo>
                    <a:pt x="71673" y="304384"/>
                  </a:lnTo>
                  <a:lnTo>
                    <a:pt x="76066" y="307338"/>
                  </a:lnTo>
                  <a:lnTo>
                    <a:pt x="80550" y="310152"/>
                  </a:lnTo>
                  <a:lnTo>
                    <a:pt x="85121" y="312823"/>
                  </a:lnTo>
                  <a:lnTo>
                    <a:pt x="89775" y="315348"/>
                  </a:lnTo>
                  <a:lnTo>
                    <a:pt x="94506" y="317723"/>
                  </a:lnTo>
                  <a:lnTo>
                    <a:pt x="99310" y="319948"/>
                  </a:lnTo>
                  <a:lnTo>
                    <a:pt x="104181" y="322020"/>
                  </a:lnTo>
                  <a:lnTo>
                    <a:pt x="109117" y="323936"/>
                  </a:lnTo>
                  <a:lnTo>
                    <a:pt x="114110" y="325696"/>
                  </a:lnTo>
                  <a:lnTo>
                    <a:pt x="119156" y="327296"/>
                  </a:lnTo>
                  <a:lnTo>
                    <a:pt x="124251" y="328735"/>
                  </a:lnTo>
                  <a:lnTo>
                    <a:pt x="129389" y="330013"/>
                  </a:lnTo>
                  <a:lnTo>
                    <a:pt x="134564" y="331127"/>
                  </a:lnTo>
                  <a:lnTo>
                    <a:pt x="139772" y="332077"/>
                  </a:lnTo>
                  <a:lnTo>
                    <a:pt x="145008" y="332861"/>
                  </a:lnTo>
                  <a:lnTo>
                    <a:pt x="150266" y="333479"/>
                  </a:lnTo>
                  <a:lnTo>
                    <a:pt x="155541" y="333931"/>
                  </a:lnTo>
                  <a:lnTo>
                    <a:pt x="160827" y="334215"/>
                  </a:lnTo>
                  <a:lnTo>
                    <a:pt x="166120" y="334331"/>
                  </a:lnTo>
                  <a:lnTo>
                    <a:pt x="171414" y="334280"/>
                  </a:lnTo>
                  <a:lnTo>
                    <a:pt x="176704" y="334061"/>
                  </a:lnTo>
                  <a:lnTo>
                    <a:pt x="181984" y="333675"/>
                  </a:lnTo>
                  <a:lnTo>
                    <a:pt x="187249" y="333122"/>
                  </a:lnTo>
                  <a:lnTo>
                    <a:pt x="192494" y="332403"/>
                  </a:lnTo>
                  <a:lnTo>
                    <a:pt x="197713" y="331517"/>
                  </a:lnTo>
                  <a:lnTo>
                    <a:pt x="202902" y="330467"/>
                  </a:lnTo>
                  <a:lnTo>
                    <a:pt x="208055" y="329253"/>
                  </a:lnTo>
                  <a:lnTo>
                    <a:pt x="213167" y="327877"/>
                  </a:lnTo>
                  <a:lnTo>
                    <a:pt x="218233" y="326339"/>
                  </a:lnTo>
                  <a:lnTo>
                    <a:pt x="223248" y="324642"/>
                  </a:lnTo>
                  <a:lnTo>
                    <a:pt x="228206" y="322787"/>
                  </a:lnTo>
                  <a:lnTo>
                    <a:pt x="233103" y="320775"/>
                  </a:lnTo>
                  <a:lnTo>
                    <a:pt x="237934" y="318610"/>
                  </a:lnTo>
                  <a:lnTo>
                    <a:pt x="242694" y="316293"/>
                  </a:lnTo>
                  <a:lnTo>
                    <a:pt x="247379" y="313826"/>
                  </a:lnTo>
                  <a:lnTo>
                    <a:pt x="251983" y="311212"/>
                  </a:lnTo>
                  <a:lnTo>
                    <a:pt x="256501" y="308454"/>
                  </a:lnTo>
                  <a:lnTo>
                    <a:pt x="260930" y="305553"/>
                  </a:lnTo>
                  <a:lnTo>
                    <a:pt x="265265" y="302515"/>
                  </a:lnTo>
                  <a:lnTo>
                    <a:pt x="269502" y="299340"/>
                  </a:lnTo>
                  <a:lnTo>
                    <a:pt x="273636" y="296033"/>
                  </a:lnTo>
                  <a:lnTo>
                    <a:pt x="277663" y="292596"/>
                  </a:lnTo>
                  <a:lnTo>
                    <a:pt x="281580" y="289034"/>
                  </a:lnTo>
                  <a:lnTo>
                    <a:pt x="285381" y="285349"/>
                  </a:lnTo>
                  <a:lnTo>
                    <a:pt x="289064" y="281546"/>
                  </a:lnTo>
                  <a:lnTo>
                    <a:pt x="292625" y="277629"/>
                  </a:lnTo>
                  <a:lnTo>
                    <a:pt x="296060" y="273600"/>
                  </a:lnTo>
                  <a:lnTo>
                    <a:pt x="299366" y="269465"/>
                  </a:lnTo>
                  <a:lnTo>
                    <a:pt x="302539" y="265227"/>
                  </a:lnTo>
                  <a:lnTo>
                    <a:pt x="305576" y="260891"/>
                  </a:lnTo>
                  <a:lnTo>
                    <a:pt x="308474" y="256461"/>
                  </a:lnTo>
                  <a:lnTo>
                    <a:pt x="311231" y="251941"/>
                  </a:lnTo>
                  <a:lnTo>
                    <a:pt x="313843" y="247336"/>
                  </a:lnTo>
                  <a:lnTo>
                    <a:pt x="316308" y="242651"/>
                  </a:lnTo>
                  <a:lnTo>
                    <a:pt x="318624" y="237890"/>
                  </a:lnTo>
                  <a:lnTo>
                    <a:pt x="320787" y="233058"/>
                  </a:lnTo>
                  <a:lnTo>
                    <a:pt x="322796" y="228160"/>
                  </a:lnTo>
                  <a:lnTo>
                    <a:pt x="324650" y="223201"/>
                  </a:lnTo>
                  <a:lnTo>
                    <a:pt x="326345" y="218186"/>
                  </a:lnTo>
                  <a:lnTo>
                    <a:pt x="327881" y="213119"/>
                  </a:lnTo>
                  <a:lnTo>
                    <a:pt x="329255" y="208007"/>
                  </a:lnTo>
                  <a:lnTo>
                    <a:pt x="330467" y="202853"/>
                  </a:lnTo>
                  <a:lnTo>
                    <a:pt x="331515" y="197664"/>
                  </a:lnTo>
                  <a:lnTo>
                    <a:pt x="332399" y="192444"/>
                  </a:lnTo>
                  <a:lnTo>
                    <a:pt x="333116" y="187199"/>
                  </a:lnTo>
                  <a:lnTo>
                    <a:pt x="333667" y="181933"/>
                  </a:lnTo>
                  <a:lnTo>
                    <a:pt x="334051" y="176653"/>
                  </a:lnTo>
                  <a:lnTo>
                    <a:pt x="334268" y="171363"/>
                  </a:lnTo>
                  <a:lnTo>
                    <a:pt x="334317" y="166070"/>
                  </a:lnTo>
                  <a:lnTo>
                    <a:pt x="334199" y="160777"/>
                  </a:lnTo>
                  <a:lnTo>
                    <a:pt x="333913" y="155490"/>
                  </a:lnTo>
                  <a:lnTo>
                    <a:pt x="333459" y="150216"/>
                  </a:lnTo>
                  <a:lnTo>
                    <a:pt x="332839" y="144958"/>
                  </a:lnTo>
                  <a:lnTo>
                    <a:pt x="332053" y="139723"/>
                  </a:lnTo>
                  <a:lnTo>
                    <a:pt x="331101" y="134515"/>
                  </a:lnTo>
                  <a:lnTo>
                    <a:pt x="329985" y="129340"/>
                  </a:lnTo>
                  <a:lnTo>
                    <a:pt x="328705" y="124203"/>
                  </a:lnTo>
                  <a:lnTo>
                    <a:pt x="327264" y="119109"/>
                  </a:lnTo>
                  <a:lnTo>
                    <a:pt x="325662" y="114063"/>
                  </a:lnTo>
                  <a:lnTo>
                    <a:pt x="323901" y="109070"/>
                  </a:lnTo>
                  <a:lnTo>
                    <a:pt x="321982" y="104136"/>
                  </a:lnTo>
                  <a:lnTo>
                    <a:pt x="319909" y="99265"/>
                  </a:lnTo>
                  <a:lnTo>
                    <a:pt x="317682" y="94461"/>
                  </a:lnTo>
                  <a:lnTo>
                    <a:pt x="315304" y="89731"/>
                  </a:lnTo>
                  <a:lnTo>
                    <a:pt x="312778" y="85079"/>
                  </a:lnTo>
                  <a:lnTo>
                    <a:pt x="310106" y="80509"/>
                  </a:lnTo>
                  <a:lnTo>
                    <a:pt x="307290" y="76026"/>
                  </a:lnTo>
                  <a:lnTo>
                    <a:pt x="304333" y="71634"/>
                  </a:lnTo>
                  <a:lnTo>
                    <a:pt x="301240" y="67338"/>
                  </a:lnTo>
                  <a:lnTo>
                    <a:pt x="298011" y="63142"/>
                  </a:lnTo>
                  <a:lnTo>
                    <a:pt x="294652" y="59051"/>
                  </a:lnTo>
                  <a:lnTo>
                    <a:pt x="291164" y="5506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25460"/>
              <a:ext cx="124010" cy="112099"/>
            </a:xfrm>
            <a:custGeom>
              <a:avLst/>
              <a:pathLst>
                <a:path w="124010" h="112099">
                  <a:moveTo>
                    <a:pt x="124010" y="0"/>
                  </a:moveTo>
                  <a:lnTo>
                    <a:pt x="0" y="112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5834"/>
              <a:ext cx="124010" cy="121725"/>
            </a:xfrm>
            <a:custGeom>
              <a:avLst/>
              <a:pathLst>
                <a:path w="124010" h="121725">
                  <a:moveTo>
                    <a:pt x="124010" y="9625"/>
                  </a:moveTo>
                  <a:lnTo>
                    <a:pt x="114576" y="0"/>
                  </a:lnTo>
                  <a:lnTo>
                    <a:pt x="0" y="1217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114576" cy="167167"/>
            </a:xfrm>
            <a:custGeom>
              <a:avLst/>
              <a:pathLst>
                <a:path w="114576" h="167167">
                  <a:moveTo>
                    <a:pt x="114576" y="45441"/>
                  </a:moveTo>
                  <a:lnTo>
                    <a:pt x="110519" y="41746"/>
                  </a:lnTo>
                  <a:lnTo>
                    <a:pt x="106342" y="38185"/>
                  </a:lnTo>
                  <a:lnTo>
                    <a:pt x="102051" y="34764"/>
                  </a:lnTo>
                  <a:lnTo>
                    <a:pt x="97649" y="31485"/>
                  </a:lnTo>
                  <a:lnTo>
                    <a:pt x="93143" y="28353"/>
                  </a:lnTo>
                  <a:lnTo>
                    <a:pt x="88536" y="25370"/>
                  </a:lnTo>
                  <a:lnTo>
                    <a:pt x="83833" y="22540"/>
                  </a:lnTo>
                  <a:lnTo>
                    <a:pt x="79040" y="19866"/>
                  </a:lnTo>
                  <a:lnTo>
                    <a:pt x="74162" y="17351"/>
                  </a:lnTo>
                  <a:lnTo>
                    <a:pt x="69204" y="14997"/>
                  </a:lnTo>
                  <a:lnTo>
                    <a:pt x="64172" y="12807"/>
                  </a:lnTo>
                  <a:lnTo>
                    <a:pt x="59070" y="10784"/>
                  </a:lnTo>
                  <a:lnTo>
                    <a:pt x="53905" y="8929"/>
                  </a:lnTo>
                  <a:lnTo>
                    <a:pt x="48681" y="7245"/>
                  </a:lnTo>
                  <a:lnTo>
                    <a:pt x="43405" y="5733"/>
                  </a:lnTo>
                  <a:lnTo>
                    <a:pt x="38082" y="4395"/>
                  </a:lnTo>
                  <a:lnTo>
                    <a:pt x="32718" y="3233"/>
                  </a:lnTo>
                  <a:lnTo>
                    <a:pt x="27319" y="2247"/>
                  </a:lnTo>
                  <a:lnTo>
                    <a:pt x="21891" y="1439"/>
                  </a:lnTo>
                  <a:lnTo>
                    <a:pt x="16439" y="810"/>
                  </a:lnTo>
                  <a:lnTo>
                    <a:pt x="10969" y="360"/>
                  </a:lnTo>
                  <a:lnTo>
                    <a:pt x="548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96" y="3707720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7" y="1341"/>
                  </a:lnTo>
                  <a:lnTo>
                    <a:pt x="140773" y="2094"/>
                  </a:lnTo>
                  <a:lnTo>
                    <a:pt x="135556" y="3013"/>
                  </a:lnTo>
                  <a:lnTo>
                    <a:pt x="130370" y="4096"/>
                  </a:lnTo>
                  <a:lnTo>
                    <a:pt x="125221" y="5343"/>
                  </a:lnTo>
                  <a:lnTo>
                    <a:pt x="120115" y="6753"/>
                  </a:lnTo>
                  <a:lnTo>
                    <a:pt x="115056" y="8324"/>
                  </a:lnTo>
                  <a:lnTo>
                    <a:pt x="110049" y="10055"/>
                  </a:lnTo>
                  <a:lnTo>
                    <a:pt x="105099" y="11943"/>
                  </a:lnTo>
                  <a:lnTo>
                    <a:pt x="100212" y="13987"/>
                  </a:lnTo>
                  <a:lnTo>
                    <a:pt x="95392" y="16185"/>
                  </a:lnTo>
                  <a:lnTo>
                    <a:pt x="90644" y="18535"/>
                  </a:lnTo>
                  <a:lnTo>
                    <a:pt x="85973" y="21033"/>
                  </a:lnTo>
                  <a:lnTo>
                    <a:pt x="81383" y="23679"/>
                  </a:lnTo>
                  <a:lnTo>
                    <a:pt x="76879" y="26469"/>
                  </a:lnTo>
                  <a:lnTo>
                    <a:pt x="72467" y="29400"/>
                  </a:lnTo>
                  <a:lnTo>
                    <a:pt x="68149" y="32469"/>
                  </a:lnTo>
                  <a:lnTo>
                    <a:pt x="63930" y="35674"/>
                  </a:lnTo>
                  <a:lnTo>
                    <a:pt x="59816" y="39010"/>
                  </a:lnTo>
                  <a:lnTo>
                    <a:pt x="55809" y="42476"/>
                  </a:lnTo>
                  <a:lnTo>
                    <a:pt x="51914" y="46066"/>
                  </a:lnTo>
                  <a:lnTo>
                    <a:pt x="48134" y="49779"/>
                  </a:lnTo>
                  <a:lnTo>
                    <a:pt x="44475" y="53609"/>
                  </a:lnTo>
                  <a:lnTo>
                    <a:pt x="40938" y="57553"/>
                  </a:lnTo>
                  <a:lnTo>
                    <a:pt x="37528" y="61607"/>
                  </a:lnTo>
                  <a:lnTo>
                    <a:pt x="34248" y="65768"/>
                  </a:lnTo>
                  <a:lnTo>
                    <a:pt x="31102" y="70030"/>
                  </a:lnTo>
                  <a:lnTo>
                    <a:pt x="28093" y="74389"/>
                  </a:lnTo>
                  <a:lnTo>
                    <a:pt x="25223" y="78842"/>
                  </a:lnTo>
                  <a:lnTo>
                    <a:pt x="22495" y="83384"/>
                  </a:lnTo>
                  <a:lnTo>
                    <a:pt x="19913" y="88009"/>
                  </a:lnTo>
                  <a:lnTo>
                    <a:pt x="17479" y="92714"/>
                  </a:lnTo>
                  <a:lnTo>
                    <a:pt x="15195" y="97494"/>
                  </a:lnTo>
                  <a:lnTo>
                    <a:pt x="13064" y="102344"/>
                  </a:lnTo>
                  <a:lnTo>
                    <a:pt x="11087" y="107259"/>
                  </a:lnTo>
                  <a:lnTo>
                    <a:pt x="9267" y="112234"/>
                  </a:lnTo>
                  <a:lnTo>
                    <a:pt x="7606" y="117265"/>
                  </a:lnTo>
                  <a:lnTo>
                    <a:pt x="6105" y="122345"/>
                  </a:lnTo>
                  <a:lnTo>
                    <a:pt x="4765" y="127471"/>
                  </a:lnTo>
                  <a:lnTo>
                    <a:pt x="3589" y="132636"/>
                  </a:lnTo>
                  <a:lnTo>
                    <a:pt x="2577" y="137836"/>
                  </a:lnTo>
                  <a:lnTo>
                    <a:pt x="1730" y="143065"/>
                  </a:lnTo>
                  <a:lnTo>
                    <a:pt x="1050" y="148319"/>
                  </a:lnTo>
                  <a:lnTo>
                    <a:pt x="536" y="153592"/>
                  </a:lnTo>
                  <a:lnTo>
                    <a:pt x="189" y="158878"/>
                  </a:lnTo>
                  <a:lnTo>
                    <a:pt x="10" y="164172"/>
                  </a:lnTo>
                  <a:lnTo>
                    <a:pt x="0" y="169470"/>
                  </a:lnTo>
                  <a:lnTo>
                    <a:pt x="156" y="174765"/>
                  </a:lnTo>
                  <a:lnTo>
                    <a:pt x="481" y="180053"/>
                  </a:lnTo>
                  <a:lnTo>
                    <a:pt x="973" y="185327"/>
                  </a:lnTo>
                  <a:lnTo>
                    <a:pt x="1632" y="190584"/>
                  </a:lnTo>
                  <a:lnTo>
                    <a:pt x="2457" y="195817"/>
                  </a:lnTo>
                  <a:lnTo>
                    <a:pt x="3447" y="201021"/>
                  </a:lnTo>
                  <a:lnTo>
                    <a:pt x="4602" y="206191"/>
                  </a:lnTo>
                  <a:lnTo>
                    <a:pt x="5921" y="211322"/>
                  </a:lnTo>
                  <a:lnTo>
                    <a:pt x="7401" y="216408"/>
                  </a:lnTo>
                  <a:lnTo>
                    <a:pt x="9041" y="221446"/>
                  </a:lnTo>
                  <a:lnTo>
                    <a:pt x="10840" y="226428"/>
                  </a:lnTo>
                  <a:lnTo>
                    <a:pt x="12797" y="231351"/>
                  </a:lnTo>
                  <a:lnTo>
                    <a:pt x="14908" y="236210"/>
                  </a:lnTo>
                  <a:lnTo>
                    <a:pt x="17172" y="240999"/>
                  </a:lnTo>
                  <a:lnTo>
                    <a:pt x="19587" y="245715"/>
                  </a:lnTo>
                  <a:lnTo>
                    <a:pt x="22150" y="250351"/>
                  </a:lnTo>
                  <a:lnTo>
                    <a:pt x="24858" y="254904"/>
                  </a:lnTo>
                  <a:lnTo>
                    <a:pt x="27710" y="259368"/>
                  </a:lnTo>
                  <a:lnTo>
                    <a:pt x="30701" y="263740"/>
                  </a:lnTo>
                  <a:lnTo>
                    <a:pt x="33830" y="268015"/>
                  </a:lnTo>
                  <a:lnTo>
                    <a:pt x="37092" y="272189"/>
                  </a:lnTo>
                  <a:lnTo>
                    <a:pt x="40485" y="276258"/>
                  </a:lnTo>
                  <a:lnTo>
                    <a:pt x="44006" y="280216"/>
                  </a:lnTo>
                  <a:lnTo>
                    <a:pt x="47650" y="284062"/>
                  </a:lnTo>
                  <a:lnTo>
                    <a:pt x="51414" y="287789"/>
                  </a:lnTo>
                  <a:lnTo>
                    <a:pt x="55294" y="291396"/>
                  </a:lnTo>
                  <a:lnTo>
                    <a:pt x="59286" y="294878"/>
                  </a:lnTo>
                  <a:lnTo>
                    <a:pt x="63387" y="298232"/>
                  </a:lnTo>
                  <a:lnTo>
                    <a:pt x="67592" y="301454"/>
                  </a:lnTo>
                  <a:lnTo>
                    <a:pt x="71897" y="304541"/>
                  </a:lnTo>
                  <a:lnTo>
                    <a:pt x="76298" y="307490"/>
                  </a:lnTo>
                  <a:lnTo>
                    <a:pt x="80790" y="310299"/>
                  </a:lnTo>
                  <a:lnTo>
                    <a:pt x="85368" y="312963"/>
                  </a:lnTo>
                  <a:lnTo>
                    <a:pt x="90029" y="315481"/>
                  </a:lnTo>
                  <a:lnTo>
                    <a:pt x="94767" y="317851"/>
                  </a:lnTo>
                  <a:lnTo>
                    <a:pt x="99578" y="320068"/>
                  </a:lnTo>
                  <a:lnTo>
                    <a:pt x="104457" y="322133"/>
                  </a:lnTo>
                  <a:lnTo>
                    <a:pt x="109399" y="324042"/>
                  </a:lnTo>
                  <a:lnTo>
                    <a:pt x="114399" y="325793"/>
                  </a:lnTo>
                  <a:lnTo>
                    <a:pt x="119451" y="327385"/>
                  </a:lnTo>
                  <a:lnTo>
                    <a:pt x="124552" y="328816"/>
                  </a:lnTo>
                  <a:lnTo>
                    <a:pt x="129695" y="330084"/>
                  </a:lnTo>
                  <a:lnTo>
                    <a:pt x="134876" y="331189"/>
                  </a:lnTo>
                  <a:lnTo>
                    <a:pt x="140090" y="332130"/>
                  </a:lnTo>
                  <a:lnTo>
                    <a:pt x="145331" y="332904"/>
                  </a:lnTo>
                  <a:lnTo>
                    <a:pt x="150593" y="333512"/>
                  </a:lnTo>
                  <a:lnTo>
                    <a:pt x="155872" y="333953"/>
                  </a:lnTo>
                  <a:lnTo>
                    <a:pt x="161163" y="334227"/>
                  </a:lnTo>
                  <a:lnTo>
                    <a:pt x="166459" y="334333"/>
                  </a:lnTo>
                  <a:lnTo>
                    <a:pt x="171756" y="334271"/>
                  </a:lnTo>
                  <a:lnTo>
                    <a:pt x="177049" y="334041"/>
                  </a:lnTo>
                  <a:lnTo>
                    <a:pt x="182332" y="333644"/>
                  </a:lnTo>
                  <a:lnTo>
                    <a:pt x="187599" y="333079"/>
                  </a:lnTo>
                  <a:lnTo>
                    <a:pt x="192846" y="332348"/>
                  </a:lnTo>
                  <a:lnTo>
                    <a:pt x="198067" y="331451"/>
                  </a:lnTo>
                  <a:lnTo>
                    <a:pt x="203257" y="330389"/>
                  </a:lnTo>
                  <a:lnTo>
                    <a:pt x="208411" y="329163"/>
                  </a:lnTo>
                  <a:lnTo>
                    <a:pt x="213523" y="327774"/>
                  </a:lnTo>
                  <a:lnTo>
                    <a:pt x="218589" y="326224"/>
                  </a:lnTo>
                  <a:lnTo>
                    <a:pt x="223603" y="324514"/>
                  </a:lnTo>
                  <a:lnTo>
                    <a:pt x="228560" y="322646"/>
                  </a:lnTo>
                  <a:lnTo>
                    <a:pt x="233456" y="320623"/>
                  </a:lnTo>
                  <a:lnTo>
                    <a:pt x="238285" y="318445"/>
                  </a:lnTo>
                  <a:lnTo>
                    <a:pt x="243043" y="316115"/>
                  </a:lnTo>
                  <a:lnTo>
                    <a:pt x="247724" y="313635"/>
                  </a:lnTo>
                  <a:lnTo>
                    <a:pt x="252325" y="311009"/>
                  </a:lnTo>
                  <a:lnTo>
                    <a:pt x="256840" y="308238"/>
                  </a:lnTo>
                  <a:lnTo>
                    <a:pt x="261265" y="305325"/>
                  </a:lnTo>
                  <a:lnTo>
                    <a:pt x="265595" y="302273"/>
                  </a:lnTo>
                  <a:lnTo>
                    <a:pt x="269827" y="299086"/>
                  </a:lnTo>
                  <a:lnTo>
                    <a:pt x="273955" y="295767"/>
                  </a:lnTo>
                  <a:lnTo>
                    <a:pt x="277976" y="292318"/>
                  </a:lnTo>
                  <a:lnTo>
                    <a:pt x="281886" y="288743"/>
                  </a:lnTo>
                  <a:lnTo>
                    <a:pt x="285681" y="285047"/>
                  </a:lnTo>
                  <a:lnTo>
                    <a:pt x="289356" y="281232"/>
                  </a:lnTo>
                  <a:lnTo>
                    <a:pt x="292909" y="277302"/>
                  </a:lnTo>
                  <a:lnTo>
                    <a:pt x="296336" y="273262"/>
                  </a:lnTo>
                  <a:lnTo>
                    <a:pt x="299633" y="269116"/>
                  </a:lnTo>
                  <a:lnTo>
                    <a:pt x="302797" y="264867"/>
                  </a:lnTo>
                  <a:lnTo>
                    <a:pt x="305824" y="260519"/>
                  </a:lnTo>
                  <a:lnTo>
                    <a:pt x="308713" y="256078"/>
                  </a:lnTo>
                  <a:lnTo>
                    <a:pt x="311459" y="251548"/>
                  </a:lnTo>
                  <a:lnTo>
                    <a:pt x="314060" y="246933"/>
                  </a:lnTo>
                  <a:lnTo>
                    <a:pt x="316514" y="242238"/>
                  </a:lnTo>
                  <a:lnTo>
                    <a:pt x="318818" y="237468"/>
                  </a:lnTo>
                  <a:lnTo>
                    <a:pt x="320969" y="232627"/>
                  </a:lnTo>
                  <a:lnTo>
                    <a:pt x="322966" y="227720"/>
                  </a:lnTo>
                  <a:lnTo>
                    <a:pt x="324806" y="222753"/>
                  </a:lnTo>
                  <a:lnTo>
                    <a:pt x="326489" y="217729"/>
                  </a:lnTo>
                  <a:lnTo>
                    <a:pt x="328011" y="212655"/>
                  </a:lnTo>
                  <a:lnTo>
                    <a:pt x="329371" y="207535"/>
                  </a:lnTo>
                  <a:lnTo>
                    <a:pt x="330569" y="202375"/>
                  </a:lnTo>
                  <a:lnTo>
                    <a:pt x="331602" y="197179"/>
                  </a:lnTo>
                  <a:lnTo>
                    <a:pt x="332471" y="191953"/>
                  </a:lnTo>
                  <a:lnTo>
                    <a:pt x="333173" y="186702"/>
                  </a:lnTo>
                  <a:lnTo>
                    <a:pt x="333709" y="181432"/>
                  </a:lnTo>
                  <a:lnTo>
                    <a:pt x="334077" y="176147"/>
                  </a:lnTo>
                  <a:lnTo>
                    <a:pt x="334278" y="170853"/>
                  </a:lnTo>
                  <a:lnTo>
                    <a:pt x="334311" y="165556"/>
                  </a:lnTo>
                  <a:lnTo>
                    <a:pt x="334176" y="160260"/>
                  </a:lnTo>
                  <a:lnTo>
                    <a:pt x="333873" y="154971"/>
                  </a:lnTo>
                  <a:lnTo>
                    <a:pt x="333403" y="149694"/>
                  </a:lnTo>
                  <a:lnTo>
                    <a:pt x="332766" y="144435"/>
                  </a:lnTo>
                  <a:lnTo>
                    <a:pt x="331962" y="139199"/>
                  </a:lnTo>
                  <a:lnTo>
                    <a:pt x="330993" y="133991"/>
                  </a:lnTo>
                  <a:lnTo>
                    <a:pt x="329860" y="128816"/>
                  </a:lnTo>
                  <a:lnTo>
                    <a:pt x="328563" y="123680"/>
                  </a:lnTo>
                  <a:lnTo>
                    <a:pt x="327104" y="118587"/>
                  </a:lnTo>
                  <a:lnTo>
                    <a:pt x="325484" y="113543"/>
                  </a:lnTo>
                  <a:lnTo>
                    <a:pt x="323706" y="108553"/>
                  </a:lnTo>
                  <a:lnTo>
                    <a:pt x="321770" y="103622"/>
                  </a:lnTo>
                  <a:lnTo>
                    <a:pt x="319679" y="98755"/>
                  </a:lnTo>
                  <a:lnTo>
                    <a:pt x="317434" y="93956"/>
                  </a:lnTo>
                  <a:lnTo>
                    <a:pt x="315039" y="89231"/>
                  </a:lnTo>
                  <a:lnTo>
                    <a:pt x="312495" y="84584"/>
                  </a:lnTo>
                  <a:lnTo>
                    <a:pt x="309806" y="80020"/>
                  </a:lnTo>
                  <a:lnTo>
                    <a:pt x="306973" y="75543"/>
                  </a:lnTo>
                  <a:lnTo>
                    <a:pt x="303999" y="71159"/>
                  </a:lnTo>
                  <a:lnTo>
                    <a:pt x="300888" y="66871"/>
                  </a:lnTo>
                  <a:lnTo>
                    <a:pt x="297643" y="62684"/>
                  </a:lnTo>
                  <a:lnTo>
                    <a:pt x="294267" y="58602"/>
                  </a:lnTo>
                  <a:lnTo>
                    <a:pt x="290763" y="54628"/>
                  </a:lnTo>
                  <a:lnTo>
                    <a:pt x="287135" y="50768"/>
                  </a:lnTo>
                  <a:lnTo>
                    <a:pt x="283387" y="47025"/>
                  </a:lnTo>
                  <a:lnTo>
                    <a:pt x="279522" y="43402"/>
                  </a:lnTo>
                  <a:lnTo>
                    <a:pt x="275544" y="39903"/>
                  </a:lnTo>
                  <a:lnTo>
                    <a:pt x="271457" y="36533"/>
                  </a:lnTo>
                  <a:lnTo>
                    <a:pt x="267265" y="33293"/>
                  </a:lnTo>
                  <a:lnTo>
                    <a:pt x="262973" y="30188"/>
                  </a:lnTo>
                  <a:lnTo>
                    <a:pt x="258584" y="27221"/>
                  </a:lnTo>
                  <a:lnTo>
                    <a:pt x="254104" y="24394"/>
                  </a:lnTo>
                  <a:lnTo>
                    <a:pt x="249536" y="21710"/>
                  </a:lnTo>
                  <a:lnTo>
                    <a:pt x="244886" y="19173"/>
                  </a:lnTo>
                  <a:lnTo>
                    <a:pt x="240158" y="16784"/>
                  </a:lnTo>
                  <a:lnTo>
                    <a:pt x="235356" y="14546"/>
                  </a:lnTo>
                  <a:lnTo>
                    <a:pt x="230486" y="12462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63334" cy="167167"/>
            </a:xfrm>
            <a:custGeom>
              <a:avLst/>
              <a:pathLst>
                <a:path w="63334" h="167167">
                  <a:moveTo>
                    <a:pt x="63334" y="12462"/>
                  </a:moveTo>
                  <a:lnTo>
                    <a:pt x="57831" y="10322"/>
                  </a:lnTo>
                  <a:lnTo>
                    <a:pt x="52255" y="8377"/>
                  </a:lnTo>
                  <a:lnTo>
                    <a:pt x="46615" y="6630"/>
                  </a:lnTo>
                  <a:lnTo>
                    <a:pt x="40916" y="5084"/>
                  </a:lnTo>
                  <a:lnTo>
                    <a:pt x="35166" y="3740"/>
                  </a:lnTo>
                  <a:lnTo>
                    <a:pt x="29372" y="2600"/>
                  </a:lnTo>
                  <a:lnTo>
                    <a:pt x="23542" y="1666"/>
                  </a:lnTo>
                  <a:lnTo>
                    <a:pt x="17682" y="937"/>
                  </a:lnTo>
                  <a:lnTo>
                    <a:pt x="11800" y="417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7" y="4213821"/>
              <a:ext cx="264225" cy="334318"/>
            </a:xfrm>
            <a:custGeom>
              <a:avLst/>
              <a:pathLst>
                <a:path w="264225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4" y="5405"/>
                  </a:lnTo>
                  <a:lnTo>
                    <a:pt x="119861" y="6831"/>
                  </a:lnTo>
                  <a:lnTo>
                    <a:pt x="114775" y="8419"/>
                  </a:lnTo>
                  <a:lnTo>
                    <a:pt x="109743" y="10170"/>
                  </a:lnTo>
                  <a:lnTo>
                    <a:pt x="104769" y="12079"/>
                  </a:lnTo>
                  <a:lnTo>
                    <a:pt x="99858" y="14146"/>
                  </a:lnTo>
                  <a:lnTo>
                    <a:pt x="95016" y="16369"/>
                  </a:lnTo>
                  <a:lnTo>
                    <a:pt x="90246" y="18744"/>
                  </a:lnTo>
                  <a:lnTo>
                    <a:pt x="85556" y="21271"/>
                  </a:lnTo>
                  <a:lnTo>
                    <a:pt x="80948" y="23946"/>
                  </a:lnTo>
                  <a:lnTo>
                    <a:pt x="76427" y="26766"/>
                  </a:lnTo>
                  <a:lnTo>
                    <a:pt x="71999" y="29729"/>
                  </a:lnTo>
                  <a:lnTo>
                    <a:pt x="67667" y="32831"/>
                  </a:lnTo>
                  <a:lnTo>
                    <a:pt x="63437" y="36070"/>
                  </a:lnTo>
                  <a:lnTo>
                    <a:pt x="59312" y="39442"/>
                  </a:lnTo>
                  <a:lnTo>
                    <a:pt x="55296" y="42944"/>
                  </a:lnTo>
                  <a:lnTo>
                    <a:pt x="51394" y="46572"/>
                  </a:lnTo>
                  <a:lnTo>
                    <a:pt x="47610" y="50323"/>
                  </a:lnTo>
                  <a:lnTo>
                    <a:pt x="43947" y="54192"/>
                  </a:lnTo>
                  <a:lnTo>
                    <a:pt x="40409" y="58176"/>
                  </a:lnTo>
                  <a:lnTo>
                    <a:pt x="37000" y="62271"/>
                  </a:lnTo>
                  <a:lnTo>
                    <a:pt x="33723" y="66472"/>
                  </a:lnTo>
                  <a:lnTo>
                    <a:pt x="30582" y="70775"/>
                  </a:lnTo>
                  <a:lnTo>
                    <a:pt x="27579" y="75177"/>
                  </a:lnTo>
                  <a:lnTo>
                    <a:pt x="24719" y="79672"/>
                  </a:lnTo>
                  <a:lnTo>
                    <a:pt x="22003" y="84256"/>
                  </a:lnTo>
                  <a:lnTo>
                    <a:pt x="19434" y="88924"/>
                  </a:lnTo>
                  <a:lnTo>
                    <a:pt x="17016" y="93671"/>
                  </a:lnTo>
                  <a:lnTo>
                    <a:pt x="14750" y="98494"/>
                  </a:lnTo>
                  <a:lnTo>
                    <a:pt x="12639" y="103385"/>
                  </a:lnTo>
                  <a:lnTo>
                    <a:pt x="10685" y="108342"/>
                  </a:lnTo>
                  <a:lnTo>
                    <a:pt x="8889" y="113359"/>
                  </a:lnTo>
                  <a:lnTo>
                    <a:pt x="7255" y="118430"/>
                  </a:lnTo>
                  <a:lnTo>
                    <a:pt x="5783" y="123551"/>
                  </a:lnTo>
                  <a:lnTo>
                    <a:pt x="4475" y="128716"/>
                  </a:lnTo>
                  <a:lnTo>
                    <a:pt x="3332" y="133920"/>
                  </a:lnTo>
                  <a:lnTo>
                    <a:pt x="2356" y="139157"/>
                  </a:lnTo>
                  <a:lnTo>
                    <a:pt x="1547" y="144424"/>
                  </a:lnTo>
                  <a:lnTo>
                    <a:pt x="906" y="149713"/>
                  </a:lnTo>
                  <a:lnTo>
                    <a:pt x="435" y="155020"/>
                  </a:lnTo>
                  <a:lnTo>
                    <a:pt x="132" y="160340"/>
                  </a:lnTo>
                  <a:lnTo>
                    <a:pt x="0" y="165666"/>
                  </a:lnTo>
                  <a:lnTo>
                    <a:pt x="37" y="170994"/>
                  </a:lnTo>
                  <a:lnTo>
                    <a:pt x="243" y="176318"/>
                  </a:lnTo>
                  <a:lnTo>
                    <a:pt x="620" y="181633"/>
                  </a:lnTo>
                  <a:lnTo>
                    <a:pt x="1165" y="186933"/>
                  </a:lnTo>
                  <a:lnTo>
                    <a:pt x="1880" y="192213"/>
                  </a:lnTo>
                  <a:lnTo>
                    <a:pt x="2762" y="197467"/>
                  </a:lnTo>
                  <a:lnTo>
                    <a:pt x="3811" y="202691"/>
                  </a:lnTo>
                  <a:lnTo>
                    <a:pt x="5026" y="207879"/>
                  </a:lnTo>
                  <a:lnTo>
                    <a:pt x="6406" y="213025"/>
                  </a:lnTo>
                  <a:lnTo>
                    <a:pt x="7949" y="218125"/>
                  </a:lnTo>
                  <a:lnTo>
                    <a:pt x="9654" y="223173"/>
                  </a:lnTo>
                  <a:lnTo>
                    <a:pt x="11518" y="228164"/>
                  </a:lnTo>
                  <a:lnTo>
                    <a:pt x="13541" y="233093"/>
                  </a:lnTo>
                  <a:lnTo>
                    <a:pt x="15720" y="237955"/>
                  </a:lnTo>
                  <a:lnTo>
                    <a:pt x="18053" y="242745"/>
                  </a:lnTo>
                  <a:lnTo>
                    <a:pt x="20537" y="247458"/>
                  </a:lnTo>
                  <a:lnTo>
                    <a:pt x="23171" y="252090"/>
                  </a:lnTo>
                  <a:lnTo>
                    <a:pt x="25950" y="256636"/>
                  </a:lnTo>
                  <a:lnTo>
                    <a:pt x="28873" y="261091"/>
                  </a:lnTo>
                  <a:lnTo>
                    <a:pt x="31937" y="265450"/>
                  </a:lnTo>
                  <a:lnTo>
                    <a:pt x="35137" y="269709"/>
                  </a:lnTo>
                  <a:lnTo>
                    <a:pt x="38472" y="273865"/>
                  </a:lnTo>
                  <a:lnTo>
                    <a:pt x="41938" y="277911"/>
                  </a:lnTo>
                  <a:lnTo>
                    <a:pt x="45531" y="281846"/>
                  </a:lnTo>
                  <a:lnTo>
                    <a:pt x="49247" y="285664"/>
                  </a:lnTo>
                  <a:lnTo>
                    <a:pt x="53083" y="289361"/>
                  </a:lnTo>
                  <a:lnTo>
                    <a:pt x="57036" y="292935"/>
                  </a:lnTo>
                  <a:lnTo>
                    <a:pt x="61100" y="296380"/>
                  </a:lnTo>
                  <a:lnTo>
                    <a:pt x="65271" y="299695"/>
                  </a:lnTo>
                  <a:lnTo>
                    <a:pt x="69546" y="302874"/>
                  </a:lnTo>
                  <a:lnTo>
                    <a:pt x="73921" y="305916"/>
                  </a:lnTo>
                  <a:lnTo>
                    <a:pt x="78390" y="308817"/>
                  </a:lnTo>
                  <a:lnTo>
                    <a:pt x="82949" y="311574"/>
                  </a:lnTo>
                  <a:lnTo>
                    <a:pt x="87594" y="314184"/>
                  </a:lnTo>
                  <a:lnTo>
                    <a:pt x="92320" y="316645"/>
                  </a:lnTo>
                  <a:lnTo>
                    <a:pt x="97121" y="318955"/>
                  </a:lnTo>
                  <a:lnTo>
                    <a:pt x="101994" y="321110"/>
                  </a:lnTo>
                  <a:lnTo>
                    <a:pt x="106933" y="323108"/>
                  </a:lnTo>
                  <a:lnTo>
                    <a:pt x="111933" y="324948"/>
                  </a:lnTo>
                  <a:lnTo>
                    <a:pt x="116990" y="326628"/>
                  </a:lnTo>
                  <a:lnTo>
                    <a:pt x="122097" y="328146"/>
                  </a:lnTo>
                  <a:lnTo>
                    <a:pt x="127250" y="329500"/>
                  </a:lnTo>
                  <a:lnTo>
                    <a:pt x="132443" y="330690"/>
                  </a:lnTo>
                  <a:lnTo>
                    <a:pt x="137672" y="331713"/>
                  </a:lnTo>
                  <a:lnTo>
                    <a:pt x="142931" y="332569"/>
                  </a:lnTo>
                  <a:lnTo>
                    <a:pt x="148214" y="333257"/>
                  </a:lnTo>
                  <a:lnTo>
                    <a:pt x="153517" y="333777"/>
                  </a:lnTo>
                  <a:lnTo>
                    <a:pt x="158834" y="334127"/>
                  </a:lnTo>
                  <a:lnTo>
                    <a:pt x="164159" y="334307"/>
                  </a:lnTo>
                  <a:lnTo>
                    <a:pt x="169487" y="334318"/>
                  </a:lnTo>
                  <a:lnTo>
                    <a:pt x="174812" y="334159"/>
                  </a:lnTo>
                  <a:lnTo>
                    <a:pt x="180130" y="333830"/>
                  </a:lnTo>
                  <a:lnTo>
                    <a:pt x="185435" y="333332"/>
                  </a:lnTo>
                  <a:lnTo>
                    <a:pt x="190721" y="332666"/>
                  </a:lnTo>
                  <a:lnTo>
                    <a:pt x="195983" y="331831"/>
                  </a:lnTo>
                  <a:lnTo>
                    <a:pt x="201216" y="330829"/>
                  </a:lnTo>
                  <a:lnTo>
                    <a:pt x="206415" y="329660"/>
                  </a:lnTo>
                  <a:lnTo>
                    <a:pt x="211573" y="328327"/>
                  </a:lnTo>
                  <a:lnTo>
                    <a:pt x="216686" y="326829"/>
                  </a:lnTo>
                  <a:lnTo>
                    <a:pt x="221750" y="325170"/>
                  </a:lnTo>
                  <a:lnTo>
                    <a:pt x="226757" y="323350"/>
                  </a:lnTo>
                  <a:lnTo>
                    <a:pt x="231704" y="321371"/>
                  </a:lnTo>
                  <a:lnTo>
                    <a:pt x="236586" y="319236"/>
                  </a:lnTo>
                  <a:lnTo>
                    <a:pt x="241397" y="316947"/>
                  </a:lnTo>
                  <a:lnTo>
                    <a:pt x="246132" y="314505"/>
                  </a:lnTo>
                  <a:lnTo>
                    <a:pt x="250787" y="311913"/>
                  </a:lnTo>
                  <a:lnTo>
                    <a:pt x="255358" y="309174"/>
                  </a:lnTo>
                  <a:lnTo>
                    <a:pt x="259839" y="306292"/>
                  </a:lnTo>
                  <a:lnTo>
                    <a:pt x="264225" y="30326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97064" cy="136100"/>
            </a:xfrm>
            <a:custGeom>
              <a:avLst/>
              <a:pathLst>
                <a:path w="97064" h="136100">
                  <a:moveTo>
                    <a:pt x="97064" y="1361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167163" cy="303267"/>
            </a:xfrm>
            <a:custGeom>
              <a:avLst/>
              <a:pathLst>
                <a:path w="167163" h="303267">
                  <a:moveTo>
                    <a:pt x="97064" y="303267"/>
                  </a:moveTo>
                  <a:lnTo>
                    <a:pt x="101359" y="300100"/>
                  </a:lnTo>
                  <a:lnTo>
                    <a:pt x="105551" y="296797"/>
                  </a:lnTo>
                  <a:lnTo>
                    <a:pt x="109635" y="293362"/>
                  </a:lnTo>
                  <a:lnTo>
                    <a:pt x="113607" y="289798"/>
                  </a:lnTo>
                  <a:lnTo>
                    <a:pt x="117463" y="286109"/>
                  </a:lnTo>
                  <a:lnTo>
                    <a:pt x="121200" y="282299"/>
                  </a:lnTo>
                  <a:lnTo>
                    <a:pt x="124813" y="278372"/>
                  </a:lnTo>
                  <a:lnTo>
                    <a:pt x="128299" y="274331"/>
                  </a:lnTo>
                  <a:lnTo>
                    <a:pt x="131654" y="270181"/>
                  </a:lnTo>
                  <a:lnTo>
                    <a:pt x="134876" y="265926"/>
                  </a:lnTo>
                  <a:lnTo>
                    <a:pt x="137959" y="261571"/>
                  </a:lnTo>
                  <a:lnTo>
                    <a:pt x="140902" y="257119"/>
                  </a:lnTo>
                  <a:lnTo>
                    <a:pt x="143702" y="252576"/>
                  </a:lnTo>
                  <a:lnTo>
                    <a:pt x="146355" y="247945"/>
                  </a:lnTo>
                  <a:lnTo>
                    <a:pt x="148858" y="243232"/>
                  </a:lnTo>
                  <a:lnTo>
                    <a:pt x="151211" y="238442"/>
                  </a:lnTo>
                  <a:lnTo>
                    <a:pt x="153409" y="233579"/>
                  </a:lnTo>
                  <a:lnTo>
                    <a:pt x="155450" y="228649"/>
                  </a:lnTo>
                  <a:lnTo>
                    <a:pt x="157334" y="223655"/>
                  </a:lnTo>
                  <a:lnTo>
                    <a:pt x="159056" y="218605"/>
                  </a:lnTo>
                  <a:lnTo>
                    <a:pt x="160617" y="213501"/>
                  </a:lnTo>
                  <a:lnTo>
                    <a:pt x="162014" y="208351"/>
                  </a:lnTo>
                  <a:lnTo>
                    <a:pt x="163246" y="203159"/>
                  </a:lnTo>
                  <a:lnTo>
                    <a:pt x="164312" y="197929"/>
                  </a:lnTo>
                  <a:lnTo>
                    <a:pt x="165210" y="192669"/>
                  </a:lnTo>
                  <a:lnTo>
                    <a:pt x="165940" y="187382"/>
                  </a:lnTo>
                  <a:lnTo>
                    <a:pt x="166501" y="182075"/>
                  </a:lnTo>
                  <a:lnTo>
                    <a:pt x="166892" y="176753"/>
                  </a:lnTo>
                  <a:lnTo>
                    <a:pt x="167113" y="171421"/>
                  </a:lnTo>
                  <a:lnTo>
                    <a:pt x="167163" y="166085"/>
                  </a:lnTo>
                  <a:lnTo>
                    <a:pt x="167044" y="160750"/>
                  </a:lnTo>
                  <a:lnTo>
                    <a:pt x="166754" y="155421"/>
                  </a:lnTo>
                  <a:lnTo>
                    <a:pt x="166294" y="150104"/>
                  </a:lnTo>
                  <a:lnTo>
                    <a:pt x="165664" y="144805"/>
                  </a:lnTo>
                  <a:lnTo>
                    <a:pt x="164866" y="139528"/>
                  </a:lnTo>
                  <a:lnTo>
                    <a:pt x="163900" y="134280"/>
                  </a:lnTo>
                  <a:lnTo>
                    <a:pt x="162767" y="129065"/>
                  </a:lnTo>
                  <a:lnTo>
                    <a:pt x="161468" y="123889"/>
                  </a:lnTo>
                  <a:lnTo>
                    <a:pt x="160004" y="118757"/>
                  </a:lnTo>
                  <a:lnTo>
                    <a:pt x="158377" y="113674"/>
                  </a:lnTo>
                  <a:lnTo>
                    <a:pt x="156589" y="108646"/>
                  </a:lnTo>
                  <a:lnTo>
                    <a:pt x="154641" y="103678"/>
                  </a:lnTo>
                  <a:lnTo>
                    <a:pt x="152536" y="98774"/>
                  </a:lnTo>
                  <a:lnTo>
                    <a:pt x="150275" y="93940"/>
                  </a:lnTo>
                  <a:lnTo>
                    <a:pt x="147861" y="89181"/>
                  </a:lnTo>
                  <a:lnTo>
                    <a:pt x="145297" y="84501"/>
                  </a:lnTo>
                  <a:lnTo>
                    <a:pt x="142584" y="79905"/>
                  </a:lnTo>
                  <a:lnTo>
                    <a:pt x="139726" y="75398"/>
                  </a:lnTo>
                  <a:lnTo>
                    <a:pt x="136725" y="70985"/>
                  </a:lnTo>
                  <a:lnTo>
                    <a:pt x="133586" y="66670"/>
                  </a:lnTo>
                  <a:lnTo>
                    <a:pt x="130310" y="62457"/>
                  </a:lnTo>
                  <a:lnTo>
                    <a:pt x="126901" y="58351"/>
                  </a:lnTo>
                  <a:lnTo>
                    <a:pt x="123363" y="54356"/>
                  </a:lnTo>
                  <a:lnTo>
                    <a:pt x="119699" y="50476"/>
                  </a:lnTo>
                  <a:lnTo>
                    <a:pt x="115914" y="46714"/>
                  </a:lnTo>
                  <a:lnTo>
                    <a:pt x="112010" y="43076"/>
                  </a:lnTo>
                  <a:lnTo>
                    <a:pt x="107992" y="39564"/>
                  </a:lnTo>
                  <a:lnTo>
                    <a:pt x="103864" y="36182"/>
                  </a:lnTo>
                  <a:lnTo>
                    <a:pt x="99630" y="32933"/>
                  </a:lnTo>
                  <a:lnTo>
                    <a:pt x="95294" y="29821"/>
                  </a:lnTo>
                  <a:lnTo>
                    <a:pt x="90862" y="26849"/>
                  </a:lnTo>
                  <a:lnTo>
                    <a:pt x="86337" y="24021"/>
                  </a:lnTo>
                  <a:lnTo>
                    <a:pt x="81723" y="21338"/>
                  </a:lnTo>
                  <a:lnTo>
                    <a:pt x="77027" y="18803"/>
                  </a:lnTo>
                  <a:lnTo>
                    <a:pt x="72252" y="16420"/>
                  </a:lnTo>
                  <a:lnTo>
                    <a:pt x="67403" y="14191"/>
                  </a:lnTo>
                  <a:lnTo>
                    <a:pt x="62486" y="12117"/>
                  </a:lnTo>
                  <a:lnTo>
                    <a:pt x="57505" y="10202"/>
                  </a:lnTo>
                  <a:lnTo>
                    <a:pt x="52466" y="8446"/>
                  </a:lnTo>
                  <a:lnTo>
                    <a:pt x="47373" y="6852"/>
                  </a:lnTo>
                  <a:lnTo>
                    <a:pt x="42231" y="5422"/>
                  </a:lnTo>
                  <a:lnTo>
                    <a:pt x="37047" y="4156"/>
                  </a:lnTo>
                  <a:lnTo>
                    <a:pt x="31825" y="3057"/>
                  </a:lnTo>
                  <a:lnTo>
                    <a:pt x="26570" y="2125"/>
                  </a:lnTo>
                  <a:lnTo>
                    <a:pt x="21289" y="1361"/>
                  </a:lnTo>
                  <a:lnTo>
                    <a:pt x="15985" y="766"/>
                  </a:lnTo>
                  <a:lnTo>
                    <a:pt x="10666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60" y="4659281"/>
              <a:ext cx="167164" cy="221034"/>
            </a:xfrm>
            <a:custGeom>
              <a:avLst/>
              <a:pathLst>
                <a:path w="167164" h="221034">
                  <a:moveTo>
                    <a:pt x="167164" y="0"/>
                  </a:moveTo>
                  <a:lnTo>
                    <a:pt x="161784" y="86"/>
                  </a:lnTo>
                  <a:lnTo>
                    <a:pt x="156411" y="346"/>
                  </a:lnTo>
                  <a:lnTo>
                    <a:pt x="151048" y="778"/>
                  </a:lnTo>
                  <a:lnTo>
                    <a:pt x="145702" y="1383"/>
                  </a:lnTo>
                  <a:lnTo>
                    <a:pt x="140379" y="2159"/>
                  </a:lnTo>
                  <a:lnTo>
                    <a:pt x="135083" y="3107"/>
                  </a:lnTo>
                  <a:lnTo>
                    <a:pt x="129820" y="4224"/>
                  </a:lnTo>
                  <a:lnTo>
                    <a:pt x="124596" y="5510"/>
                  </a:lnTo>
                  <a:lnTo>
                    <a:pt x="119416" y="6964"/>
                  </a:lnTo>
                  <a:lnTo>
                    <a:pt x="114286" y="8583"/>
                  </a:lnTo>
                  <a:lnTo>
                    <a:pt x="109210" y="10367"/>
                  </a:lnTo>
                  <a:lnTo>
                    <a:pt x="104194" y="12313"/>
                  </a:lnTo>
                  <a:lnTo>
                    <a:pt x="99244" y="14419"/>
                  </a:lnTo>
                  <a:lnTo>
                    <a:pt x="94364" y="16684"/>
                  </a:lnTo>
                  <a:lnTo>
                    <a:pt x="89559" y="19104"/>
                  </a:lnTo>
                  <a:lnTo>
                    <a:pt x="84835" y="21678"/>
                  </a:lnTo>
                  <a:lnTo>
                    <a:pt x="80196" y="24403"/>
                  </a:lnTo>
                  <a:lnTo>
                    <a:pt x="75647" y="27275"/>
                  </a:lnTo>
                  <a:lnTo>
                    <a:pt x="71193" y="30293"/>
                  </a:lnTo>
                  <a:lnTo>
                    <a:pt x="66838" y="33452"/>
                  </a:lnTo>
                  <a:lnTo>
                    <a:pt x="62587" y="36750"/>
                  </a:lnTo>
                  <a:lnTo>
                    <a:pt x="58445" y="40182"/>
                  </a:lnTo>
                  <a:lnTo>
                    <a:pt x="54415" y="43746"/>
                  </a:lnTo>
                  <a:lnTo>
                    <a:pt x="50501" y="47439"/>
                  </a:lnTo>
                  <a:lnTo>
                    <a:pt x="46709" y="51255"/>
                  </a:lnTo>
                  <a:lnTo>
                    <a:pt x="43042" y="55191"/>
                  </a:lnTo>
                  <a:lnTo>
                    <a:pt x="39503" y="59243"/>
                  </a:lnTo>
                  <a:lnTo>
                    <a:pt x="36096" y="63407"/>
                  </a:lnTo>
                  <a:lnTo>
                    <a:pt x="32825" y="67678"/>
                  </a:lnTo>
                  <a:lnTo>
                    <a:pt x="29693" y="72053"/>
                  </a:lnTo>
                  <a:lnTo>
                    <a:pt x="26703" y="76525"/>
                  </a:lnTo>
                  <a:lnTo>
                    <a:pt x="23859" y="81092"/>
                  </a:lnTo>
                  <a:lnTo>
                    <a:pt x="21164" y="85748"/>
                  </a:lnTo>
                  <a:lnTo>
                    <a:pt x="18620" y="90488"/>
                  </a:lnTo>
                  <a:lnTo>
                    <a:pt x="16229" y="95308"/>
                  </a:lnTo>
                  <a:lnTo>
                    <a:pt x="13995" y="100202"/>
                  </a:lnTo>
                  <a:lnTo>
                    <a:pt x="11919" y="105166"/>
                  </a:lnTo>
                  <a:lnTo>
                    <a:pt x="10005" y="110194"/>
                  </a:lnTo>
                  <a:lnTo>
                    <a:pt x="8253" y="115280"/>
                  </a:lnTo>
                  <a:lnTo>
                    <a:pt x="6665" y="120421"/>
                  </a:lnTo>
                  <a:lnTo>
                    <a:pt x="5244" y="125610"/>
                  </a:lnTo>
                  <a:lnTo>
                    <a:pt x="3991" y="130842"/>
                  </a:lnTo>
                  <a:lnTo>
                    <a:pt x="2906" y="136111"/>
                  </a:lnTo>
                  <a:lnTo>
                    <a:pt x="1992" y="141413"/>
                  </a:lnTo>
                  <a:lnTo>
                    <a:pt x="1249" y="146741"/>
                  </a:lnTo>
                  <a:lnTo>
                    <a:pt x="677" y="152091"/>
                  </a:lnTo>
                  <a:lnTo>
                    <a:pt x="279" y="157456"/>
                  </a:lnTo>
                  <a:lnTo>
                    <a:pt x="52" y="162831"/>
                  </a:lnTo>
                  <a:lnTo>
                    <a:pt x="0" y="168211"/>
                  </a:lnTo>
                  <a:lnTo>
                    <a:pt x="120" y="173589"/>
                  </a:lnTo>
                  <a:lnTo>
                    <a:pt x="413" y="178961"/>
                  </a:lnTo>
                  <a:lnTo>
                    <a:pt x="879" y="184321"/>
                  </a:lnTo>
                  <a:lnTo>
                    <a:pt x="1517" y="189663"/>
                  </a:lnTo>
                  <a:lnTo>
                    <a:pt x="2327" y="194982"/>
                  </a:lnTo>
                  <a:lnTo>
                    <a:pt x="3307" y="200272"/>
                  </a:lnTo>
                  <a:lnTo>
                    <a:pt x="4457" y="205527"/>
                  </a:lnTo>
                  <a:lnTo>
                    <a:pt x="5776" y="210743"/>
                  </a:lnTo>
                  <a:lnTo>
                    <a:pt x="7262" y="215914"/>
                  </a:lnTo>
                  <a:lnTo>
                    <a:pt x="8913" y="221034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8274" y="4826449"/>
              <a:ext cx="158250" cy="69798"/>
            </a:xfrm>
            <a:custGeom>
              <a:avLst/>
              <a:pathLst>
                <a:path w="158250" h="69798">
                  <a:moveTo>
                    <a:pt x="0" y="53867"/>
                  </a:moveTo>
                  <a:lnTo>
                    <a:pt x="2971" y="61914"/>
                  </a:lnTo>
                  <a:lnTo>
                    <a:pt x="6352" y="69798"/>
                  </a:lnTo>
                  <a:lnTo>
                    <a:pt x="15825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34626" y="4659281"/>
              <a:ext cx="319047" cy="334334"/>
            </a:xfrm>
            <a:custGeom>
              <a:avLst/>
              <a:pathLst>
                <a:path w="319047" h="334334">
                  <a:moveTo>
                    <a:pt x="0" y="236965"/>
                  </a:moveTo>
                  <a:lnTo>
                    <a:pt x="2289" y="241747"/>
                  </a:lnTo>
                  <a:lnTo>
                    <a:pt x="4729" y="246454"/>
                  </a:lnTo>
                  <a:lnTo>
                    <a:pt x="7318" y="251081"/>
                  </a:lnTo>
                  <a:lnTo>
                    <a:pt x="10051" y="255623"/>
                  </a:lnTo>
                  <a:lnTo>
                    <a:pt x="12928" y="260077"/>
                  </a:lnTo>
                  <a:lnTo>
                    <a:pt x="15944" y="264437"/>
                  </a:lnTo>
                  <a:lnTo>
                    <a:pt x="19097" y="268699"/>
                  </a:lnTo>
                  <a:lnTo>
                    <a:pt x="22383" y="272859"/>
                  </a:lnTo>
                  <a:lnTo>
                    <a:pt x="25800" y="276913"/>
                  </a:lnTo>
                  <a:lnTo>
                    <a:pt x="29343" y="280857"/>
                  </a:lnTo>
                  <a:lnTo>
                    <a:pt x="33010" y="284686"/>
                  </a:lnTo>
                  <a:lnTo>
                    <a:pt x="36797" y="288397"/>
                  </a:lnTo>
                  <a:lnTo>
                    <a:pt x="40699" y="291986"/>
                  </a:lnTo>
                  <a:lnTo>
                    <a:pt x="44713" y="295449"/>
                  </a:lnTo>
                  <a:lnTo>
                    <a:pt x="48835" y="298783"/>
                  </a:lnTo>
                  <a:lnTo>
                    <a:pt x="53060" y="301985"/>
                  </a:lnTo>
                  <a:lnTo>
                    <a:pt x="57385" y="305052"/>
                  </a:lnTo>
                  <a:lnTo>
                    <a:pt x="61805" y="307980"/>
                  </a:lnTo>
                  <a:lnTo>
                    <a:pt x="66315" y="310766"/>
                  </a:lnTo>
                  <a:lnTo>
                    <a:pt x="70912" y="313407"/>
                  </a:lnTo>
                  <a:lnTo>
                    <a:pt x="75590" y="315902"/>
                  </a:lnTo>
                  <a:lnTo>
                    <a:pt x="80345" y="318247"/>
                  </a:lnTo>
                  <a:lnTo>
                    <a:pt x="85172" y="320440"/>
                  </a:lnTo>
                  <a:lnTo>
                    <a:pt x="90066" y="322479"/>
                  </a:lnTo>
                  <a:lnTo>
                    <a:pt x="95022" y="324361"/>
                  </a:lnTo>
                  <a:lnTo>
                    <a:pt x="100035" y="326086"/>
                  </a:lnTo>
                  <a:lnTo>
                    <a:pt x="105101" y="327651"/>
                  </a:lnTo>
                  <a:lnTo>
                    <a:pt x="110213" y="329054"/>
                  </a:lnTo>
                  <a:lnTo>
                    <a:pt x="115368" y="330294"/>
                  </a:lnTo>
                  <a:lnTo>
                    <a:pt x="120559" y="331371"/>
                  </a:lnTo>
                  <a:lnTo>
                    <a:pt x="125782" y="332282"/>
                  </a:lnTo>
                  <a:lnTo>
                    <a:pt x="131031" y="333027"/>
                  </a:lnTo>
                  <a:lnTo>
                    <a:pt x="136301" y="333605"/>
                  </a:lnTo>
                  <a:lnTo>
                    <a:pt x="141587" y="334016"/>
                  </a:lnTo>
                  <a:lnTo>
                    <a:pt x="146883" y="334259"/>
                  </a:lnTo>
                  <a:lnTo>
                    <a:pt x="152184" y="334334"/>
                  </a:lnTo>
                  <a:lnTo>
                    <a:pt x="157485" y="334241"/>
                  </a:lnTo>
                  <a:lnTo>
                    <a:pt x="162780" y="333980"/>
                  </a:lnTo>
                  <a:lnTo>
                    <a:pt x="168064" y="333551"/>
                  </a:lnTo>
                  <a:lnTo>
                    <a:pt x="173332" y="332955"/>
                  </a:lnTo>
                  <a:lnTo>
                    <a:pt x="178579" y="332191"/>
                  </a:lnTo>
                  <a:lnTo>
                    <a:pt x="183798" y="331262"/>
                  </a:lnTo>
                  <a:lnTo>
                    <a:pt x="188986" y="330168"/>
                  </a:lnTo>
                  <a:lnTo>
                    <a:pt x="194136" y="328910"/>
                  </a:lnTo>
                  <a:lnTo>
                    <a:pt x="199244" y="327489"/>
                  </a:lnTo>
                  <a:lnTo>
                    <a:pt x="204304" y="325907"/>
                  </a:lnTo>
                  <a:lnTo>
                    <a:pt x="209311" y="324166"/>
                  </a:lnTo>
                  <a:lnTo>
                    <a:pt x="214261" y="322266"/>
                  </a:lnTo>
                  <a:lnTo>
                    <a:pt x="219148" y="320211"/>
                  </a:lnTo>
                  <a:lnTo>
                    <a:pt x="223967" y="318001"/>
                  </a:lnTo>
                  <a:lnTo>
                    <a:pt x="228714" y="315640"/>
                  </a:lnTo>
                  <a:lnTo>
                    <a:pt x="233384" y="313129"/>
                  </a:lnTo>
                  <a:lnTo>
                    <a:pt x="237971" y="310472"/>
                  </a:lnTo>
                  <a:lnTo>
                    <a:pt x="242472" y="307671"/>
                  </a:lnTo>
                  <a:lnTo>
                    <a:pt x="246882" y="304728"/>
                  </a:lnTo>
                  <a:lnTo>
                    <a:pt x="251197" y="301646"/>
                  </a:lnTo>
                  <a:lnTo>
                    <a:pt x="255411" y="298430"/>
                  </a:lnTo>
                  <a:lnTo>
                    <a:pt x="259521" y="295082"/>
                  </a:lnTo>
                  <a:lnTo>
                    <a:pt x="263524" y="291604"/>
                  </a:lnTo>
                  <a:lnTo>
                    <a:pt x="267413" y="288002"/>
                  </a:lnTo>
                  <a:lnTo>
                    <a:pt x="271187" y="284278"/>
                  </a:lnTo>
                  <a:lnTo>
                    <a:pt x="274841" y="280437"/>
                  </a:lnTo>
                  <a:lnTo>
                    <a:pt x="278371" y="276481"/>
                  </a:lnTo>
                  <a:lnTo>
                    <a:pt x="281774" y="272416"/>
                  </a:lnTo>
                  <a:lnTo>
                    <a:pt x="285046" y="268244"/>
                  </a:lnTo>
                  <a:lnTo>
                    <a:pt x="288184" y="263971"/>
                  </a:lnTo>
                  <a:lnTo>
                    <a:pt x="291185" y="259601"/>
                  </a:lnTo>
                  <a:lnTo>
                    <a:pt x="294046" y="255137"/>
                  </a:lnTo>
                  <a:lnTo>
                    <a:pt x="296764" y="250586"/>
                  </a:lnTo>
                  <a:lnTo>
                    <a:pt x="299337" y="245950"/>
                  </a:lnTo>
                  <a:lnTo>
                    <a:pt x="301761" y="241235"/>
                  </a:lnTo>
                  <a:lnTo>
                    <a:pt x="304034" y="236445"/>
                  </a:lnTo>
                  <a:lnTo>
                    <a:pt x="306155" y="231586"/>
                  </a:lnTo>
                  <a:lnTo>
                    <a:pt x="308120" y="226662"/>
                  </a:lnTo>
                  <a:lnTo>
                    <a:pt x="309928" y="221678"/>
                  </a:lnTo>
                  <a:lnTo>
                    <a:pt x="311577" y="216640"/>
                  </a:lnTo>
                  <a:lnTo>
                    <a:pt x="313066" y="211551"/>
                  </a:lnTo>
                  <a:lnTo>
                    <a:pt x="314392" y="206418"/>
                  </a:lnTo>
                  <a:lnTo>
                    <a:pt x="315555" y="201246"/>
                  </a:lnTo>
                  <a:lnTo>
                    <a:pt x="316553" y="196039"/>
                  </a:lnTo>
                  <a:lnTo>
                    <a:pt x="317386" y="190803"/>
                  </a:lnTo>
                  <a:lnTo>
                    <a:pt x="318052" y="185543"/>
                  </a:lnTo>
                  <a:lnTo>
                    <a:pt x="318551" y="180265"/>
                  </a:lnTo>
                  <a:lnTo>
                    <a:pt x="318883" y="174974"/>
                  </a:lnTo>
                  <a:lnTo>
                    <a:pt x="319047" y="169675"/>
                  </a:lnTo>
                  <a:lnTo>
                    <a:pt x="319042" y="164373"/>
                  </a:lnTo>
                  <a:lnTo>
                    <a:pt x="318869" y="159074"/>
                  </a:lnTo>
                  <a:lnTo>
                    <a:pt x="318529" y="153784"/>
                  </a:lnTo>
                  <a:lnTo>
                    <a:pt x="318021" y="148506"/>
                  </a:lnTo>
                  <a:lnTo>
                    <a:pt x="317345" y="143248"/>
                  </a:lnTo>
                  <a:lnTo>
                    <a:pt x="316504" y="138013"/>
                  </a:lnTo>
                  <a:lnTo>
                    <a:pt x="315496" y="132808"/>
                  </a:lnTo>
                  <a:lnTo>
                    <a:pt x="314325" y="127638"/>
                  </a:lnTo>
                  <a:lnTo>
                    <a:pt x="312989" y="122507"/>
                  </a:lnTo>
                  <a:lnTo>
                    <a:pt x="311492" y="117421"/>
                  </a:lnTo>
                  <a:lnTo>
                    <a:pt x="309834" y="112385"/>
                  </a:lnTo>
                  <a:lnTo>
                    <a:pt x="308018" y="107405"/>
                  </a:lnTo>
                  <a:lnTo>
                    <a:pt x="306044" y="102484"/>
                  </a:lnTo>
                  <a:lnTo>
                    <a:pt x="303916" y="97628"/>
                  </a:lnTo>
                  <a:lnTo>
                    <a:pt x="301634" y="92843"/>
                  </a:lnTo>
                  <a:lnTo>
                    <a:pt x="299202" y="88132"/>
                  </a:lnTo>
                  <a:lnTo>
                    <a:pt x="296622" y="83501"/>
                  </a:lnTo>
                  <a:lnTo>
                    <a:pt x="293896" y="78953"/>
                  </a:lnTo>
                  <a:lnTo>
                    <a:pt x="291027" y="74495"/>
                  </a:lnTo>
                  <a:lnTo>
                    <a:pt x="288018" y="70130"/>
                  </a:lnTo>
                  <a:lnTo>
                    <a:pt x="284873" y="65862"/>
                  </a:lnTo>
                  <a:lnTo>
                    <a:pt x="281593" y="61696"/>
                  </a:lnTo>
                  <a:lnTo>
                    <a:pt x="278184" y="57637"/>
                  </a:lnTo>
                  <a:lnTo>
                    <a:pt x="274647" y="53687"/>
                  </a:lnTo>
                  <a:lnTo>
                    <a:pt x="270987" y="49852"/>
                  </a:lnTo>
                  <a:lnTo>
                    <a:pt x="267207" y="46134"/>
                  </a:lnTo>
                  <a:lnTo>
                    <a:pt x="263310" y="42539"/>
                  </a:lnTo>
                  <a:lnTo>
                    <a:pt x="259302" y="39068"/>
                  </a:lnTo>
                  <a:lnTo>
                    <a:pt x="255186" y="35727"/>
                  </a:lnTo>
                  <a:lnTo>
                    <a:pt x="250966" y="32518"/>
                  </a:lnTo>
                  <a:lnTo>
                    <a:pt x="246647" y="29444"/>
                  </a:lnTo>
                  <a:lnTo>
                    <a:pt x="242232" y="26509"/>
                  </a:lnTo>
                  <a:lnTo>
                    <a:pt x="237726" y="23715"/>
                  </a:lnTo>
                  <a:lnTo>
                    <a:pt x="233134" y="21065"/>
                  </a:lnTo>
                  <a:lnTo>
                    <a:pt x="228460" y="18563"/>
                  </a:lnTo>
                  <a:lnTo>
                    <a:pt x="223709" y="16210"/>
                  </a:lnTo>
                  <a:lnTo>
                    <a:pt x="218886" y="14008"/>
                  </a:lnTo>
                  <a:lnTo>
                    <a:pt x="213996" y="11961"/>
                  </a:lnTo>
                  <a:lnTo>
                    <a:pt x="209043" y="10070"/>
                  </a:lnTo>
                  <a:lnTo>
                    <a:pt x="204032" y="8337"/>
                  </a:lnTo>
                  <a:lnTo>
                    <a:pt x="198970" y="6764"/>
                  </a:lnTo>
                  <a:lnTo>
                    <a:pt x="193859" y="5352"/>
                  </a:lnTo>
                  <a:lnTo>
                    <a:pt x="188707" y="4102"/>
                  </a:lnTo>
                  <a:lnTo>
                    <a:pt x="183518" y="3017"/>
                  </a:lnTo>
                  <a:lnTo>
                    <a:pt x="178296" y="2097"/>
                  </a:lnTo>
                  <a:lnTo>
                    <a:pt x="173049" y="1343"/>
                  </a:lnTo>
                  <a:lnTo>
                    <a:pt x="167780" y="756"/>
                  </a:lnTo>
                  <a:lnTo>
                    <a:pt x="162495" y="336"/>
                  </a:lnTo>
                  <a:lnTo>
                    <a:pt x="157199" y="84"/>
                  </a:lnTo>
                  <a:lnTo>
                    <a:pt x="151898" y="0"/>
                  </a:lnTo>
                  <a:lnTo>
                    <a:pt x="151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65" y="5018217"/>
              <a:ext cx="334310" cy="334330"/>
            </a:xfrm>
            <a:custGeom>
              <a:avLst/>
              <a:pathLst>
                <a:path w="334310" h="334330">
                  <a:moveTo>
                    <a:pt x="165929" y="0"/>
                  </a:moveTo>
                  <a:lnTo>
                    <a:pt x="160638" y="122"/>
                  </a:lnTo>
                  <a:lnTo>
                    <a:pt x="155354" y="412"/>
                  </a:lnTo>
                  <a:lnTo>
                    <a:pt x="150082" y="869"/>
                  </a:lnTo>
                  <a:lnTo>
                    <a:pt x="144826" y="1493"/>
                  </a:lnTo>
                  <a:lnTo>
                    <a:pt x="139593" y="2283"/>
                  </a:lnTo>
                  <a:lnTo>
                    <a:pt x="134388" y="3238"/>
                  </a:lnTo>
                  <a:lnTo>
                    <a:pt x="129216" y="4357"/>
                  </a:lnTo>
                  <a:lnTo>
                    <a:pt x="124081" y="5640"/>
                  </a:lnTo>
                  <a:lnTo>
                    <a:pt x="118990" y="7084"/>
                  </a:lnTo>
                  <a:lnTo>
                    <a:pt x="113947" y="8689"/>
                  </a:lnTo>
                  <a:lnTo>
                    <a:pt x="108957" y="10452"/>
                  </a:lnTo>
                  <a:lnTo>
                    <a:pt x="104026" y="12373"/>
                  </a:lnTo>
                  <a:lnTo>
                    <a:pt x="99158" y="14449"/>
                  </a:lnTo>
                  <a:lnTo>
                    <a:pt x="94358" y="16678"/>
                  </a:lnTo>
                  <a:lnTo>
                    <a:pt x="89631" y="19057"/>
                  </a:lnTo>
                  <a:lnTo>
                    <a:pt x="84982" y="21586"/>
                  </a:lnTo>
                  <a:lnTo>
                    <a:pt x="80415" y="24260"/>
                  </a:lnTo>
                  <a:lnTo>
                    <a:pt x="75935" y="27077"/>
                  </a:lnTo>
                  <a:lnTo>
                    <a:pt x="71547" y="30035"/>
                  </a:lnTo>
                  <a:lnTo>
                    <a:pt x="67254" y="33130"/>
                  </a:lnTo>
                  <a:lnTo>
                    <a:pt x="63061" y="36359"/>
                  </a:lnTo>
                  <a:lnTo>
                    <a:pt x="58973" y="39720"/>
                  </a:lnTo>
                  <a:lnTo>
                    <a:pt x="54993" y="43208"/>
                  </a:lnTo>
                  <a:lnTo>
                    <a:pt x="51126" y="46820"/>
                  </a:lnTo>
                  <a:lnTo>
                    <a:pt x="47374" y="50553"/>
                  </a:lnTo>
                  <a:lnTo>
                    <a:pt x="43743" y="54403"/>
                  </a:lnTo>
                  <a:lnTo>
                    <a:pt x="40236" y="58366"/>
                  </a:lnTo>
                  <a:lnTo>
                    <a:pt x="36856" y="62438"/>
                  </a:lnTo>
                  <a:lnTo>
                    <a:pt x="33606" y="66615"/>
                  </a:lnTo>
                  <a:lnTo>
                    <a:pt x="30490" y="70893"/>
                  </a:lnTo>
                  <a:lnTo>
                    <a:pt x="27511" y="75267"/>
                  </a:lnTo>
                  <a:lnTo>
                    <a:pt x="24673" y="79733"/>
                  </a:lnTo>
                  <a:lnTo>
                    <a:pt x="21977" y="84287"/>
                  </a:lnTo>
                  <a:lnTo>
                    <a:pt x="19426" y="88924"/>
                  </a:lnTo>
                  <a:lnTo>
                    <a:pt x="17023" y="93640"/>
                  </a:lnTo>
                  <a:lnTo>
                    <a:pt x="14771" y="98429"/>
                  </a:lnTo>
                  <a:lnTo>
                    <a:pt x="12672" y="103287"/>
                  </a:lnTo>
                  <a:lnTo>
                    <a:pt x="10728" y="108209"/>
                  </a:lnTo>
                  <a:lnTo>
                    <a:pt x="8940" y="113190"/>
                  </a:lnTo>
                  <a:lnTo>
                    <a:pt x="7311" y="118225"/>
                  </a:lnTo>
                  <a:lnTo>
                    <a:pt x="5842" y="123309"/>
                  </a:lnTo>
                  <a:lnTo>
                    <a:pt x="4534" y="128437"/>
                  </a:lnTo>
                  <a:lnTo>
                    <a:pt x="3390" y="133604"/>
                  </a:lnTo>
                  <a:lnTo>
                    <a:pt x="2410" y="138805"/>
                  </a:lnTo>
                  <a:lnTo>
                    <a:pt x="1595" y="144034"/>
                  </a:lnTo>
                  <a:lnTo>
                    <a:pt x="946" y="149286"/>
                  </a:lnTo>
                  <a:lnTo>
                    <a:pt x="463" y="154556"/>
                  </a:lnTo>
                  <a:lnTo>
                    <a:pt x="148" y="159839"/>
                  </a:lnTo>
                  <a:lnTo>
                    <a:pt x="0" y="165129"/>
                  </a:lnTo>
                  <a:lnTo>
                    <a:pt x="19" y="170421"/>
                  </a:lnTo>
                  <a:lnTo>
                    <a:pt x="206" y="175710"/>
                  </a:lnTo>
                  <a:lnTo>
                    <a:pt x="560" y="180990"/>
                  </a:lnTo>
                  <a:lnTo>
                    <a:pt x="1081" y="186257"/>
                  </a:lnTo>
                  <a:lnTo>
                    <a:pt x="1769" y="191504"/>
                  </a:lnTo>
                  <a:lnTo>
                    <a:pt x="2622" y="196727"/>
                  </a:lnTo>
                  <a:lnTo>
                    <a:pt x="3641" y="201920"/>
                  </a:lnTo>
                  <a:lnTo>
                    <a:pt x="4823" y="207079"/>
                  </a:lnTo>
                  <a:lnTo>
                    <a:pt x="6168" y="212197"/>
                  </a:lnTo>
                  <a:lnTo>
                    <a:pt x="7674" y="217271"/>
                  </a:lnTo>
                  <a:lnTo>
                    <a:pt x="9340" y="222294"/>
                  </a:lnTo>
                  <a:lnTo>
                    <a:pt x="11164" y="227261"/>
                  </a:lnTo>
                  <a:lnTo>
                    <a:pt x="13145" y="232169"/>
                  </a:lnTo>
                  <a:lnTo>
                    <a:pt x="15279" y="237011"/>
                  </a:lnTo>
                  <a:lnTo>
                    <a:pt x="17567" y="241784"/>
                  </a:lnTo>
                  <a:lnTo>
                    <a:pt x="20004" y="246482"/>
                  </a:lnTo>
                  <a:lnTo>
                    <a:pt x="22588" y="251100"/>
                  </a:lnTo>
                  <a:lnTo>
                    <a:pt x="25317" y="255634"/>
                  </a:lnTo>
                  <a:lnTo>
                    <a:pt x="28189" y="260079"/>
                  </a:lnTo>
                  <a:lnTo>
                    <a:pt x="31200" y="264431"/>
                  </a:lnTo>
                  <a:lnTo>
                    <a:pt x="34347" y="268686"/>
                  </a:lnTo>
                  <a:lnTo>
                    <a:pt x="37627" y="272839"/>
                  </a:lnTo>
                  <a:lnTo>
                    <a:pt x="41037" y="276886"/>
                  </a:lnTo>
                  <a:lnTo>
                    <a:pt x="44573" y="280823"/>
                  </a:lnTo>
                  <a:lnTo>
                    <a:pt x="48233" y="284647"/>
                  </a:lnTo>
                  <a:lnTo>
                    <a:pt x="52011" y="288352"/>
                  </a:lnTo>
                  <a:lnTo>
                    <a:pt x="55905" y="291936"/>
                  </a:lnTo>
                  <a:lnTo>
                    <a:pt x="59910" y="295395"/>
                  </a:lnTo>
                  <a:lnTo>
                    <a:pt x="64023" y="298725"/>
                  </a:lnTo>
                  <a:lnTo>
                    <a:pt x="68239" y="301924"/>
                  </a:lnTo>
                  <a:lnTo>
                    <a:pt x="72554" y="304988"/>
                  </a:lnTo>
                  <a:lnTo>
                    <a:pt x="76965" y="307913"/>
                  </a:lnTo>
                  <a:lnTo>
                    <a:pt x="81465" y="310697"/>
                  </a:lnTo>
                  <a:lnTo>
                    <a:pt x="86051" y="313338"/>
                  </a:lnTo>
                  <a:lnTo>
                    <a:pt x="90719" y="315832"/>
                  </a:lnTo>
                  <a:lnTo>
                    <a:pt x="95463" y="318177"/>
                  </a:lnTo>
                  <a:lnTo>
                    <a:pt x="100280" y="320370"/>
                  </a:lnTo>
                  <a:lnTo>
                    <a:pt x="105163" y="322410"/>
                  </a:lnTo>
                  <a:lnTo>
                    <a:pt x="110108" y="324295"/>
                  </a:lnTo>
                  <a:lnTo>
                    <a:pt x="115110" y="326022"/>
                  </a:lnTo>
                  <a:lnTo>
                    <a:pt x="120165" y="327590"/>
                  </a:lnTo>
                  <a:lnTo>
                    <a:pt x="125267" y="328997"/>
                  </a:lnTo>
                  <a:lnTo>
                    <a:pt x="130410" y="330242"/>
                  </a:lnTo>
                  <a:lnTo>
                    <a:pt x="135591" y="331323"/>
                  </a:lnTo>
                  <a:lnTo>
                    <a:pt x="140803" y="332240"/>
                  </a:lnTo>
                  <a:lnTo>
                    <a:pt x="146042" y="332991"/>
                  </a:lnTo>
                  <a:lnTo>
                    <a:pt x="151301" y="333576"/>
                  </a:lnTo>
                  <a:lnTo>
                    <a:pt x="156577" y="333995"/>
                  </a:lnTo>
                  <a:lnTo>
                    <a:pt x="161863" y="334246"/>
                  </a:lnTo>
                  <a:lnTo>
                    <a:pt x="167155" y="334330"/>
                  </a:lnTo>
                  <a:lnTo>
                    <a:pt x="172446" y="334246"/>
                  </a:lnTo>
                  <a:lnTo>
                    <a:pt x="177732" y="333995"/>
                  </a:lnTo>
                  <a:lnTo>
                    <a:pt x="183008" y="333576"/>
                  </a:lnTo>
                  <a:lnTo>
                    <a:pt x="188268" y="332991"/>
                  </a:lnTo>
                  <a:lnTo>
                    <a:pt x="193506" y="332240"/>
                  </a:lnTo>
                  <a:lnTo>
                    <a:pt x="198718" y="331323"/>
                  </a:lnTo>
                  <a:lnTo>
                    <a:pt x="203899" y="330242"/>
                  </a:lnTo>
                  <a:lnTo>
                    <a:pt x="209042" y="328997"/>
                  </a:lnTo>
                  <a:lnTo>
                    <a:pt x="214144" y="327590"/>
                  </a:lnTo>
                  <a:lnTo>
                    <a:pt x="219199" y="326022"/>
                  </a:lnTo>
                  <a:lnTo>
                    <a:pt x="224201" y="324295"/>
                  </a:lnTo>
                  <a:lnTo>
                    <a:pt x="229146" y="322410"/>
                  </a:lnTo>
                  <a:lnTo>
                    <a:pt x="234030" y="320370"/>
                  </a:lnTo>
                  <a:lnTo>
                    <a:pt x="238846" y="318177"/>
                  </a:lnTo>
                  <a:lnTo>
                    <a:pt x="243590" y="315832"/>
                  </a:lnTo>
                  <a:lnTo>
                    <a:pt x="248258" y="313338"/>
                  </a:lnTo>
                  <a:lnTo>
                    <a:pt x="252844" y="310697"/>
                  </a:lnTo>
                  <a:lnTo>
                    <a:pt x="257345" y="307913"/>
                  </a:lnTo>
                  <a:lnTo>
                    <a:pt x="261755" y="304988"/>
                  </a:lnTo>
                  <a:lnTo>
                    <a:pt x="266070" y="301924"/>
                  </a:lnTo>
                  <a:lnTo>
                    <a:pt x="270286" y="298725"/>
                  </a:lnTo>
                  <a:lnTo>
                    <a:pt x="274399" y="295395"/>
                  </a:lnTo>
                  <a:lnTo>
                    <a:pt x="278404" y="291936"/>
                  </a:lnTo>
                  <a:lnTo>
                    <a:pt x="282298" y="288352"/>
                  </a:lnTo>
                  <a:lnTo>
                    <a:pt x="286077" y="284647"/>
                  </a:lnTo>
                  <a:lnTo>
                    <a:pt x="289736" y="280823"/>
                  </a:lnTo>
                  <a:lnTo>
                    <a:pt x="293272" y="276886"/>
                  </a:lnTo>
                  <a:lnTo>
                    <a:pt x="296682" y="272839"/>
                  </a:lnTo>
                  <a:lnTo>
                    <a:pt x="299962" y="268686"/>
                  </a:lnTo>
                  <a:lnTo>
                    <a:pt x="303109" y="264431"/>
                  </a:lnTo>
                  <a:lnTo>
                    <a:pt x="306120" y="260079"/>
                  </a:lnTo>
                  <a:lnTo>
                    <a:pt x="308992" y="255634"/>
                  </a:lnTo>
                  <a:lnTo>
                    <a:pt x="311721" y="251100"/>
                  </a:lnTo>
                  <a:lnTo>
                    <a:pt x="314306" y="246482"/>
                  </a:lnTo>
                  <a:lnTo>
                    <a:pt x="316743" y="241784"/>
                  </a:lnTo>
                  <a:lnTo>
                    <a:pt x="319030" y="237011"/>
                  </a:lnTo>
                  <a:lnTo>
                    <a:pt x="321165" y="232169"/>
                  </a:lnTo>
                  <a:lnTo>
                    <a:pt x="323145" y="227261"/>
                  </a:lnTo>
                  <a:lnTo>
                    <a:pt x="324969" y="222294"/>
                  </a:lnTo>
                  <a:lnTo>
                    <a:pt x="326635" y="217271"/>
                  </a:lnTo>
                  <a:lnTo>
                    <a:pt x="328142" y="212197"/>
                  </a:lnTo>
                  <a:lnTo>
                    <a:pt x="329486" y="207079"/>
                  </a:lnTo>
                  <a:lnTo>
                    <a:pt x="330669" y="201920"/>
                  </a:lnTo>
                  <a:lnTo>
                    <a:pt x="331687" y="196727"/>
                  </a:lnTo>
                  <a:lnTo>
                    <a:pt x="332540" y="191504"/>
                  </a:lnTo>
                  <a:lnTo>
                    <a:pt x="333228" y="186257"/>
                  </a:lnTo>
                  <a:lnTo>
                    <a:pt x="333749" y="180990"/>
                  </a:lnTo>
                  <a:lnTo>
                    <a:pt x="334103" y="175710"/>
                  </a:lnTo>
                  <a:lnTo>
                    <a:pt x="334290" y="170421"/>
                  </a:lnTo>
                  <a:lnTo>
                    <a:pt x="334310" y="165129"/>
                  </a:lnTo>
                  <a:lnTo>
                    <a:pt x="334162" y="159839"/>
                  </a:lnTo>
                  <a:lnTo>
                    <a:pt x="333846" y="154556"/>
                  </a:lnTo>
                  <a:lnTo>
                    <a:pt x="333363" y="149286"/>
                  </a:lnTo>
                  <a:lnTo>
                    <a:pt x="332714" y="144034"/>
                  </a:lnTo>
                  <a:lnTo>
                    <a:pt x="331899" y="138805"/>
                  </a:lnTo>
                  <a:lnTo>
                    <a:pt x="330919" y="133604"/>
                  </a:lnTo>
                  <a:lnTo>
                    <a:pt x="329775" y="128437"/>
                  </a:lnTo>
                  <a:lnTo>
                    <a:pt x="328467" y="123309"/>
                  </a:lnTo>
                  <a:lnTo>
                    <a:pt x="326998" y="118225"/>
                  </a:lnTo>
                  <a:lnTo>
                    <a:pt x="325369" y="113190"/>
                  </a:lnTo>
                  <a:lnTo>
                    <a:pt x="323582" y="108209"/>
                  </a:lnTo>
                  <a:lnTo>
                    <a:pt x="321637" y="103287"/>
                  </a:lnTo>
                  <a:lnTo>
                    <a:pt x="319538" y="98429"/>
                  </a:lnTo>
                  <a:lnTo>
                    <a:pt x="317286" y="93640"/>
                  </a:lnTo>
                  <a:lnTo>
                    <a:pt x="314883" y="88924"/>
                  </a:lnTo>
                  <a:lnTo>
                    <a:pt x="312333" y="84287"/>
                  </a:lnTo>
                  <a:lnTo>
                    <a:pt x="309637" y="79733"/>
                  </a:lnTo>
                  <a:lnTo>
                    <a:pt x="306798" y="75267"/>
                  </a:lnTo>
                  <a:lnTo>
                    <a:pt x="303819" y="70893"/>
                  </a:lnTo>
                  <a:lnTo>
                    <a:pt x="300703" y="66615"/>
                  </a:lnTo>
                  <a:lnTo>
                    <a:pt x="297453" y="62438"/>
                  </a:lnTo>
                  <a:lnTo>
                    <a:pt x="294073" y="58366"/>
                  </a:lnTo>
                  <a:lnTo>
                    <a:pt x="290566" y="54403"/>
                  </a:lnTo>
                  <a:lnTo>
                    <a:pt x="286935" y="50553"/>
                  </a:lnTo>
                  <a:lnTo>
                    <a:pt x="283184" y="46820"/>
                  </a:lnTo>
                  <a:lnTo>
                    <a:pt x="279316" y="43208"/>
                  </a:lnTo>
                  <a:lnTo>
                    <a:pt x="275336" y="39720"/>
                  </a:lnTo>
                  <a:lnTo>
                    <a:pt x="271248" y="36359"/>
                  </a:lnTo>
                  <a:lnTo>
                    <a:pt x="267055" y="33130"/>
                  </a:lnTo>
                  <a:lnTo>
                    <a:pt x="262763" y="30035"/>
                  </a:lnTo>
                  <a:lnTo>
                    <a:pt x="258374" y="27077"/>
                  </a:lnTo>
                  <a:lnTo>
                    <a:pt x="253894" y="24260"/>
                  </a:lnTo>
                  <a:lnTo>
                    <a:pt x="249327" y="21586"/>
                  </a:lnTo>
                  <a:lnTo>
                    <a:pt x="244678" y="19057"/>
                  </a:lnTo>
                  <a:lnTo>
                    <a:pt x="239951" y="16678"/>
                  </a:lnTo>
                  <a:lnTo>
                    <a:pt x="235151" y="14449"/>
                  </a:lnTo>
                  <a:lnTo>
                    <a:pt x="230283" y="12373"/>
                  </a:lnTo>
                  <a:lnTo>
                    <a:pt x="225352" y="10452"/>
                  </a:lnTo>
                  <a:lnTo>
                    <a:pt x="220362" y="8689"/>
                  </a:lnTo>
                  <a:lnTo>
                    <a:pt x="215319" y="7084"/>
                  </a:lnTo>
                  <a:lnTo>
                    <a:pt x="210228" y="5640"/>
                  </a:lnTo>
                  <a:lnTo>
                    <a:pt x="205093" y="4357"/>
                  </a:lnTo>
                  <a:lnTo>
                    <a:pt x="199921" y="3238"/>
                  </a:lnTo>
                  <a:lnTo>
                    <a:pt x="194716" y="2283"/>
                  </a:lnTo>
                  <a:lnTo>
                    <a:pt x="189483" y="1493"/>
                  </a:lnTo>
                  <a:lnTo>
                    <a:pt x="184228" y="869"/>
                  </a:lnTo>
                  <a:lnTo>
                    <a:pt x="178955" y="412"/>
                  </a:lnTo>
                  <a:lnTo>
                    <a:pt x="173671" y="122"/>
                  </a:lnTo>
                  <a:lnTo>
                    <a:pt x="168380" y="0"/>
                  </a:lnTo>
                  <a:lnTo>
                    <a:pt x="167155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1225" cy="167167"/>
            </a:xfrm>
            <a:custGeom>
              <a:avLst/>
              <a:pathLst>
                <a:path w="1225" h="167167">
                  <a:moveTo>
                    <a:pt x="122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46" y="5269756"/>
              <a:ext cx="167154" cy="170537"/>
            </a:xfrm>
            <a:custGeom>
              <a:avLst/>
              <a:pathLst>
                <a:path w="167154" h="170537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7" y="792"/>
                  </a:lnTo>
                  <a:lnTo>
                    <a:pt x="145505" y="1407"/>
                  </a:lnTo>
                  <a:lnTo>
                    <a:pt x="140135" y="2198"/>
                  </a:lnTo>
                  <a:lnTo>
                    <a:pt x="134794" y="3162"/>
                  </a:lnTo>
                  <a:lnTo>
                    <a:pt x="129487" y="4299"/>
                  </a:lnTo>
                  <a:lnTo>
                    <a:pt x="124219" y="5607"/>
                  </a:lnTo>
                  <a:lnTo>
                    <a:pt x="118997" y="7086"/>
                  </a:lnTo>
                  <a:lnTo>
                    <a:pt x="113826" y="8734"/>
                  </a:lnTo>
                  <a:lnTo>
                    <a:pt x="108711" y="10548"/>
                  </a:lnTo>
                  <a:lnTo>
                    <a:pt x="103658" y="12528"/>
                  </a:lnTo>
                  <a:lnTo>
                    <a:pt x="98671" y="14671"/>
                  </a:lnTo>
                  <a:lnTo>
                    <a:pt x="93757" y="16975"/>
                  </a:lnTo>
                  <a:lnTo>
                    <a:pt x="88920" y="19436"/>
                  </a:lnTo>
                  <a:lnTo>
                    <a:pt x="84165" y="22054"/>
                  </a:lnTo>
                  <a:lnTo>
                    <a:pt x="79498" y="24825"/>
                  </a:lnTo>
                  <a:lnTo>
                    <a:pt x="74923" y="27745"/>
                  </a:lnTo>
                  <a:lnTo>
                    <a:pt x="70446" y="30813"/>
                  </a:lnTo>
                  <a:lnTo>
                    <a:pt x="66071" y="34024"/>
                  </a:lnTo>
                  <a:lnTo>
                    <a:pt x="61802" y="37376"/>
                  </a:lnTo>
                  <a:lnTo>
                    <a:pt x="57644" y="40864"/>
                  </a:lnTo>
                  <a:lnTo>
                    <a:pt x="53601" y="44486"/>
                  </a:lnTo>
                  <a:lnTo>
                    <a:pt x="49679" y="48237"/>
                  </a:lnTo>
                  <a:lnTo>
                    <a:pt x="45880" y="52113"/>
                  </a:lnTo>
                  <a:lnTo>
                    <a:pt x="42209" y="56110"/>
                  </a:lnTo>
                  <a:lnTo>
                    <a:pt x="38669" y="60225"/>
                  </a:lnTo>
                  <a:lnTo>
                    <a:pt x="35265" y="64452"/>
                  </a:lnTo>
                  <a:lnTo>
                    <a:pt x="32001" y="68788"/>
                  </a:lnTo>
                  <a:lnTo>
                    <a:pt x="28878" y="73227"/>
                  </a:lnTo>
                  <a:lnTo>
                    <a:pt x="25901" y="77766"/>
                  </a:lnTo>
                  <a:lnTo>
                    <a:pt x="23074" y="82398"/>
                  </a:lnTo>
                  <a:lnTo>
                    <a:pt x="20398" y="87120"/>
                  </a:lnTo>
                  <a:lnTo>
                    <a:pt x="17877" y="91927"/>
                  </a:lnTo>
                  <a:lnTo>
                    <a:pt x="15513" y="96812"/>
                  </a:lnTo>
                  <a:lnTo>
                    <a:pt x="13309" y="101772"/>
                  </a:lnTo>
                  <a:lnTo>
                    <a:pt x="11267" y="106801"/>
                  </a:lnTo>
                  <a:lnTo>
                    <a:pt x="9389" y="111893"/>
                  </a:lnTo>
                  <a:lnTo>
                    <a:pt x="7678" y="117044"/>
                  </a:lnTo>
                  <a:lnTo>
                    <a:pt x="6135" y="122247"/>
                  </a:lnTo>
                  <a:lnTo>
                    <a:pt x="4762" y="127498"/>
                  </a:lnTo>
                  <a:lnTo>
                    <a:pt x="3560" y="132791"/>
                  </a:lnTo>
                  <a:lnTo>
                    <a:pt x="2530" y="138119"/>
                  </a:lnTo>
                  <a:lnTo>
                    <a:pt x="1674" y="143479"/>
                  </a:lnTo>
                  <a:lnTo>
                    <a:pt x="992" y="148863"/>
                  </a:lnTo>
                  <a:lnTo>
                    <a:pt x="485" y="154267"/>
                  </a:lnTo>
                  <a:lnTo>
                    <a:pt x="154" y="159684"/>
                  </a:lnTo>
                  <a:lnTo>
                    <a:pt x="0" y="165110"/>
                  </a:lnTo>
                  <a:lnTo>
                    <a:pt x="21" y="17053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67" y="5269756"/>
              <a:ext cx="334283" cy="334334"/>
            </a:xfrm>
            <a:custGeom>
              <a:avLst/>
              <a:pathLst>
                <a:path w="334283" h="334334">
                  <a:moveTo>
                    <a:pt x="0" y="170537"/>
                  </a:moveTo>
                  <a:lnTo>
                    <a:pt x="190" y="175833"/>
                  </a:lnTo>
                  <a:lnTo>
                    <a:pt x="549" y="181121"/>
                  </a:lnTo>
                  <a:lnTo>
                    <a:pt x="1075" y="186394"/>
                  </a:lnTo>
                  <a:lnTo>
                    <a:pt x="1768" y="191649"/>
                  </a:lnTo>
                  <a:lnTo>
                    <a:pt x="2627" y="196878"/>
                  </a:lnTo>
                  <a:lnTo>
                    <a:pt x="3652" y="202078"/>
                  </a:lnTo>
                  <a:lnTo>
                    <a:pt x="4840" y="207243"/>
                  </a:lnTo>
                  <a:lnTo>
                    <a:pt x="6192" y="212367"/>
                  </a:lnTo>
                  <a:lnTo>
                    <a:pt x="7706" y="217446"/>
                  </a:lnTo>
                  <a:lnTo>
                    <a:pt x="9380" y="222474"/>
                  </a:lnTo>
                  <a:lnTo>
                    <a:pt x="11212" y="227447"/>
                  </a:lnTo>
                  <a:lnTo>
                    <a:pt x="13201" y="232359"/>
                  </a:lnTo>
                  <a:lnTo>
                    <a:pt x="15345" y="237206"/>
                  </a:lnTo>
                  <a:lnTo>
                    <a:pt x="17642" y="241982"/>
                  </a:lnTo>
                  <a:lnTo>
                    <a:pt x="20088" y="246683"/>
                  </a:lnTo>
                  <a:lnTo>
                    <a:pt x="22683" y="251305"/>
                  </a:lnTo>
                  <a:lnTo>
                    <a:pt x="25423" y="255841"/>
                  </a:lnTo>
                  <a:lnTo>
                    <a:pt x="28305" y="260289"/>
                  </a:lnTo>
                  <a:lnTo>
                    <a:pt x="31326" y="264643"/>
                  </a:lnTo>
                  <a:lnTo>
                    <a:pt x="34484" y="268899"/>
                  </a:lnTo>
                  <a:lnTo>
                    <a:pt x="37776" y="273052"/>
                  </a:lnTo>
                  <a:lnTo>
                    <a:pt x="41197" y="277100"/>
                  </a:lnTo>
                  <a:lnTo>
                    <a:pt x="44745" y="281036"/>
                  </a:lnTo>
                  <a:lnTo>
                    <a:pt x="48416" y="284859"/>
                  </a:lnTo>
                  <a:lnTo>
                    <a:pt x="52207" y="288563"/>
                  </a:lnTo>
                  <a:lnTo>
                    <a:pt x="56113" y="292145"/>
                  </a:lnTo>
                  <a:lnTo>
                    <a:pt x="60130" y="295601"/>
                  </a:lnTo>
                  <a:lnTo>
                    <a:pt x="64255" y="298929"/>
                  </a:lnTo>
                  <a:lnTo>
                    <a:pt x="68484" y="302123"/>
                  </a:lnTo>
                  <a:lnTo>
                    <a:pt x="72811" y="305183"/>
                  </a:lnTo>
                  <a:lnTo>
                    <a:pt x="77233" y="308103"/>
                  </a:lnTo>
                  <a:lnTo>
                    <a:pt x="81746" y="310882"/>
                  </a:lnTo>
                  <a:lnTo>
                    <a:pt x="86345" y="313517"/>
                  </a:lnTo>
                  <a:lnTo>
                    <a:pt x="91024" y="316004"/>
                  </a:lnTo>
                  <a:lnTo>
                    <a:pt x="95781" y="318342"/>
                  </a:lnTo>
                  <a:lnTo>
                    <a:pt x="100609" y="320527"/>
                  </a:lnTo>
                  <a:lnTo>
                    <a:pt x="105503" y="322559"/>
                  </a:lnTo>
                  <a:lnTo>
                    <a:pt x="110460" y="324435"/>
                  </a:lnTo>
                  <a:lnTo>
                    <a:pt x="115474" y="326152"/>
                  </a:lnTo>
                  <a:lnTo>
                    <a:pt x="120539" y="327710"/>
                  </a:lnTo>
                  <a:lnTo>
                    <a:pt x="125652" y="329106"/>
                  </a:lnTo>
                  <a:lnTo>
                    <a:pt x="130806" y="330340"/>
                  </a:lnTo>
                  <a:lnTo>
                    <a:pt x="135997" y="331409"/>
                  </a:lnTo>
                  <a:lnTo>
                    <a:pt x="141219" y="332314"/>
                  </a:lnTo>
                  <a:lnTo>
                    <a:pt x="146467" y="333052"/>
                  </a:lnTo>
                  <a:lnTo>
                    <a:pt x="151735" y="333624"/>
                  </a:lnTo>
                  <a:lnTo>
                    <a:pt x="157020" y="334028"/>
                  </a:lnTo>
                  <a:lnTo>
                    <a:pt x="162314" y="334265"/>
                  </a:lnTo>
                  <a:lnTo>
                    <a:pt x="167613" y="334334"/>
                  </a:lnTo>
                  <a:lnTo>
                    <a:pt x="172912" y="334234"/>
                  </a:lnTo>
                  <a:lnTo>
                    <a:pt x="178205" y="333967"/>
                  </a:lnTo>
                  <a:lnTo>
                    <a:pt x="183487" y="333533"/>
                  </a:lnTo>
                  <a:lnTo>
                    <a:pt x="188752" y="332931"/>
                  </a:lnTo>
                  <a:lnTo>
                    <a:pt x="193996" y="332162"/>
                  </a:lnTo>
                  <a:lnTo>
                    <a:pt x="199213" y="331227"/>
                  </a:lnTo>
                  <a:lnTo>
                    <a:pt x="204397" y="330128"/>
                  </a:lnTo>
                  <a:lnTo>
                    <a:pt x="209544" y="328865"/>
                  </a:lnTo>
                  <a:lnTo>
                    <a:pt x="214648" y="327439"/>
                  </a:lnTo>
                  <a:lnTo>
                    <a:pt x="219705" y="325853"/>
                  </a:lnTo>
                  <a:lnTo>
                    <a:pt x="224709" y="324106"/>
                  </a:lnTo>
                  <a:lnTo>
                    <a:pt x="229654" y="322202"/>
                  </a:lnTo>
                  <a:lnTo>
                    <a:pt x="234538" y="320143"/>
                  </a:lnTo>
                  <a:lnTo>
                    <a:pt x="239353" y="317929"/>
                  </a:lnTo>
                  <a:lnTo>
                    <a:pt x="244096" y="315564"/>
                  </a:lnTo>
                  <a:lnTo>
                    <a:pt x="248761" y="313050"/>
                  </a:lnTo>
                  <a:lnTo>
                    <a:pt x="253344" y="310389"/>
                  </a:lnTo>
                  <a:lnTo>
                    <a:pt x="257841" y="307584"/>
                  </a:lnTo>
                  <a:lnTo>
                    <a:pt x="262246" y="304638"/>
                  </a:lnTo>
                  <a:lnTo>
                    <a:pt x="266556" y="301554"/>
                  </a:lnTo>
                  <a:lnTo>
                    <a:pt x="270766" y="298335"/>
                  </a:lnTo>
                  <a:lnTo>
                    <a:pt x="274872" y="294984"/>
                  </a:lnTo>
                  <a:lnTo>
                    <a:pt x="278870" y="291505"/>
                  </a:lnTo>
                  <a:lnTo>
                    <a:pt x="282755" y="287900"/>
                  </a:lnTo>
                  <a:lnTo>
                    <a:pt x="286524" y="284175"/>
                  </a:lnTo>
                  <a:lnTo>
                    <a:pt x="290173" y="280331"/>
                  </a:lnTo>
                  <a:lnTo>
                    <a:pt x="293698" y="276374"/>
                  </a:lnTo>
                  <a:lnTo>
                    <a:pt x="297096" y="272307"/>
                  </a:lnTo>
                  <a:lnTo>
                    <a:pt x="300364" y="268135"/>
                  </a:lnTo>
                  <a:lnTo>
                    <a:pt x="303497" y="263861"/>
                  </a:lnTo>
                  <a:lnTo>
                    <a:pt x="306494" y="259489"/>
                  </a:lnTo>
                  <a:lnTo>
                    <a:pt x="309351" y="255026"/>
                  </a:lnTo>
                  <a:lnTo>
                    <a:pt x="312064" y="250473"/>
                  </a:lnTo>
                  <a:lnTo>
                    <a:pt x="314632" y="245837"/>
                  </a:lnTo>
                  <a:lnTo>
                    <a:pt x="317052" y="241122"/>
                  </a:lnTo>
                  <a:lnTo>
                    <a:pt x="319321" y="236333"/>
                  </a:lnTo>
                  <a:lnTo>
                    <a:pt x="321437" y="231474"/>
                  </a:lnTo>
                  <a:lnTo>
                    <a:pt x="323397" y="226550"/>
                  </a:lnTo>
                  <a:lnTo>
                    <a:pt x="325201" y="221567"/>
                  </a:lnTo>
                  <a:lnTo>
                    <a:pt x="326846" y="216529"/>
                  </a:lnTo>
                  <a:lnTo>
                    <a:pt x="328331" y="211441"/>
                  </a:lnTo>
                  <a:lnTo>
                    <a:pt x="329653" y="206309"/>
                  </a:lnTo>
                  <a:lnTo>
                    <a:pt x="330812" y="201138"/>
                  </a:lnTo>
                  <a:lnTo>
                    <a:pt x="331807" y="195932"/>
                  </a:lnTo>
                  <a:lnTo>
                    <a:pt x="332636" y="190698"/>
                  </a:lnTo>
                  <a:lnTo>
                    <a:pt x="333299" y="185440"/>
                  </a:lnTo>
                  <a:lnTo>
                    <a:pt x="333794" y="180163"/>
                  </a:lnTo>
                  <a:lnTo>
                    <a:pt x="334123" y="174874"/>
                  </a:lnTo>
                  <a:lnTo>
                    <a:pt x="334283" y="169577"/>
                  </a:lnTo>
                  <a:lnTo>
                    <a:pt x="334275" y="164277"/>
                  </a:lnTo>
                  <a:lnTo>
                    <a:pt x="334100" y="158980"/>
                  </a:lnTo>
                  <a:lnTo>
                    <a:pt x="333756" y="153692"/>
                  </a:lnTo>
                  <a:lnTo>
                    <a:pt x="333246" y="148417"/>
                  </a:lnTo>
                  <a:lnTo>
                    <a:pt x="332568" y="143160"/>
                  </a:lnTo>
                  <a:lnTo>
                    <a:pt x="331724" y="137928"/>
                  </a:lnTo>
                  <a:lnTo>
                    <a:pt x="330714" y="132726"/>
                  </a:lnTo>
                  <a:lnTo>
                    <a:pt x="329540" y="127558"/>
                  </a:lnTo>
                  <a:lnTo>
                    <a:pt x="328203" y="122430"/>
                  </a:lnTo>
                  <a:lnTo>
                    <a:pt x="326704" y="117346"/>
                  </a:lnTo>
                  <a:lnTo>
                    <a:pt x="325044" y="112313"/>
                  </a:lnTo>
                  <a:lnTo>
                    <a:pt x="323226" y="107335"/>
                  </a:lnTo>
                  <a:lnTo>
                    <a:pt x="321251" y="102417"/>
                  </a:lnTo>
                  <a:lnTo>
                    <a:pt x="319121" y="97564"/>
                  </a:lnTo>
                  <a:lnTo>
                    <a:pt x="316838" y="92781"/>
                  </a:lnTo>
                  <a:lnTo>
                    <a:pt x="314405" y="88073"/>
                  </a:lnTo>
                  <a:lnTo>
                    <a:pt x="311824" y="83445"/>
                  </a:lnTo>
                  <a:lnTo>
                    <a:pt x="309097" y="78900"/>
                  </a:lnTo>
                  <a:lnTo>
                    <a:pt x="306228" y="74444"/>
                  </a:lnTo>
                  <a:lnTo>
                    <a:pt x="303219" y="70082"/>
                  </a:lnTo>
                  <a:lnTo>
                    <a:pt x="300073" y="65817"/>
                  </a:lnTo>
                  <a:lnTo>
                    <a:pt x="296794" y="61654"/>
                  </a:lnTo>
                  <a:lnTo>
                    <a:pt x="293384" y="57597"/>
                  </a:lnTo>
                  <a:lnTo>
                    <a:pt x="289847" y="53650"/>
                  </a:lnTo>
                  <a:lnTo>
                    <a:pt x="286187" y="49817"/>
                  </a:lnTo>
                  <a:lnTo>
                    <a:pt x="282407" y="46102"/>
                  </a:lnTo>
                  <a:lnTo>
                    <a:pt x="278512" y="42509"/>
                  </a:lnTo>
                  <a:lnTo>
                    <a:pt x="274504" y="39041"/>
                  </a:lnTo>
                  <a:lnTo>
                    <a:pt x="270389" y="35702"/>
                  </a:lnTo>
                  <a:lnTo>
                    <a:pt x="266170" y="32494"/>
                  </a:lnTo>
                  <a:lnTo>
                    <a:pt x="261851" y="29423"/>
                  </a:lnTo>
                  <a:lnTo>
                    <a:pt x="257437" y="26490"/>
                  </a:lnTo>
                  <a:lnTo>
                    <a:pt x="252932" y="23698"/>
                  </a:lnTo>
                  <a:lnTo>
                    <a:pt x="248341" y="21050"/>
                  </a:lnTo>
                  <a:lnTo>
                    <a:pt x="243669" y="18549"/>
                  </a:lnTo>
                  <a:lnTo>
                    <a:pt x="238919" y="16198"/>
                  </a:lnTo>
                  <a:lnTo>
                    <a:pt x="234098" y="13998"/>
                  </a:lnTo>
                  <a:lnTo>
                    <a:pt x="229209" y="11952"/>
                  </a:lnTo>
                  <a:lnTo>
                    <a:pt x="224257" y="10063"/>
                  </a:lnTo>
                  <a:lnTo>
                    <a:pt x="219249" y="8331"/>
                  </a:lnTo>
                  <a:lnTo>
                    <a:pt x="214188" y="6759"/>
                  </a:lnTo>
                  <a:lnTo>
                    <a:pt x="209079" y="5348"/>
                  </a:lnTo>
                  <a:lnTo>
                    <a:pt x="203929" y="4099"/>
                  </a:lnTo>
                  <a:lnTo>
                    <a:pt x="198741" y="3015"/>
                  </a:lnTo>
                  <a:lnTo>
                    <a:pt x="193522" y="2095"/>
                  </a:lnTo>
                  <a:lnTo>
                    <a:pt x="188276" y="1342"/>
                  </a:lnTo>
                  <a:lnTo>
                    <a:pt x="183009" y="755"/>
                  </a:lnTo>
                  <a:lnTo>
                    <a:pt x="177726" y="335"/>
                  </a:lnTo>
                  <a:lnTo>
                    <a:pt x="172432" y="84"/>
                  </a:lnTo>
                  <a:lnTo>
                    <a:pt x="167133" y="0"/>
                  </a:lnTo>
                  <a:lnTo>
                    <a:pt x="1671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3788" y="5399291"/>
              <a:ext cx="42426" cy="167167"/>
            </a:xfrm>
            <a:custGeom>
              <a:avLst/>
              <a:pathLst>
                <a:path w="42426" h="167167">
                  <a:moveTo>
                    <a:pt x="42426" y="0"/>
                  </a:moveTo>
                  <a:lnTo>
                    <a:pt x="36300" y="112"/>
                  </a:lnTo>
                  <a:lnTo>
                    <a:pt x="30181" y="449"/>
                  </a:lnTo>
                  <a:lnTo>
                    <a:pt x="24079" y="1009"/>
                  </a:lnTo>
                  <a:lnTo>
                    <a:pt x="18002" y="1793"/>
                  </a:lnTo>
                  <a:lnTo>
                    <a:pt x="11958" y="2800"/>
                  </a:lnTo>
                  <a:lnTo>
                    <a:pt x="5954" y="4027"/>
                  </a:lnTo>
                  <a:lnTo>
                    <a:pt x="0" y="5473"/>
                  </a:lnTo>
                  <a:lnTo>
                    <a:pt x="4242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3788" y="5404765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3788" y="5404765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3788" y="5404765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3788" y="5404765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3788" y="5404765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3788" y="5404765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63" y="5403319"/>
              <a:ext cx="334304" cy="330307"/>
            </a:xfrm>
            <a:custGeom>
              <a:avLst/>
              <a:pathLst>
                <a:path w="334304" h="330307">
                  <a:moveTo>
                    <a:pt x="124725" y="1446"/>
                  </a:moveTo>
                  <a:lnTo>
                    <a:pt x="119617" y="2873"/>
                  </a:lnTo>
                  <a:lnTo>
                    <a:pt x="114556" y="4462"/>
                  </a:lnTo>
                  <a:lnTo>
                    <a:pt x="109549" y="6210"/>
                  </a:lnTo>
                  <a:lnTo>
                    <a:pt x="104599" y="8117"/>
                  </a:lnTo>
                  <a:lnTo>
                    <a:pt x="99713" y="10179"/>
                  </a:lnTo>
                  <a:lnTo>
                    <a:pt x="94894" y="12396"/>
                  </a:lnTo>
                  <a:lnTo>
                    <a:pt x="90148" y="14764"/>
                  </a:lnTo>
                  <a:lnTo>
                    <a:pt x="85480" y="17282"/>
                  </a:lnTo>
                  <a:lnTo>
                    <a:pt x="80893" y="19946"/>
                  </a:lnTo>
                  <a:lnTo>
                    <a:pt x="76394" y="22755"/>
                  </a:lnTo>
                  <a:lnTo>
                    <a:pt x="71986" y="25705"/>
                  </a:lnTo>
                  <a:lnTo>
                    <a:pt x="67674" y="28793"/>
                  </a:lnTo>
                  <a:lnTo>
                    <a:pt x="63462" y="32017"/>
                  </a:lnTo>
                  <a:lnTo>
                    <a:pt x="59354" y="35372"/>
                  </a:lnTo>
                  <a:lnTo>
                    <a:pt x="55355" y="38857"/>
                  </a:lnTo>
                  <a:lnTo>
                    <a:pt x="51468" y="42466"/>
                  </a:lnTo>
                  <a:lnTo>
                    <a:pt x="47698" y="46197"/>
                  </a:lnTo>
                  <a:lnTo>
                    <a:pt x="44048" y="50045"/>
                  </a:lnTo>
                  <a:lnTo>
                    <a:pt x="40522" y="54008"/>
                  </a:lnTo>
                  <a:lnTo>
                    <a:pt x="37124" y="58080"/>
                  </a:lnTo>
                  <a:lnTo>
                    <a:pt x="33856" y="62258"/>
                  </a:lnTo>
                  <a:lnTo>
                    <a:pt x="30723" y="66537"/>
                  </a:lnTo>
                  <a:lnTo>
                    <a:pt x="27727" y="70914"/>
                  </a:lnTo>
                  <a:lnTo>
                    <a:pt x="24871" y="75384"/>
                  </a:lnTo>
                  <a:lnTo>
                    <a:pt x="22159" y="79942"/>
                  </a:lnTo>
                  <a:lnTo>
                    <a:pt x="19592" y="84584"/>
                  </a:lnTo>
                  <a:lnTo>
                    <a:pt x="17174" y="89305"/>
                  </a:lnTo>
                  <a:lnTo>
                    <a:pt x="14908" y="94100"/>
                  </a:lnTo>
                  <a:lnTo>
                    <a:pt x="12794" y="98964"/>
                  </a:lnTo>
                  <a:lnTo>
                    <a:pt x="10836" y="103894"/>
                  </a:lnTo>
                  <a:lnTo>
                    <a:pt x="9035" y="108883"/>
                  </a:lnTo>
                  <a:lnTo>
                    <a:pt x="7393" y="113926"/>
                  </a:lnTo>
                  <a:lnTo>
                    <a:pt x="5912" y="119019"/>
                  </a:lnTo>
                  <a:lnTo>
                    <a:pt x="4594" y="124157"/>
                  </a:lnTo>
                  <a:lnTo>
                    <a:pt x="3439" y="129334"/>
                  </a:lnTo>
                  <a:lnTo>
                    <a:pt x="2449" y="134545"/>
                  </a:lnTo>
                  <a:lnTo>
                    <a:pt x="1624" y="139784"/>
                  </a:lnTo>
                  <a:lnTo>
                    <a:pt x="967" y="145047"/>
                  </a:lnTo>
                  <a:lnTo>
                    <a:pt x="476" y="150329"/>
                  </a:lnTo>
                  <a:lnTo>
                    <a:pt x="154" y="155623"/>
                  </a:lnTo>
                  <a:lnTo>
                    <a:pt x="0" y="160925"/>
                  </a:lnTo>
                  <a:lnTo>
                    <a:pt x="13" y="166229"/>
                  </a:lnTo>
                  <a:lnTo>
                    <a:pt x="195" y="171530"/>
                  </a:lnTo>
                  <a:lnTo>
                    <a:pt x="546" y="176822"/>
                  </a:lnTo>
                  <a:lnTo>
                    <a:pt x="1064" y="182101"/>
                  </a:lnTo>
                  <a:lnTo>
                    <a:pt x="1749" y="187360"/>
                  </a:lnTo>
                  <a:lnTo>
                    <a:pt x="2600" y="192596"/>
                  </a:lnTo>
                  <a:lnTo>
                    <a:pt x="3618" y="197801"/>
                  </a:lnTo>
                  <a:lnTo>
                    <a:pt x="4800" y="202972"/>
                  </a:lnTo>
                  <a:lnTo>
                    <a:pt x="6145" y="208102"/>
                  </a:lnTo>
                  <a:lnTo>
                    <a:pt x="7653" y="213188"/>
                  </a:lnTo>
                  <a:lnTo>
                    <a:pt x="9321" y="218223"/>
                  </a:lnTo>
                  <a:lnTo>
                    <a:pt x="11148" y="223202"/>
                  </a:lnTo>
                  <a:lnTo>
                    <a:pt x="13132" y="228121"/>
                  </a:lnTo>
                  <a:lnTo>
                    <a:pt x="15271" y="232975"/>
                  </a:lnTo>
                  <a:lnTo>
                    <a:pt x="17563" y="237758"/>
                  </a:lnTo>
                  <a:lnTo>
                    <a:pt x="20005" y="242466"/>
                  </a:lnTo>
                  <a:lnTo>
                    <a:pt x="22596" y="247094"/>
                  </a:lnTo>
                  <a:lnTo>
                    <a:pt x="25332" y="251638"/>
                  </a:lnTo>
                  <a:lnTo>
                    <a:pt x="28211" y="256093"/>
                  </a:lnTo>
                  <a:lnTo>
                    <a:pt x="31230" y="260454"/>
                  </a:lnTo>
                  <a:lnTo>
                    <a:pt x="34386" y="264717"/>
                  </a:lnTo>
                  <a:lnTo>
                    <a:pt x="37675" y="268878"/>
                  </a:lnTo>
                  <a:lnTo>
                    <a:pt x="41095" y="272932"/>
                  </a:lnTo>
                  <a:lnTo>
                    <a:pt x="44641" y="276876"/>
                  </a:lnTo>
                  <a:lnTo>
                    <a:pt x="48311" y="280706"/>
                  </a:lnTo>
                  <a:lnTo>
                    <a:pt x="52101" y="284417"/>
                  </a:lnTo>
                  <a:lnTo>
                    <a:pt x="56006" y="288006"/>
                  </a:lnTo>
                  <a:lnTo>
                    <a:pt x="60024" y="291469"/>
                  </a:lnTo>
                  <a:lnTo>
                    <a:pt x="64149" y="294803"/>
                  </a:lnTo>
                  <a:lnTo>
                    <a:pt x="68378" y="298004"/>
                  </a:lnTo>
                  <a:lnTo>
                    <a:pt x="72706" y="301070"/>
                  </a:lnTo>
                  <a:lnTo>
                    <a:pt x="77129" y="303997"/>
                  </a:lnTo>
                  <a:lnTo>
                    <a:pt x="81643" y="306782"/>
                  </a:lnTo>
                  <a:lnTo>
                    <a:pt x="86243" y="309423"/>
                  </a:lnTo>
                  <a:lnTo>
                    <a:pt x="90925" y="311916"/>
                  </a:lnTo>
                  <a:lnTo>
                    <a:pt x="95683" y="314259"/>
                  </a:lnTo>
                  <a:lnTo>
                    <a:pt x="100513" y="316450"/>
                  </a:lnTo>
                  <a:lnTo>
                    <a:pt x="105411" y="318487"/>
                  </a:lnTo>
                  <a:lnTo>
                    <a:pt x="110370" y="320368"/>
                  </a:lnTo>
                  <a:lnTo>
                    <a:pt x="115387" y="322090"/>
                  </a:lnTo>
                  <a:lnTo>
                    <a:pt x="120455" y="323652"/>
                  </a:lnTo>
                  <a:lnTo>
                    <a:pt x="125571" y="325053"/>
                  </a:lnTo>
                  <a:lnTo>
                    <a:pt x="130729" y="326291"/>
                  </a:lnTo>
                  <a:lnTo>
                    <a:pt x="135923" y="327364"/>
                  </a:lnTo>
                  <a:lnTo>
                    <a:pt x="141149" y="328272"/>
                  </a:lnTo>
                  <a:lnTo>
                    <a:pt x="146401" y="329014"/>
                  </a:lnTo>
                  <a:lnTo>
                    <a:pt x="151674" y="329589"/>
                  </a:lnTo>
                  <a:lnTo>
                    <a:pt x="156962" y="329996"/>
                  </a:lnTo>
                  <a:lnTo>
                    <a:pt x="162261" y="330236"/>
                  </a:lnTo>
                  <a:lnTo>
                    <a:pt x="167564" y="330307"/>
                  </a:lnTo>
                  <a:lnTo>
                    <a:pt x="172867" y="330209"/>
                  </a:lnTo>
                  <a:lnTo>
                    <a:pt x="178165" y="329944"/>
                  </a:lnTo>
                  <a:lnTo>
                    <a:pt x="183451" y="329511"/>
                  </a:lnTo>
                  <a:lnTo>
                    <a:pt x="188721" y="328910"/>
                  </a:lnTo>
                  <a:lnTo>
                    <a:pt x="193969" y="328142"/>
                  </a:lnTo>
                  <a:lnTo>
                    <a:pt x="199190" y="327208"/>
                  </a:lnTo>
                  <a:lnTo>
                    <a:pt x="204379" y="326109"/>
                  </a:lnTo>
                  <a:lnTo>
                    <a:pt x="209531" y="324846"/>
                  </a:lnTo>
                  <a:lnTo>
                    <a:pt x="214639" y="323420"/>
                  </a:lnTo>
                  <a:lnTo>
                    <a:pt x="219700" y="321833"/>
                  </a:lnTo>
                  <a:lnTo>
                    <a:pt x="224709" y="320086"/>
                  </a:lnTo>
                  <a:lnTo>
                    <a:pt x="229659" y="318181"/>
                  </a:lnTo>
                  <a:lnTo>
                    <a:pt x="234546" y="316120"/>
                  </a:lnTo>
                  <a:lnTo>
                    <a:pt x="239365" y="313905"/>
                  </a:lnTo>
                  <a:lnTo>
                    <a:pt x="244112" y="311538"/>
                  </a:lnTo>
                  <a:lnTo>
                    <a:pt x="248781" y="309022"/>
                  </a:lnTo>
                  <a:lnTo>
                    <a:pt x="253368" y="306359"/>
                  </a:lnTo>
                  <a:lnTo>
                    <a:pt x="257868" y="303552"/>
                  </a:lnTo>
                  <a:lnTo>
                    <a:pt x="262277" y="300603"/>
                  </a:lnTo>
                  <a:lnTo>
                    <a:pt x="266590" y="297516"/>
                  </a:lnTo>
                  <a:lnTo>
                    <a:pt x="270803" y="294294"/>
                  </a:lnTo>
                  <a:lnTo>
                    <a:pt x="274912" y="290939"/>
                  </a:lnTo>
                  <a:lnTo>
                    <a:pt x="278912" y="287456"/>
                  </a:lnTo>
                  <a:lnTo>
                    <a:pt x="282800" y="283848"/>
                  </a:lnTo>
                  <a:lnTo>
                    <a:pt x="286571" y="280119"/>
                  </a:lnTo>
                  <a:lnTo>
                    <a:pt x="290222" y="276271"/>
                  </a:lnTo>
                  <a:lnTo>
                    <a:pt x="293749" y="272310"/>
                  </a:lnTo>
                  <a:lnTo>
                    <a:pt x="297149" y="268239"/>
                  </a:lnTo>
                  <a:lnTo>
                    <a:pt x="300418" y="264062"/>
                  </a:lnTo>
                  <a:lnTo>
                    <a:pt x="303553" y="259783"/>
                  </a:lnTo>
                  <a:lnTo>
                    <a:pt x="306550" y="255407"/>
                  </a:lnTo>
                  <a:lnTo>
                    <a:pt x="309407" y="250938"/>
                  </a:lnTo>
                  <a:lnTo>
                    <a:pt x="312121" y="246381"/>
                  </a:lnTo>
                  <a:lnTo>
                    <a:pt x="314689" y="241740"/>
                  </a:lnTo>
                  <a:lnTo>
                    <a:pt x="317108" y="237020"/>
                  </a:lnTo>
                  <a:lnTo>
                    <a:pt x="319376" y="232225"/>
                  </a:lnTo>
                  <a:lnTo>
                    <a:pt x="321491" y="227361"/>
                  </a:lnTo>
                  <a:lnTo>
                    <a:pt x="323451" y="222433"/>
                  </a:lnTo>
                  <a:lnTo>
                    <a:pt x="325253" y="217444"/>
                  </a:lnTo>
                  <a:lnTo>
                    <a:pt x="326897" y="212401"/>
                  </a:lnTo>
                  <a:lnTo>
                    <a:pt x="328379" y="207308"/>
                  </a:lnTo>
                  <a:lnTo>
                    <a:pt x="329699" y="202171"/>
                  </a:lnTo>
                  <a:lnTo>
                    <a:pt x="330856" y="196995"/>
                  </a:lnTo>
                  <a:lnTo>
                    <a:pt x="331847" y="191784"/>
                  </a:lnTo>
                  <a:lnTo>
                    <a:pt x="332673" y="186545"/>
                  </a:lnTo>
                  <a:lnTo>
                    <a:pt x="333332" y="181282"/>
                  </a:lnTo>
                  <a:lnTo>
                    <a:pt x="333824" y="176001"/>
                  </a:lnTo>
                  <a:lnTo>
                    <a:pt x="334148" y="170707"/>
                  </a:lnTo>
                  <a:lnTo>
                    <a:pt x="334304" y="165405"/>
                  </a:lnTo>
                  <a:lnTo>
                    <a:pt x="334292" y="160101"/>
                  </a:lnTo>
                  <a:lnTo>
                    <a:pt x="334112" y="154800"/>
                  </a:lnTo>
                  <a:lnTo>
                    <a:pt x="333763" y="149507"/>
                  </a:lnTo>
                  <a:lnTo>
                    <a:pt x="333247" y="144229"/>
                  </a:lnTo>
                  <a:lnTo>
                    <a:pt x="332563" y="138969"/>
                  </a:lnTo>
                  <a:lnTo>
                    <a:pt x="331713" y="133733"/>
                  </a:lnTo>
                  <a:lnTo>
                    <a:pt x="330697" y="128527"/>
                  </a:lnTo>
                  <a:lnTo>
                    <a:pt x="329517" y="123356"/>
                  </a:lnTo>
                  <a:lnTo>
                    <a:pt x="328173" y="118225"/>
                  </a:lnTo>
                  <a:lnTo>
                    <a:pt x="326667" y="113140"/>
                  </a:lnTo>
                  <a:lnTo>
                    <a:pt x="325000" y="108104"/>
                  </a:lnTo>
                  <a:lnTo>
                    <a:pt x="323175" y="103124"/>
                  </a:lnTo>
                  <a:lnTo>
                    <a:pt x="321192" y="98205"/>
                  </a:lnTo>
                  <a:lnTo>
                    <a:pt x="319055" y="93350"/>
                  </a:lnTo>
                  <a:lnTo>
                    <a:pt x="316764" y="88566"/>
                  </a:lnTo>
                  <a:lnTo>
                    <a:pt x="314323" y="83858"/>
                  </a:lnTo>
                  <a:lnTo>
                    <a:pt x="311734" y="79228"/>
                  </a:lnTo>
                  <a:lnTo>
                    <a:pt x="308999" y="74684"/>
                  </a:lnTo>
                  <a:lnTo>
                    <a:pt x="306121" y="70228"/>
                  </a:lnTo>
                  <a:lnTo>
                    <a:pt x="303104" y="65866"/>
                  </a:lnTo>
                  <a:lnTo>
                    <a:pt x="299949" y="61602"/>
                  </a:lnTo>
                  <a:lnTo>
                    <a:pt x="296661" y="57440"/>
                  </a:lnTo>
                  <a:lnTo>
                    <a:pt x="293243" y="53385"/>
                  </a:lnTo>
                  <a:lnTo>
                    <a:pt x="289697" y="49440"/>
                  </a:lnTo>
                  <a:lnTo>
                    <a:pt x="286029" y="45609"/>
                  </a:lnTo>
                  <a:lnTo>
                    <a:pt x="282240" y="41897"/>
                  </a:lnTo>
                  <a:lnTo>
                    <a:pt x="278336" y="38307"/>
                  </a:lnTo>
                  <a:lnTo>
                    <a:pt x="274320" y="34843"/>
                  </a:lnTo>
                  <a:lnTo>
                    <a:pt x="270195" y="31507"/>
                  </a:lnTo>
                  <a:lnTo>
                    <a:pt x="265968" y="28305"/>
                  </a:lnTo>
                  <a:lnTo>
                    <a:pt x="261640" y="25238"/>
                  </a:lnTo>
                  <a:lnTo>
                    <a:pt x="257218" y="22309"/>
                  </a:lnTo>
                  <a:lnTo>
                    <a:pt x="252704" y="19523"/>
                  </a:lnTo>
                  <a:lnTo>
                    <a:pt x="248105" y="16881"/>
                  </a:lnTo>
                  <a:lnTo>
                    <a:pt x="243424" y="14386"/>
                  </a:lnTo>
                  <a:lnTo>
                    <a:pt x="238667" y="12042"/>
                  </a:lnTo>
                  <a:lnTo>
                    <a:pt x="233837" y="9849"/>
                  </a:lnTo>
                  <a:lnTo>
                    <a:pt x="228941" y="7810"/>
                  </a:lnTo>
                  <a:lnTo>
                    <a:pt x="223982" y="5928"/>
                  </a:lnTo>
                  <a:lnTo>
                    <a:pt x="218966" y="4205"/>
                  </a:lnTo>
                  <a:lnTo>
                    <a:pt x="213897" y="2641"/>
                  </a:lnTo>
                  <a:lnTo>
                    <a:pt x="208782" y="1239"/>
                  </a:lnTo>
                  <a:lnTo>
                    <a:pt x="203625" y="0"/>
                  </a:lnTo>
                  <a:lnTo>
                    <a:pt x="167152" y="163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36472" cy="167167"/>
            </a:xfrm>
            <a:custGeom>
              <a:avLst/>
              <a:pathLst>
                <a:path w="36472" h="167167">
                  <a:moveTo>
                    <a:pt x="36472" y="4027"/>
                  </a:move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77" y="5399291"/>
              <a:ext cx="167166" cy="306733"/>
            </a:xfrm>
            <a:custGeom>
              <a:avLst/>
              <a:pathLst>
                <a:path w="167166" h="306733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0" y="768"/>
                  </a:lnTo>
                  <a:lnTo>
                    <a:pt x="145837" y="1366"/>
                  </a:lnTo>
                  <a:lnTo>
                    <a:pt x="140546" y="2133"/>
                  </a:lnTo>
                  <a:lnTo>
                    <a:pt x="135282" y="3068"/>
                  </a:lnTo>
                  <a:lnTo>
                    <a:pt x="130051" y="4172"/>
                  </a:lnTo>
                  <a:lnTo>
                    <a:pt x="124857" y="5442"/>
                  </a:lnTo>
                  <a:lnTo>
                    <a:pt x="119707" y="6878"/>
                  </a:lnTo>
                  <a:lnTo>
                    <a:pt x="114606" y="8477"/>
                  </a:lnTo>
                  <a:lnTo>
                    <a:pt x="109558" y="10239"/>
                  </a:lnTo>
                  <a:lnTo>
                    <a:pt x="104569" y="12162"/>
                  </a:lnTo>
                  <a:lnTo>
                    <a:pt x="99644" y="14243"/>
                  </a:lnTo>
                  <a:lnTo>
                    <a:pt x="94788" y="16480"/>
                  </a:lnTo>
                  <a:lnTo>
                    <a:pt x="90007" y="18872"/>
                  </a:lnTo>
                  <a:lnTo>
                    <a:pt x="85304" y="21415"/>
                  </a:lnTo>
                  <a:lnTo>
                    <a:pt x="80685" y="24108"/>
                  </a:lnTo>
                  <a:lnTo>
                    <a:pt x="76154" y="26946"/>
                  </a:lnTo>
                  <a:lnTo>
                    <a:pt x="71717" y="29928"/>
                  </a:lnTo>
                  <a:lnTo>
                    <a:pt x="67377" y="33051"/>
                  </a:lnTo>
                  <a:lnTo>
                    <a:pt x="63139" y="36311"/>
                  </a:lnTo>
                  <a:lnTo>
                    <a:pt x="59008" y="39704"/>
                  </a:lnTo>
                  <a:lnTo>
                    <a:pt x="54987" y="43228"/>
                  </a:lnTo>
                  <a:lnTo>
                    <a:pt x="51081" y="46879"/>
                  </a:lnTo>
                  <a:lnTo>
                    <a:pt x="47294" y="50653"/>
                  </a:lnTo>
                  <a:lnTo>
                    <a:pt x="43629" y="54546"/>
                  </a:lnTo>
                  <a:lnTo>
                    <a:pt x="40091" y="58554"/>
                  </a:lnTo>
                  <a:lnTo>
                    <a:pt x="36682" y="62673"/>
                  </a:lnTo>
                  <a:lnTo>
                    <a:pt x="33407" y="66899"/>
                  </a:lnTo>
                  <a:lnTo>
                    <a:pt x="30269" y="71228"/>
                  </a:lnTo>
                  <a:lnTo>
                    <a:pt x="27271" y="75655"/>
                  </a:lnTo>
                  <a:lnTo>
                    <a:pt x="24417" y="80175"/>
                  </a:lnTo>
                  <a:lnTo>
                    <a:pt x="21708" y="84785"/>
                  </a:lnTo>
                  <a:lnTo>
                    <a:pt x="19148" y="89478"/>
                  </a:lnTo>
                  <a:lnTo>
                    <a:pt x="16739" y="94251"/>
                  </a:lnTo>
                  <a:lnTo>
                    <a:pt x="14484" y="99099"/>
                  </a:lnTo>
                  <a:lnTo>
                    <a:pt x="12385" y="104017"/>
                  </a:lnTo>
                  <a:lnTo>
                    <a:pt x="10445" y="108999"/>
                  </a:lnTo>
                  <a:lnTo>
                    <a:pt x="8665" y="114040"/>
                  </a:lnTo>
                  <a:lnTo>
                    <a:pt x="7047" y="119136"/>
                  </a:lnTo>
                  <a:lnTo>
                    <a:pt x="5593" y="124281"/>
                  </a:lnTo>
                  <a:lnTo>
                    <a:pt x="4304" y="129470"/>
                  </a:lnTo>
                  <a:lnTo>
                    <a:pt x="3182" y="134697"/>
                  </a:lnTo>
                  <a:lnTo>
                    <a:pt x="2228" y="139958"/>
                  </a:lnTo>
                  <a:lnTo>
                    <a:pt x="1442" y="145246"/>
                  </a:lnTo>
                  <a:lnTo>
                    <a:pt x="826" y="150557"/>
                  </a:lnTo>
                  <a:lnTo>
                    <a:pt x="380" y="155885"/>
                  </a:lnTo>
                  <a:lnTo>
                    <a:pt x="104" y="161224"/>
                  </a:lnTo>
                  <a:lnTo>
                    <a:pt x="0" y="166569"/>
                  </a:lnTo>
                  <a:lnTo>
                    <a:pt x="66" y="171916"/>
                  </a:lnTo>
                  <a:lnTo>
                    <a:pt x="303" y="177257"/>
                  </a:lnTo>
                  <a:lnTo>
                    <a:pt x="711" y="182588"/>
                  </a:lnTo>
                  <a:lnTo>
                    <a:pt x="1289" y="187903"/>
                  </a:lnTo>
                  <a:lnTo>
                    <a:pt x="2037" y="193197"/>
                  </a:lnTo>
                  <a:lnTo>
                    <a:pt x="2954" y="198464"/>
                  </a:lnTo>
                  <a:lnTo>
                    <a:pt x="4039" y="203699"/>
                  </a:lnTo>
                  <a:lnTo>
                    <a:pt x="5291" y="208897"/>
                  </a:lnTo>
                  <a:lnTo>
                    <a:pt x="6708" y="214052"/>
                  </a:lnTo>
                  <a:lnTo>
                    <a:pt x="8289" y="219160"/>
                  </a:lnTo>
                  <a:lnTo>
                    <a:pt x="10033" y="224214"/>
                  </a:lnTo>
                  <a:lnTo>
                    <a:pt x="11938" y="229209"/>
                  </a:lnTo>
                  <a:lnTo>
                    <a:pt x="14001" y="234142"/>
                  </a:lnTo>
                  <a:lnTo>
                    <a:pt x="16221" y="239005"/>
                  </a:lnTo>
                  <a:lnTo>
                    <a:pt x="18596" y="243796"/>
                  </a:lnTo>
                  <a:lnTo>
                    <a:pt x="21122" y="248507"/>
                  </a:lnTo>
                  <a:lnTo>
                    <a:pt x="23798" y="253136"/>
                  </a:lnTo>
                  <a:lnTo>
                    <a:pt x="26621" y="257677"/>
                  </a:lnTo>
                  <a:lnTo>
                    <a:pt x="29587" y="262125"/>
                  </a:lnTo>
                  <a:lnTo>
                    <a:pt x="32694" y="266476"/>
                  </a:lnTo>
                  <a:lnTo>
                    <a:pt x="35939" y="270725"/>
                  </a:lnTo>
                  <a:lnTo>
                    <a:pt x="39317" y="274869"/>
                  </a:lnTo>
                  <a:lnTo>
                    <a:pt x="42827" y="278902"/>
                  </a:lnTo>
                  <a:lnTo>
                    <a:pt x="46464" y="282821"/>
                  </a:lnTo>
                  <a:lnTo>
                    <a:pt x="50224" y="286622"/>
                  </a:lnTo>
                  <a:lnTo>
                    <a:pt x="54104" y="290301"/>
                  </a:lnTo>
                  <a:lnTo>
                    <a:pt x="58099" y="293853"/>
                  </a:lnTo>
                  <a:lnTo>
                    <a:pt x="62206" y="297276"/>
                  </a:lnTo>
                  <a:lnTo>
                    <a:pt x="66421" y="300566"/>
                  </a:lnTo>
                  <a:lnTo>
                    <a:pt x="70738" y="303720"/>
                  </a:lnTo>
                  <a:lnTo>
                    <a:pt x="75154" y="30673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31532" y="5566459"/>
              <a:ext cx="119462" cy="167165"/>
            </a:xfrm>
            <a:custGeom>
              <a:avLst/>
              <a:pathLst>
                <a:path w="119462" h="167165">
                  <a:moveTo>
                    <a:pt x="0" y="139566"/>
                  </a:moveTo>
                  <a:lnTo>
                    <a:pt x="4796" y="142612"/>
                  </a:lnTo>
                  <a:lnTo>
                    <a:pt x="9693" y="145494"/>
                  </a:lnTo>
                  <a:lnTo>
                    <a:pt x="14685" y="148208"/>
                  </a:lnTo>
                  <a:lnTo>
                    <a:pt x="19767" y="150750"/>
                  </a:lnTo>
                  <a:lnTo>
                    <a:pt x="24932" y="153118"/>
                  </a:lnTo>
                  <a:lnTo>
                    <a:pt x="30174" y="155309"/>
                  </a:lnTo>
                  <a:lnTo>
                    <a:pt x="35488" y="157321"/>
                  </a:lnTo>
                  <a:lnTo>
                    <a:pt x="40868" y="159151"/>
                  </a:lnTo>
                  <a:lnTo>
                    <a:pt x="46306" y="160798"/>
                  </a:lnTo>
                  <a:lnTo>
                    <a:pt x="51797" y="162258"/>
                  </a:lnTo>
                  <a:lnTo>
                    <a:pt x="57335" y="163531"/>
                  </a:lnTo>
                  <a:lnTo>
                    <a:pt x="62913" y="164615"/>
                  </a:lnTo>
                  <a:lnTo>
                    <a:pt x="68524" y="165509"/>
                  </a:lnTo>
                  <a:lnTo>
                    <a:pt x="74163" y="166211"/>
                  </a:lnTo>
                  <a:lnTo>
                    <a:pt x="79822" y="166722"/>
                  </a:lnTo>
                  <a:lnTo>
                    <a:pt x="85495" y="167040"/>
                  </a:lnTo>
                  <a:lnTo>
                    <a:pt x="91176" y="167165"/>
                  </a:lnTo>
                  <a:lnTo>
                    <a:pt x="96857" y="167097"/>
                  </a:lnTo>
                  <a:lnTo>
                    <a:pt x="102533" y="166835"/>
                  </a:lnTo>
                  <a:lnTo>
                    <a:pt x="108197" y="166381"/>
                  </a:lnTo>
                  <a:lnTo>
                    <a:pt x="113842" y="165735"/>
                  </a:lnTo>
                  <a:lnTo>
                    <a:pt x="119462" y="164898"/>
                  </a:lnTo>
                  <a:lnTo>
                    <a:pt x="9201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66" cy="332065"/>
            </a:xfrm>
            <a:custGeom>
              <a:avLst/>
              <a:pathLst>
                <a:path w="167166" h="332065">
                  <a:moveTo>
                    <a:pt x="27451" y="332065"/>
                  </a:moveTo>
                  <a:lnTo>
                    <a:pt x="32714" y="331102"/>
                  </a:lnTo>
                  <a:lnTo>
                    <a:pt x="37943" y="329971"/>
                  </a:lnTo>
                  <a:lnTo>
                    <a:pt x="43134" y="328674"/>
                  </a:lnTo>
                  <a:lnTo>
                    <a:pt x="48280" y="327211"/>
                  </a:lnTo>
                  <a:lnTo>
                    <a:pt x="53377" y="325584"/>
                  </a:lnTo>
                  <a:lnTo>
                    <a:pt x="58419" y="323794"/>
                  </a:lnTo>
                  <a:lnTo>
                    <a:pt x="63401" y="321845"/>
                  </a:lnTo>
                  <a:lnTo>
                    <a:pt x="68319" y="319736"/>
                  </a:lnTo>
                  <a:lnTo>
                    <a:pt x="73166" y="317472"/>
                  </a:lnTo>
                  <a:lnTo>
                    <a:pt x="77939" y="315054"/>
                  </a:lnTo>
                  <a:lnTo>
                    <a:pt x="82631" y="312484"/>
                  </a:lnTo>
                  <a:lnTo>
                    <a:pt x="87239" y="309765"/>
                  </a:lnTo>
                  <a:lnTo>
                    <a:pt x="91758" y="306900"/>
                  </a:lnTo>
                  <a:lnTo>
                    <a:pt x="96183" y="303892"/>
                  </a:lnTo>
                  <a:lnTo>
                    <a:pt x="100509" y="300744"/>
                  </a:lnTo>
                  <a:lnTo>
                    <a:pt x="104732" y="297459"/>
                  </a:lnTo>
                  <a:lnTo>
                    <a:pt x="108848" y="294041"/>
                  </a:lnTo>
                  <a:lnTo>
                    <a:pt x="112852" y="290493"/>
                  </a:lnTo>
                  <a:lnTo>
                    <a:pt x="116741" y="286818"/>
                  </a:lnTo>
                  <a:lnTo>
                    <a:pt x="120510" y="283021"/>
                  </a:lnTo>
                  <a:lnTo>
                    <a:pt x="124156" y="279105"/>
                  </a:lnTo>
                  <a:lnTo>
                    <a:pt x="127674" y="275075"/>
                  </a:lnTo>
                  <a:lnTo>
                    <a:pt x="131062" y="270934"/>
                  </a:lnTo>
                  <a:lnTo>
                    <a:pt x="134316" y="266686"/>
                  </a:lnTo>
                  <a:lnTo>
                    <a:pt x="137432" y="262337"/>
                  </a:lnTo>
                  <a:lnTo>
                    <a:pt x="140407" y="257890"/>
                  </a:lnTo>
                  <a:lnTo>
                    <a:pt x="143238" y="253350"/>
                  </a:lnTo>
                  <a:lnTo>
                    <a:pt x="145923" y="248722"/>
                  </a:lnTo>
                  <a:lnTo>
                    <a:pt x="148458" y="244011"/>
                  </a:lnTo>
                  <a:lnTo>
                    <a:pt x="150841" y="239221"/>
                  </a:lnTo>
                  <a:lnTo>
                    <a:pt x="153070" y="234357"/>
                  </a:lnTo>
                  <a:lnTo>
                    <a:pt x="155141" y="229424"/>
                  </a:lnTo>
                  <a:lnTo>
                    <a:pt x="157054" y="224427"/>
                  </a:lnTo>
                  <a:lnTo>
                    <a:pt x="158806" y="219372"/>
                  </a:lnTo>
                  <a:lnTo>
                    <a:pt x="160396" y="214263"/>
                  </a:lnTo>
                  <a:lnTo>
                    <a:pt x="161821" y="209106"/>
                  </a:lnTo>
                  <a:lnTo>
                    <a:pt x="163080" y="203906"/>
                  </a:lnTo>
                  <a:lnTo>
                    <a:pt x="164172" y="198669"/>
                  </a:lnTo>
                  <a:lnTo>
                    <a:pt x="165096" y="193399"/>
                  </a:lnTo>
                  <a:lnTo>
                    <a:pt x="165851" y="188102"/>
                  </a:lnTo>
                  <a:lnTo>
                    <a:pt x="166436" y="182784"/>
                  </a:lnTo>
                  <a:lnTo>
                    <a:pt x="166850" y="177450"/>
                  </a:lnTo>
                  <a:lnTo>
                    <a:pt x="167094" y="172105"/>
                  </a:lnTo>
                  <a:lnTo>
                    <a:pt x="167166" y="166755"/>
                  </a:lnTo>
                  <a:lnTo>
                    <a:pt x="167068" y="161406"/>
                  </a:lnTo>
                  <a:lnTo>
                    <a:pt x="166798" y="156062"/>
                  </a:lnTo>
                  <a:lnTo>
                    <a:pt x="166357" y="150730"/>
                  </a:lnTo>
                  <a:lnTo>
                    <a:pt x="165746" y="145415"/>
                  </a:lnTo>
                  <a:lnTo>
                    <a:pt x="164965" y="140122"/>
                  </a:lnTo>
                  <a:lnTo>
                    <a:pt x="164015" y="134857"/>
                  </a:lnTo>
                  <a:lnTo>
                    <a:pt x="162897" y="129625"/>
                  </a:lnTo>
                  <a:lnTo>
                    <a:pt x="161612" y="124431"/>
                  </a:lnTo>
                  <a:lnTo>
                    <a:pt x="160162" y="119281"/>
                  </a:lnTo>
                  <a:lnTo>
                    <a:pt x="158547" y="114180"/>
                  </a:lnTo>
                  <a:lnTo>
                    <a:pt x="156770" y="109134"/>
                  </a:lnTo>
                  <a:lnTo>
                    <a:pt x="154833" y="104146"/>
                  </a:lnTo>
                  <a:lnTo>
                    <a:pt x="152737" y="99224"/>
                  </a:lnTo>
                  <a:lnTo>
                    <a:pt x="150484" y="94371"/>
                  </a:lnTo>
                  <a:lnTo>
                    <a:pt x="148078" y="89592"/>
                  </a:lnTo>
                  <a:lnTo>
                    <a:pt x="145519" y="84893"/>
                  </a:lnTo>
                  <a:lnTo>
                    <a:pt x="142812" y="80279"/>
                  </a:lnTo>
                  <a:lnTo>
                    <a:pt x="139958" y="75753"/>
                  </a:lnTo>
                  <a:lnTo>
                    <a:pt x="136961" y="71321"/>
                  </a:lnTo>
                  <a:lnTo>
                    <a:pt x="133824" y="66987"/>
                  </a:lnTo>
                  <a:lnTo>
                    <a:pt x="130549" y="62756"/>
                  </a:lnTo>
                  <a:lnTo>
                    <a:pt x="127141" y="58632"/>
                  </a:lnTo>
                  <a:lnTo>
                    <a:pt x="123603" y="54618"/>
                  </a:lnTo>
                  <a:lnTo>
                    <a:pt x="119938" y="50721"/>
                  </a:lnTo>
                  <a:lnTo>
                    <a:pt x="116150" y="46942"/>
                  </a:lnTo>
                  <a:lnTo>
                    <a:pt x="112243" y="43287"/>
                  </a:lnTo>
                  <a:lnTo>
                    <a:pt x="108221" y="39758"/>
                  </a:lnTo>
                  <a:lnTo>
                    <a:pt x="104089" y="36360"/>
                  </a:lnTo>
                  <a:lnTo>
                    <a:pt x="99849" y="33096"/>
                  </a:lnTo>
                  <a:lnTo>
                    <a:pt x="95508" y="29970"/>
                  </a:lnTo>
                  <a:lnTo>
                    <a:pt x="91068" y="26983"/>
                  </a:lnTo>
                  <a:lnTo>
                    <a:pt x="86536" y="24141"/>
                  </a:lnTo>
                  <a:lnTo>
                    <a:pt x="81914" y="21445"/>
                  </a:lnTo>
                  <a:lnTo>
                    <a:pt x="77209" y="18898"/>
                  </a:lnTo>
                  <a:lnTo>
                    <a:pt x="72425" y="16503"/>
                  </a:lnTo>
                  <a:lnTo>
                    <a:pt x="67566" y="14263"/>
                  </a:lnTo>
                  <a:lnTo>
                    <a:pt x="62638" y="12179"/>
                  </a:lnTo>
                  <a:lnTo>
                    <a:pt x="57647" y="10254"/>
                  </a:lnTo>
                  <a:lnTo>
                    <a:pt x="52596" y="8489"/>
                  </a:lnTo>
                  <a:lnTo>
                    <a:pt x="47491" y="6887"/>
                  </a:lnTo>
                  <a:lnTo>
                    <a:pt x="42337" y="5450"/>
                  </a:lnTo>
                  <a:lnTo>
                    <a:pt x="37140" y="4178"/>
                  </a:lnTo>
                  <a:lnTo>
                    <a:pt x="31905" y="3073"/>
                  </a:lnTo>
                  <a:lnTo>
                    <a:pt x="26638" y="2136"/>
                  </a:lnTo>
                  <a:lnTo>
                    <a:pt x="21343" y="1368"/>
                  </a:lnTo>
                  <a:lnTo>
                    <a:pt x="16026" y="770"/>
                  </a:lnTo>
                  <a:lnTo>
                    <a:pt x="10693" y="342"/>
                  </a:lnTo>
                  <a:lnTo>
                    <a:pt x="534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35219" y="5269756"/>
              <a:ext cx="110038" cy="167167"/>
            </a:xfrm>
            <a:custGeom>
              <a:avLst/>
              <a:pathLst>
                <a:path w="110038" h="167167">
                  <a:moveTo>
                    <a:pt x="110038" y="0"/>
                  </a:moveTo>
                  <a:lnTo>
                    <a:pt x="104320" y="97"/>
                  </a:lnTo>
                  <a:lnTo>
                    <a:pt x="98608" y="391"/>
                  </a:lnTo>
                  <a:lnTo>
                    <a:pt x="92910" y="879"/>
                  </a:lnTo>
                  <a:lnTo>
                    <a:pt x="87232" y="1563"/>
                  </a:lnTo>
                  <a:lnTo>
                    <a:pt x="81580" y="2440"/>
                  </a:lnTo>
                  <a:lnTo>
                    <a:pt x="75962" y="3510"/>
                  </a:lnTo>
                  <a:lnTo>
                    <a:pt x="70383" y="4771"/>
                  </a:lnTo>
                  <a:lnTo>
                    <a:pt x="64851" y="6223"/>
                  </a:lnTo>
                  <a:lnTo>
                    <a:pt x="59372" y="7862"/>
                  </a:lnTo>
                  <a:lnTo>
                    <a:pt x="53953" y="9689"/>
                  </a:lnTo>
                  <a:lnTo>
                    <a:pt x="48598" y="11700"/>
                  </a:lnTo>
                  <a:lnTo>
                    <a:pt x="43316" y="13892"/>
                  </a:lnTo>
                  <a:lnTo>
                    <a:pt x="38112" y="16264"/>
                  </a:lnTo>
                  <a:lnTo>
                    <a:pt x="32992" y="18813"/>
                  </a:lnTo>
                  <a:lnTo>
                    <a:pt x="27963" y="21535"/>
                  </a:lnTo>
                  <a:lnTo>
                    <a:pt x="23029" y="24428"/>
                  </a:lnTo>
                  <a:lnTo>
                    <a:pt x="18197" y="27488"/>
                  </a:lnTo>
                  <a:lnTo>
                    <a:pt x="13473" y="30712"/>
                  </a:lnTo>
                  <a:lnTo>
                    <a:pt x="8862" y="34095"/>
                  </a:lnTo>
                  <a:lnTo>
                    <a:pt x="4369" y="37634"/>
                  </a:lnTo>
                  <a:lnTo>
                    <a:pt x="0" y="41324"/>
                  </a:lnTo>
                  <a:lnTo>
                    <a:pt x="1100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35219" y="5311080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35219" y="5311080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35219" y="5311080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35219" y="5311080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02893" y="5311080"/>
              <a:ext cx="142365" cy="125842"/>
            </a:xfrm>
            <a:custGeom>
              <a:avLst/>
              <a:pathLst>
                <a:path w="142365" h="125842">
                  <a:moveTo>
                    <a:pt x="32326" y="0"/>
                  </a:moveTo>
                  <a:lnTo>
                    <a:pt x="27676" y="4222"/>
                  </a:lnTo>
                  <a:lnTo>
                    <a:pt x="23189" y="8616"/>
                  </a:lnTo>
                  <a:lnTo>
                    <a:pt x="18869" y="13176"/>
                  </a:lnTo>
                  <a:lnTo>
                    <a:pt x="14724" y="17895"/>
                  </a:lnTo>
                  <a:lnTo>
                    <a:pt x="10759" y="22766"/>
                  </a:lnTo>
                  <a:lnTo>
                    <a:pt x="6980" y="27782"/>
                  </a:lnTo>
                  <a:lnTo>
                    <a:pt x="3391" y="32937"/>
                  </a:lnTo>
                  <a:lnTo>
                    <a:pt x="0" y="38224"/>
                  </a:lnTo>
                  <a:lnTo>
                    <a:pt x="142365" y="1258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24788" y="79548"/>
                  </a:moveTo>
                  <a:lnTo>
                    <a:pt x="22082" y="84106"/>
                  </a:lnTo>
                  <a:lnTo>
                    <a:pt x="19521" y="88747"/>
                  </a:lnTo>
                  <a:lnTo>
                    <a:pt x="17109" y="93468"/>
                  </a:lnTo>
                  <a:lnTo>
                    <a:pt x="14848" y="98262"/>
                  </a:lnTo>
                  <a:lnTo>
                    <a:pt x="12740" y="103126"/>
                  </a:lnTo>
                  <a:lnTo>
                    <a:pt x="10787" y="108054"/>
                  </a:lnTo>
                  <a:lnTo>
                    <a:pt x="8991" y="113041"/>
                  </a:lnTo>
                  <a:lnTo>
                    <a:pt x="7355" y="118083"/>
                  </a:lnTo>
                  <a:lnTo>
                    <a:pt x="5879" y="123174"/>
                  </a:lnTo>
                  <a:lnTo>
                    <a:pt x="4565" y="128310"/>
                  </a:lnTo>
                  <a:lnTo>
                    <a:pt x="3415" y="133485"/>
                  </a:lnTo>
                  <a:lnTo>
                    <a:pt x="2429" y="138693"/>
                  </a:lnTo>
                  <a:lnTo>
                    <a:pt x="1609" y="143930"/>
                  </a:lnTo>
                  <a:lnTo>
                    <a:pt x="956" y="149191"/>
                  </a:lnTo>
                  <a:lnTo>
                    <a:pt x="469" y="154469"/>
                  </a:lnTo>
                  <a:lnTo>
                    <a:pt x="150" y="159760"/>
                  </a:lnTo>
                  <a:lnTo>
                    <a:pt x="0" y="165059"/>
                  </a:lnTo>
                  <a:lnTo>
                    <a:pt x="17" y="170360"/>
                  </a:lnTo>
                  <a:lnTo>
                    <a:pt x="202" y="175658"/>
                  </a:lnTo>
                  <a:lnTo>
                    <a:pt x="555" y="180947"/>
                  </a:lnTo>
                  <a:lnTo>
                    <a:pt x="1076" y="186222"/>
                  </a:lnTo>
                  <a:lnTo>
                    <a:pt x="1763" y="191478"/>
                  </a:lnTo>
                  <a:lnTo>
                    <a:pt x="2617" y="196710"/>
                  </a:lnTo>
                  <a:lnTo>
                    <a:pt x="3637" y="201912"/>
                  </a:lnTo>
                  <a:lnTo>
                    <a:pt x="4821" y="207079"/>
                  </a:lnTo>
                  <a:lnTo>
                    <a:pt x="6168" y="212206"/>
                  </a:lnTo>
                  <a:lnTo>
                    <a:pt x="7677" y="217287"/>
                  </a:lnTo>
                  <a:lnTo>
                    <a:pt x="9346" y="222318"/>
                  </a:lnTo>
                  <a:lnTo>
                    <a:pt x="11174" y="227294"/>
                  </a:lnTo>
                  <a:lnTo>
                    <a:pt x="13159" y="232209"/>
                  </a:lnTo>
                  <a:lnTo>
                    <a:pt x="15298" y="237059"/>
                  </a:lnTo>
                  <a:lnTo>
                    <a:pt x="17591" y="241839"/>
                  </a:lnTo>
                  <a:lnTo>
                    <a:pt x="20034" y="246543"/>
                  </a:lnTo>
                  <a:lnTo>
                    <a:pt x="22624" y="251168"/>
                  </a:lnTo>
                  <a:lnTo>
                    <a:pt x="25360" y="255708"/>
                  </a:lnTo>
                  <a:lnTo>
                    <a:pt x="28239" y="260159"/>
                  </a:lnTo>
                  <a:lnTo>
                    <a:pt x="31257" y="264517"/>
                  </a:lnTo>
                  <a:lnTo>
                    <a:pt x="34412" y="268777"/>
                  </a:lnTo>
                  <a:lnTo>
                    <a:pt x="37700" y="272935"/>
                  </a:lnTo>
                  <a:lnTo>
                    <a:pt x="41119" y="276986"/>
                  </a:lnTo>
                  <a:lnTo>
                    <a:pt x="44664" y="280927"/>
                  </a:lnTo>
                  <a:lnTo>
                    <a:pt x="48333" y="284753"/>
                  </a:lnTo>
                  <a:lnTo>
                    <a:pt x="52121" y="288461"/>
                  </a:lnTo>
                  <a:lnTo>
                    <a:pt x="56024" y="292048"/>
                  </a:lnTo>
                  <a:lnTo>
                    <a:pt x="60040" y="295508"/>
                  </a:lnTo>
                  <a:lnTo>
                    <a:pt x="64163" y="298840"/>
                  </a:lnTo>
                  <a:lnTo>
                    <a:pt x="68389" y="302039"/>
                  </a:lnTo>
                  <a:lnTo>
                    <a:pt x="72715" y="305103"/>
                  </a:lnTo>
                  <a:lnTo>
                    <a:pt x="77136" y="308028"/>
                  </a:lnTo>
                  <a:lnTo>
                    <a:pt x="81647" y="310811"/>
                  </a:lnTo>
                  <a:lnTo>
                    <a:pt x="86245" y="313450"/>
                  </a:lnTo>
                  <a:lnTo>
                    <a:pt x="90924" y="315942"/>
                  </a:lnTo>
                  <a:lnTo>
                    <a:pt x="95679" y="318284"/>
                  </a:lnTo>
                  <a:lnTo>
                    <a:pt x="100506" y="320474"/>
                  </a:lnTo>
                  <a:lnTo>
                    <a:pt x="105401" y="322510"/>
                  </a:lnTo>
                  <a:lnTo>
                    <a:pt x="110357" y="324390"/>
                  </a:lnTo>
                  <a:lnTo>
                    <a:pt x="115370" y="326112"/>
                  </a:lnTo>
                  <a:lnTo>
                    <a:pt x="120436" y="327674"/>
                  </a:lnTo>
                  <a:lnTo>
                    <a:pt x="125548" y="329074"/>
                  </a:lnTo>
                  <a:lnTo>
                    <a:pt x="130703" y="330312"/>
                  </a:lnTo>
                  <a:lnTo>
                    <a:pt x="135894" y="331386"/>
                  </a:lnTo>
                  <a:lnTo>
                    <a:pt x="141116" y="332294"/>
                  </a:lnTo>
                  <a:lnTo>
                    <a:pt x="146365" y="333037"/>
                  </a:lnTo>
                  <a:lnTo>
                    <a:pt x="151634" y="333612"/>
                  </a:lnTo>
                  <a:lnTo>
                    <a:pt x="156920" y="334021"/>
                  </a:lnTo>
                  <a:lnTo>
                    <a:pt x="162215" y="334261"/>
                  </a:lnTo>
                  <a:lnTo>
                    <a:pt x="167515" y="334334"/>
                  </a:lnTo>
                  <a:lnTo>
                    <a:pt x="172815" y="334238"/>
                  </a:lnTo>
                  <a:lnTo>
                    <a:pt x="178110" y="333975"/>
                  </a:lnTo>
                  <a:lnTo>
                    <a:pt x="183393" y="333544"/>
                  </a:lnTo>
                  <a:lnTo>
                    <a:pt x="188660" y="332945"/>
                  </a:lnTo>
                  <a:lnTo>
                    <a:pt x="193905" y="332180"/>
                  </a:lnTo>
                  <a:lnTo>
                    <a:pt x="199124" y="331249"/>
                  </a:lnTo>
                  <a:lnTo>
                    <a:pt x="204310" y="330153"/>
                  </a:lnTo>
                  <a:lnTo>
                    <a:pt x="209459" y="328893"/>
                  </a:lnTo>
                  <a:lnTo>
                    <a:pt x="214566" y="327470"/>
                  </a:lnTo>
                  <a:lnTo>
                    <a:pt x="219624" y="325886"/>
                  </a:lnTo>
                  <a:lnTo>
                    <a:pt x="224630" y="324143"/>
                  </a:lnTo>
                  <a:lnTo>
                    <a:pt x="229579" y="322241"/>
                  </a:lnTo>
                  <a:lnTo>
                    <a:pt x="234464" y="320184"/>
                  </a:lnTo>
                  <a:lnTo>
                    <a:pt x="239282" y="317973"/>
                  </a:lnTo>
                  <a:lnTo>
                    <a:pt x="244027" y="315610"/>
                  </a:lnTo>
                  <a:lnTo>
                    <a:pt x="248695" y="313098"/>
                  </a:lnTo>
                  <a:lnTo>
                    <a:pt x="253281" y="310440"/>
                  </a:lnTo>
                  <a:lnTo>
                    <a:pt x="257780" y="307637"/>
                  </a:lnTo>
                  <a:lnTo>
                    <a:pt x="262188" y="304693"/>
                  </a:lnTo>
                  <a:lnTo>
                    <a:pt x="266501" y="301611"/>
                  </a:lnTo>
                  <a:lnTo>
                    <a:pt x="270714" y="298393"/>
                  </a:lnTo>
                  <a:lnTo>
                    <a:pt x="274822" y="295044"/>
                  </a:lnTo>
                  <a:lnTo>
                    <a:pt x="278823" y="291566"/>
                  </a:lnTo>
                  <a:lnTo>
                    <a:pt x="282711" y="287962"/>
                  </a:lnTo>
                  <a:lnTo>
                    <a:pt x="286482" y="284238"/>
                  </a:lnTo>
                  <a:lnTo>
                    <a:pt x="290134" y="280396"/>
                  </a:lnTo>
                  <a:lnTo>
                    <a:pt x="293663" y="276439"/>
                  </a:lnTo>
                  <a:lnTo>
                    <a:pt x="297064" y="272373"/>
                  </a:lnTo>
                  <a:lnTo>
                    <a:pt x="300334" y="268201"/>
                  </a:lnTo>
                  <a:lnTo>
                    <a:pt x="303470" y="263928"/>
                  </a:lnTo>
                  <a:lnTo>
                    <a:pt x="306470" y="259557"/>
                  </a:lnTo>
                  <a:lnTo>
                    <a:pt x="309329" y="255094"/>
                  </a:lnTo>
                  <a:lnTo>
                    <a:pt x="312045" y="250542"/>
                  </a:lnTo>
                  <a:lnTo>
                    <a:pt x="314616" y="245906"/>
                  </a:lnTo>
                  <a:lnTo>
                    <a:pt x="317038" y="241191"/>
                  </a:lnTo>
                  <a:lnTo>
                    <a:pt x="319310" y="236401"/>
                  </a:lnTo>
                  <a:lnTo>
                    <a:pt x="321429" y="231542"/>
                  </a:lnTo>
                  <a:lnTo>
                    <a:pt x="323392" y="226618"/>
                  </a:lnTo>
                  <a:lnTo>
                    <a:pt x="325199" y="221635"/>
                  </a:lnTo>
                  <a:lnTo>
                    <a:pt x="326846" y="216596"/>
                  </a:lnTo>
                  <a:lnTo>
                    <a:pt x="328333" y="211508"/>
                  </a:lnTo>
                  <a:lnTo>
                    <a:pt x="329658" y="206376"/>
                  </a:lnTo>
                  <a:lnTo>
                    <a:pt x="330819" y="201204"/>
                  </a:lnTo>
                  <a:lnTo>
                    <a:pt x="331816" y="195997"/>
                  </a:lnTo>
                  <a:lnTo>
                    <a:pt x="332648" y="190762"/>
                  </a:lnTo>
                  <a:lnTo>
                    <a:pt x="333312" y="185503"/>
                  </a:lnTo>
                  <a:lnTo>
                    <a:pt x="333810" y="180226"/>
                  </a:lnTo>
                  <a:lnTo>
                    <a:pt x="334141" y="174935"/>
                  </a:lnTo>
                  <a:lnTo>
                    <a:pt x="334303" y="169637"/>
                  </a:lnTo>
                  <a:lnTo>
                    <a:pt x="334297" y="164336"/>
                  </a:lnTo>
                  <a:lnTo>
                    <a:pt x="334123" y="159038"/>
                  </a:lnTo>
                  <a:lnTo>
                    <a:pt x="333782" y="153748"/>
                  </a:lnTo>
                  <a:lnTo>
                    <a:pt x="333272" y="148471"/>
                  </a:lnTo>
                  <a:lnTo>
                    <a:pt x="332596" y="143214"/>
                  </a:lnTo>
                  <a:lnTo>
                    <a:pt x="331753" y="137980"/>
                  </a:lnTo>
                  <a:lnTo>
                    <a:pt x="330745" y="132776"/>
                  </a:lnTo>
                  <a:lnTo>
                    <a:pt x="329573" y="127607"/>
                  </a:lnTo>
                  <a:lnTo>
                    <a:pt x="328237" y="122477"/>
                  </a:lnTo>
                  <a:lnTo>
                    <a:pt x="326739" y="117392"/>
                  </a:lnTo>
                  <a:lnTo>
                    <a:pt x="325080" y="112357"/>
                  </a:lnTo>
                  <a:lnTo>
                    <a:pt x="323263" y="107377"/>
                  </a:lnTo>
                  <a:lnTo>
                    <a:pt x="321289" y="102458"/>
                  </a:lnTo>
                  <a:lnTo>
                    <a:pt x="319160" y="97603"/>
                  </a:lnTo>
                  <a:lnTo>
                    <a:pt x="316878" y="92819"/>
                  </a:lnTo>
                  <a:lnTo>
                    <a:pt x="314445" y="88109"/>
                  </a:lnTo>
                  <a:lnTo>
                    <a:pt x="311865" y="83479"/>
                  </a:lnTo>
                  <a:lnTo>
                    <a:pt x="309138" y="78933"/>
                  </a:lnTo>
                  <a:lnTo>
                    <a:pt x="306269" y="74475"/>
                  </a:lnTo>
                  <a:lnTo>
                    <a:pt x="303261" y="70111"/>
                  </a:lnTo>
                  <a:lnTo>
                    <a:pt x="300115" y="65844"/>
                  </a:lnTo>
                  <a:lnTo>
                    <a:pt x="296836" y="61680"/>
                  </a:lnTo>
                  <a:lnTo>
                    <a:pt x="293426" y="57621"/>
                  </a:lnTo>
                  <a:lnTo>
                    <a:pt x="289889" y="53672"/>
                  </a:lnTo>
                  <a:lnTo>
                    <a:pt x="286229" y="49838"/>
                  </a:lnTo>
                  <a:lnTo>
                    <a:pt x="282449" y="46122"/>
                  </a:lnTo>
                  <a:lnTo>
                    <a:pt x="278553" y="42527"/>
                  </a:lnTo>
                  <a:lnTo>
                    <a:pt x="274545" y="39058"/>
                  </a:lnTo>
                  <a:lnTo>
                    <a:pt x="270429" y="35717"/>
                  </a:lnTo>
                  <a:lnTo>
                    <a:pt x="266210" y="32509"/>
                  </a:lnTo>
                  <a:lnTo>
                    <a:pt x="261890" y="29436"/>
                  </a:lnTo>
                  <a:lnTo>
                    <a:pt x="257476" y="26501"/>
                  </a:lnTo>
                  <a:lnTo>
                    <a:pt x="252970" y="23708"/>
                  </a:lnTo>
                  <a:lnTo>
                    <a:pt x="248379" y="21059"/>
                  </a:lnTo>
                  <a:lnTo>
                    <a:pt x="243705" y="18557"/>
                  </a:lnTo>
                  <a:lnTo>
                    <a:pt x="238955" y="16205"/>
                  </a:lnTo>
                  <a:lnTo>
                    <a:pt x="234133" y="14004"/>
                  </a:lnTo>
                  <a:lnTo>
                    <a:pt x="229243" y="11958"/>
                  </a:lnTo>
                  <a:lnTo>
                    <a:pt x="224291" y="10067"/>
                  </a:lnTo>
                  <a:lnTo>
                    <a:pt x="219281" y="8335"/>
                  </a:lnTo>
                  <a:lnTo>
                    <a:pt x="214219" y="6762"/>
                  </a:lnTo>
                  <a:lnTo>
                    <a:pt x="209109" y="5350"/>
                  </a:lnTo>
                  <a:lnTo>
                    <a:pt x="203957" y="4101"/>
                  </a:lnTo>
                  <a:lnTo>
                    <a:pt x="198769" y="3016"/>
                  </a:lnTo>
                  <a:lnTo>
                    <a:pt x="193548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7444" y="5018213"/>
              <a:ext cx="163594" cy="167167"/>
            </a:xfrm>
            <a:custGeom>
              <a:avLst/>
              <a:pathLst>
                <a:path w="163594" h="167167">
                  <a:moveTo>
                    <a:pt x="163594" y="0"/>
                  </a:moveTo>
                  <a:lnTo>
                    <a:pt x="158167" y="88"/>
                  </a:lnTo>
                  <a:lnTo>
                    <a:pt x="152746" y="352"/>
                  </a:lnTo>
                  <a:lnTo>
                    <a:pt x="147337" y="792"/>
                  </a:lnTo>
                  <a:lnTo>
                    <a:pt x="141944" y="1407"/>
                  </a:lnTo>
                  <a:lnTo>
                    <a:pt x="136575" y="2198"/>
                  </a:lnTo>
                  <a:lnTo>
                    <a:pt x="131234" y="3162"/>
                  </a:lnTo>
                  <a:lnTo>
                    <a:pt x="125927" y="4299"/>
                  </a:lnTo>
                  <a:lnTo>
                    <a:pt x="120659" y="5607"/>
                  </a:lnTo>
                  <a:lnTo>
                    <a:pt x="115437" y="7086"/>
                  </a:lnTo>
                  <a:lnTo>
                    <a:pt x="110266" y="8734"/>
                  </a:lnTo>
                  <a:lnTo>
                    <a:pt x="105151" y="10548"/>
                  </a:lnTo>
                  <a:lnTo>
                    <a:pt x="100097" y="12528"/>
                  </a:lnTo>
                  <a:lnTo>
                    <a:pt x="95111" y="14671"/>
                  </a:lnTo>
                  <a:lnTo>
                    <a:pt x="90197" y="16975"/>
                  </a:lnTo>
                  <a:lnTo>
                    <a:pt x="85360" y="19436"/>
                  </a:lnTo>
                  <a:lnTo>
                    <a:pt x="80605" y="22054"/>
                  </a:lnTo>
                  <a:lnTo>
                    <a:pt x="75938" y="24825"/>
                  </a:lnTo>
                  <a:lnTo>
                    <a:pt x="71363" y="27745"/>
                  </a:lnTo>
                  <a:lnTo>
                    <a:pt x="66886" y="30813"/>
                  </a:lnTo>
                  <a:lnTo>
                    <a:pt x="62510" y="34024"/>
                  </a:lnTo>
                  <a:lnTo>
                    <a:pt x="58242" y="37376"/>
                  </a:lnTo>
                  <a:lnTo>
                    <a:pt x="54084" y="40864"/>
                  </a:lnTo>
                  <a:lnTo>
                    <a:pt x="50041" y="44486"/>
                  </a:lnTo>
                  <a:lnTo>
                    <a:pt x="46119" y="48237"/>
                  </a:lnTo>
                  <a:lnTo>
                    <a:pt x="42320" y="52113"/>
                  </a:lnTo>
                  <a:lnTo>
                    <a:pt x="38649" y="56110"/>
                  </a:lnTo>
                  <a:lnTo>
                    <a:pt x="35109" y="60225"/>
                  </a:lnTo>
                  <a:lnTo>
                    <a:pt x="31705" y="64452"/>
                  </a:lnTo>
                  <a:lnTo>
                    <a:pt x="28440" y="68788"/>
                  </a:lnTo>
                  <a:lnTo>
                    <a:pt x="25318" y="73227"/>
                  </a:lnTo>
                  <a:lnTo>
                    <a:pt x="22341" y="77766"/>
                  </a:lnTo>
                  <a:lnTo>
                    <a:pt x="19514" y="82398"/>
                  </a:lnTo>
                  <a:lnTo>
                    <a:pt x="16838" y="87120"/>
                  </a:lnTo>
                  <a:lnTo>
                    <a:pt x="14316" y="91927"/>
                  </a:lnTo>
                  <a:lnTo>
                    <a:pt x="11953" y="96812"/>
                  </a:lnTo>
                  <a:lnTo>
                    <a:pt x="9749" y="101772"/>
                  </a:lnTo>
                  <a:lnTo>
                    <a:pt x="7707" y="106801"/>
                  </a:lnTo>
                  <a:lnTo>
                    <a:pt x="5829" y="111893"/>
                  </a:lnTo>
                  <a:lnTo>
                    <a:pt x="4118" y="117044"/>
                  </a:lnTo>
                  <a:lnTo>
                    <a:pt x="2575" y="122247"/>
                  </a:lnTo>
                  <a:lnTo>
                    <a:pt x="1202" y="127498"/>
                  </a:lnTo>
                  <a:lnTo>
                    <a:pt x="0" y="132791"/>
                  </a:lnTo>
                  <a:lnTo>
                    <a:pt x="16359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7444" y="5151004"/>
              <a:ext cx="163594" cy="34376"/>
            </a:xfrm>
            <a:custGeom>
              <a:avLst/>
              <a:pathLst>
                <a:path w="163594" h="34376">
                  <a:moveTo>
                    <a:pt x="0" y="0"/>
                  </a:moveTo>
                  <a:lnTo>
                    <a:pt x="163594" y="34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7444" y="5151004"/>
              <a:ext cx="163594" cy="34376"/>
            </a:xfrm>
            <a:custGeom>
              <a:avLst/>
              <a:pathLst>
                <a:path w="163594" h="34376">
                  <a:moveTo>
                    <a:pt x="0" y="0"/>
                  </a:moveTo>
                  <a:lnTo>
                    <a:pt x="163594" y="343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7444" y="5151004"/>
              <a:ext cx="163594" cy="34376"/>
            </a:xfrm>
            <a:custGeom>
              <a:avLst/>
              <a:pathLst>
                <a:path w="163594" h="34376">
                  <a:moveTo>
                    <a:pt x="0" y="0"/>
                  </a:moveTo>
                  <a:lnTo>
                    <a:pt x="163594" y="343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89" y="5151004"/>
              <a:ext cx="167149" cy="51199"/>
            </a:xfrm>
            <a:custGeom>
              <a:avLst/>
              <a:pathLst>
                <a:path w="167149" h="51199">
                  <a:moveTo>
                    <a:pt x="3554" y="0"/>
                  </a:moveTo>
                  <a:lnTo>
                    <a:pt x="2353" y="6320"/>
                  </a:lnTo>
                  <a:lnTo>
                    <a:pt x="1395" y="12683"/>
                  </a:lnTo>
                  <a:lnTo>
                    <a:pt x="683" y="19077"/>
                  </a:lnTo>
                  <a:lnTo>
                    <a:pt x="218" y="25494"/>
                  </a:lnTo>
                  <a:lnTo>
                    <a:pt x="0" y="31925"/>
                  </a:lnTo>
                  <a:lnTo>
                    <a:pt x="29" y="38359"/>
                  </a:lnTo>
                  <a:lnTo>
                    <a:pt x="306" y="44787"/>
                  </a:lnTo>
                  <a:lnTo>
                    <a:pt x="830" y="51199"/>
                  </a:lnTo>
                  <a:lnTo>
                    <a:pt x="167149" y="343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4720" y="5018213"/>
              <a:ext cx="333473" cy="334330"/>
            </a:xfrm>
            <a:custGeom>
              <a:avLst/>
              <a:pathLst>
                <a:path w="333473" h="334330">
                  <a:moveTo>
                    <a:pt x="0" y="183990"/>
                  </a:moveTo>
                  <a:lnTo>
                    <a:pt x="619" y="189271"/>
                  </a:lnTo>
                  <a:lnTo>
                    <a:pt x="1405" y="194529"/>
                  </a:lnTo>
                  <a:lnTo>
                    <a:pt x="2359" y="199759"/>
                  </a:lnTo>
                  <a:lnTo>
                    <a:pt x="3478" y="204956"/>
                  </a:lnTo>
                  <a:lnTo>
                    <a:pt x="4762" y="210115"/>
                  </a:lnTo>
                  <a:lnTo>
                    <a:pt x="6209" y="215230"/>
                  </a:lnTo>
                  <a:lnTo>
                    <a:pt x="7819" y="220297"/>
                  </a:lnTo>
                  <a:lnTo>
                    <a:pt x="9588" y="225311"/>
                  </a:lnTo>
                  <a:lnTo>
                    <a:pt x="11516" y="230265"/>
                  </a:lnTo>
                  <a:lnTo>
                    <a:pt x="13601" y="235156"/>
                  </a:lnTo>
                  <a:lnTo>
                    <a:pt x="15840" y="239977"/>
                  </a:lnTo>
                  <a:lnTo>
                    <a:pt x="18232" y="244726"/>
                  </a:lnTo>
                  <a:lnTo>
                    <a:pt x="20773" y="249395"/>
                  </a:lnTo>
                  <a:lnTo>
                    <a:pt x="23461" y="253982"/>
                  </a:lnTo>
                  <a:lnTo>
                    <a:pt x="26294" y="258481"/>
                  </a:lnTo>
                  <a:lnTo>
                    <a:pt x="29269" y="262887"/>
                  </a:lnTo>
                  <a:lnTo>
                    <a:pt x="32382" y="267197"/>
                  </a:lnTo>
                  <a:lnTo>
                    <a:pt x="35630" y="271405"/>
                  </a:lnTo>
                  <a:lnTo>
                    <a:pt x="39011" y="275508"/>
                  </a:lnTo>
                  <a:lnTo>
                    <a:pt x="42520" y="279501"/>
                  </a:lnTo>
                  <a:lnTo>
                    <a:pt x="46155" y="283381"/>
                  </a:lnTo>
                  <a:lnTo>
                    <a:pt x="49911" y="287143"/>
                  </a:lnTo>
                  <a:lnTo>
                    <a:pt x="53785" y="290784"/>
                  </a:lnTo>
                  <a:lnTo>
                    <a:pt x="57773" y="294300"/>
                  </a:lnTo>
                  <a:lnTo>
                    <a:pt x="61871" y="297688"/>
                  </a:lnTo>
                  <a:lnTo>
                    <a:pt x="66074" y="300943"/>
                  </a:lnTo>
                  <a:lnTo>
                    <a:pt x="70378" y="304063"/>
                  </a:lnTo>
                  <a:lnTo>
                    <a:pt x="74780" y="307044"/>
                  </a:lnTo>
                  <a:lnTo>
                    <a:pt x="79274" y="309884"/>
                  </a:lnTo>
                  <a:lnTo>
                    <a:pt x="83856" y="312580"/>
                  </a:lnTo>
                  <a:lnTo>
                    <a:pt x="88522" y="315129"/>
                  </a:lnTo>
                  <a:lnTo>
                    <a:pt x="93266" y="317528"/>
                  </a:lnTo>
                  <a:lnTo>
                    <a:pt x="98085" y="319775"/>
                  </a:lnTo>
                  <a:lnTo>
                    <a:pt x="102972" y="321867"/>
                  </a:lnTo>
                  <a:lnTo>
                    <a:pt x="107923" y="323803"/>
                  </a:lnTo>
                  <a:lnTo>
                    <a:pt x="112933" y="325581"/>
                  </a:lnTo>
                  <a:lnTo>
                    <a:pt x="117998" y="327198"/>
                  </a:lnTo>
                  <a:lnTo>
                    <a:pt x="123111" y="328654"/>
                  </a:lnTo>
                  <a:lnTo>
                    <a:pt x="128268" y="329946"/>
                  </a:lnTo>
                  <a:lnTo>
                    <a:pt x="133463" y="331074"/>
                  </a:lnTo>
                  <a:lnTo>
                    <a:pt x="138692" y="332036"/>
                  </a:lnTo>
                  <a:lnTo>
                    <a:pt x="143949" y="332831"/>
                  </a:lnTo>
                  <a:lnTo>
                    <a:pt x="149228" y="333458"/>
                  </a:lnTo>
                  <a:lnTo>
                    <a:pt x="154524" y="333918"/>
                  </a:lnTo>
                  <a:lnTo>
                    <a:pt x="159833" y="334209"/>
                  </a:lnTo>
                  <a:lnTo>
                    <a:pt x="165148" y="334330"/>
                  </a:lnTo>
                  <a:lnTo>
                    <a:pt x="170464" y="334283"/>
                  </a:lnTo>
                  <a:lnTo>
                    <a:pt x="175776" y="334067"/>
                  </a:lnTo>
                  <a:lnTo>
                    <a:pt x="181078" y="333682"/>
                  </a:lnTo>
                  <a:lnTo>
                    <a:pt x="186366" y="333128"/>
                  </a:lnTo>
                  <a:lnTo>
                    <a:pt x="191633" y="332407"/>
                  </a:lnTo>
                  <a:lnTo>
                    <a:pt x="196874" y="331518"/>
                  </a:lnTo>
                  <a:lnTo>
                    <a:pt x="202085" y="330463"/>
                  </a:lnTo>
                  <a:lnTo>
                    <a:pt x="207260" y="329243"/>
                  </a:lnTo>
                  <a:lnTo>
                    <a:pt x="212393" y="327860"/>
                  </a:lnTo>
                  <a:lnTo>
                    <a:pt x="217479" y="326313"/>
                  </a:lnTo>
                  <a:lnTo>
                    <a:pt x="222514" y="324606"/>
                  </a:lnTo>
                  <a:lnTo>
                    <a:pt x="227492" y="322739"/>
                  </a:lnTo>
                  <a:lnTo>
                    <a:pt x="232408" y="320715"/>
                  </a:lnTo>
                  <a:lnTo>
                    <a:pt x="237257" y="318536"/>
                  </a:lnTo>
                  <a:lnTo>
                    <a:pt x="242035" y="316204"/>
                  </a:lnTo>
                  <a:lnTo>
                    <a:pt x="246735" y="313721"/>
                  </a:lnTo>
                  <a:lnTo>
                    <a:pt x="251355" y="311090"/>
                  </a:lnTo>
                  <a:lnTo>
                    <a:pt x="255889" y="308313"/>
                  </a:lnTo>
                  <a:lnTo>
                    <a:pt x="260331" y="305393"/>
                  </a:lnTo>
                  <a:lnTo>
                    <a:pt x="264679" y="302334"/>
                  </a:lnTo>
                  <a:lnTo>
                    <a:pt x="268928" y="299138"/>
                  </a:lnTo>
                  <a:lnTo>
                    <a:pt x="273072" y="295808"/>
                  </a:lnTo>
                  <a:lnTo>
                    <a:pt x="277109" y="292348"/>
                  </a:lnTo>
                  <a:lnTo>
                    <a:pt x="281034" y="288762"/>
                  </a:lnTo>
                  <a:lnTo>
                    <a:pt x="284842" y="285053"/>
                  </a:lnTo>
                  <a:lnTo>
                    <a:pt x="288531" y="281224"/>
                  </a:lnTo>
                  <a:lnTo>
                    <a:pt x="292096" y="277280"/>
                  </a:lnTo>
                  <a:lnTo>
                    <a:pt x="295534" y="273225"/>
                  </a:lnTo>
                  <a:lnTo>
                    <a:pt x="298841" y="269063"/>
                  </a:lnTo>
                  <a:lnTo>
                    <a:pt x="302014" y="264797"/>
                  </a:lnTo>
                  <a:lnTo>
                    <a:pt x="305050" y="260433"/>
                  </a:lnTo>
                  <a:lnTo>
                    <a:pt x="307945" y="255974"/>
                  </a:lnTo>
                  <a:lnTo>
                    <a:pt x="310698" y="251426"/>
                  </a:lnTo>
                  <a:lnTo>
                    <a:pt x="313304" y="246792"/>
                  </a:lnTo>
                  <a:lnTo>
                    <a:pt x="315762" y="242078"/>
                  </a:lnTo>
                  <a:lnTo>
                    <a:pt x="318068" y="237288"/>
                  </a:lnTo>
                  <a:lnTo>
                    <a:pt x="320221" y="232427"/>
                  </a:lnTo>
                  <a:lnTo>
                    <a:pt x="322218" y="227500"/>
                  </a:lnTo>
                  <a:lnTo>
                    <a:pt x="324058" y="222512"/>
                  </a:lnTo>
                  <a:lnTo>
                    <a:pt x="325738" y="217468"/>
                  </a:lnTo>
                  <a:lnTo>
                    <a:pt x="327257" y="212373"/>
                  </a:lnTo>
                  <a:lnTo>
                    <a:pt x="328613" y="207233"/>
                  </a:lnTo>
                  <a:lnTo>
                    <a:pt x="329805" y="202052"/>
                  </a:lnTo>
                  <a:lnTo>
                    <a:pt x="330832" y="196836"/>
                  </a:lnTo>
                  <a:lnTo>
                    <a:pt x="331692" y="191589"/>
                  </a:lnTo>
                  <a:lnTo>
                    <a:pt x="332385" y="186318"/>
                  </a:lnTo>
                  <a:lnTo>
                    <a:pt x="332910" y="181028"/>
                  </a:lnTo>
                  <a:lnTo>
                    <a:pt x="333267" y="175723"/>
                  </a:lnTo>
                  <a:lnTo>
                    <a:pt x="333454" y="170410"/>
                  </a:lnTo>
                  <a:lnTo>
                    <a:pt x="333473" y="165094"/>
                  </a:lnTo>
                  <a:lnTo>
                    <a:pt x="333322" y="159780"/>
                  </a:lnTo>
                  <a:lnTo>
                    <a:pt x="333003" y="154473"/>
                  </a:lnTo>
                  <a:lnTo>
                    <a:pt x="332515" y="149179"/>
                  </a:lnTo>
                  <a:lnTo>
                    <a:pt x="331859" y="143903"/>
                  </a:lnTo>
                  <a:lnTo>
                    <a:pt x="331036" y="138651"/>
                  </a:lnTo>
                  <a:lnTo>
                    <a:pt x="330046" y="133428"/>
                  </a:lnTo>
                  <a:lnTo>
                    <a:pt x="328890" y="128239"/>
                  </a:lnTo>
                  <a:lnTo>
                    <a:pt x="327570" y="123089"/>
                  </a:lnTo>
                  <a:lnTo>
                    <a:pt x="326087" y="117983"/>
                  </a:lnTo>
                  <a:lnTo>
                    <a:pt x="324442" y="112928"/>
                  </a:lnTo>
                  <a:lnTo>
                    <a:pt x="322637" y="107927"/>
                  </a:lnTo>
                  <a:lnTo>
                    <a:pt x="320674" y="102986"/>
                  </a:lnTo>
                  <a:lnTo>
                    <a:pt x="318555" y="98111"/>
                  </a:lnTo>
                  <a:lnTo>
                    <a:pt x="316283" y="93305"/>
                  </a:lnTo>
                  <a:lnTo>
                    <a:pt x="313858" y="88573"/>
                  </a:lnTo>
                  <a:lnTo>
                    <a:pt x="311284" y="83921"/>
                  </a:lnTo>
                  <a:lnTo>
                    <a:pt x="308564" y="79354"/>
                  </a:lnTo>
                  <a:lnTo>
                    <a:pt x="305700" y="74875"/>
                  </a:lnTo>
                  <a:lnTo>
                    <a:pt x="302694" y="70489"/>
                  </a:lnTo>
                  <a:lnTo>
                    <a:pt x="299551" y="66202"/>
                  </a:lnTo>
                  <a:lnTo>
                    <a:pt x="296273" y="62016"/>
                  </a:lnTo>
                  <a:lnTo>
                    <a:pt x="292864" y="57937"/>
                  </a:lnTo>
                  <a:lnTo>
                    <a:pt x="289326" y="53968"/>
                  </a:lnTo>
                  <a:lnTo>
                    <a:pt x="285665" y="50114"/>
                  </a:lnTo>
                  <a:lnTo>
                    <a:pt x="281882" y="46378"/>
                  </a:lnTo>
                  <a:lnTo>
                    <a:pt x="277983" y="42764"/>
                  </a:lnTo>
                  <a:lnTo>
                    <a:pt x="273971" y="39277"/>
                  </a:lnTo>
                  <a:lnTo>
                    <a:pt x="269849" y="35918"/>
                  </a:lnTo>
                  <a:lnTo>
                    <a:pt x="265623" y="32692"/>
                  </a:lnTo>
                  <a:lnTo>
                    <a:pt x="261297" y="29603"/>
                  </a:lnTo>
                  <a:lnTo>
                    <a:pt x="256875" y="26652"/>
                  </a:lnTo>
                  <a:lnTo>
                    <a:pt x="252361" y="23843"/>
                  </a:lnTo>
                  <a:lnTo>
                    <a:pt x="247760" y="21180"/>
                  </a:lnTo>
                  <a:lnTo>
                    <a:pt x="243076" y="18664"/>
                  </a:lnTo>
                  <a:lnTo>
                    <a:pt x="238315" y="16298"/>
                  </a:lnTo>
                  <a:lnTo>
                    <a:pt x="233482" y="14085"/>
                  </a:lnTo>
                  <a:lnTo>
                    <a:pt x="228580" y="12027"/>
                  </a:lnTo>
                  <a:lnTo>
                    <a:pt x="223615" y="10125"/>
                  </a:lnTo>
                  <a:lnTo>
                    <a:pt x="218592" y="8383"/>
                  </a:lnTo>
                  <a:lnTo>
                    <a:pt x="213517" y="6801"/>
                  </a:lnTo>
                  <a:lnTo>
                    <a:pt x="208394" y="5381"/>
                  </a:lnTo>
                  <a:lnTo>
                    <a:pt x="203228" y="4125"/>
                  </a:lnTo>
                  <a:lnTo>
                    <a:pt x="198025" y="3034"/>
                  </a:lnTo>
                  <a:lnTo>
                    <a:pt x="192789" y="2109"/>
                  </a:lnTo>
                  <a:lnTo>
                    <a:pt x="187527" y="1350"/>
                  </a:lnTo>
                  <a:lnTo>
                    <a:pt x="182244" y="760"/>
                  </a:lnTo>
                  <a:lnTo>
                    <a:pt x="176944" y="338"/>
                  </a:lnTo>
                  <a:lnTo>
                    <a:pt x="171634" y="84"/>
                  </a:lnTo>
                  <a:lnTo>
                    <a:pt x="166318" y="0"/>
                  </a:lnTo>
                  <a:lnTo>
                    <a:pt x="1663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76" y="4659281"/>
              <a:ext cx="167158" cy="331645"/>
            </a:xfrm>
            <a:custGeom>
              <a:avLst/>
              <a:pathLst>
                <a:path w="167158" h="331645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10" y="762"/>
                  </a:lnTo>
                  <a:lnTo>
                    <a:pt x="145919" y="1354"/>
                  </a:lnTo>
                  <a:lnTo>
                    <a:pt x="140650" y="2115"/>
                  </a:lnTo>
                  <a:lnTo>
                    <a:pt x="135408" y="3042"/>
                  </a:lnTo>
                  <a:lnTo>
                    <a:pt x="130197" y="4137"/>
                  </a:lnTo>
                  <a:lnTo>
                    <a:pt x="125025" y="5396"/>
                  </a:lnTo>
                  <a:lnTo>
                    <a:pt x="119895" y="6820"/>
                  </a:lnTo>
                  <a:lnTo>
                    <a:pt x="114812" y="8407"/>
                  </a:lnTo>
                  <a:lnTo>
                    <a:pt x="109783" y="10154"/>
                  </a:lnTo>
                  <a:lnTo>
                    <a:pt x="104813" y="12061"/>
                  </a:lnTo>
                  <a:lnTo>
                    <a:pt x="99905" y="14125"/>
                  </a:lnTo>
                  <a:lnTo>
                    <a:pt x="95066" y="16344"/>
                  </a:lnTo>
                  <a:lnTo>
                    <a:pt x="90300" y="18716"/>
                  </a:lnTo>
                  <a:lnTo>
                    <a:pt x="85611" y="21239"/>
                  </a:lnTo>
                  <a:lnTo>
                    <a:pt x="81006" y="23909"/>
                  </a:lnTo>
                  <a:lnTo>
                    <a:pt x="76488" y="26726"/>
                  </a:lnTo>
                  <a:lnTo>
                    <a:pt x="72061" y="29684"/>
                  </a:lnTo>
                  <a:lnTo>
                    <a:pt x="67732" y="32782"/>
                  </a:lnTo>
                  <a:lnTo>
                    <a:pt x="63503" y="36016"/>
                  </a:lnTo>
                  <a:lnTo>
                    <a:pt x="59379" y="39384"/>
                  </a:lnTo>
                  <a:lnTo>
                    <a:pt x="55365" y="42880"/>
                  </a:lnTo>
                  <a:lnTo>
                    <a:pt x="51464" y="46503"/>
                  </a:lnTo>
                  <a:lnTo>
                    <a:pt x="47680" y="50249"/>
                  </a:lnTo>
                  <a:lnTo>
                    <a:pt x="44017" y="54113"/>
                  </a:lnTo>
                  <a:lnTo>
                    <a:pt x="40480" y="58091"/>
                  </a:lnTo>
                  <a:lnTo>
                    <a:pt x="37071" y="62181"/>
                  </a:lnTo>
                  <a:lnTo>
                    <a:pt x="33793" y="66376"/>
                  </a:lnTo>
                  <a:lnTo>
                    <a:pt x="30651" y="70674"/>
                  </a:lnTo>
                  <a:lnTo>
                    <a:pt x="27648" y="75070"/>
                  </a:lnTo>
                  <a:lnTo>
                    <a:pt x="24786" y="79559"/>
                  </a:lnTo>
                  <a:lnTo>
                    <a:pt x="22068" y="84137"/>
                  </a:lnTo>
                  <a:lnTo>
                    <a:pt x="19498" y="88800"/>
                  </a:lnTo>
                  <a:lnTo>
                    <a:pt x="17077" y="93541"/>
                  </a:lnTo>
                  <a:lnTo>
                    <a:pt x="14809" y="98358"/>
                  </a:lnTo>
                  <a:lnTo>
                    <a:pt x="12695" y="103244"/>
                  </a:lnTo>
                  <a:lnTo>
                    <a:pt x="10738" y="108195"/>
                  </a:lnTo>
                  <a:lnTo>
                    <a:pt x="8939" y="113206"/>
                  </a:lnTo>
                  <a:lnTo>
                    <a:pt x="7301" y="118272"/>
                  </a:lnTo>
                  <a:lnTo>
                    <a:pt x="5825" y="123387"/>
                  </a:lnTo>
                  <a:lnTo>
                    <a:pt x="4513" y="128547"/>
                  </a:lnTo>
                  <a:lnTo>
                    <a:pt x="3366" y="133746"/>
                  </a:lnTo>
                  <a:lnTo>
                    <a:pt x="2385" y="138978"/>
                  </a:lnTo>
                  <a:lnTo>
                    <a:pt x="1571" y="144240"/>
                  </a:lnTo>
                  <a:lnTo>
                    <a:pt x="924" y="149524"/>
                  </a:lnTo>
                  <a:lnTo>
                    <a:pt x="447" y="154827"/>
                  </a:lnTo>
                  <a:lnTo>
                    <a:pt x="139" y="160142"/>
                  </a:lnTo>
                  <a:lnTo>
                    <a:pt x="0" y="165464"/>
                  </a:lnTo>
                  <a:lnTo>
                    <a:pt x="30" y="170787"/>
                  </a:lnTo>
                  <a:lnTo>
                    <a:pt x="230" y="176108"/>
                  </a:lnTo>
                  <a:lnTo>
                    <a:pt x="599" y="181419"/>
                  </a:lnTo>
                  <a:lnTo>
                    <a:pt x="1138" y="186715"/>
                  </a:lnTo>
                  <a:lnTo>
                    <a:pt x="1844" y="191992"/>
                  </a:lnTo>
                  <a:lnTo>
                    <a:pt x="2719" y="197244"/>
                  </a:lnTo>
                  <a:lnTo>
                    <a:pt x="3760" y="202465"/>
                  </a:lnTo>
                  <a:lnTo>
                    <a:pt x="4967" y="207650"/>
                  </a:lnTo>
                  <a:lnTo>
                    <a:pt x="6338" y="212794"/>
                  </a:lnTo>
                  <a:lnTo>
                    <a:pt x="7873" y="217892"/>
                  </a:lnTo>
                  <a:lnTo>
                    <a:pt x="9569" y="222939"/>
                  </a:lnTo>
                  <a:lnTo>
                    <a:pt x="11425" y="227929"/>
                  </a:lnTo>
                  <a:lnTo>
                    <a:pt x="13439" y="232857"/>
                  </a:lnTo>
                  <a:lnTo>
                    <a:pt x="15608" y="237719"/>
                  </a:lnTo>
                  <a:lnTo>
                    <a:pt x="17932" y="242509"/>
                  </a:lnTo>
                  <a:lnTo>
                    <a:pt x="20407" y="247223"/>
                  </a:lnTo>
                  <a:lnTo>
                    <a:pt x="23030" y="251855"/>
                  </a:lnTo>
                  <a:lnTo>
                    <a:pt x="25800" y="256402"/>
                  </a:lnTo>
                  <a:lnTo>
                    <a:pt x="28714" y="260858"/>
                  </a:lnTo>
                  <a:lnTo>
                    <a:pt x="31767" y="265219"/>
                  </a:lnTo>
                  <a:lnTo>
                    <a:pt x="34958" y="269481"/>
                  </a:lnTo>
                  <a:lnTo>
                    <a:pt x="38283" y="273639"/>
                  </a:lnTo>
                  <a:lnTo>
                    <a:pt x="41739" y="277688"/>
                  </a:lnTo>
                  <a:lnTo>
                    <a:pt x="45322" y="281626"/>
                  </a:lnTo>
                  <a:lnTo>
                    <a:pt x="49029" y="285448"/>
                  </a:lnTo>
                  <a:lnTo>
                    <a:pt x="52855" y="289150"/>
                  </a:lnTo>
                  <a:lnTo>
                    <a:pt x="56798" y="292728"/>
                  </a:lnTo>
                  <a:lnTo>
                    <a:pt x="60852" y="296178"/>
                  </a:lnTo>
                  <a:lnTo>
                    <a:pt x="65014" y="299498"/>
                  </a:lnTo>
                  <a:lnTo>
                    <a:pt x="69280" y="302683"/>
                  </a:lnTo>
                  <a:lnTo>
                    <a:pt x="73645" y="305732"/>
                  </a:lnTo>
                  <a:lnTo>
                    <a:pt x="78104" y="308639"/>
                  </a:lnTo>
                  <a:lnTo>
                    <a:pt x="82655" y="311403"/>
                  </a:lnTo>
                  <a:lnTo>
                    <a:pt x="87291" y="314021"/>
                  </a:lnTo>
                  <a:lnTo>
                    <a:pt x="92007" y="316490"/>
                  </a:lnTo>
                  <a:lnTo>
                    <a:pt x="96801" y="318807"/>
                  </a:lnTo>
                  <a:lnTo>
                    <a:pt x="101665" y="320971"/>
                  </a:lnTo>
                  <a:lnTo>
                    <a:pt x="106596" y="322978"/>
                  </a:lnTo>
                  <a:lnTo>
                    <a:pt x="111588" y="324828"/>
                  </a:lnTo>
                  <a:lnTo>
                    <a:pt x="116637" y="326517"/>
                  </a:lnTo>
                  <a:lnTo>
                    <a:pt x="121737" y="328045"/>
                  </a:lnTo>
                  <a:lnTo>
                    <a:pt x="126883" y="329410"/>
                  </a:lnTo>
                  <a:lnTo>
                    <a:pt x="132070" y="330610"/>
                  </a:lnTo>
                  <a:lnTo>
                    <a:pt x="137292" y="33164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393368" y="4826449"/>
              <a:ext cx="29866" cy="164477"/>
            </a:xfrm>
            <a:custGeom>
              <a:avLst/>
              <a:pathLst>
                <a:path w="29866" h="164477">
                  <a:moveTo>
                    <a:pt x="0" y="164477"/>
                  </a:moveTo>
                  <a:lnTo>
                    <a:pt x="2986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93368" y="4826449"/>
              <a:ext cx="29866" cy="164477"/>
            </a:xfrm>
            <a:custGeom>
              <a:avLst/>
              <a:pathLst>
                <a:path w="29866" h="164477">
                  <a:moveTo>
                    <a:pt x="0" y="164477"/>
                  </a:moveTo>
                  <a:lnTo>
                    <a:pt x="2986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93368" y="4826449"/>
              <a:ext cx="118786" cy="167156"/>
            </a:xfrm>
            <a:custGeom>
              <a:avLst/>
              <a:pathLst>
                <a:path w="118786" h="167156">
                  <a:moveTo>
                    <a:pt x="0" y="164477"/>
                  </a:moveTo>
                  <a:lnTo>
                    <a:pt x="5551" y="165389"/>
                  </a:lnTo>
                  <a:lnTo>
                    <a:pt x="11131" y="166114"/>
                  </a:lnTo>
                  <a:lnTo>
                    <a:pt x="16732" y="166650"/>
                  </a:lnTo>
                  <a:lnTo>
                    <a:pt x="22347" y="166998"/>
                  </a:lnTo>
                  <a:lnTo>
                    <a:pt x="27972" y="167156"/>
                  </a:lnTo>
                  <a:lnTo>
                    <a:pt x="33598" y="167125"/>
                  </a:lnTo>
                  <a:lnTo>
                    <a:pt x="39220" y="166905"/>
                  </a:lnTo>
                  <a:lnTo>
                    <a:pt x="44831" y="166496"/>
                  </a:lnTo>
                  <a:lnTo>
                    <a:pt x="50426" y="165898"/>
                  </a:lnTo>
                  <a:lnTo>
                    <a:pt x="55997" y="165112"/>
                  </a:lnTo>
                  <a:lnTo>
                    <a:pt x="61539" y="164139"/>
                  </a:lnTo>
                  <a:lnTo>
                    <a:pt x="67044" y="162980"/>
                  </a:lnTo>
                  <a:lnTo>
                    <a:pt x="72508" y="161637"/>
                  </a:lnTo>
                  <a:lnTo>
                    <a:pt x="77923" y="160110"/>
                  </a:lnTo>
                  <a:lnTo>
                    <a:pt x="83284" y="158402"/>
                  </a:lnTo>
                  <a:lnTo>
                    <a:pt x="88585" y="156515"/>
                  </a:lnTo>
                  <a:lnTo>
                    <a:pt x="93819" y="154450"/>
                  </a:lnTo>
                  <a:lnTo>
                    <a:pt x="98980" y="152210"/>
                  </a:lnTo>
                  <a:lnTo>
                    <a:pt x="104063" y="149798"/>
                  </a:lnTo>
                  <a:lnTo>
                    <a:pt x="109062" y="147217"/>
                  </a:lnTo>
                  <a:lnTo>
                    <a:pt x="113971" y="144468"/>
                  </a:lnTo>
                  <a:lnTo>
                    <a:pt x="118786" y="141556"/>
                  </a:lnTo>
                  <a:lnTo>
                    <a:pt x="2986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67159" cy="308723"/>
            </a:xfrm>
            <a:custGeom>
              <a:avLst/>
              <a:pathLst>
                <a:path w="167159" h="308723">
                  <a:moveTo>
                    <a:pt x="88919" y="308723"/>
                  </a:moveTo>
                  <a:lnTo>
                    <a:pt x="93384" y="305819"/>
                  </a:lnTo>
                  <a:lnTo>
                    <a:pt x="97753" y="302774"/>
                  </a:lnTo>
                  <a:lnTo>
                    <a:pt x="102023" y="299591"/>
                  </a:lnTo>
                  <a:lnTo>
                    <a:pt x="106190" y="296274"/>
                  </a:lnTo>
                  <a:lnTo>
                    <a:pt x="110249" y="292825"/>
                  </a:lnTo>
                  <a:lnTo>
                    <a:pt x="114196" y="289250"/>
                  </a:lnTo>
                  <a:lnTo>
                    <a:pt x="118027" y="285550"/>
                  </a:lnTo>
                  <a:lnTo>
                    <a:pt x="121738" y="281730"/>
                  </a:lnTo>
                  <a:lnTo>
                    <a:pt x="125326" y="277794"/>
                  </a:lnTo>
                  <a:lnTo>
                    <a:pt x="128786" y="273745"/>
                  </a:lnTo>
                  <a:lnTo>
                    <a:pt x="132116" y="269589"/>
                  </a:lnTo>
                  <a:lnTo>
                    <a:pt x="135311" y="265328"/>
                  </a:lnTo>
                  <a:lnTo>
                    <a:pt x="138370" y="260968"/>
                  </a:lnTo>
                  <a:lnTo>
                    <a:pt x="141288" y="256512"/>
                  </a:lnTo>
                  <a:lnTo>
                    <a:pt x="144062" y="251966"/>
                  </a:lnTo>
                  <a:lnTo>
                    <a:pt x="146690" y="247334"/>
                  </a:lnTo>
                  <a:lnTo>
                    <a:pt x="149170" y="242621"/>
                  </a:lnTo>
                  <a:lnTo>
                    <a:pt x="151497" y="237830"/>
                  </a:lnTo>
                  <a:lnTo>
                    <a:pt x="153672" y="232968"/>
                  </a:lnTo>
                  <a:lnTo>
                    <a:pt x="155690" y="228040"/>
                  </a:lnTo>
                  <a:lnTo>
                    <a:pt x="157550" y="223049"/>
                  </a:lnTo>
                  <a:lnTo>
                    <a:pt x="159250" y="218002"/>
                  </a:lnTo>
                  <a:lnTo>
                    <a:pt x="160789" y="212903"/>
                  </a:lnTo>
                  <a:lnTo>
                    <a:pt x="162164" y="207758"/>
                  </a:lnTo>
                  <a:lnTo>
                    <a:pt x="163375" y="202572"/>
                  </a:lnTo>
                  <a:lnTo>
                    <a:pt x="164420" y="197349"/>
                  </a:lnTo>
                  <a:lnTo>
                    <a:pt x="165298" y="192096"/>
                  </a:lnTo>
                  <a:lnTo>
                    <a:pt x="166008" y="186818"/>
                  </a:lnTo>
                  <a:lnTo>
                    <a:pt x="166550" y="181520"/>
                  </a:lnTo>
                  <a:lnTo>
                    <a:pt x="166922" y="176207"/>
                  </a:lnTo>
                  <a:lnTo>
                    <a:pt x="167126" y="170885"/>
                  </a:lnTo>
                  <a:lnTo>
                    <a:pt x="167159" y="165559"/>
                  </a:lnTo>
                  <a:lnTo>
                    <a:pt x="167023" y="160235"/>
                  </a:lnTo>
                  <a:lnTo>
                    <a:pt x="166718" y="154918"/>
                  </a:lnTo>
                  <a:lnTo>
                    <a:pt x="166243" y="149613"/>
                  </a:lnTo>
                  <a:lnTo>
                    <a:pt x="165599" y="144327"/>
                  </a:lnTo>
                  <a:lnTo>
                    <a:pt x="164788" y="139063"/>
                  </a:lnTo>
                  <a:lnTo>
                    <a:pt x="163809" y="133828"/>
                  </a:lnTo>
                  <a:lnTo>
                    <a:pt x="162664" y="128627"/>
                  </a:lnTo>
                  <a:lnTo>
                    <a:pt x="161353" y="123464"/>
                  </a:lnTo>
                  <a:lnTo>
                    <a:pt x="159879" y="118347"/>
                  </a:lnTo>
                  <a:lnTo>
                    <a:pt x="158243" y="113278"/>
                  </a:lnTo>
                  <a:lnTo>
                    <a:pt x="156446" y="108265"/>
                  </a:lnTo>
                  <a:lnTo>
                    <a:pt x="154490" y="103311"/>
                  </a:lnTo>
                  <a:lnTo>
                    <a:pt x="152378" y="98422"/>
                  </a:lnTo>
                  <a:lnTo>
                    <a:pt x="150110" y="93603"/>
                  </a:lnTo>
                  <a:lnTo>
                    <a:pt x="147691" y="88858"/>
                  </a:lnTo>
                  <a:lnTo>
                    <a:pt x="145121" y="84193"/>
                  </a:lnTo>
                  <a:lnTo>
                    <a:pt x="142404" y="79612"/>
                  </a:lnTo>
                  <a:lnTo>
                    <a:pt x="139543" y="75121"/>
                  </a:lnTo>
                  <a:lnTo>
                    <a:pt x="136540" y="70722"/>
                  </a:lnTo>
                  <a:lnTo>
                    <a:pt x="133399" y="66421"/>
                  </a:lnTo>
                  <a:lnTo>
                    <a:pt x="130122" y="62223"/>
                  </a:lnTo>
                  <a:lnTo>
                    <a:pt x="126712" y="58131"/>
                  </a:lnTo>
                  <a:lnTo>
                    <a:pt x="123175" y="54150"/>
                  </a:lnTo>
                  <a:lnTo>
                    <a:pt x="119512" y="50284"/>
                  </a:lnTo>
                  <a:lnTo>
                    <a:pt x="115728" y="46536"/>
                  </a:lnTo>
                  <a:lnTo>
                    <a:pt x="111827" y="42910"/>
                  </a:lnTo>
                  <a:lnTo>
                    <a:pt x="107812" y="39411"/>
                  </a:lnTo>
                  <a:lnTo>
                    <a:pt x="103687" y="36042"/>
                  </a:lnTo>
                  <a:lnTo>
                    <a:pt x="99457" y="32805"/>
                  </a:lnTo>
                  <a:lnTo>
                    <a:pt x="95127" y="29705"/>
                  </a:lnTo>
                  <a:lnTo>
                    <a:pt x="90700" y="26745"/>
                  </a:lnTo>
                  <a:lnTo>
                    <a:pt x="86180" y="23927"/>
                  </a:lnTo>
                  <a:lnTo>
                    <a:pt x="81574" y="21254"/>
                  </a:lnTo>
                  <a:lnTo>
                    <a:pt x="76884" y="18729"/>
                  </a:lnTo>
                  <a:lnTo>
                    <a:pt x="72117" y="16356"/>
                  </a:lnTo>
                  <a:lnTo>
                    <a:pt x="67276" y="14135"/>
                  </a:lnTo>
                  <a:lnTo>
                    <a:pt x="62367" y="12069"/>
                  </a:lnTo>
                  <a:lnTo>
                    <a:pt x="57394" y="10161"/>
                  </a:lnTo>
                  <a:lnTo>
                    <a:pt x="52364" y="8413"/>
                  </a:lnTo>
                  <a:lnTo>
                    <a:pt x="47280" y="6825"/>
                  </a:lnTo>
                  <a:lnTo>
                    <a:pt x="42148" y="5400"/>
                  </a:lnTo>
                  <a:lnTo>
                    <a:pt x="36974" y="4140"/>
                  </a:lnTo>
                  <a:lnTo>
                    <a:pt x="31762" y="3045"/>
                  </a:lnTo>
                  <a:lnTo>
                    <a:pt x="26517" y="2116"/>
                  </a:lnTo>
                  <a:lnTo>
                    <a:pt x="21246" y="1355"/>
                  </a:lnTo>
                  <a:lnTo>
                    <a:pt x="15953" y="763"/>
                  </a:lnTo>
                  <a:lnTo>
                    <a:pt x="10644" y="339"/>
                  </a:lnTo>
                  <a:lnTo>
                    <a:pt x="532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4" y="4213821"/>
              <a:ext cx="259169" cy="334326"/>
            </a:xfrm>
            <a:custGeom>
              <a:avLst/>
              <a:pathLst>
                <a:path w="259169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7" y="761"/>
                  </a:lnTo>
                  <a:lnTo>
                    <a:pt x="145929" y="1353"/>
                  </a:lnTo>
                  <a:lnTo>
                    <a:pt x="140662" y="2112"/>
                  </a:lnTo>
                  <a:lnTo>
                    <a:pt x="135422" y="3039"/>
                  </a:lnTo>
                  <a:lnTo>
                    <a:pt x="130214" y="4133"/>
                  </a:lnTo>
                  <a:lnTo>
                    <a:pt x="125044" y="5391"/>
                  </a:lnTo>
                  <a:lnTo>
                    <a:pt x="119916" y="6813"/>
                  </a:lnTo>
                  <a:lnTo>
                    <a:pt x="114837" y="8398"/>
                  </a:lnTo>
                  <a:lnTo>
                    <a:pt x="109810" y="10144"/>
                  </a:lnTo>
                  <a:lnTo>
                    <a:pt x="104841" y="12048"/>
                  </a:lnTo>
                  <a:lnTo>
                    <a:pt x="99936" y="14110"/>
                  </a:lnTo>
                  <a:lnTo>
                    <a:pt x="95099" y="16327"/>
                  </a:lnTo>
                  <a:lnTo>
                    <a:pt x="90334" y="18697"/>
                  </a:lnTo>
                  <a:lnTo>
                    <a:pt x="85648" y="21218"/>
                  </a:lnTo>
                  <a:lnTo>
                    <a:pt x="81044" y="23886"/>
                  </a:lnTo>
                  <a:lnTo>
                    <a:pt x="76527" y="26699"/>
                  </a:lnTo>
                  <a:lnTo>
                    <a:pt x="72102" y="29655"/>
                  </a:lnTo>
                  <a:lnTo>
                    <a:pt x="67774" y="32750"/>
                  </a:lnTo>
                  <a:lnTo>
                    <a:pt x="63546" y="35981"/>
                  </a:lnTo>
                  <a:lnTo>
                    <a:pt x="59423" y="39345"/>
                  </a:lnTo>
                  <a:lnTo>
                    <a:pt x="55409" y="42839"/>
                  </a:lnTo>
                  <a:lnTo>
                    <a:pt x="51509" y="46459"/>
                  </a:lnTo>
                  <a:lnTo>
                    <a:pt x="47726" y="50200"/>
                  </a:lnTo>
                  <a:lnTo>
                    <a:pt x="44063" y="54061"/>
                  </a:lnTo>
                  <a:lnTo>
                    <a:pt x="40526" y="58036"/>
                  </a:lnTo>
                  <a:lnTo>
                    <a:pt x="37117" y="62122"/>
                  </a:lnTo>
                  <a:lnTo>
                    <a:pt x="33839" y="66314"/>
                  </a:lnTo>
                  <a:lnTo>
                    <a:pt x="30697" y="70608"/>
                  </a:lnTo>
                  <a:lnTo>
                    <a:pt x="27693" y="75000"/>
                  </a:lnTo>
                  <a:lnTo>
                    <a:pt x="24830" y="79486"/>
                  </a:lnTo>
                  <a:lnTo>
                    <a:pt x="22111" y="84060"/>
                  </a:lnTo>
                  <a:lnTo>
                    <a:pt x="19540" y="88718"/>
                  </a:lnTo>
                  <a:lnTo>
                    <a:pt x="17118" y="93457"/>
                  </a:lnTo>
                  <a:lnTo>
                    <a:pt x="14848" y="98269"/>
                  </a:lnTo>
                  <a:lnTo>
                    <a:pt x="12732" y="103152"/>
                  </a:lnTo>
                  <a:lnTo>
                    <a:pt x="10773" y="108099"/>
                  </a:lnTo>
                  <a:lnTo>
                    <a:pt x="8972" y="113106"/>
                  </a:lnTo>
                  <a:lnTo>
                    <a:pt x="7332" y="118168"/>
                  </a:lnTo>
                  <a:lnTo>
                    <a:pt x="5853" y="123280"/>
                  </a:lnTo>
                  <a:lnTo>
                    <a:pt x="4538" y="128436"/>
                  </a:lnTo>
                  <a:lnTo>
                    <a:pt x="3388" y="133632"/>
                  </a:lnTo>
                  <a:lnTo>
                    <a:pt x="2403" y="138861"/>
                  </a:lnTo>
                  <a:lnTo>
                    <a:pt x="1586" y="144119"/>
                  </a:lnTo>
                  <a:lnTo>
                    <a:pt x="936" y="149400"/>
                  </a:lnTo>
                  <a:lnTo>
                    <a:pt x="455" y="154700"/>
                  </a:lnTo>
                  <a:lnTo>
                    <a:pt x="143" y="160012"/>
                  </a:lnTo>
                  <a:lnTo>
                    <a:pt x="0" y="165331"/>
                  </a:lnTo>
                  <a:lnTo>
                    <a:pt x="26" y="170652"/>
                  </a:lnTo>
                  <a:lnTo>
                    <a:pt x="221" y="175970"/>
                  </a:lnTo>
                  <a:lnTo>
                    <a:pt x="586" y="181279"/>
                  </a:lnTo>
                  <a:lnTo>
                    <a:pt x="1120" y="186573"/>
                  </a:lnTo>
                  <a:lnTo>
                    <a:pt x="1821" y="191848"/>
                  </a:lnTo>
                  <a:lnTo>
                    <a:pt x="2691" y="197097"/>
                  </a:lnTo>
                  <a:lnTo>
                    <a:pt x="3727" y="202317"/>
                  </a:lnTo>
                  <a:lnTo>
                    <a:pt x="4928" y="207501"/>
                  </a:lnTo>
                  <a:lnTo>
                    <a:pt x="6294" y="212644"/>
                  </a:lnTo>
                  <a:lnTo>
                    <a:pt x="7823" y="217740"/>
                  </a:lnTo>
                  <a:lnTo>
                    <a:pt x="9513" y="222786"/>
                  </a:lnTo>
                  <a:lnTo>
                    <a:pt x="11363" y="227775"/>
                  </a:lnTo>
                  <a:lnTo>
                    <a:pt x="13371" y="232703"/>
                  </a:lnTo>
                  <a:lnTo>
                    <a:pt x="15535" y="237564"/>
                  </a:lnTo>
                  <a:lnTo>
                    <a:pt x="17853" y="242355"/>
                  </a:lnTo>
                  <a:lnTo>
                    <a:pt x="20321" y="247068"/>
                  </a:lnTo>
                  <a:lnTo>
                    <a:pt x="22939" y="251701"/>
                  </a:lnTo>
                  <a:lnTo>
                    <a:pt x="25702" y="256249"/>
                  </a:lnTo>
                  <a:lnTo>
                    <a:pt x="28609" y="260706"/>
                  </a:lnTo>
                  <a:lnTo>
                    <a:pt x="31657" y="265068"/>
                  </a:lnTo>
                  <a:lnTo>
                    <a:pt x="34841" y="269331"/>
                  </a:lnTo>
                  <a:lnTo>
                    <a:pt x="38160" y="273491"/>
                  </a:lnTo>
                  <a:lnTo>
                    <a:pt x="41609" y="277542"/>
                  </a:lnTo>
                  <a:lnTo>
                    <a:pt x="45186" y="281482"/>
                  </a:lnTo>
                  <a:lnTo>
                    <a:pt x="48886" y="285306"/>
                  </a:lnTo>
                  <a:lnTo>
                    <a:pt x="52706" y="289011"/>
                  </a:lnTo>
                  <a:lnTo>
                    <a:pt x="56642" y="292592"/>
                  </a:lnTo>
                  <a:lnTo>
                    <a:pt x="60690" y="296046"/>
                  </a:lnTo>
                  <a:lnTo>
                    <a:pt x="64846" y="299369"/>
                  </a:lnTo>
                  <a:lnTo>
                    <a:pt x="69105" y="302558"/>
                  </a:lnTo>
                  <a:lnTo>
                    <a:pt x="73464" y="305610"/>
                  </a:lnTo>
                  <a:lnTo>
                    <a:pt x="77918" y="308522"/>
                  </a:lnTo>
                  <a:lnTo>
                    <a:pt x="82462" y="311291"/>
                  </a:lnTo>
                  <a:lnTo>
                    <a:pt x="87092" y="313914"/>
                  </a:lnTo>
                  <a:lnTo>
                    <a:pt x="91803" y="316388"/>
                  </a:lnTo>
                  <a:lnTo>
                    <a:pt x="96591" y="318710"/>
                  </a:lnTo>
                  <a:lnTo>
                    <a:pt x="101450" y="320879"/>
                  </a:lnTo>
                  <a:lnTo>
                    <a:pt x="106375" y="322893"/>
                  </a:lnTo>
                  <a:lnTo>
                    <a:pt x="111363" y="324748"/>
                  </a:lnTo>
                  <a:lnTo>
                    <a:pt x="116406" y="326444"/>
                  </a:lnTo>
                  <a:lnTo>
                    <a:pt x="121501" y="327979"/>
                  </a:lnTo>
                  <a:lnTo>
                    <a:pt x="126643" y="329351"/>
                  </a:lnTo>
                  <a:lnTo>
                    <a:pt x="131825" y="330558"/>
                  </a:lnTo>
                  <a:lnTo>
                    <a:pt x="137043" y="331600"/>
                  </a:lnTo>
                  <a:lnTo>
                    <a:pt x="142292" y="332475"/>
                  </a:lnTo>
                  <a:lnTo>
                    <a:pt x="147566" y="333182"/>
                  </a:lnTo>
                  <a:lnTo>
                    <a:pt x="152860" y="333722"/>
                  </a:lnTo>
                  <a:lnTo>
                    <a:pt x="158168" y="334093"/>
                  </a:lnTo>
                  <a:lnTo>
                    <a:pt x="163486" y="334294"/>
                  </a:lnTo>
                  <a:lnTo>
                    <a:pt x="168807" y="334326"/>
                  </a:lnTo>
                  <a:lnTo>
                    <a:pt x="174126" y="334189"/>
                  </a:lnTo>
                  <a:lnTo>
                    <a:pt x="179439" y="333883"/>
                  </a:lnTo>
                  <a:lnTo>
                    <a:pt x="184738" y="333407"/>
                  </a:lnTo>
                  <a:lnTo>
                    <a:pt x="190021" y="332763"/>
                  </a:lnTo>
                  <a:lnTo>
                    <a:pt x="195280" y="331952"/>
                  </a:lnTo>
                  <a:lnTo>
                    <a:pt x="200510" y="330973"/>
                  </a:lnTo>
                  <a:lnTo>
                    <a:pt x="205707" y="329829"/>
                  </a:lnTo>
                  <a:lnTo>
                    <a:pt x="210864" y="328519"/>
                  </a:lnTo>
                  <a:lnTo>
                    <a:pt x="215978" y="327047"/>
                  </a:lnTo>
                  <a:lnTo>
                    <a:pt x="221041" y="325412"/>
                  </a:lnTo>
                  <a:lnTo>
                    <a:pt x="226051" y="323617"/>
                  </a:lnTo>
                  <a:lnTo>
                    <a:pt x="231000" y="321663"/>
                  </a:lnTo>
                  <a:lnTo>
                    <a:pt x="235885" y="319553"/>
                  </a:lnTo>
                  <a:lnTo>
                    <a:pt x="240700" y="317288"/>
                  </a:lnTo>
                  <a:lnTo>
                    <a:pt x="245441" y="314871"/>
                  </a:lnTo>
                  <a:lnTo>
                    <a:pt x="250102" y="312305"/>
                  </a:lnTo>
                  <a:lnTo>
                    <a:pt x="254680" y="309591"/>
                  </a:lnTo>
                  <a:lnTo>
                    <a:pt x="259169" y="30673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66547" cy="139566"/>
            </a:xfrm>
            <a:custGeom>
              <a:avLst/>
              <a:pathLst>
                <a:path w="166547" h="139566">
                  <a:moveTo>
                    <a:pt x="92011" y="139566"/>
                  </a:moveTo>
                  <a:lnTo>
                    <a:pt x="96620" y="136416"/>
                  </a:lnTo>
                  <a:lnTo>
                    <a:pt x="101122" y="133113"/>
                  </a:lnTo>
                  <a:lnTo>
                    <a:pt x="105511" y="129662"/>
                  </a:lnTo>
                  <a:lnTo>
                    <a:pt x="109782" y="126066"/>
                  </a:lnTo>
                  <a:lnTo>
                    <a:pt x="113930" y="122330"/>
                  </a:lnTo>
                  <a:lnTo>
                    <a:pt x="117952" y="118457"/>
                  </a:lnTo>
                  <a:lnTo>
                    <a:pt x="121842" y="114452"/>
                  </a:lnTo>
                  <a:lnTo>
                    <a:pt x="125596" y="110320"/>
                  </a:lnTo>
                  <a:lnTo>
                    <a:pt x="129210" y="106064"/>
                  </a:lnTo>
                  <a:lnTo>
                    <a:pt x="132679" y="101690"/>
                  </a:lnTo>
                  <a:lnTo>
                    <a:pt x="136001" y="97203"/>
                  </a:lnTo>
                  <a:lnTo>
                    <a:pt x="139171" y="92607"/>
                  </a:lnTo>
                  <a:lnTo>
                    <a:pt x="142186" y="87908"/>
                  </a:lnTo>
                  <a:lnTo>
                    <a:pt x="145042" y="83111"/>
                  </a:lnTo>
                  <a:lnTo>
                    <a:pt x="147737" y="78221"/>
                  </a:lnTo>
                  <a:lnTo>
                    <a:pt x="150267" y="73244"/>
                  </a:lnTo>
                  <a:lnTo>
                    <a:pt x="152629" y="68185"/>
                  </a:lnTo>
                  <a:lnTo>
                    <a:pt x="154820" y="63051"/>
                  </a:lnTo>
                  <a:lnTo>
                    <a:pt x="156840" y="57845"/>
                  </a:lnTo>
                  <a:lnTo>
                    <a:pt x="158684" y="52576"/>
                  </a:lnTo>
                  <a:lnTo>
                    <a:pt x="160351" y="47247"/>
                  </a:lnTo>
                  <a:lnTo>
                    <a:pt x="161839" y="41866"/>
                  </a:lnTo>
                  <a:lnTo>
                    <a:pt x="163147" y="36439"/>
                  </a:lnTo>
                  <a:lnTo>
                    <a:pt x="164273" y="30970"/>
                  </a:lnTo>
                  <a:lnTo>
                    <a:pt x="165216" y="25467"/>
                  </a:lnTo>
                  <a:lnTo>
                    <a:pt x="165974" y="19936"/>
                  </a:lnTo>
                  <a:lnTo>
                    <a:pt x="166547" y="14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7156" cy="181550"/>
            </a:xfrm>
            <a:custGeom>
              <a:avLst/>
              <a:pathLst>
                <a:path w="167156" h="181550">
                  <a:moveTo>
                    <a:pt x="166547" y="181550"/>
                  </a:moveTo>
                  <a:lnTo>
                    <a:pt x="166926" y="176132"/>
                  </a:lnTo>
                  <a:lnTo>
                    <a:pt x="167129" y="170705"/>
                  </a:lnTo>
                  <a:lnTo>
                    <a:pt x="167156" y="165275"/>
                  </a:lnTo>
                  <a:lnTo>
                    <a:pt x="167007" y="159846"/>
                  </a:lnTo>
                  <a:lnTo>
                    <a:pt x="166681" y="154425"/>
                  </a:lnTo>
                  <a:lnTo>
                    <a:pt x="166179" y="149017"/>
                  </a:lnTo>
                  <a:lnTo>
                    <a:pt x="165501" y="143628"/>
                  </a:lnTo>
                  <a:lnTo>
                    <a:pt x="164650" y="138265"/>
                  </a:lnTo>
                  <a:lnTo>
                    <a:pt x="163624" y="132932"/>
                  </a:lnTo>
                  <a:lnTo>
                    <a:pt x="162425" y="127635"/>
                  </a:lnTo>
                  <a:lnTo>
                    <a:pt x="161055" y="122379"/>
                  </a:lnTo>
                  <a:lnTo>
                    <a:pt x="159516" y="117171"/>
                  </a:lnTo>
                  <a:lnTo>
                    <a:pt x="157807" y="112016"/>
                  </a:lnTo>
                  <a:lnTo>
                    <a:pt x="155933" y="106919"/>
                  </a:lnTo>
                  <a:lnTo>
                    <a:pt x="153893" y="101886"/>
                  </a:lnTo>
                  <a:lnTo>
                    <a:pt x="151692" y="96921"/>
                  </a:lnTo>
                  <a:lnTo>
                    <a:pt x="149330" y="92031"/>
                  </a:lnTo>
                  <a:lnTo>
                    <a:pt x="146810" y="87220"/>
                  </a:lnTo>
                  <a:lnTo>
                    <a:pt x="144136" y="82493"/>
                  </a:lnTo>
                  <a:lnTo>
                    <a:pt x="141309" y="77856"/>
                  </a:lnTo>
                  <a:lnTo>
                    <a:pt x="138334" y="73313"/>
                  </a:lnTo>
                  <a:lnTo>
                    <a:pt x="135212" y="68869"/>
                  </a:lnTo>
                  <a:lnTo>
                    <a:pt x="131947" y="64528"/>
                  </a:lnTo>
                  <a:lnTo>
                    <a:pt x="128544" y="60296"/>
                  </a:lnTo>
                  <a:lnTo>
                    <a:pt x="125004" y="56177"/>
                  </a:lnTo>
                  <a:lnTo>
                    <a:pt x="121333" y="52175"/>
                  </a:lnTo>
                  <a:lnTo>
                    <a:pt x="117534" y="48295"/>
                  </a:lnTo>
                  <a:lnTo>
                    <a:pt x="113610" y="44539"/>
                  </a:lnTo>
                  <a:lnTo>
                    <a:pt x="109567" y="40914"/>
                  </a:lnTo>
                  <a:lnTo>
                    <a:pt x="105408" y="37421"/>
                  </a:lnTo>
                  <a:lnTo>
                    <a:pt x="101138" y="34066"/>
                  </a:lnTo>
                  <a:lnTo>
                    <a:pt x="96761" y="30850"/>
                  </a:lnTo>
                  <a:lnTo>
                    <a:pt x="92282" y="27779"/>
                  </a:lnTo>
                  <a:lnTo>
                    <a:pt x="87705" y="24855"/>
                  </a:lnTo>
                  <a:lnTo>
                    <a:pt x="83036" y="22081"/>
                  </a:lnTo>
                  <a:lnTo>
                    <a:pt x="78280" y="19461"/>
                  </a:lnTo>
                  <a:lnTo>
                    <a:pt x="73440" y="16996"/>
                  </a:lnTo>
                  <a:lnTo>
                    <a:pt x="68523" y="14689"/>
                  </a:lnTo>
                  <a:lnTo>
                    <a:pt x="63534" y="12544"/>
                  </a:lnTo>
                  <a:lnTo>
                    <a:pt x="58478" y="10562"/>
                  </a:lnTo>
                  <a:lnTo>
                    <a:pt x="53360" y="8745"/>
                  </a:lnTo>
                  <a:lnTo>
                    <a:pt x="48186" y="7095"/>
                  </a:lnTo>
                  <a:lnTo>
                    <a:pt x="42961" y="5614"/>
                  </a:lnTo>
                  <a:lnTo>
                    <a:pt x="37690" y="4304"/>
                  </a:lnTo>
                  <a:lnTo>
                    <a:pt x="32380" y="3166"/>
                  </a:lnTo>
                  <a:lnTo>
                    <a:pt x="27036" y="2200"/>
                  </a:lnTo>
                  <a:lnTo>
                    <a:pt x="21663" y="1409"/>
                  </a:lnTo>
                  <a:lnTo>
                    <a:pt x="16267" y="793"/>
                  </a:lnTo>
                  <a:lnTo>
                    <a:pt x="10854" y="352"/>
                  </a:lnTo>
                  <a:lnTo>
                    <a:pt x="543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61" y="3707720"/>
              <a:ext cx="228779" cy="334334"/>
            </a:xfrm>
            <a:custGeom>
              <a:avLst/>
              <a:pathLst>
                <a:path w="228779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1" y="2095"/>
                  </a:lnTo>
                  <a:lnTo>
                    <a:pt x="135542" y="3015"/>
                  </a:lnTo>
                  <a:lnTo>
                    <a:pt x="130354" y="4099"/>
                  </a:lnTo>
                  <a:lnTo>
                    <a:pt x="125203" y="5348"/>
                  </a:lnTo>
                  <a:lnTo>
                    <a:pt x="120095" y="6759"/>
                  </a:lnTo>
                  <a:lnTo>
                    <a:pt x="115034" y="8331"/>
                  </a:lnTo>
                  <a:lnTo>
                    <a:pt x="110025" y="10063"/>
                  </a:lnTo>
                  <a:lnTo>
                    <a:pt x="105074" y="11952"/>
                  </a:lnTo>
                  <a:lnTo>
                    <a:pt x="100185" y="13998"/>
                  </a:lnTo>
                  <a:lnTo>
                    <a:pt x="95363" y="16198"/>
                  </a:lnTo>
                  <a:lnTo>
                    <a:pt x="90614" y="18549"/>
                  </a:lnTo>
                  <a:lnTo>
                    <a:pt x="85941" y="21050"/>
                  </a:lnTo>
                  <a:lnTo>
                    <a:pt x="81350" y="23698"/>
                  </a:lnTo>
                  <a:lnTo>
                    <a:pt x="76846" y="26490"/>
                  </a:lnTo>
                  <a:lnTo>
                    <a:pt x="72432" y="29423"/>
                  </a:lnTo>
                  <a:lnTo>
                    <a:pt x="68113" y="32494"/>
                  </a:lnTo>
                  <a:lnTo>
                    <a:pt x="63894" y="35702"/>
                  </a:lnTo>
                  <a:lnTo>
                    <a:pt x="59778" y="39041"/>
                  </a:lnTo>
                  <a:lnTo>
                    <a:pt x="55771" y="42509"/>
                  </a:lnTo>
                  <a:lnTo>
                    <a:pt x="51875" y="46102"/>
                  </a:lnTo>
                  <a:lnTo>
                    <a:pt x="48095" y="49817"/>
                  </a:lnTo>
                  <a:lnTo>
                    <a:pt x="44435" y="53650"/>
                  </a:lnTo>
                  <a:lnTo>
                    <a:pt x="40899" y="57597"/>
                  </a:lnTo>
                  <a:lnTo>
                    <a:pt x="37489" y="61654"/>
                  </a:lnTo>
                  <a:lnTo>
                    <a:pt x="34209" y="65817"/>
                  </a:lnTo>
                  <a:lnTo>
                    <a:pt x="31063" y="70082"/>
                  </a:lnTo>
                  <a:lnTo>
                    <a:pt x="28054" y="74444"/>
                  </a:lnTo>
                  <a:lnTo>
                    <a:pt x="25185" y="78900"/>
                  </a:lnTo>
                  <a:lnTo>
                    <a:pt x="22458" y="83445"/>
                  </a:lnTo>
                  <a:lnTo>
                    <a:pt x="19877" y="88073"/>
                  </a:lnTo>
                  <a:lnTo>
                    <a:pt x="17444" y="92781"/>
                  </a:lnTo>
                  <a:lnTo>
                    <a:pt x="15161" y="97564"/>
                  </a:lnTo>
                  <a:lnTo>
                    <a:pt x="13031" y="102417"/>
                  </a:lnTo>
                  <a:lnTo>
                    <a:pt x="11056" y="107335"/>
                  </a:lnTo>
                  <a:lnTo>
                    <a:pt x="9238" y="112313"/>
                  </a:lnTo>
                  <a:lnTo>
                    <a:pt x="7579" y="117346"/>
                  </a:lnTo>
                  <a:lnTo>
                    <a:pt x="6080" y="122430"/>
                  </a:lnTo>
                  <a:lnTo>
                    <a:pt x="4742" y="127558"/>
                  </a:lnTo>
                  <a:lnTo>
                    <a:pt x="3569" y="132726"/>
                  </a:lnTo>
                  <a:lnTo>
                    <a:pt x="2559" y="137928"/>
                  </a:lnTo>
                  <a:lnTo>
                    <a:pt x="1715" y="143160"/>
                  </a:lnTo>
                  <a:lnTo>
                    <a:pt x="1037" y="148417"/>
                  </a:lnTo>
                  <a:lnTo>
                    <a:pt x="526" y="153692"/>
                  </a:lnTo>
                  <a:lnTo>
                    <a:pt x="183" y="158980"/>
                  </a:lnTo>
                  <a:lnTo>
                    <a:pt x="7" y="164277"/>
                  </a:lnTo>
                  <a:lnTo>
                    <a:pt x="0" y="169577"/>
                  </a:lnTo>
                  <a:lnTo>
                    <a:pt x="160" y="174874"/>
                  </a:lnTo>
                  <a:lnTo>
                    <a:pt x="488" y="180163"/>
                  </a:lnTo>
                  <a:lnTo>
                    <a:pt x="984" y="185440"/>
                  </a:lnTo>
                  <a:lnTo>
                    <a:pt x="1647" y="190698"/>
                  </a:lnTo>
                  <a:lnTo>
                    <a:pt x="2476" y="195932"/>
                  </a:lnTo>
                  <a:lnTo>
                    <a:pt x="3470" y="201138"/>
                  </a:lnTo>
                  <a:lnTo>
                    <a:pt x="4629" y="206309"/>
                  </a:lnTo>
                  <a:lnTo>
                    <a:pt x="5952" y="211441"/>
                  </a:lnTo>
                  <a:lnTo>
                    <a:pt x="7436" y="216529"/>
                  </a:lnTo>
                  <a:lnTo>
                    <a:pt x="9081" y="221567"/>
                  </a:lnTo>
                  <a:lnTo>
                    <a:pt x="10885" y="226550"/>
                  </a:lnTo>
                  <a:lnTo>
                    <a:pt x="12846" y="231474"/>
                  </a:lnTo>
                  <a:lnTo>
                    <a:pt x="14962" y="236333"/>
                  </a:lnTo>
                  <a:lnTo>
                    <a:pt x="17231" y="241122"/>
                  </a:lnTo>
                  <a:lnTo>
                    <a:pt x="19651" y="245837"/>
                  </a:lnTo>
                  <a:lnTo>
                    <a:pt x="22218" y="250473"/>
                  </a:lnTo>
                  <a:lnTo>
                    <a:pt x="24932" y="255026"/>
                  </a:lnTo>
                  <a:lnTo>
                    <a:pt x="27789" y="259489"/>
                  </a:lnTo>
                  <a:lnTo>
                    <a:pt x="30785" y="263861"/>
                  </a:lnTo>
                  <a:lnTo>
                    <a:pt x="33919" y="268135"/>
                  </a:lnTo>
                  <a:lnTo>
                    <a:pt x="37186" y="272307"/>
                  </a:lnTo>
                  <a:lnTo>
                    <a:pt x="40584" y="276374"/>
                  </a:lnTo>
                  <a:lnTo>
                    <a:pt x="44110" y="280331"/>
                  </a:lnTo>
                  <a:lnTo>
                    <a:pt x="47759" y="284175"/>
                  </a:lnTo>
                  <a:lnTo>
                    <a:pt x="51528" y="287900"/>
                  </a:lnTo>
                  <a:lnTo>
                    <a:pt x="55413" y="291505"/>
                  </a:lnTo>
                  <a:lnTo>
                    <a:pt x="59411" y="294984"/>
                  </a:lnTo>
                  <a:lnTo>
                    <a:pt x="63516" y="298335"/>
                  </a:lnTo>
                  <a:lnTo>
                    <a:pt x="67726" y="301554"/>
                  </a:lnTo>
                  <a:lnTo>
                    <a:pt x="72036" y="304638"/>
                  </a:lnTo>
                  <a:lnTo>
                    <a:pt x="76442" y="307584"/>
                  </a:lnTo>
                  <a:lnTo>
                    <a:pt x="80938" y="310389"/>
                  </a:lnTo>
                  <a:lnTo>
                    <a:pt x="85522" y="313050"/>
                  </a:lnTo>
                  <a:lnTo>
                    <a:pt x="90187" y="315564"/>
                  </a:lnTo>
                  <a:lnTo>
                    <a:pt x="94930" y="317929"/>
                  </a:lnTo>
                  <a:lnTo>
                    <a:pt x="99745" y="320143"/>
                  </a:lnTo>
                  <a:lnTo>
                    <a:pt x="104628" y="322202"/>
                  </a:lnTo>
                  <a:lnTo>
                    <a:pt x="109574" y="324106"/>
                  </a:lnTo>
                  <a:lnTo>
                    <a:pt x="114578" y="325853"/>
                  </a:lnTo>
                  <a:lnTo>
                    <a:pt x="119634" y="327439"/>
                  </a:lnTo>
                  <a:lnTo>
                    <a:pt x="124739" y="328865"/>
                  </a:lnTo>
                  <a:lnTo>
                    <a:pt x="129886" y="330128"/>
                  </a:lnTo>
                  <a:lnTo>
                    <a:pt x="135070" y="331227"/>
                  </a:lnTo>
                  <a:lnTo>
                    <a:pt x="140287" y="332162"/>
                  </a:lnTo>
                  <a:lnTo>
                    <a:pt x="145530" y="332931"/>
                  </a:lnTo>
                  <a:lnTo>
                    <a:pt x="150796" y="333533"/>
                  </a:lnTo>
                  <a:lnTo>
                    <a:pt x="156078" y="333967"/>
                  </a:lnTo>
                  <a:lnTo>
                    <a:pt x="161371" y="334234"/>
                  </a:lnTo>
                  <a:lnTo>
                    <a:pt x="166669" y="334334"/>
                  </a:lnTo>
                  <a:lnTo>
                    <a:pt x="171969" y="334265"/>
                  </a:lnTo>
                  <a:lnTo>
                    <a:pt x="177263" y="334028"/>
                  </a:lnTo>
                  <a:lnTo>
                    <a:pt x="182547" y="333624"/>
                  </a:lnTo>
                  <a:lnTo>
                    <a:pt x="187816" y="333052"/>
                  </a:lnTo>
                  <a:lnTo>
                    <a:pt x="193064" y="332314"/>
                  </a:lnTo>
                  <a:lnTo>
                    <a:pt x="198286" y="331409"/>
                  </a:lnTo>
                  <a:lnTo>
                    <a:pt x="203477" y="330340"/>
                  </a:lnTo>
                  <a:lnTo>
                    <a:pt x="208631" y="329106"/>
                  </a:lnTo>
                  <a:lnTo>
                    <a:pt x="213743" y="327710"/>
                  </a:lnTo>
                  <a:lnTo>
                    <a:pt x="218809" y="326152"/>
                  </a:lnTo>
                  <a:lnTo>
                    <a:pt x="223822" y="324435"/>
                  </a:lnTo>
                  <a:lnTo>
                    <a:pt x="228779" y="32255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882"/>
              <a:ext cx="167160" cy="322397"/>
            </a:xfrm>
            <a:custGeom>
              <a:avLst/>
              <a:pathLst>
                <a:path w="167160" h="322397">
                  <a:moveTo>
                    <a:pt x="61629" y="322397"/>
                  </a:moveTo>
                  <a:lnTo>
                    <a:pt x="66569" y="320346"/>
                  </a:lnTo>
                  <a:lnTo>
                    <a:pt x="71441" y="318138"/>
                  </a:lnTo>
                  <a:lnTo>
                    <a:pt x="76240" y="315775"/>
                  </a:lnTo>
                  <a:lnTo>
                    <a:pt x="80961" y="313259"/>
                  </a:lnTo>
                  <a:lnTo>
                    <a:pt x="85599" y="310594"/>
                  </a:lnTo>
                  <a:lnTo>
                    <a:pt x="90149" y="307782"/>
                  </a:lnTo>
                  <a:lnTo>
                    <a:pt x="94607" y="304825"/>
                  </a:lnTo>
                  <a:lnTo>
                    <a:pt x="98968" y="301728"/>
                  </a:lnTo>
                  <a:lnTo>
                    <a:pt x="103228" y="298492"/>
                  </a:lnTo>
                  <a:lnTo>
                    <a:pt x="107382" y="295122"/>
                  </a:lnTo>
                  <a:lnTo>
                    <a:pt x="111426" y="291621"/>
                  </a:lnTo>
                  <a:lnTo>
                    <a:pt x="115356" y="287992"/>
                  </a:lnTo>
                  <a:lnTo>
                    <a:pt x="119168" y="284239"/>
                  </a:lnTo>
                  <a:lnTo>
                    <a:pt x="122858" y="280366"/>
                  </a:lnTo>
                  <a:lnTo>
                    <a:pt x="126422" y="276378"/>
                  </a:lnTo>
                  <a:lnTo>
                    <a:pt x="129857" y="272277"/>
                  </a:lnTo>
                  <a:lnTo>
                    <a:pt x="133158" y="268068"/>
                  </a:lnTo>
                  <a:lnTo>
                    <a:pt x="136324" y="263756"/>
                  </a:lnTo>
                  <a:lnTo>
                    <a:pt x="139349" y="259345"/>
                  </a:lnTo>
                  <a:lnTo>
                    <a:pt x="142232" y="254839"/>
                  </a:lnTo>
                  <a:lnTo>
                    <a:pt x="144970" y="250243"/>
                  </a:lnTo>
                  <a:lnTo>
                    <a:pt x="147559" y="245562"/>
                  </a:lnTo>
                  <a:lnTo>
                    <a:pt x="149997" y="240801"/>
                  </a:lnTo>
                  <a:lnTo>
                    <a:pt x="152281" y="235964"/>
                  </a:lnTo>
                  <a:lnTo>
                    <a:pt x="154409" y="231057"/>
                  </a:lnTo>
                  <a:lnTo>
                    <a:pt x="156380" y="226083"/>
                  </a:lnTo>
                  <a:lnTo>
                    <a:pt x="158190" y="221050"/>
                  </a:lnTo>
                  <a:lnTo>
                    <a:pt x="159838" y="215961"/>
                  </a:lnTo>
                  <a:lnTo>
                    <a:pt x="161322" y="210822"/>
                  </a:lnTo>
                  <a:lnTo>
                    <a:pt x="162642" y="205638"/>
                  </a:lnTo>
                  <a:lnTo>
                    <a:pt x="163794" y="200414"/>
                  </a:lnTo>
                  <a:lnTo>
                    <a:pt x="164780" y="195157"/>
                  </a:lnTo>
                  <a:lnTo>
                    <a:pt x="165596" y="189870"/>
                  </a:lnTo>
                  <a:lnTo>
                    <a:pt x="166243" y="184560"/>
                  </a:lnTo>
                  <a:lnTo>
                    <a:pt x="166719" y="179232"/>
                  </a:lnTo>
                  <a:lnTo>
                    <a:pt x="167025" y="173892"/>
                  </a:lnTo>
                  <a:lnTo>
                    <a:pt x="167160" y="168544"/>
                  </a:lnTo>
                  <a:lnTo>
                    <a:pt x="167124" y="163195"/>
                  </a:lnTo>
                  <a:lnTo>
                    <a:pt x="166916" y="157850"/>
                  </a:lnTo>
                  <a:lnTo>
                    <a:pt x="166538" y="152514"/>
                  </a:lnTo>
                  <a:lnTo>
                    <a:pt x="165989" y="147193"/>
                  </a:lnTo>
                  <a:lnTo>
                    <a:pt x="165270" y="141893"/>
                  </a:lnTo>
                  <a:lnTo>
                    <a:pt x="164382" y="136618"/>
                  </a:lnTo>
                  <a:lnTo>
                    <a:pt x="163325" y="131374"/>
                  </a:lnTo>
                  <a:lnTo>
                    <a:pt x="162102" y="126167"/>
                  </a:lnTo>
                  <a:lnTo>
                    <a:pt x="160712" y="121001"/>
                  </a:lnTo>
                  <a:lnTo>
                    <a:pt x="159158" y="115883"/>
                  </a:lnTo>
                  <a:lnTo>
                    <a:pt x="157441" y="110817"/>
                  </a:lnTo>
                  <a:lnTo>
                    <a:pt x="155563" y="105808"/>
                  </a:lnTo>
                  <a:lnTo>
                    <a:pt x="153525" y="100862"/>
                  </a:lnTo>
                  <a:lnTo>
                    <a:pt x="151330" y="95984"/>
                  </a:lnTo>
                  <a:lnTo>
                    <a:pt x="148980" y="91179"/>
                  </a:lnTo>
                  <a:lnTo>
                    <a:pt x="146478" y="86451"/>
                  </a:lnTo>
                  <a:lnTo>
                    <a:pt x="143826" y="81806"/>
                  </a:lnTo>
                  <a:lnTo>
                    <a:pt x="141026" y="77247"/>
                  </a:lnTo>
                  <a:lnTo>
                    <a:pt x="138082" y="72781"/>
                  </a:lnTo>
                  <a:lnTo>
                    <a:pt x="134997" y="68412"/>
                  </a:lnTo>
                  <a:lnTo>
                    <a:pt x="131773" y="64143"/>
                  </a:lnTo>
                  <a:lnTo>
                    <a:pt x="128415" y="59979"/>
                  </a:lnTo>
                  <a:lnTo>
                    <a:pt x="124925" y="55926"/>
                  </a:lnTo>
                  <a:lnTo>
                    <a:pt x="121307" y="51986"/>
                  </a:lnTo>
                  <a:lnTo>
                    <a:pt x="117565" y="48163"/>
                  </a:lnTo>
                  <a:lnTo>
                    <a:pt x="113702" y="44463"/>
                  </a:lnTo>
                  <a:lnTo>
                    <a:pt x="109723" y="40887"/>
                  </a:lnTo>
                  <a:lnTo>
                    <a:pt x="105632" y="37441"/>
                  </a:lnTo>
                  <a:lnTo>
                    <a:pt x="101432" y="34128"/>
                  </a:lnTo>
                  <a:lnTo>
                    <a:pt x="97129" y="30951"/>
                  </a:lnTo>
                  <a:lnTo>
                    <a:pt x="92726" y="27913"/>
                  </a:lnTo>
                  <a:lnTo>
                    <a:pt x="88229" y="25017"/>
                  </a:lnTo>
                  <a:lnTo>
                    <a:pt x="83640" y="22267"/>
                  </a:lnTo>
                  <a:lnTo>
                    <a:pt x="78967" y="19665"/>
                  </a:lnTo>
                  <a:lnTo>
                    <a:pt x="74212" y="17214"/>
                  </a:lnTo>
                  <a:lnTo>
                    <a:pt x="69382" y="14916"/>
                  </a:lnTo>
                  <a:lnTo>
                    <a:pt x="64480" y="12774"/>
                  </a:lnTo>
                  <a:lnTo>
                    <a:pt x="59512" y="10790"/>
                  </a:lnTo>
                  <a:lnTo>
                    <a:pt x="54484" y="8966"/>
                  </a:lnTo>
                  <a:lnTo>
                    <a:pt x="49400" y="7304"/>
                  </a:lnTo>
                  <a:lnTo>
                    <a:pt x="44265" y="5805"/>
                  </a:lnTo>
                  <a:lnTo>
                    <a:pt x="39084" y="4471"/>
                  </a:lnTo>
                  <a:lnTo>
                    <a:pt x="33864" y="3304"/>
                  </a:lnTo>
                  <a:lnTo>
                    <a:pt x="28609" y="2304"/>
                  </a:lnTo>
                  <a:lnTo>
                    <a:pt x="23325" y="1473"/>
                  </a:lnTo>
                  <a:lnTo>
                    <a:pt x="18017" y="812"/>
                  </a:lnTo>
                  <a:lnTo>
                    <a:pt x="12690" y="320"/>
                  </a:lnTo>
                  <a:lnTo>
                    <a:pt x="7351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7351" cy="167167"/>
            </a:xfrm>
            <a:custGeom>
              <a:avLst/>
              <a:pathLst>
                <a:path w="7351" h="167167">
                  <a:moveTo>
                    <a:pt x="7351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2025-06-05T13:00:48Z</dcterms:modified>
  <cp:category/>
</cp:coreProperties>
</file>